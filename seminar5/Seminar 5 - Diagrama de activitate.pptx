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3"/>
  </p:notesMasterIdLst>
  <p:sldIdLst>
    <p:sldId id="270" r:id="rId3"/>
    <p:sldId id="294" r:id="rId4"/>
    <p:sldId id="304" r:id="rId5"/>
    <p:sldId id="305" r:id="rId6"/>
    <p:sldId id="357" r:id="rId7"/>
    <p:sldId id="306" r:id="rId8"/>
    <p:sldId id="307" r:id="rId9"/>
    <p:sldId id="312" r:id="rId10"/>
    <p:sldId id="315" r:id="rId11"/>
    <p:sldId id="317" r:id="rId12"/>
    <p:sldId id="359" r:id="rId13"/>
    <p:sldId id="313" r:id="rId14"/>
    <p:sldId id="318" r:id="rId15"/>
    <p:sldId id="360" r:id="rId16"/>
    <p:sldId id="320" r:id="rId17"/>
    <p:sldId id="308" r:id="rId18"/>
    <p:sldId id="361" r:id="rId19"/>
    <p:sldId id="309" r:id="rId20"/>
    <p:sldId id="311" r:id="rId21"/>
    <p:sldId id="264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8B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2939" autoAdjust="0"/>
  </p:normalViewPr>
  <p:slideViewPr>
    <p:cSldViewPr snapToGrid="0">
      <p:cViewPr varScale="1">
        <p:scale>
          <a:sx n="69" d="100"/>
          <a:sy n="69" d="100"/>
        </p:scale>
        <p:origin x="120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352B63-3557-412C-9D6B-84CE3BC4921B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1E250F-C1AE-4923-B5D5-890F54A234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5716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3" name="Google Shape;3473;g89f325e8c8_0_20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4" name="Google Shape;3474;g89f325e8c8_0_20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2" name="Google Shape;3632;g89f325e8c8_0_22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3" name="Google Shape;3633;g89f325e8c8_0_22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813363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2" name="Google Shape;3632;g89f325e8c8_0_22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3" name="Google Shape;3633;g89f325e8c8_0_22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383872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2" name="Google Shape;3632;g89f325e8c8_0_22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3" name="Google Shape;3633;g89f325e8c8_0_22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76727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2" name="Google Shape;3632;g89f325e8c8_0_22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3" name="Google Shape;3633;g89f325e8c8_0_22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140519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2" name="Google Shape;3632;g89f325e8c8_0_22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3" name="Google Shape;3633;g89f325e8c8_0_22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345569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2" name="Google Shape;3632;g89f325e8c8_0_22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3" name="Google Shape;3633;g89f325e8c8_0_22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075807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2" name="Google Shape;3632;g89f325e8c8_0_22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3" name="Google Shape;3633;g89f325e8c8_0_22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46248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2" name="Google Shape;3632;g89f325e8c8_0_22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3" name="Google Shape;3633;g89f325e8c8_0_22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358633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2" name="Google Shape;3632;g89f325e8c8_0_22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3" name="Google Shape;3633;g89f325e8c8_0_22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82818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2" name="Google Shape;3632;g89f325e8c8_0_22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3" name="Google Shape;3633;g89f325e8c8_0_22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2871671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2" name="Google Shape;3632;g89f325e8c8_0_22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3" name="Google Shape;3633;g89f325e8c8_0_22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533740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2" name="Google Shape;3632;g89f325e8c8_0_22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3" name="Google Shape;3633;g89f325e8c8_0_22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762206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2" name="Google Shape;3632;g89f325e8c8_0_22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3" name="Google Shape;3633;g89f325e8c8_0_22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2657437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2" name="Google Shape;3632;g89f325e8c8_0_22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3" name="Google Shape;3633;g89f325e8c8_0_22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4172692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2" name="Google Shape;3632;g89f325e8c8_0_22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3" name="Google Shape;3633;g89f325e8c8_0_22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7673440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2" name="Google Shape;3632;g89f325e8c8_0_22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3" name="Google Shape;3633;g89f325e8c8_0_22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8953690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2" name="Google Shape;3632;g89f325e8c8_0_22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3" name="Google Shape;3633;g89f325e8c8_0_22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1667368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2" name="Google Shape;3632;g89f325e8c8_0_22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3" name="Google Shape;3633;g89f325e8c8_0_22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525392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g89f325e8c8_0_18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4" name="Google Shape;1134;g89f325e8c8_0_18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2.xml"/><Relationship Id="rId4" Type="http://schemas.openxmlformats.org/officeDocument/2006/relationships/hyperlink" Target="http://bit.ly/2TtBDfr" TargetMode="Externa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A8738-9C45-434F-99A2-7338BF032C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0FD2DD-3BFE-4AB8-A585-D7C50B13C6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D636E-5877-49BA-BC0E-EF81962B7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2E732-3E64-47DB-8640-4229D2F824D8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60E3C8-917A-40F2-B16A-2C0759E44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9606C7-4858-4C5C-BC4C-E1966438E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B041C-0839-4238-94E9-E84C39054D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9841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7E135-7EDB-4E55-9B57-A46C3D08E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4A10CC-5932-408C-952E-2903E2CAFE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C0EB76-B6EB-44F8-949A-2EE6E88FB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2E732-3E64-47DB-8640-4229D2F824D8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256FAF-AA63-4B10-AEA1-990175697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80617C-13EF-44D9-83B9-52F2B810B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B041C-0839-4238-94E9-E84C39054D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6179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B74CA-8DAE-49EC-8879-CA80DF429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68F3E7-324B-4A8D-9C0D-69FD8E1CE5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076422-74D8-48D0-AD3F-7EDAA2C07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2E732-3E64-47DB-8640-4229D2F824D8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DAE4A4-53C0-4307-A55E-482755D0E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617017-3FE1-4B93-AB3E-8124A2E47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B041C-0839-4238-94E9-E84C39054D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858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D3EDB-9110-4EED-A104-55A779EB4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640D22-C676-4069-BA1E-2E19EB1CCF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3045E0-AC21-4C37-8A6A-9582287795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77A8FC-163D-4F82-8B3E-26C5AB5B4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2E732-3E64-47DB-8640-4229D2F824D8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DCB127-2750-47CD-9A47-61F143B5F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52AAD3-2E30-4E26-8159-96C458CEA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B041C-0839-4238-94E9-E84C39054D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9245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2C88D-C80B-4513-9EB3-33F4A42FCA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E7565A-5D8B-4CB6-8901-4D33340F25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516989-3747-4126-85F4-9779B919FD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3710CD-2B18-4721-9DC7-990C6CB7A0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477945-1F38-4410-A46C-345CC6216A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1D6E33-8028-4D53-AB2F-3DC221D94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2E732-3E64-47DB-8640-4229D2F824D8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C974D6-4CB0-4CB9-BF21-FBD2177C8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220444-4A03-4F4E-AC87-39F26574E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B041C-0839-4238-94E9-E84C39054D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2628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D70A3-55BD-41D8-BBC4-71A0556E6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14B5EC-CE76-4F19-8537-C6EC31DA8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2E732-3E64-47DB-8640-4229D2F824D8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43AE3B-54C7-4FB0-B49B-EA476FE3C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532943-6AC9-4DE4-9846-43EFE6893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B041C-0839-4238-94E9-E84C39054D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6063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850921-53CD-4157-AE6F-F6C79DD45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2E732-3E64-47DB-8640-4229D2F824D8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248549-1982-44DF-A5E7-F6D077046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420740-551E-475F-A525-6BDE9B542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B041C-0839-4238-94E9-E84C39054D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6838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7B25E-DEAF-4D83-8E2E-BEF72BB9C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23DB6C-5C72-43CA-8978-C03EF29793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79BA57-1521-4CE0-8DB7-51E12B55E5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3C80EF-14E6-42DC-9F2D-279DD15B1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2E732-3E64-47DB-8640-4229D2F824D8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B55117-4DD1-40B8-805A-479F60895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D53B3C-F68B-4C41-83EE-98F758125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B041C-0839-4238-94E9-E84C39054D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4109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D7FE35-3DC3-4888-AE4B-12AEBF839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F16B5A8-2943-4694-AB75-3727F91631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B20801-0CE6-46F6-BA62-EE6CA96AF9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BC1B40-9310-4060-B6C1-C5D50FD48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2E732-3E64-47DB-8640-4229D2F824D8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84C8C7-4E5B-4B1C-BFD7-EBAC57009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D3CEB4-A4D7-41AA-8D0D-406A017B2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B041C-0839-4238-94E9-E84C39054D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5369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56BAD-AA68-4FE6-B3A3-807D6D662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9D6F6A-69B5-43A9-A871-0A8D279041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A24E09-415C-4B7D-B2E3-C6483FE23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2E732-3E64-47DB-8640-4229D2F824D8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980EA0-AAB4-4D10-9C50-1AA4BCBD0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D0790B-00B3-46D9-8014-E17CD635E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B041C-0839-4238-94E9-E84C39054D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5830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AD9418-AD62-457A-B059-3469817579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693F7D-7E88-492A-8A8B-04DBC067D6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B8505E-EDB8-4E99-AC6A-2C17419D7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2E732-3E64-47DB-8640-4229D2F824D8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F360BF-0908-4848-A125-6B3F9D673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63133E-3301-4717-9EC5-01E197BA1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B041C-0839-4238-94E9-E84C39054D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1993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bg>
      <p:bgPr>
        <a:solidFill>
          <a:schemeClr val="accent1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"/>
          <p:cNvSpPr/>
          <p:nvPr/>
        </p:nvSpPr>
        <p:spPr>
          <a:xfrm>
            <a:off x="-1922624" y="843471"/>
            <a:ext cx="5018800" cy="5018800"/>
          </a:xfrm>
          <a:prstGeom prst="donut">
            <a:avLst>
              <a:gd name="adj" fmla="val 17842"/>
            </a:avLst>
          </a:prstGeom>
          <a:solidFill>
            <a:srgbClr val="34343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38" name="Google Shape;38;p3"/>
          <p:cNvGrpSpPr/>
          <p:nvPr/>
        </p:nvGrpSpPr>
        <p:grpSpPr>
          <a:xfrm>
            <a:off x="1781158" y="914925"/>
            <a:ext cx="867639" cy="867848"/>
            <a:chOff x="1347125" y="349025"/>
            <a:chExt cx="4978800" cy="4980000"/>
          </a:xfrm>
        </p:grpSpPr>
        <p:sp>
          <p:nvSpPr>
            <p:cNvPr id="39" name="Google Shape;39;p3"/>
            <p:cNvSpPr/>
            <p:nvPr/>
          </p:nvSpPr>
          <p:spPr>
            <a:xfrm>
              <a:off x="4756525" y="523725"/>
              <a:ext cx="1394100" cy="1393475"/>
            </a:xfrm>
            <a:custGeom>
              <a:avLst/>
              <a:gdLst/>
              <a:ahLst/>
              <a:cxnLst/>
              <a:rect l="l" t="t" r="r" b="b"/>
              <a:pathLst>
                <a:path w="55764" h="55739" extrusionOk="0">
                  <a:moveTo>
                    <a:pt x="1" y="0"/>
                  </a:moveTo>
                  <a:lnTo>
                    <a:pt x="55763" y="55739"/>
                  </a:lnTo>
                  <a:cubicBezTo>
                    <a:pt x="54928" y="53568"/>
                    <a:pt x="53998" y="51446"/>
                    <a:pt x="52973" y="49371"/>
                  </a:cubicBezTo>
                  <a:lnTo>
                    <a:pt x="6417" y="2815"/>
                  </a:lnTo>
                  <a:cubicBezTo>
                    <a:pt x="4318" y="1789"/>
                    <a:pt x="2195" y="859"/>
                    <a:pt x="1" y="0"/>
                  </a:cubicBez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0" name="Google Shape;40;p3"/>
            <p:cNvSpPr/>
            <p:nvPr/>
          </p:nvSpPr>
          <p:spPr>
            <a:xfrm>
              <a:off x="4312325" y="393150"/>
              <a:ext cx="1968875" cy="1968875"/>
            </a:xfrm>
            <a:custGeom>
              <a:avLst/>
              <a:gdLst/>
              <a:ahLst/>
              <a:cxnLst/>
              <a:rect l="l" t="t" r="r" b="b"/>
              <a:pathLst>
                <a:path w="78755" h="78755" extrusionOk="0">
                  <a:moveTo>
                    <a:pt x="0" y="0"/>
                  </a:moveTo>
                  <a:lnTo>
                    <a:pt x="78754" y="78754"/>
                  </a:lnTo>
                  <a:cubicBezTo>
                    <a:pt x="78492" y="77204"/>
                    <a:pt x="78158" y="75654"/>
                    <a:pt x="77753" y="74151"/>
                  </a:cubicBezTo>
                  <a:lnTo>
                    <a:pt x="4627" y="1026"/>
                  </a:lnTo>
                  <a:cubicBezTo>
                    <a:pt x="3125" y="620"/>
                    <a:pt x="1551" y="286"/>
                    <a:pt x="0" y="0"/>
                  </a:cubicBez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3955175" y="350200"/>
              <a:ext cx="2370750" cy="2370175"/>
            </a:xfrm>
            <a:custGeom>
              <a:avLst/>
              <a:gdLst/>
              <a:ahLst/>
              <a:cxnLst/>
              <a:rect l="l" t="t" r="r" b="b"/>
              <a:pathLst>
                <a:path w="94830" h="94807" extrusionOk="0">
                  <a:moveTo>
                    <a:pt x="0" y="1"/>
                  </a:moveTo>
                  <a:lnTo>
                    <a:pt x="94829" y="94806"/>
                  </a:lnTo>
                  <a:lnTo>
                    <a:pt x="94829" y="94806"/>
                  </a:lnTo>
                  <a:cubicBezTo>
                    <a:pt x="94734" y="93542"/>
                    <a:pt x="94662" y="92254"/>
                    <a:pt x="94567" y="90966"/>
                  </a:cubicBezTo>
                  <a:lnTo>
                    <a:pt x="3840" y="239"/>
                  </a:lnTo>
                  <a:cubicBezTo>
                    <a:pt x="2576" y="120"/>
                    <a:pt x="1288" y="49"/>
                    <a:pt x="0" y="1"/>
                  </a:cubicBez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3646300" y="349025"/>
              <a:ext cx="2679625" cy="2679625"/>
            </a:xfrm>
            <a:custGeom>
              <a:avLst/>
              <a:gdLst/>
              <a:ahLst/>
              <a:cxnLst/>
              <a:rect l="l" t="t" r="r" b="b"/>
              <a:pathLst>
                <a:path w="107185" h="107185" extrusionOk="0">
                  <a:moveTo>
                    <a:pt x="3387" y="0"/>
                  </a:moveTo>
                  <a:cubicBezTo>
                    <a:pt x="2266" y="48"/>
                    <a:pt x="1145" y="119"/>
                    <a:pt x="1" y="215"/>
                  </a:cubicBezTo>
                  <a:lnTo>
                    <a:pt x="106969" y="107184"/>
                  </a:lnTo>
                  <a:cubicBezTo>
                    <a:pt x="107065" y="106063"/>
                    <a:pt x="107160" y="104942"/>
                    <a:pt x="107184" y="103797"/>
                  </a:cubicBezTo>
                  <a:lnTo>
                    <a:pt x="3387" y="0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" name="Google Shape;43;p3"/>
            <p:cNvSpPr/>
            <p:nvPr/>
          </p:nvSpPr>
          <p:spPr>
            <a:xfrm>
              <a:off x="3370225" y="377650"/>
              <a:ext cx="2926475" cy="2927650"/>
            </a:xfrm>
            <a:custGeom>
              <a:avLst/>
              <a:gdLst/>
              <a:ahLst/>
              <a:cxnLst/>
              <a:rect l="l" t="t" r="r" b="b"/>
              <a:pathLst>
                <a:path w="117059" h="117106" extrusionOk="0">
                  <a:moveTo>
                    <a:pt x="3006" y="0"/>
                  </a:moveTo>
                  <a:cubicBezTo>
                    <a:pt x="1980" y="191"/>
                    <a:pt x="979" y="358"/>
                    <a:pt x="1" y="549"/>
                  </a:cubicBezTo>
                  <a:lnTo>
                    <a:pt x="116558" y="117106"/>
                  </a:lnTo>
                  <a:cubicBezTo>
                    <a:pt x="116748" y="116104"/>
                    <a:pt x="116939" y="115055"/>
                    <a:pt x="117058" y="114053"/>
                  </a:cubicBezTo>
                  <a:lnTo>
                    <a:pt x="3006" y="0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" name="Google Shape;44;p3"/>
            <p:cNvSpPr/>
            <p:nvPr/>
          </p:nvSpPr>
          <p:spPr>
            <a:xfrm>
              <a:off x="3118025" y="433675"/>
              <a:ext cx="3123825" cy="3123250"/>
            </a:xfrm>
            <a:custGeom>
              <a:avLst/>
              <a:gdLst/>
              <a:ahLst/>
              <a:cxnLst/>
              <a:rect l="l" t="t" r="r" b="b"/>
              <a:pathLst>
                <a:path w="124953" h="124930" extrusionOk="0">
                  <a:moveTo>
                    <a:pt x="2815" y="1"/>
                  </a:moveTo>
                  <a:cubicBezTo>
                    <a:pt x="1861" y="239"/>
                    <a:pt x="930" y="526"/>
                    <a:pt x="0" y="788"/>
                  </a:cubicBezTo>
                  <a:lnTo>
                    <a:pt x="124141" y="124930"/>
                  </a:lnTo>
                  <a:cubicBezTo>
                    <a:pt x="124427" y="124023"/>
                    <a:pt x="124690" y="123093"/>
                    <a:pt x="124952" y="122163"/>
                  </a:cubicBezTo>
                  <a:lnTo>
                    <a:pt x="2815" y="1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2887275" y="510600"/>
              <a:ext cx="3277050" cy="3277675"/>
            </a:xfrm>
            <a:custGeom>
              <a:avLst/>
              <a:gdLst/>
              <a:ahLst/>
              <a:cxnLst/>
              <a:rect l="l" t="t" r="r" b="b"/>
              <a:pathLst>
                <a:path w="131082" h="131107" extrusionOk="0">
                  <a:moveTo>
                    <a:pt x="2552" y="1"/>
                  </a:moveTo>
                  <a:cubicBezTo>
                    <a:pt x="2242" y="120"/>
                    <a:pt x="1980" y="215"/>
                    <a:pt x="1670" y="358"/>
                  </a:cubicBezTo>
                  <a:cubicBezTo>
                    <a:pt x="1097" y="573"/>
                    <a:pt x="549" y="812"/>
                    <a:pt x="0" y="1026"/>
                  </a:cubicBezTo>
                  <a:lnTo>
                    <a:pt x="130080" y="131107"/>
                  </a:lnTo>
                  <a:cubicBezTo>
                    <a:pt x="130461" y="130248"/>
                    <a:pt x="130795" y="129389"/>
                    <a:pt x="131082" y="128531"/>
                  </a:cubicBezTo>
                  <a:lnTo>
                    <a:pt x="2552" y="1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2673800" y="606600"/>
              <a:ext cx="3395125" cy="3395125"/>
            </a:xfrm>
            <a:custGeom>
              <a:avLst/>
              <a:gdLst/>
              <a:ahLst/>
              <a:cxnLst/>
              <a:rect l="l" t="t" r="r" b="b"/>
              <a:pathLst>
                <a:path w="135805" h="135805" extrusionOk="0">
                  <a:moveTo>
                    <a:pt x="2362" y="1"/>
                  </a:moveTo>
                  <a:cubicBezTo>
                    <a:pt x="1551" y="358"/>
                    <a:pt x="764" y="764"/>
                    <a:pt x="1" y="1217"/>
                  </a:cubicBezTo>
                  <a:lnTo>
                    <a:pt x="134612" y="135805"/>
                  </a:lnTo>
                  <a:cubicBezTo>
                    <a:pt x="135041" y="135018"/>
                    <a:pt x="135447" y="134255"/>
                    <a:pt x="135805" y="133444"/>
                  </a:cubicBezTo>
                  <a:lnTo>
                    <a:pt x="2362" y="1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7" name="Google Shape;47;p3"/>
            <p:cNvSpPr/>
            <p:nvPr/>
          </p:nvSpPr>
          <p:spPr>
            <a:xfrm>
              <a:off x="2475850" y="718100"/>
              <a:ext cx="3482175" cy="3481600"/>
            </a:xfrm>
            <a:custGeom>
              <a:avLst/>
              <a:gdLst/>
              <a:ahLst/>
              <a:cxnLst/>
              <a:rect l="l" t="t" r="r" b="b"/>
              <a:pathLst>
                <a:path w="139287" h="139264" extrusionOk="0">
                  <a:moveTo>
                    <a:pt x="2195" y="1"/>
                  </a:moveTo>
                  <a:cubicBezTo>
                    <a:pt x="1455" y="430"/>
                    <a:pt x="740" y="859"/>
                    <a:pt x="0" y="1384"/>
                  </a:cubicBezTo>
                  <a:lnTo>
                    <a:pt x="137879" y="139263"/>
                  </a:lnTo>
                  <a:cubicBezTo>
                    <a:pt x="138380" y="138572"/>
                    <a:pt x="138833" y="137832"/>
                    <a:pt x="139286" y="137069"/>
                  </a:cubicBezTo>
                  <a:lnTo>
                    <a:pt x="2195" y="1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8" name="Google Shape;48;p3"/>
            <p:cNvSpPr/>
            <p:nvPr/>
          </p:nvSpPr>
          <p:spPr>
            <a:xfrm>
              <a:off x="2292800" y="843925"/>
              <a:ext cx="3538225" cy="3538825"/>
            </a:xfrm>
            <a:custGeom>
              <a:avLst/>
              <a:gdLst/>
              <a:ahLst/>
              <a:cxnLst/>
              <a:rect l="l" t="t" r="r" b="b"/>
              <a:pathLst>
                <a:path w="141529" h="141553" extrusionOk="0">
                  <a:moveTo>
                    <a:pt x="2004" y="0"/>
                  </a:moveTo>
                  <a:cubicBezTo>
                    <a:pt x="1312" y="549"/>
                    <a:pt x="668" y="1049"/>
                    <a:pt x="0" y="1574"/>
                  </a:cubicBezTo>
                  <a:lnTo>
                    <a:pt x="139978" y="141552"/>
                  </a:lnTo>
                  <a:cubicBezTo>
                    <a:pt x="140503" y="140861"/>
                    <a:pt x="141004" y="140193"/>
                    <a:pt x="141528" y="139525"/>
                  </a:cubicBezTo>
                  <a:lnTo>
                    <a:pt x="2004" y="0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9" name="Google Shape;49;p3"/>
            <p:cNvSpPr/>
            <p:nvPr/>
          </p:nvSpPr>
          <p:spPr>
            <a:xfrm>
              <a:off x="2124050" y="985825"/>
              <a:ext cx="3565650" cy="3565075"/>
            </a:xfrm>
            <a:custGeom>
              <a:avLst/>
              <a:gdLst/>
              <a:ahLst/>
              <a:cxnLst/>
              <a:rect l="l" t="t" r="r" b="b"/>
              <a:pathLst>
                <a:path w="142626" h="142603" extrusionOk="0">
                  <a:moveTo>
                    <a:pt x="1885" y="0"/>
                  </a:moveTo>
                  <a:cubicBezTo>
                    <a:pt x="1241" y="549"/>
                    <a:pt x="621" y="1145"/>
                    <a:pt x="1" y="1718"/>
                  </a:cubicBezTo>
                  <a:lnTo>
                    <a:pt x="140885" y="142602"/>
                  </a:lnTo>
                  <a:cubicBezTo>
                    <a:pt x="141481" y="141982"/>
                    <a:pt x="142077" y="141386"/>
                    <a:pt x="142626" y="140742"/>
                  </a:cubicBezTo>
                  <a:lnTo>
                    <a:pt x="1885" y="0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" name="Google Shape;50;p3"/>
            <p:cNvSpPr/>
            <p:nvPr/>
          </p:nvSpPr>
          <p:spPr>
            <a:xfrm>
              <a:off x="1970825" y="1141450"/>
              <a:ext cx="3563250" cy="3563875"/>
            </a:xfrm>
            <a:custGeom>
              <a:avLst/>
              <a:gdLst/>
              <a:ahLst/>
              <a:cxnLst/>
              <a:rect l="l" t="t" r="r" b="b"/>
              <a:pathLst>
                <a:path w="142530" h="142555" extrusionOk="0">
                  <a:moveTo>
                    <a:pt x="1693" y="0"/>
                  </a:moveTo>
                  <a:cubicBezTo>
                    <a:pt x="1097" y="621"/>
                    <a:pt x="525" y="1264"/>
                    <a:pt x="0" y="1885"/>
                  </a:cubicBezTo>
                  <a:lnTo>
                    <a:pt x="140669" y="142555"/>
                  </a:lnTo>
                  <a:cubicBezTo>
                    <a:pt x="141290" y="141982"/>
                    <a:pt x="141934" y="141434"/>
                    <a:pt x="142530" y="140837"/>
                  </a:cubicBezTo>
                  <a:lnTo>
                    <a:pt x="1693" y="0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" name="Google Shape;51;p3"/>
            <p:cNvSpPr/>
            <p:nvPr/>
          </p:nvSpPr>
          <p:spPr>
            <a:xfrm>
              <a:off x="1830100" y="1311375"/>
              <a:ext cx="3534050" cy="3534075"/>
            </a:xfrm>
            <a:custGeom>
              <a:avLst/>
              <a:gdLst/>
              <a:ahLst/>
              <a:cxnLst/>
              <a:rect l="l" t="t" r="r" b="b"/>
              <a:pathLst>
                <a:path w="141362" h="141363" extrusionOk="0">
                  <a:moveTo>
                    <a:pt x="1551" y="1"/>
                  </a:moveTo>
                  <a:cubicBezTo>
                    <a:pt x="1026" y="692"/>
                    <a:pt x="525" y="1336"/>
                    <a:pt x="0" y="2028"/>
                  </a:cubicBezTo>
                  <a:lnTo>
                    <a:pt x="139334" y="141362"/>
                  </a:lnTo>
                  <a:cubicBezTo>
                    <a:pt x="140026" y="140838"/>
                    <a:pt x="140717" y="140337"/>
                    <a:pt x="141361" y="139812"/>
                  </a:cubicBezTo>
                  <a:lnTo>
                    <a:pt x="1551" y="1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2" name="Google Shape;52;p3"/>
            <p:cNvSpPr/>
            <p:nvPr/>
          </p:nvSpPr>
          <p:spPr>
            <a:xfrm>
              <a:off x="1704875" y="1495025"/>
              <a:ext cx="3476225" cy="3475050"/>
            </a:xfrm>
            <a:custGeom>
              <a:avLst/>
              <a:gdLst/>
              <a:ahLst/>
              <a:cxnLst/>
              <a:rect l="l" t="t" r="r" b="b"/>
              <a:pathLst>
                <a:path w="139049" h="139002" extrusionOk="0">
                  <a:moveTo>
                    <a:pt x="1384" y="1"/>
                  </a:moveTo>
                  <a:cubicBezTo>
                    <a:pt x="907" y="740"/>
                    <a:pt x="454" y="1479"/>
                    <a:pt x="1" y="2219"/>
                  </a:cubicBezTo>
                  <a:lnTo>
                    <a:pt x="136783" y="139001"/>
                  </a:lnTo>
                  <a:cubicBezTo>
                    <a:pt x="137546" y="138572"/>
                    <a:pt x="138309" y="138119"/>
                    <a:pt x="139048" y="137666"/>
                  </a:cubicBezTo>
                  <a:lnTo>
                    <a:pt x="1384" y="1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3" name="Google Shape;53;p3"/>
            <p:cNvSpPr/>
            <p:nvPr/>
          </p:nvSpPr>
          <p:spPr>
            <a:xfrm>
              <a:off x="1594575" y="1694175"/>
              <a:ext cx="3386775" cy="3386800"/>
            </a:xfrm>
            <a:custGeom>
              <a:avLst/>
              <a:gdLst/>
              <a:ahLst/>
              <a:cxnLst/>
              <a:rect l="l" t="t" r="r" b="b"/>
              <a:pathLst>
                <a:path w="135471" h="135472" extrusionOk="0">
                  <a:moveTo>
                    <a:pt x="1193" y="1"/>
                  </a:moveTo>
                  <a:cubicBezTo>
                    <a:pt x="764" y="788"/>
                    <a:pt x="382" y="1575"/>
                    <a:pt x="1" y="2386"/>
                  </a:cubicBezTo>
                  <a:lnTo>
                    <a:pt x="133085" y="135471"/>
                  </a:lnTo>
                  <a:cubicBezTo>
                    <a:pt x="133896" y="135090"/>
                    <a:pt x="134683" y="134684"/>
                    <a:pt x="135471" y="134255"/>
                  </a:cubicBezTo>
                  <a:lnTo>
                    <a:pt x="1193" y="1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4" name="Google Shape;54;p3"/>
            <p:cNvSpPr/>
            <p:nvPr/>
          </p:nvSpPr>
          <p:spPr>
            <a:xfrm>
              <a:off x="1500975" y="1909425"/>
              <a:ext cx="3264525" cy="3265150"/>
            </a:xfrm>
            <a:custGeom>
              <a:avLst/>
              <a:gdLst/>
              <a:ahLst/>
              <a:cxnLst/>
              <a:rect l="l" t="t" r="r" b="b"/>
              <a:pathLst>
                <a:path w="130581" h="130606" extrusionOk="0">
                  <a:moveTo>
                    <a:pt x="978" y="1"/>
                  </a:moveTo>
                  <a:cubicBezTo>
                    <a:pt x="644" y="859"/>
                    <a:pt x="310" y="1718"/>
                    <a:pt x="0" y="2577"/>
                  </a:cubicBezTo>
                  <a:lnTo>
                    <a:pt x="128029" y="130606"/>
                  </a:lnTo>
                  <a:cubicBezTo>
                    <a:pt x="128625" y="130367"/>
                    <a:pt x="129174" y="130177"/>
                    <a:pt x="129746" y="129938"/>
                  </a:cubicBezTo>
                  <a:cubicBezTo>
                    <a:pt x="130032" y="129843"/>
                    <a:pt x="130318" y="129723"/>
                    <a:pt x="130581" y="129604"/>
                  </a:cubicBezTo>
                  <a:lnTo>
                    <a:pt x="978" y="1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" name="Google Shape;55;p3"/>
            <p:cNvSpPr/>
            <p:nvPr/>
          </p:nvSpPr>
          <p:spPr>
            <a:xfrm>
              <a:off x="1425825" y="2142575"/>
              <a:ext cx="3107150" cy="3107125"/>
            </a:xfrm>
            <a:custGeom>
              <a:avLst/>
              <a:gdLst/>
              <a:ahLst/>
              <a:cxnLst/>
              <a:rect l="l" t="t" r="r" b="b"/>
              <a:pathLst>
                <a:path w="124286" h="124285" extrusionOk="0">
                  <a:moveTo>
                    <a:pt x="788" y="0"/>
                  </a:moveTo>
                  <a:cubicBezTo>
                    <a:pt x="478" y="930"/>
                    <a:pt x="239" y="1861"/>
                    <a:pt x="1" y="2791"/>
                  </a:cubicBezTo>
                  <a:lnTo>
                    <a:pt x="121495" y="124285"/>
                  </a:lnTo>
                  <a:cubicBezTo>
                    <a:pt x="122425" y="124023"/>
                    <a:pt x="123355" y="123784"/>
                    <a:pt x="124285" y="123498"/>
                  </a:cubicBezTo>
                  <a:lnTo>
                    <a:pt x="788" y="0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" name="Google Shape;56;p3"/>
            <p:cNvSpPr/>
            <p:nvPr/>
          </p:nvSpPr>
          <p:spPr>
            <a:xfrm>
              <a:off x="1372175" y="2395975"/>
              <a:ext cx="2906775" cy="2906800"/>
            </a:xfrm>
            <a:custGeom>
              <a:avLst/>
              <a:gdLst/>
              <a:ahLst/>
              <a:cxnLst/>
              <a:rect l="l" t="t" r="r" b="b"/>
              <a:pathLst>
                <a:path w="116271" h="116272" extrusionOk="0">
                  <a:moveTo>
                    <a:pt x="501" y="1"/>
                  </a:moveTo>
                  <a:cubicBezTo>
                    <a:pt x="334" y="1002"/>
                    <a:pt x="143" y="2052"/>
                    <a:pt x="0" y="3054"/>
                  </a:cubicBezTo>
                  <a:lnTo>
                    <a:pt x="113218" y="116272"/>
                  </a:lnTo>
                  <a:cubicBezTo>
                    <a:pt x="114220" y="116129"/>
                    <a:pt x="115269" y="115962"/>
                    <a:pt x="116271" y="115771"/>
                  </a:cubicBezTo>
                  <a:lnTo>
                    <a:pt x="501" y="1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" name="Google Shape;57;p3"/>
            <p:cNvSpPr/>
            <p:nvPr/>
          </p:nvSpPr>
          <p:spPr>
            <a:xfrm>
              <a:off x="1347125" y="2675025"/>
              <a:ext cx="2653375" cy="2654000"/>
            </a:xfrm>
            <a:custGeom>
              <a:avLst/>
              <a:gdLst/>
              <a:ahLst/>
              <a:cxnLst/>
              <a:rect l="l" t="t" r="r" b="b"/>
              <a:pathLst>
                <a:path w="106135" h="106160" extrusionOk="0">
                  <a:moveTo>
                    <a:pt x="144" y="1"/>
                  </a:moveTo>
                  <a:cubicBezTo>
                    <a:pt x="72" y="1146"/>
                    <a:pt x="1" y="2290"/>
                    <a:pt x="1" y="3459"/>
                  </a:cubicBezTo>
                  <a:lnTo>
                    <a:pt x="102676" y="106159"/>
                  </a:lnTo>
                  <a:cubicBezTo>
                    <a:pt x="103821" y="106111"/>
                    <a:pt x="104966" y="106064"/>
                    <a:pt x="106135" y="105992"/>
                  </a:cubicBezTo>
                  <a:lnTo>
                    <a:pt x="144" y="1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" name="Google Shape;58;p3"/>
            <p:cNvSpPr/>
            <p:nvPr/>
          </p:nvSpPr>
          <p:spPr>
            <a:xfrm>
              <a:off x="1349525" y="2987475"/>
              <a:ext cx="2337350" cy="2337375"/>
            </a:xfrm>
            <a:custGeom>
              <a:avLst/>
              <a:gdLst/>
              <a:ahLst/>
              <a:cxnLst/>
              <a:rect l="l" t="t" r="r" b="b"/>
              <a:pathLst>
                <a:path w="93494" h="93495" extrusionOk="0">
                  <a:moveTo>
                    <a:pt x="0" y="0"/>
                  </a:moveTo>
                  <a:lnTo>
                    <a:pt x="0" y="0"/>
                  </a:lnTo>
                  <a:cubicBezTo>
                    <a:pt x="72" y="1288"/>
                    <a:pt x="167" y="2600"/>
                    <a:pt x="334" y="3912"/>
                  </a:cubicBezTo>
                  <a:lnTo>
                    <a:pt x="89606" y="93184"/>
                  </a:lnTo>
                  <a:cubicBezTo>
                    <a:pt x="90894" y="93327"/>
                    <a:pt x="92182" y="93446"/>
                    <a:pt x="93493" y="9349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" name="Google Shape;59;p3"/>
            <p:cNvSpPr/>
            <p:nvPr/>
          </p:nvSpPr>
          <p:spPr>
            <a:xfrm>
              <a:off x="1398400" y="3351200"/>
              <a:ext cx="1924750" cy="1924750"/>
            </a:xfrm>
            <a:custGeom>
              <a:avLst/>
              <a:gdLst/>
              <a:ahLst/>
              <a:cxnLst/>
              <a:rect l="l" t="t" r="r" b="b"/>
              <a:pathLst>
                <a:path w="76990" h="76990" extrusionOk="0">
                  <a:moveTo>
                    <a:pt x="1" y="0"/>
                  </a:moveTo>
                  <a:lnTo>
                    <a:pt x="1" y="0"/>
                  </a:lnTo>
                  <a:cubicBezTo>
                    <a:pt x="335" y="1550"/>
                    <a:pt x="716" y="3125"/>
                    <a:pt x="1122" y="4675"/>
                  </a:cubicBezTo>
                  <a:lnTo>
                    <a:pt x="72339" y="75892"/>
                  </a:lnTo>
                  <a:cubicBezTo>
                    <a:pt x="73889" y="76298"/>
                    <a:pt x="75439" y="76679"/>
                    <a:pt x="76990" y="76989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" name="Google Shape;60;p3"/>
            <p:cNvSpPr/>
            <p:nvPr/>
          </p:nvSpPr>
          <p:spPr>
            <a:xfrm>
              <a:off x="1543300" y="3809125"/>
              <a:ext cx="1323125" cy="1323125"/>
            </a:xfrm>
            <a:custGeom>
              <a:avLst/>
              <a:gdLst/>
              <a:ahLst/>
              <a:cxnLst/>
              <a:rect l="l" t="t" r="r" b="b"/>
              <a:pathLst>
                <a:path w="52925" h="52925" extrusionOk="0">
                  <a:moveTo>
                    <a:pt x="0" y="0"/>
                  </a:moveTo>
                  <a:lnTo>
                    <a:pt x="0" y="0"/>
                  </a:lnTo>
                  <a:cubicBezTo>
                    <a:pt x="954" y="2314"/>
                    <a:pt x="2004" y="4556"/>
                    <a:pt x="3173" y="6750"/>
                  </a:cubicBezTo>
                  <a:lnTo>
                    <a:pt x="46222" y="49824"/>
                  </a:lnTo>
                  <a:cubicBezTo>
                    <a:pt x="48417" y="50945"/>
                    <a:pt x="50635" y="51994"/>
                    <a:pt x="52924" y="5292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61" name="Google Shape;61;p3"/>
          <p:cNvSpPr/>
          <p:nvPr/>
        </p:nvSpPr>
        <p:spPr>
          <a:xfrm>
            <a:off x="328196" y="4577867"/>
            <a:ext cx="668000" cy="668000"/>
          </a:xfrm>
          <a:prstGeom prst="ellipse">
            <a:avLst/>
          </a:prstGeom>
          <a:solidFill>
            <a:srgbClr val="F0F7E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2" name="Google Shape;62;p3"/>
          <p:cNvSpPr txBox="1">
            <a:spLocks noGrp="1"/>
          </p:cNvSpPr>
          <p:nvPr>
            <p:ph type="title"/>
          </p:nvPr>
        </p:nvSpPr>
        <p:spPr>
          <a:xfrm>
            <a:off x="3319533" y="2788051"/>
            <a:ext cx="7572400" cy="128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4000"/>
              <a:buNone/>
              <a:defRPr sz="5333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3600"/>
              <a:buNone/>
              <a:defRPr sz="4800">
                <a:solidFill>
                  <a:srgbClr val="F0F7ED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3600"/>
              <a:buNone/>
              <a:defRPr sz="4800">
                <a:solidFill>
                  <a:srgbClr val="F0F7ED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3600"/>
              <a:buNone/>
              <a:defRPr sz="4800">
                <a:solidFill>
                  <a:srgbClr val="F0F7ED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3600"/>
              <a:buNone/>
              <a:defRPr sz="4800">
                <a:solidFill>
                  <a:srgbClr val="F0F7ED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3600"/>
              <a:buNone/>
              <a:defRPr sz="4800">
                <a:solidFill>
                  <a:srgbClr val="F0F7ED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3600"/>
              <a:buNone/>
              <a:defRPr sz="4800">
                <a:solidFill>
                  <a:srgbClr val="F0F7ED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3600"/>
              <a:buNone/>
              <a:defRPr sz="4800">
                <a:solidFill>
                  <a:srgbClr val="F0F7ED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3600"/>
              <a:buNone/>
              <a:defRPr sz="4800">
                <a:solidFill>
                  <a:srgbClr val="F0F7ED"/>
                </a:solidFill>
              </a:defRPr>
            </a:lvl9pPr>
          </a:lstStyle>
          <a:p>
            <a:endParaRPr/>
          </a:p>
        </p:txBody>
      </p:sp>
      <p:sp>
        <p:nvSpPr>
          <p:cNvPr id="63" name="Google Shape;63;p3"/>
          <p:cNvSpPr txBox="1">
            <a:spLocks noGrp="1"/>
          </p:cNvSpPr>
          <p:nvPr>
            <p:ph type="subTitle" idx="1"/>
          </p:nvPr>
        </p:nvSpPr>
        <p:spPr>
          <a:xfrm>
            <a:off x="3319533" y="4069951"/>
            <a:ext cx="7572400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200"/>
              <a:buNone/>
              <a:defRPr sz="1867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200"/>
              <a:buNone/>
              <a:defRPr>
                <a:solidFill>
                  <a:srgbClr val="F0F7ED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200"/>
              <a:buNone/>
              <a:defRPr>
                <a:solidFill>
                  <a:srgbClr val="F0F7ED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200"/>
              <a:buNone/>
              <a:defRPr>
                <a:solidFill>
                  <a:srgbClr val="F0F7ED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200"/>
              <a:buNone/>
              <a:defRPr>
                <a:solidFill>
                  <a:srgbClr val="F0F7ED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200"/>
              <a:buNone/>
              <a:defRPr>
                <a:solidFill>
                  <a:srgbClr val="F0F7ED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200"/>
              <a:buNone/>
              <a:defRPr>
                <a:solidFill>
                  <a:srgbClr val="F0F7ED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200"/>
              <a:buNone/>
              <a:defRPr>
                <a:solidFill>
                  <a:srgbClr val="F0F7ED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200"/>
              <a:buNone/>
              <a:defRPr>
                <a:solidFill>
                  <a:srgbClr val="F0F7ED"/>
                </a:solidFill>
              </a:defRPr>
            </a:lvl9pPr>
          </a:lstStyle>
          <a:p>
            <a:endParaRPr/>
          </a:p>
        </p:txBody>
      </p:sp>
      <p:sp>
        <p:nvSpPr>
          <p:cNvPr id="64" name="Google Shape;64;p3"/>
          <p:cNvSpPr txBox="1">
            <a:spLocks noGrp="1"/>
          </p:cNvSpPr>
          <p:nvPr>
            <p:ph type="title" idx="2" hasCustomPrompt="1"/>
          </p:nvPr>
        </p:nvSpPr>
        <p:spPr>
          <a:xfrm>
            <a:off x="3319533" y="1731251"/>
            <a:ext cx="7572400" cy="105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7210"/>
              </a:buClr>
              <a:buSzPts val="4000"/>
              <a:buNone/>
              <a:defRPr sz="5333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7210"/>
              </a:buClr>
              <a:buSzPts val="4000"/>
              <a:buNone/>
              <a:defRPr sz="5333">
                <a:solidFill>
                  <a:srgbClr val="FF7210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7210"/>
              </a:buClr>
              <a:buSzPts val="4000"/>
              <a:buNone/>
              <a:defRPr sz="5333">
                <a:solidFill>
                  <a:srgbClr val="FF7210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7210"/>
              </a:buClr>
              <a:buSzPts val="4000"/>
              <a:buNone/>
              <a:defRPr sz="5333">
                <a:solidFill>
                  <a:srgbClr val="FF7210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7210"/>
              </a:buClr>
              <a:buSzPts val="4000"/>
              <a:buNone/>
              <a:defRPr sz="5333">
                <a:solidFill>
                  <a:srgbClr val="FF7210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7210"/>
              </a:buClr>
              <a:buSzPts val="4000"/>
              <a:buNone/>
              <a:defRPr sz="5333">
                <a:solidFill>
                  <a:srgbClr val="FF7210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7210"/>
              </a:buClr>
              <a:buSzPts val="4000"/>
              <a:buNone/>
              <a:defRPr sz="5333">
                <a:solidFill>
                  <a:srgbClr val="FF7210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7210"/>
              </a:buClr>
              <a:buSzPts val="4000"/>
              <a:buNone/>
              <a:defRPr sz="5333">
                <a:solidFill>
                  <a:srgbClr val="FF7210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7210"/>
              </a:buClr>
              <a:buSzPts val="4000"/>
              <a:buNone/>
              <a:defRPr sz="5333">
                <a:solidFill>
                  <a:srgbClr val="FF7210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5" name="Google Shape;65;p3"/>
          <p:cNvSpPr/>
          <p:nvPr/>
        </p:nvSpPr>
        <p:spPr>
          <a:xfrm rot="2539751">
            <a:off x="9831387" y="-4814239"/>
            <a:ext cx="4229568" cy="6385136"/>
          </a:xfrm>
          <a:custGeom>
            <a:avLst/>
            <a:gdLst/>
            <a:ahLst/>
            <a:cxnLst/>
            <a:rect l="l" t="t" r="r" b="b"/>
            <a:pathLst>
              <a:path w="126885" h="191551" extrusionOk="0">
                <a:moveTo>
                  <a:pt x="16464" y="0"/>
                </a:moveTo>
                <a:cubicBezTo>
                  <a:pt x="14016" y="0"/>
                  <a:pt x="11533" y="624"/>
                  <a:pt x="9255" y="1936"/>
                </a:cubicBezTo>
                <a:cubicBezTo>
                  <a:pt x="2362" y="5919"/>
                  <a:pt x="1" y="14743"/>
                  <a:pt x="3984" y="21636"/>
                </a:cubicBezTo>
                <a:lnTo>
                  <a:pt x="97907" y="184344"/>
                </a:lnTo>
                <a:cubicBezTo>
                  <a:pt x="100593" y="188966"/>
                  <a:pt x="105447" y="191551"/>
                  <a:pt x="110431" y="191551"/>
                </a:cubicBezTo>
                <a:cubicBezTo>
                  <a:pt x="112880" y="191551"/>
                  <a:pt x="115360" y="190927"/>
                  <a:pt x="117631" y="189615"/>
                </a:cubicBezTo>
                <a:cubicBezTo>
                  <a:pt x="124524" y="185632"/>
                  <a:pt x="126885" y="176807"/>
                  <a:pt x="122902" y="169914"/>
                </a:cubicBezTo>
                <a:lnTo>
                  <a:pt x="28955" y="7207"/>
                </a:lnTo>
                <a:cubicBezTo>
                  <a:pt x="26284" y="2584"/>
                  <a:pt x="21447" y="0"/>
                  <a:pt x="16464" y="0"/>
                </a:cubicBezTo>
                <a:close/>
              </a:path>
            </a:pathLst>
          </a:custGeom>
          <a:solidFill>
            <a:srgbClr val="FF721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6" name="Google Shape;66;p3"/>
          <p:cNvSpPr/>
          <p:nvPr/>
        </p:nvSpPr>
        <p:spPr>
          <a:xfrm rot="9266724">
            <a:off x="10258336" y="1220221"/>
            <a:ext cx="334747" cy="334747"/>
          </a:xfrm>
          <a:prstGeom prst="ellipse">
            <a:avLst/>
          </a:prstGeom>
          <a:solidFill>
            <a:srgbClr val="FF721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9566377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bg>
      <p:bgPr>
        <a:solidFill>
          <a:srgbClr val="00899D"/>
        </a:solidFill>
        <a:effectLst/>
      </p:bgPr>
    </p:bg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"/>
          <p:cNvSpPr txBox="1">
            <a:spLocks noGrp="1"/>
          </p:cNvSpPr>
          <p:nvPr>
            <p:ph type="title"/>
          </p:nvPr>
        </p:nvSpPr>
        <p:spPr>
          <a:xfrm>
            <a:off x="415600" y="512064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700"/>
              <a:buNone/>
              <a:defRPr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4"/>
          <p:cNvSpPr txBox="1">
            <a:spLocks noGrp="1"/>
          </p:cNvSpPr>
          <p:nvPr>
            <p:ph type="body" idx="1"/>
          </p:nvPr>
        </p:nvSpPr>
        <p:spPr>
          <a:xfrm>
            <a:off x="950967" y="1382367"/>
            <a:ext cx="10290000" cy="503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Clr>
                <a:srgbClr val="8C5A79"/>
              </a:buClr>
              <a:buSzPts val="1400"/>
              <a:buFont typeface="Lato"/>
              <a:buChar char="●"/>
              <a:defRPr>
                <a:solidFill>
                  <a:schemeClr val="lt2"/>
                </a:solidFill>
              </a:defRPr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Lato"/>
              <a:buChar char="○"/>
              <a:defRPr>
                <a:solidFill>
                  <a:schemeClr val="lt2"/>
                </a:solidFill>
              </a:defRPr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Lato"/>
              <a:buChar char="■"/>
              <a:defRPr>
                <a:solidFill>
                  <a:schemeClr val="lt2"/>
                </a:solidFill>
              </a:defRPr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Lato"/>
              <a:buChar char="●"/>
              <a:defRPr>
                <a:solidFill>
                  <a:schemeClr val="lt2"/>
                </a:solidFill>
              </a:defRPr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Lato"/>
              <a:buChar char="○"/>
              <a:defRPr>
                <a:solidFill>
                  <a:schemeClr val="lt2"/>
                </a:solidFill>
              </a:defRPr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Lato"/>
              <a:buChar char="■"/>
              <a:defRPr>
                <a:solidFill>
                  <a:schemeClr val="lt2"/>
                </a:solidFill>
              </a:defRPr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Lato"/>
              <a:buChar char="●"/>
              <a:defRPr>
                <a:solidFill>
                  <a:schemeClr val="lt2"/>
                </a:solidFill>
              </a:defRPr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Lato"/>
              <a:buChar char="○"/>
              <a:defRPr>
                <a:solidFill>
                  <a:schemeClr val="lt2"/>
                </a:solidFill>
              </a:defRPr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Lato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363976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"/>
          <p:cNvSpPr txBox="1">
            <a:spLocks noGrp="1"/>
          </p:cNvSpPr>
          <p:nvPr>
            <p:ph type="subTitle" idx="1"/>
          </p:nvPr>
        </p:nvSpPr>
        <p:spPr>
          <a:xfrm>
            <a:off x="2149000" y="3700223"/>
            <a:ext cx="3659600" cy="4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2" name="Google Shape;72;p5"/>
          <p:cNvSpPr txBox="1">
            <a:spLocks noGrp="1"/>
          </p:cNvSpPr>
          <p:nvPr>
            <p:ph type="subTitle" idx="2"/>
          </p:nvPr>
        </p:nvSpPr>
        <p:spPr>
          <a:xfrm>
            <a:off x="6383333" y="3700223"/>
            <a:ext cx="3659600" cy="4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3" name="Google Shape;73;p5"/>
          <p:cNvSpPr txBox="1">
            <a:spLocks noGrp="1"/>
          </p:cNvSpPr>
          <p:nvPr>
            <p:ph type="title"/>
          </p:nvPr>
        </p:nvSpPr>
        <p:spPr>
          <a:xfrm>
            <a:off x="1432200" y="512133"/>
            <a:ext cx="9327600" cy="7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BBC1"/>
              </a:buClr>
              <a:buSzPts val="2700"/>
              <a:buNone/>
              <a:defRPr sz="3600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9pPr>
          </a:lstStyle>
          <a:p>
            <a:endParaRPr/>
          </a:p>
        </p:txBody>
      </p:sp>
      <p:sp>
        <p:nvSpPr>
          <p:cNvPr id="74" name="Google Shape;74;p5"/>
          <p:cNvSpPr txBox="1">
            <a:spLocks noGrp="1"/>
          </p:cNvSpPr>
          <p:nvPr>
            <p:ph type="subTitle" idx="3"/>
          </p:nvPr>
        </p:nvSpPr>
        <p:spPr>
          <a:xfrm>
            <a:off x="2149000" y="4147456"/>
            <a:ext cx="3659600" cy="137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67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67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67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67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67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67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67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67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67"/>
            </a:lvl9pPr>
          </a:lstStyle>
          <a:p>
            <a:endParaRPr/>
          </a:p>
        </p:txBody>
      </p:sp>
      <p:sp>
        <p:nvSpPr>
          <p:cNvPr id="75" name="Google Shape;75;p5"/>
          <p:cNvSpPr txBox="1">
            <a:spLocks noGrp="1"/>
          </p:cNvSpPr>
          <p:nvPr>
            <p:ph type="subTitle" idx="4"/>
          </p:nvPr>
        </p:nvSpPr>
        <p:spPr>
          <a:xfrm>
            <a:off x="6383333" y="4147456"/>
            <a:ext cx="3659600" cy="137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67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67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67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67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67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67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67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67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67"/>
            </a:lvl9pPr>
          </a:lstStyle>
          <a:p>
            <a:endParaRPr/>
          </a:p>
        </p:txBody>
      </p:sp>
      <p:grpSp>
        <p:nvGrpSpPr>
          <p:cNvPr id="76" name="Google Shape;76;p5"/>
          <p:cNvGrpSpPr/>
          <p:nvPr/>
        </p:nvGrpSpPr>
        <p:grpSpPr>
          <a:xfrm>
            <a:off x="10752823" y="-386521"/>
            <a:ext cx="2290248" cy="2290800"/>
            <a:chOff x="1347125" y="349025"/>
            <a:chExt cx="4978800" cy="4980000"/>
          </a:xfrm>
        </p:grpSpPr>
        <p:sp>
          <p:nvSpPr>
            <p:cNvPr id="77" name="Google Shape;77;p5"/>
            <p:cNvSpPr/>
            <p:nvPr/>
          </p:nvSpPr>
          <p:spPr>
            <a:xfrm>
              <a:off x="4756525" y="523725"/>
              <a:ext cx="1394100" cy="1393475"/>
            </a:xfrm>
            <a:custGeom>
              <a:avLst/>
              <a:gdLst/>
              <a:ahLst/>
              <a:cxnLst/>
              <a:rect l="l" t="t" r="r" b="b"/>
              <a:pathLst>
                <a:path w="55764" h="55739" extrusionOk="0">
                  <a:moveTo>
                    <a:pt x="1" y="0"/>
                  </a:moveTo>
                  <a:lnTo>
                    <a:pt x="55763" y="55739"/>
                  </a:lnTo>
                  <a:cubicBezTo>
                    <a:pt x="54928" y="53568"/>
                    <a:pt x="53998" y="51446"/>
                    <a:pt x="52973" y="49371"/>
                  </a:cubicBezTo>
                  <a:lnTo>
                    <a:pt x="6417" y="2815"/>
                  </a:lnTo>
                  <a:cubicBezTo>
                    <a:pt x="4318" y="1789"/>
                    <a:pt x="2195" y="859"/>
                    <a:pt x="1" y="0"/>
                  </a:cubicBez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8" name="Google Shape;78;p5"/>
            <p:cNvSpPr/>
            <p:nvPr/>
          </p:nvSpPr>
          <p:spPr>
            <a:xfrm>
              <a:off x="4312325" y="393150"/>
              <a:ext cx="1968875" cy="1968875"/>
            </a:xfrm>
            <a:custGeom>
              <a:avLst/>
              <a:gdLst/>
              <a:ahLst/>
              <a:cxnLst/>
              <a:rect l="l" t="t" r="r" b="b"/>
              <a:pathLst>
                <a:path w="78755" h="78755" extrusionOk="0">
                  <a:moveTo>
                    <a:pt x="0" y="0"/>
                  </a:moveTo>
                  <a:lnTo>
                    <a:pt x="78754" y="78754"/>
                  </a:lnTo>
                  <a:cubicBezTo>
                    <a:pt x="78492" y="77204"/>
                    <a:pt x="78158" y="75654"/>
                    <a:pt x="77753" y="74151"/>
                  </a:cubicBezTo>
                  <a:lnTo>
                    <a:pt x="4627" y="1026"/>
                  </a:lnTo>
                  <a:cubicBezTo>
                    <a:pt x="3125" y="620"/>
                    <a:pt x="1551" y="286"/>
                    <a:pt x="0" y="0"/>
                  </a:cubicBez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9" name="Google Shape;79;p5"/>
            <p:cNvSpPr/>
            <p:nvPr/>
          </p:nvSpPr>
          <p:spPr>
            <a:xfrm>
              <a:off x="3955175" y="350200"/>
              <a:ext cx="2370750" cy="2370175"/>
            </a:xfrm>
            <a:custGeom>
              <a:avLst/>
              <a:gdLst/>
              <a:ahLst/>
              <a:cxnLst/>
              <a:rect l="l" t="t" r="r" b="b"/>
              <a:pathLst>
                <a:path w="94830" h="94807" extrusionOk="0">
                  <a:moveTo>
                    <a:pt x="0" y="1"/>
                  </a:moveTo>
                  <a:lnTo>
                    <a:pt x="94829" y="94806"/>
                  </a:lnTo>
                  <a:lnTo>
                    <a:pt x="94829" y="94806"/>
                  </a:lnTo>
                  <a:cubicBezTo>
                    <a:pt x="94734" y="93542"/>
                    <a:pt x="94662" y="92254"/>
                    <a:pt x="94567" y="90966"/>
                  </a:cubicBezTo>
                  <a:lnTo>
                    <a:pt x="3840" y="239"/>
                  </a:lnTo>
                  <a:cubicBezTo>
                    <a:pt x="2576" y="120"/>
                    <a:pt x="1288" y="49"/>
                    <a:pt x="0" y="1"/>
                  </a:cubicBez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0" name="Google Shape;80;p5"/>
            <p:cNvSpPr/>
            <p:nvPr/>
          </p:nvSpPr>
          <p:spPr>
            <a:xfrm>
              <a:off x="3646300" y="349025"/>
              <a:ext cx="2679625" cy="2679625"/>
            </a:xfrm>
            <a:custGeom>
              <a:avLst/>
              <a:gdLst/>
              <a:ahLst/>
              <a:cxnLst/>
              <a:rect l="l" t="t" r="r" b="b"/>
              <a:pathLst>
                <a:path w="107185" h="107185" extrusionOk="0">
                  <a:moveTo>
                    <a:pt x="3387" y="0"/>
                  </a:moveTo>
                  <a:cubicBezTo>
                    <a:pt x="2266" y="48"/>
                    <a:pt x="1145" y="119"/>
                    <a:pt x="1" y="215"/>
                  </a:cubicBezTo>
                  <a:lnTo>
                    <a:pt x="106969" y="107184"/>
                  </a:lnTo>
                  <a:cubicBezTo>
                    <a:pt x="107065" y="106063"/>
                    <a:pt x="107160" y="104942"/>
                    <a:pt x="107184" y="103797"/>
                  </a:cubicBezTo>
                  <a:lnTo>
                    <a:pt x="3387" y="0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1" name="Google Shape;81;p5"/>
            <p:cNvSpPr/>
            <p:nvPr/>
          </p:nvSpPr>
          <p:spPr>
            <a:xfrm>
              <a:off x="3370225" y="377650"/>
              <a:ext cx="2926475" cy="2927650"/>
            </a:xfrm>
            <a:custGeom>
              <a:avLst/>
              <a:gdLst/>
              <a:ahLst/>
              <a:cxnLst/>
              <a:rect l="l" t="t" r="r" b="b"/>
              <a:pathLst>
                <a:path w="117059" h="117106" extrusionOk="0">
                  <a:moveTo>
                    <a:pt x="3006" y="0"/>
                  </a:moveTo>
                  <a:cubicBezTo>
                    <a:pt x="1980" y="191"/>
                    <a:pt x="979" y="358"/>
                    <a:pt x="1" y="549"/>
                  </a:cubicBezTo>
                  <a:lnTo>
                    <a:pt x="116558" y="117106"/>
                  </a:lnTo>
                  <a:cubicBezTo>
                    <a:pt x="116748" y="116104"/>
                    <a:pt x="116939" y="115055"/>
                    <a:pt x="117058" y="114053"/>
                  </a:cubicBezTo>
                  <a:lnTo>
                    <a:pt x="3006" y="0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2" name="Google Shape;82;p5"/>
            <p:cNvSpPr/>
            <p:nvPr/>
          </p:nvSpPr>
          <p:spPr>
            <a:xfrm>
              <a:off x="3118025" y="433675"/>
              <a:ext cx="3123825" cy="3123250"/>
            </a:xfrm>
            <a:custGeom>
              <a:avLst/>
              <a:gdLst/>
              <a:ahLst/>
              <a:cxnLst/>
              <a:rect l="l" t="t" r="r" b="b"/>
              <a:pathLst>
                <a:path w="124953" h="124930" extrusionOk="0">
                  <a:moveTo>
                    <a:pt x="2815" y="1"/>
                  </a:moveTo>
                  <a:cubicBezTo>
                    <a:pt x="1861" y="239"/>
                    <a:pt x="930" y="526"/>
                    <a:pt x="0" y="788"/>
                  </a:cubicBezTo>
                  <a:lnTo>
                    <a:pt x="124141" y="124930"/>
                  </a:lnTo>
                  <a:cubicBezTo>
                    <a:pt x="124427" y="124023"/>
                    <a:pt x="124690" y="123093"/>
                    <a:pt x="124952" y="122163"/>
                  </a:cubicBezTo>
                  <a:lnTo>
                    <a:pt x="2815" y="1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3" name="Google Shape;83;p5"/>
            <p:cNvSpPr/>
            <p:nvPr/>
          </p:nvSpPr>
          <p:spPr>
            <a:xfrm>
              <a:off x="2887275" y="510600"/>
              <a:ext cx="3277050" cy="3277675"/>
            </a:xfrm>
            <a:custGeom>
              <a:avLst/>
              <a:gdLst/>
              <a:ahLst/>
              <a:cxnLst/>
              <a:rect l="l" t="t" r="r" b="b"/>
              <a:pathLst>
                <a:path w="131082" h="131107" extrusionOk="0">
                  <a:moveTo>
                    <a:pt x="2552" y="1"/>
                  </a:moveTo>
                  <a:cubicBezTo>
                    <a:pt x="2242" y="120"/>
                    <a:pt x="1980" y="215"/>
                    <a:pt x="1670" y="358"/>
                  </a:cubicBezTo>
                  <a:cubicBezTo>
                    <a:pt x="1097" y="573"/>
                    <a:pt x="549" y="812"/>
                    <a:pt x="0" y="1026"/>
                  </a:cubicBezTo>
                  <a:lnTo>
                    <a:pt x="130080" y="131107"/>
                  </a:lnTo>
                  <a:cubicBezTo>
                    <a:pt x="130461" y="130248"/>
                    <a:pt x="130795" y="129389"/>
                    <a:pt x="131082" y="128531"/>
                  </a:cubicBezTo>
                  <a:lnTo>
                    <a:pt x="2552" y="1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4" name="Google Shape;84;p5"/>
            <p:cNvSpPr/>
            <p:nvPr/>
          </p:nvSpPr>
          <p:spPr>
            <a:xfrm>
              <a:off x="2673800" y="606600"/>
              <a:ext cx="3395125" cy="3395125"/>
            </a:xfrm>
            <a:custGeom>
              <a:avLst/>
              <a:gdLst/>
              <a:ahLst/>
              <a:cxnLst/>
              <a:rect l="l" t="t" r="r" b="b"/>
              <a:pathLst>
                <a:path w="135805" h="135805" extrusionOk="0">
                  <a:moveTo>
                    <a:pt x="2362" y="1"/>
                  </a:moveTo>
                  <a:cubicBezTo>
                    <a:pt x="1551" y="358"/>
                    <a:pt x="764" y="764"/>
                    <a:pt x="1" y="1217"/>
                  </a:cubicBezTo>
                  <a:lnTo>
                    <a:pt x="134612" y="135805"/>
                  </a:lnTo>
                  <a:cubicBezTo>
                    <a:pt x="135041" y="135018"/>
                    <a:pt x="135447" y="134255"/>
                    <a:pt x="135805" y="133444"/>
                  </a:cubicBezTo>
                  <a:lnTo>
                    <a:pt x="2362" y="1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" name="Google Shape;85;p5"/>
            <p:cNvSpPr/>
            <p:nvPr/>
          </p:nvSpPr>
          <p:spPr>
            <a:xfrm>
              <a:off x="2475850" y="718100"/>
              <a:ext cx="3482175" cy="3481600"/>
            </a:xfrm>
            <a:custGeom>
              <a:avLst/>
              <a:gdLst/>
              <a:ahLst/>
              <a:cxnLst/>
              <a:rect l="l" t="t" r="r" b="b"/>
              <a:pathLst>
                <a:path w="139287" h="139264" extrusionOk="0">
                  <a:moveTo>
                    <a:pt x="2195" y="1"/>
                  </a:moveTo>
                  <a:cubicBezTo>
                    <a:pt x="1455" y="430"/>
                    <a:pt x="740" y="859"/>
                    <a:pt x="0" y="1384"/>
                  </a:cubicBezTo>
                  <a:lnTo>
                    <a:pt x="137879" y="139263"/>
                  </a:lnTo>
                  <a:cubicBezTo>
                    <a:pt x="138380" y="138572"/>
                    <a:pt x="138833" y="137832"/>
                    <a:pt x="139286" y="137069"/>
                  </a:cubicBezTo>
                  <a:lnTo>
                    <a:pt x="2195" y="1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" name="Google Shape;86;p5"/>
            <p:cNvSpPr/>
            <p:nvPr/>
          </p:nvSpPr>
          <p:spPr>
            <a:xfrm>
              <a:off x="2292800" y="843925"/>
              <a:ext cx="3538225" cy="3538825"/>
            </a:xfrm>
            <a:custGeom>
              <a:avLst/>
              <a:gdLst/>
              <a:ahLst/>
              <a:cxnLst/>
              <a:rect l="l" t="t" r="r" b="b"/>
              <a:pathLst>
                <a:path w="141529" h="141553" extrusionOk="0">
                  <a:moveTo>
                    <a:pt x="2004" y="0"/>
                  </a:moveTo>
                  <a:cubicBezTo>
                    <a:pt x="1312" y="549"/>
                    <a:pt x="668" y="1049"/>
                    <a:pt x="0" y="1574"/>
                  </a:cubicBezTo>
                  <a:lnTo>
                    <a:pt x="139978" y="141552"/>
                  </a:lnTo>
                  <a:cubicBezTo>
                    <a:pt x="140503" y="140861"/>
                    <a:pt x="141004" y="140193"/>
                    <a:pt x="141528" y="139525"/>
                  </a:cubicBezTo>
                  <a:lnTo>
                    <a:pt x="2004" y="0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7" name="Google Shape;87;p5"/>
            <p:cNvSpPr/>
            <p:nvPr/>
          </p:nvSpPr>
          <p:spPr>
            <a:xfrm>
              <a:off x="2124050" y="985825"/>
              <a:ext cx="3565650" cy="3565075"/>
            </a:xfrm>
            <a:custGeom>
              <a:avLst/>
              <a:gdLst/>
              <a:ahLst/>
              <a:cxnLst/>
              <a:rect l="l" t="t" r="r" b="b"/>
              <a:pathLst>
                <a:path w="142626" h="142603" extrusionOk="0">
                  <a:moveTo>
                    <a:pt x="1885" y="0"/>
                  </a:moveTo>
                  <a:cubicBezTo>
                    <a:pt x="1241" y="549"/>
                    <a:pt x="621" y="1145"/>
                    <a:pt x="1" y="1718"/>
                  </a:cubicBezTo>
                  <a:lnTo>
                    <a:pt x="140885" y="142602"/>
                  </a:lnTo>
                  <a:cubicBezTo>
                    <a:pt x="141481" y="141982"/>
                    <a:pt x="142077" y="141386"/>
                    <a:pt x="142626" y="140742"/>
                  </a:cubicBezTo>
                  <a:lnTo>
                    <a:pt x="1885" y="0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8" name="Google Shape;88;p5"/>
            <p:cNvSpPr/>
            <p:nvPr/>
          </p:nvSpPr>
          <p:spPr>
            <a:xfrm>
              <a:off x="1970825" y="1141450"/>
              <a:ext cx="3563250" cy="3563875"/>
            </a:xfrm>
            <a:custGeom>
              <a:avLst/>
              <a:gdLst/>
              <a:ahLst/>
              <a:cxnLst/>
              <a:rect l="l" t="t" r="r" b="b"/>
              <a:pathLst>
                <a:path w="142530" h="142555" extrusionOk="0">
                  <a:moveTo>
                    <a:pt x="1693" y="0"/>
                  </a:moveTo>
                  <a:cubicBezTo>
                    <a:pt x="1097" y="621"/>
                    <a:pt x="525" y="1264"/>
                    <a:pt x="0" y="1885"/>
                  </a:cubicBezTo>
                  <a:lnTo>
                    <a:pt x="140669" y="142555"/>
                  </a:lnTo>
                  <a:cubicBezTo>
                    <a:pt x="141290" y="141982"/>
                    <a:pt x="141934" y="141434"/>
                    <a:pt x="142530" y="140837"/>
                  </a:cubicBezTo>
                  <a:lnTo>
                    <a:pt x="1693" y="0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9" name="Google Shape;89;p5"/>
            <p:cNvSpPr/>
            <p:nvPr/>
          </p:nvSpPr>
          <p:spPr>
            <a:xfrm>
              <a:off x="1830100" y="1311375"/>
              <a:ext cx="3534050" cy="3534075"/>
            </a:xfrm>
            <a:custGeom>
              <a:avLst/>
              <a:gdLst/>
              <a:ahLst/>
              <a:cxnLst/>
              <a:rect l="l" t="t" r="r" b="b"/>
              <a:pathLst>
                <a:path w="141362" h="141363" extrusionOk="0">
                  <a:moveTo>
                    <a:pt x="1551" y="1"/>
                  </a:moveTo>
                  <a:cubicBezTo>
                    <a:pt x="1026" y="692"/>
                    <a:pt x="525" y="1336"/>
                    <a:pt x="0" y="2028"/>
                  </a:cubicBezTo>
                  <a:lnTo>
                    <a:pt x="139334" y="141362"/>
                  </a:lnTo>
                  <a:cubicBezTo>
                    <a:pt x="140026" y="140838"/>
                    <a:pt x="140717" y="140337"/>
                    <a:pt x="141361" y="139812"/>
                  </a:cubicBezTo>
                  <a:lnTo>
                    <a:pt x="1551" y="1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0" name="Google Shape;90;p5"/>
            <p:cNvSpPr/>
            <p:nvPr/>
          </p:nvSpPr>
          <p:spPr>
            <a:xfrm>
              <a:off x="1704875" y="1495025"/>
              <a:ext cx="3476225" cy="3475050"/>
            </a:xfrm>
            <a:custGeom>
              <a:avLst/>
              <a:gdLst/>
              <a:ahLst/>
              <a:cxnLst/>
              <a:rect l="l" t="t" r="r" b="b"/>
              <a:pathLst>
                <a:path w="139049" h="139002" extrusionOk="0">
                  <a:moveTo>
                    <a:pt x="1384" y="1"/>
                  </a:moveTo>
                  <a:cubicBezTo>
                    <a:pt x="907" y="740"/>
                    <a:pt x="454" y="1479"/>
                    <a:pt x="1" y="2219"/>
                  </a:cubicBezTo>
                  <a:lnTo>
                    <a:pt x="136783" y="139001"/>
                  </a:lnTo>
                  <a:cubicBezTo>
                    <a:pt x="137546" y="138572"/>
                    <a:pt x="138309" y="138119"/>
                    <a:pt x="139048" y="137666"/>
                  </a:cubicBezTo>
                  <a:lnTo>
                    <a:pt x="1384" y="1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1" name="Google Shape;91;p5"/>
            <p:cNvSpPr/>
            <p:nvPr/>
          </p:nvSpPr>
          <p:spPr>
            <a:xfrm>
              <a:off x="1594575" y="1694175"/>
              <a:ext cx="3386775" cy="3386800"/>
            </a:xfrm>
            <a:custGeom>
              <a:avLst/>
              <a:gdLst/>
              <a:ahLst/>
              <a:cxnLst/>
              <a:rect l="l" t="t" r="r" b="b"/>
              <a:pathLst>
                <a:path w="135471" h="135472" extrusionOk="0">
                  <a:moveTo>
                    <a:pt x="1193" y="1"/>
                  </a:moveTo>
                  <a:cubicBezTo>
                    <a:pt x="764" y="788"/>
                    <a:pt x="382" y="1575"/>
                    <a:pt x="1" y="2386"/>
                  </a:cubicBezTo>
                  <a:lnTo>
                    <a:pt x="133085" y="135471"/>
                  </a:lnTo>
                  <a:cubicBezTo>
                    <a:pt x="133896" y="135090"/>
                    <a:pt x="134683" y="134684"/>
                    <a:pt x="135471" y="134255"/>
                  </a:cubicBezTo>
                  <a:lnTo>
                    <a:pt x="1193" y="1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2" name="Google Shape;92;p5"/>
            <p:cNvSpPr/>
            <p:nvPr/>
          </p:nvSpPr>
          <p:spPr>
            <a:xfrm>
              <a:off x="1500975" y="1909425"/>
              <a:ext cx="3264525" cy="3265150"/>
            </a:xfrm>
            <a:custGeom>
              <a:avLst/>
              <a:gdLst/>
              <a:ahLst/>
              <a:cxnLst/>
              <a:rect l="l" t="t" r="r" b="b"/>
              <a:pathLst>
                <a:path w="130581" h="130606" extrusionOk="0">
                  <a:moveTo>
                    <a:pt x="978" y="1"/>
                  </a:moveTo>
                  <a:cubicBezTo>
                    <a:pt x="644" y="859"/>
                    <a:pt x="310" y="1718"/>
                    <a:pt x="0" y="2577"/>
                  </a:cubicBezTo>
                  <a:lnTo>
                    <a:pt x="128029" y="130606"/>
                  </a:lnTo>
                  <a:cubicBezTo>
                    <a:pt x="128625" y="130367"/>
                    <a:pt x="129174" y="130177"/>
                    <a:pt x="129746" y="129938"/>
                  </a:cubicBezTo>
                  <a:cubicBezTo>
                    <a:pt x="130032" y="129843"/>
                    <a:pt x="130318" y="129723"/>
                    <a:pt x="130581" y="129604"/>
                  </a:cubicBezTo>
                  <a:lnTo>
                    <a:pt x="978" y="1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3" name="Google Shape;93;p5"/>
            <p:cNvSpPr/>
            <p:nvPr/>
          </p:nvSpPr>
          <p:spPr>
            <a:xfrm>
              <a:off x="1425825" y="2142575"/>
              <a:ext cx="3107150" cy="3107125"/>
            </a:xfrm>
            <a:custGeom>
              <a:avLst/>
              <a:gdLst/>
              <a:ahLst/>
              <a:cxnLst/>
              <a:rect l="l" t="t" r="r" b="b"/>
              <a:pathLst>
                <a:path w="124286" h="124285" extrusionOk="0">
                  <a:moveTo>
                    <a:pt x="788" y="0"/>
                  </a:moveTo>
                  <a:cubicBezTo>
                    <a:pt x="478" y="930"/>
                    <a:pt x="239" y="1861"/>
                    <a:pt x="1" y="2791"/>
                  </a:cubicBezTo>
                  <a:lnTo>
                    <a:pt x="121495" y="124285"/>
                  </a:lnTo>
                  <a:cubicBezTo>
                    <a:pt x="122425" y="124023"/>
                    <a:pt x="123355" y="123784"/>
                    <a:pt x="124285" y="123498"/>
                  </a:cubicBezTo>
                  <a:lnTo>
                    <a:pt x="788" y="0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4" name="Google Shape;94;p5"/>
            <p:cNvSpPr/>
            <p:nvPr/>
          </p:nvSpPr>
          <p:spPr>
            <a:xfrm>
              <a:off x="1372175" y="2395975"/>
              <a:ext cx="2906775" cy="2906800"/>
            </a:xfrm>
            <a:custGeom>
              <a:avLst/>
              <a:gdLst/>
              <a:ahLst/>
              <a:cxnLst/>
              <a:rect l="l" t="t" r="r" b="b"/>
              <a:pathLst>
                <a:path w="116271" h="116272" extrusionOk="0">
                  <a:moveTo>
                    <a:pt x="501" y="1"/>
                  </a:moveTo>
                  <a:cubicBezTo>
                    <a:pt x="334" y="1002"/>
                    <a:pt x="143" y="2052"/>
                    <a:pt x="0" y="3054"/>
                  </a:cubicBezTo>
                  <a:lnTo>
                    <a:pt x="113218" y="116272"/>
                  </a:lnTo>
                  <a:cubicBezTo>
                    <a:pt x="114220" y="116129"/>
                    <a:pt x="115269" y="115962"/>
                    <a:pt x="116271" y="115771"/>
                  </a:cubicBezTo>
                  <a:lnTo>
                    <a:pt x="501" y="1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5" name="Google Shape;95;p5"/>
            <p:cNvSpPr/>
            <p:nvPr/>
          </p:nvSpPr>
          <p:spPr>
            <a:xfrm>
              <a:off x="1347125" y="2675025"/>
              <a:ext cx="2653375" cy="2654000"/>
            </a:xfrm>
            <a:custGeom>
              <a:avLst/>
              <a:gdLst/>
              <a:ahLst/>
              <a:cxnLst/>
              <a:rect l="l" t="t" r="r" b="b"/>
              <a:pathLst>
                <a:path w="106135" h="106160" extrusionOk="0">
                  <a:moveTo>
                    <a:pt x="144" y="1"/>
                  </a:moveTo>
                  <a:cubicBezTo>
                    <a:pt x="72" y="1146"/>
                    <a:pt x="1" y="2290"/>
                    <a:pt x="1" y="3459"/>
                  </a:cubicBezTo>
                  <a:lnTo>
                    <a:pt x="102676" y="106159"/>
                  </a:lnTo>
                  <a:cubicBezTo>
                    <a:pt x="103821" y="106111"/>
                    <a:pt x="104966" y="106064"/>
                    <a:pt x="106135" y="105992"/>
                  </a:cubicBezTo>
                  <a:lnTo>
                    <a:pt x="144" y="1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6" name="Google Shape;96;p5"/>
            <p:cNvSpPr/>
            <p:nvPr/>
          </p:nvSpPr>
          <p:spPr>
            <a:xfrm>
              <a:off x="1349525" y="2987475"/>
              <a:ext cx="2337350" cy="2337375"/>
            </a:xfrm>
            <a:custGeom>
              <a:avLst/>
              <a:gdLst/>
              <a:ahLst/>
              <a:cxnLst/>
              <a:rect l="l" t="t" r="r" b="b"/>
              <a:pathLst>
                <a:path w="93494" h="93495" extrusionOk="0">
                  <a:moveTo>
                    <a:pt x="0" y="0"/>
                  </a:moveTo>
                  <a:lnTo>
                    <a:pt x="0" y="0"/>
                  </a:lnTo>
                  <a:cubicBezTo>
                    <a:pt x="72" y="1288"/>
                    <a:pt x="167" y="2600"/>
                    <a:pt x="334" y="3912"/>
                  </a:cubicBezTo>
                  <a:lnTo>
                    <a:pt x="89606" y="93184"/>
                  </a:lnTo>
                  <a:cubicBezTo>
                    <a:pt x="90894" y="93327"/>
                    <a:pt x="92182" y="93446"/>
                    <a:pt x="93493" y="9349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7" name="Google Shape;97;p5"/>
            <p:cNvSpPr/>
            <p:nvPr/>
          </p:nvSpPr>
          <p:spPr>
            <a:xfrm>
              <a:off x="1398400" y="3351200"/>
              <a:ext cx="1924750" cy="1924750"/>
            </a:xfrm>
            <a:custGeom>
              <a:avLst/>
              <a:gdLst/>
              <a:ahLst/>
              <a:cxnLst/>
              <a:rect l="l" t="t" r="r" b="b"/>
              <a:pathLst>
                <a:path w="76990" h="76990" extrusionOk="0">
                  <a:moveTo>
                    <a:pt x="1" y="0"/>
                  </a:moveTo>
                  <a:lnTo>
                    <a:pt x="1" y="0"/>
                  </a:lnTo>
                  <a:cubicBezTo>
                    <a:pt x="335" y="1550"/>
                    <a:pt x="716" y="3125"/>
                    <a:pt x="1122" y="4675"/>
                  </a:cubicBezTo>
                  <a:lnTo>
                    <a:pt x="72339" y="75892"/>
                  </a:lnTo>
                  <a:cubicBezTo>
                    <a:pt x="73889" y="76298"/>
                    <a:pt x="75439" y="76679"/>
                    <a:pt x="76990" y="76989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8" name="Google Shape;98;p5"/>
            <p:cNvSpPr/>
            <p:nvPr/>
          </p:nvSpPr>
          <p:spPr>
            <a:xfrm>
              <a:off x="1543300" y="3809125"/>
              <a:ext cx="1323125" cy="1323125"/>
            </a:xfrm>
            <a:custGeom>
              <a:avLst/>
              <a:gdLst/>
              <a:ahLst/>
              <a:cxnLst/>
              <a:rect l="l" t="t" r="r" b="b"/>
              <a:pathLst>
                <a:path w="52925" h="52925" extrusionOk="0">
                  <a:moveTo>
                    <a:pt x="0" y="0"/>
                  </a:moveTo>
                  <a:lnTo>
                    <a:pt x="0" y="0"/>
                  </a:lnTo>
                  <a:cubicBezTo>
                    <a:pt x="954" y="2314"/>
                    <a:pt x="2004" y="4556"/>
                    <a:pt x="3173" y="6750"/>
                  </a:cubicBezTo>
                  <a:lnTo>
                    <a:pt x="46222" y="49824"/>
                  </a:lnTo>
                  <a:cubicBezTo>
                    <a:pt x="48417" y="50945"/>
                    <a:pt x="50635" y="51994"/>
                    <a:pt x="52924" y="5292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99" name="Google Shape;99;p5"/>
          <p:cNvSpPr/>
          <p:nvPr/>
        </p:nvSpPr>
        <p:spPr>
          <a:xfrm rot="-6727045">
            <a:off x="-2802446" y="5407682"/>
            <a:ext cx="4229435" cy="6384935"/>
          </a:xfrm>
          <a:custGeom>
            <a:avLst/>
            <a:gdLst/>
            <a:ahLst/>
            <a:cxnLst/>
            <a:rect l="l" t="t" r="r" b="b"/>
            <a:pathLst>
              <a:path w="126885" h="191551" extrusionOk="0">
                <a:moveTo>
                  <a:pt x="16464" y="0"/>
                </a:moveTo>
                <a:cubicBezTo>
                  <a:pt x="14016" y="0"/>
                  <a:pt x="11533" y="624"/>
                  <a:pt x="9255" y="1936"/>
                </a:cubicBezTo>
                <a:cubicBezTo>
                  <a:pt x="2362" y="5919"/>
                  <a:pt x="1" y="14743"/>
                  <a:pt x="3984" y="21636"/>
                </a:cubicBezTo>
                <a:lnTo>
                  <a:pt x="97907" y="184344"/>
                </a:lnTo>
                <a:cubicBezTo>
                  <a:pt x="100593" y="188966"/>
                  <a:pt x="105447" y="191551"/>
                  <a:pt x="110431" y="191551"/>
                </a:cubicBezTo>
                <a:cubicBezTo>
                  <a:pt x="112880" y="191551"/>
                  <a:pt x="115360" y="190927"/>
                  <a:pt x="117631" y="189615"/>
                </a:cubicBezTo>
                <a:cubicBezTo>
                  <a:pt x="124524" y="185632"/>
                  <a:pt x="126885" y="176807"/>
                  <a:pt x="122902" y="169914"/>
                </a:cubicBezTo>
                <a:lnTo>
                  <a:pt x="28955" y="7207"/>
                </a:lnTo>
                <a:cubicBezTo>
                  <a:pt x="26284" y="2584"/>
                  <a:pt x="21447" y="0"/>
                  <a:pt x="16464" y="0"/>
                </a:cubicBezTo>
                <a:close/>
              </a:path>
            </a:pathLst>
          </a:custGeom>
          <a:solidFill>
            <a:srgbClr val="FF721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0" name="Google Shape;100;p5"/>
          <p:cNvSpPr/>
          <p:nvPr/>
        </p:nvSpPr>
        <p:spPr>
          <a:xfrm>
            <a:off x="1814800" y="6373667"/>
            <a:ext cx="334800" cy="334800"/>
          </a:xfrm>
          <a:prstGeom prst="ellipse">
            <a:avLst/>
          </a:prstGeom>
          <a:solidFill>
            <a:srgbClr val="FF721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9435350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bg>
      <p:bgPr>
        <a:solidFill>
          <a:schemeClr val="lt2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6"/>
          <p:cNvSpPr/>
          <p:nvPr/>
        </p:nvSpPr>
        <p:spPr>
          <a:xfrm>
            <a:off x="7517159" y="-15"/>
            <a:ext cx="4702208" cy="6858049"/>
          </a:xfrm>
          <a:custGeom>
            <a:avLst/>
            <a:gdLst/>
            <a:ahLst/>
            <a:cxnLst/>
            <a:rect l="l" t="t" r="r" b="b"/>
            <a:pathLst>
              <a:path w="130629" h="190519" extrusionOk="0">
                <a:moveTo>
                  <a:pt x="74795" y="1"/>
                </a:moveTo>
                <a:lnTo>
                  <a:pt x="21418" y="19463"/>
                </a:lnTo>
                <a:cubicBezTo>
                  <a:pt x="7776" y="24447"/>
                  <a:pt x="0" y="42049"/>
                  <a:pt x="4055" y="58792"/>
                </a:cubicBezTo>
                <a:lnTo>
                  <a:pt x="36014" y="190518"/>
                </a:lnTo>
                <a:lnTo>
                  <a:pt x="130629" y="190518"/>
                </a:lnTo>
                <a:lnTo>
                  <a:pt x="130629" y="1"/>
                </a:lnTo>
                <a:close/>
              </a:path>
            </a:pathLst>
          </a:custGeom>
          <a:solidFill>
            <a:srgbClr val="00899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3" name="Google Shape;103;p6"/>
          <p:cNvSpPr txBox="1">
            <a:spLocks noGrp="1"/>
          </p:cNvSpPr>
          <p:nvPr>
            <p:ph type="title"/>
          </p:nvPr>
        </p:nvSpPr>
        <p:spPr>
          <a:xfrm>
            <a:off x="950967" y="2484151"/>
            <a:ext cx="44644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6667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4800">
                <a:solidFill>
                  <a:schemeClr val="accent5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4800">
                <a:solidFill>
                  <a:schemeClr val="accent5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4800">
                <a:solidFill>
                  <a:schemeClr val="accent5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4800">
                <a:solidFill>
                  <a:schemeClr val="accent5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4800">
                <a:solidFill>
                  <a:schemeClr val="accent5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4800">
                <a:solidFill>
                  <a:schemeClr val="accent5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4800">
                <a:solidFill>
                  <a:schemeClr val="accent5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4800"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104" name="Google Shape;104;p6"/>
          <p:cNvSpPr txBox="1">
            <a:spLocks noGrp="1"/>
          </p:cNvSpPr>
          <p:nvPr>
            <p:ph type="subTitle" idx="1"/>
          </p:nvPr>
        </p:nvSpPr>
        <p:spPr>
          <a:xfrm>
            <a:off x="927400" y="3584184"/>
            <a:ext cx="4464400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67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442270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7"/>
          <p:cNvSpPr txBox="1">
            <a:spLocks noGrp="1"/>
          </p:cNvSpPr>
          <p:nvPr>
            <p:ph type="title"/>
          </p:nvPr>
        </p:nvSpPr>
        <p:spPr>
          <a:xfrm>
            <a:off x="960000" y="720000"/>
            <a:ext cx="4464400" cy="11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BBC1"/>
              </a:buClr>
              <a:buSzPts val="2700"/>
              <a:buNone/>
              <a:defRPr sz="3600">
                <a:solidFill>
                  <a:srgbClr val="00BBC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9pPr>
          </a:lstStyle>
          <a:p>
            <a:endParaRPr/>
          </a:p>
        </p:txBody>
      </p:sp>
      <p:sp>
        <p:nvSpPr>
          <p:cNvPr id="107" name="Google Shape;107;p7"/>
          <p:cNvSpPr txBox="1">
            <a:spLocks noGrp="1"/>
          </p:cNvSpPr>
          <p:nvPr>
            <p:ph type="subTitle" idx="1"/>
          </p:nvPr>
        </p:nvSpPr>
        <p:spPr>
          <a:xfrm>
            <a:off x="996200" y="1842400"/>
            <a:ext cx="4392000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84891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bg>
      <p:bgPr>
        <a:solidFill>
          <a:schemeClr val="accent1"/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8"/>
          <p:cNvSpPr txBox="1">
            <a:spLocks noGrp="1"/>
          </p:cNvSpPr>
          <p:nvPr>
            <p:ph type="title"/>
          </p:nvPr>
        </p:nvSpPr>
        <p:spPr>
          <a:xfrm>
            <a:off x="923800" y="1925651"/>
            <a:ext cx="5088000" cy="17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4000"/>
              <a:buNone/>
              <a:defRPr sz="6667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3600"/>
              <a:buNone/>
              <a:defRPr sz="4800">
                <a:solidFill>
                  <a:srgbClr val="F0F7ED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3600"/>
              <a:buNone/>
              <a:defRPr sz="4800">
                <a:solidFill>
                  <a:srgbClr val="F0F7ED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3600"/>
              <a:buNone/>
              <a:defRPr sz="4800">
                <a:solidFill>
                  <a:srgbClr val="F0F7ED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3600"/>
              <a:buNone/>
              <a:defRPr sz="4800">
                <a:solidFill>
                  <a:srgbClr val="F0F7ED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3600"/>
              <a:buNone/>
              <a:defRPr sz="4800">
                <a:solidFill>
                  <a:srgbClr val="F0F7ED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3600"/>
              <a:buNone/>
              <a:defRPr sz="4800">
                <a:solidFill>
                  <a:srgbClr val="F0F7ED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3600"/>
              <a:buNone/>
              <a:defRPr sz="4800">
                <a:solidFill>
                  <a:srgbClr val="F0F7ED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3600"/>
              <a:buNone/>
              <a:defRPr sz="4800">
                <a:solidFill>
                  <a:srgbClr val="F0F7ED"/>
                </a:solidFill>
              </a:defRPr>
            </a:lvl9pPr>
          </a:lstStyle>
          <a:p>
            <a:endParaRPr/>
          </a:p>
        </p:txBody>
      </p:sp>
      <p:sp>
        <p:nvSpPr>
          <p:cNvPr id="110" name="Google Shape;110;p8"/>
          <p:cNvSpPr txBox="1">
            <a:spLocks noGrp="1"/>
          </p:cNvSpPr>
          <p:nvPr>
            <p:ph type="subTitle" idx="1"/>
          </p:nvPr>
        </p:nvSpPr>
        <p:spPr>
          <a:xfrm>
            <a:off x="923800" y="3875533"/>
            <a:ext cx="5088000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200"/>
              <a:buNone/>
              <a:defRPr sz="1867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200"/>
              <a:buNone/>
              <a:defRPr>
                <a:solidFill>
                  <a:srgbClr val="F0F7ED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200"/>
              <a:buNone/>
              <a:defRPr>
                <a:solidFill>
                  <a:srgbClr val="F0F7ED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200"/>
              <a:buNone/>
              <a:defRPr>
                <a:solidFill>
                  <a:srgbClr val="F0F7ED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200"/>
              <a:buNone/>
              <a:defRPr>
                <a:solidFill>
                  <a:srgbClr val="F0F7ED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200"/>
              <a:buNone/>
              <a:defRPr>
                <a:solidFill>
                  <a:srgbClr val="F0F7ED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200"/>
              <a:buNone/>
              <a:defRPr>
                <a:solidFill>
                  <a:srgbClr val="F0F7ED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200"/>
              <a:buNone/>
              <a:defRPr>
                <a:solidFill>
                  <a:srgbClr val="F0F7ED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200"/>
              <a:buNone/>
              <a:defRPr>
                <a:solidFill>
                  <a:srgbClr val="F0F7ED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0625308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" name="Google Shape;117;p10"/>
          <p:cNvGrpSpPr/>
          <p:nvPr/>
        </p:nvGrpSpPr>
        <p:grpSpPr>
          <a:xfrm>
            <a:off x="10752823" y="481579"/>
            <a:ext cx="2290248" cy="2290800"/>
            <a:chOff x="1347125" y="349025"/>
            <a:chExt cx="4978800" cy="4980000"/>
          </a:xfrm>
        </p:grpSpPr>
        <p:sp>
          <p:nvSpPr>
            <p:cNvPr id="118" name="Google Shape;118;p10"/>
            <p:cNvSpPr/>
            <p:nvPr/>
          </p:nvSpPr>
          <p:spPr>
            <a:xfrm>
              <a:off x="4756525" y="523725"/>
              <a:ext cx="1394100" cy="1393475"/>
            </a:xfrm>
            <a:custGeom>
              <a:avLst/>
              <a:gdLst/>
              <a:ahLst/>
              <a:cxnLst/>
              <a:rect l="l" t="t" r="r" b="b"/>
              <a:pathLst>
                <a:path w="55764" h="55739" extrusionOk="0">
                  <a:moveTo>
                    <a:pt x="1" y="0"/>
                  </a:moveTo>
                  <a:lnTo>
                    <a:pt x="55763" y="55739"/>
                  </a:lnTo>
                  <a:cubicBezTo>
                    <a:pt x="54928" y="53568"/>
                    <a:pt x="53998" y="51446"/>
                    <a:pt x="52973" y="49371"/>
                  </a:cubicBezTo>
                  <a:lnTo>
                    <a:pt x="6417" y="2815"/>
                  </a:lnTo>
                  <a:cubicBezTo>
                    <a:pt x="4318" y="1789"/>
                    <a:pt x="2195" y="859"/>
                    <a:pt x="1" y="0"/>
                  </a:cubicBez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9" name="Google Shape;119;p10"/>
            <p:cNvSpPr/>
            <p:nvPr/>
          </p:nvSpPr>
          <p:spPr>
            <a:xfrm>
              <a:off x="4312325" y="393150"/>
              <a:ext cx="1968875" cy="1968875"/>
            </a:xfrm>
            <a:custGeom>
              <a:avLst/>
              <a:gdLst/>
              <a:ahLst/>
              <a:cxnLst/>
              <a:rect l="l" t="t" r="r" b="b"/>
              <a:pathLst>
                <a:path w="78755" h="78755" extrusionOk="0">
                  <a:moveTo>
                    <a:pt x="0" y="0"/>
                  </a:moveTo>
                  <a:lnTo>
                    <a:pt x="78754" y="78754"/>
                  </a:lnTo>
                  <a:cubicBezTo>
                    <a:pt x="78492" y="77204"/>
                    <a:pt x="78158" y="75654"/>
                    <a:pt x="77753" y="74151"/>
                  </a:cubicBezTo>
                  <a:lnTo>
                    <a:pt x="4627" y="1026"/>
                  </a:lnTo>
                  <a:cubicBezTo>
                    <a:pt x="3125" y="620"/>
                    <a:pt x="1551" y="286"/>
                    <a:pt x="0" y="0"/>
                  </a:cubicBez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0" name="Google Shape;120;p10"/>
            <p:cNvSpPr/>
            <p:nvPr/>
          </p:nvSpPr>
          <p:spPr>
            <a:xfrm>
              <a:off x="3955175" y="350200"/>
              <a:ext cx="2370750" cy="2370175"/>
            </a:xfrm>
            <a:custGeom>
              <a:avLst/>
              <a:gdLst/>
              <a:ahLst/>
              <a:cxnLst/>
              <a:rect l="l" t="t" r="r" b="b"/>
              <a:pathLst>
                <a:path w="94830" h="94807" extrusionOk="0">
                  <a:moveTo>
                    <a:pt x="0" y="1"/>
                  </a:moveTo>
                  <a:lnTo>
                    <a:pt x="94829" y="94806"/>
                  </a:lnTo>
                  <a:lnTo>
                    <a:pt x="94829" y="94806"/>
                  </a:lnTo>
                  <a:cubicBezTo>
                    <a:pt x="94734" y="93542"/>
                    <a:pt x="94662" y="92254"/>
                    <a:pt x="94567" y="90966"/>
                  </a:cubicBezTo>
                  <a:lnTo>
                    <a:pt x="3840" y="239"/>
                  </a:lnTo>
                  <a:cubicBezTo>
                    <a:pt x="2576" y="120"/>
                    <a:pt x="1288" y="49"/>
                    <a:pt x="0" y="1"/>
                  </a:cubicBez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1" name="Google Shape;121;p10"/>
            <p:cNvSpPr/>
            <p:nvPr/>
          </p:nvSpPr>
          <p:spPr>
            <a:xfrm>
              <a:off x="3646300" y="349025"/>
              <a:ext cx="2679625" cy="2679625"/>
            </a:xfrm>
            <a:custGeom>
              <a:avLst/>
              <a:gdLst/>
              <a:ahLst/>
              <a:cxnLst/>
              <a:rect l="l" t="t" r="r" b="b"/>
              <a:pathLst>
                <a:path w="107185" h="107185" extrusionOk="0">
                  <a:moveTo>
                    <a:pt x="3387" y="0"/>
                  </a:moveTo>
                  <a:cubicBezTo>
                    <a:pt x="2266" y="48"/>
                    <a:pt x="1145" y="119"/>
                    <a:pt x="1" y="215"/>
                  </a:cubicBezTo>
                  <a:lnTo>
                    <a:pt x="106969" y="107184"/>
                  </a:lnTo>
                  <a:cubicBezTo>
                    <a:pt x="107065" y="106063"/>
                    <a:pt x="107160" y="104942"/>
                    <a:pt x="107184" y="103797"/>
                  </a:cubicBezTo>
                  <a:lnTo>
                    <a:pt x="3387" y="0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2" name="Google Shape;122;p10"/>
            <p:cNvSpPr/>
            <p:nvPr/>
          </p:nvSpPr>
          <p:spPr>
            <a:xfrm>
              <a:off x="3370225" y="377650"/>
              <a:ext cx="2926475" cy="2927650"/>
            </a:xfrm>
            <a:custGeom>
              <a:avLst/>
              <a:gdLst/>
              <a:ahLst/>
              <a:cxnLst/>
              <a:rect l="l" t="t" r="r" b="b"/>
              <a:pathLst>
                <a:path w="117059" h="117106" extrusionOk="0">
                  <a:moveTo>
                    <a:pt x="3006" y="0"/>
                  </a:moveTo>
                  <a:cubicBezTo>
                    <a:pt x="1980" y="191"/>
                    <a:pt x="979" y="358"/>
                    <a:pt x="1" y="549"/>
                  </a:cubicBezTo>
                  <a:lnTo>
                    <a:pt x="116558" y="117106"/>
                  </a:lnTo>
                  <a:cubicBezTo>
                    <a:pt x="116748" y="116104"/>
                    <a:pt x="116939" y="115055"/>
                    <a:pt x="117058" y="114053"/>
                  </a:cubicBezTo>
                  <a:lnTo>
                    <a:pt x="3006" y="0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3" name="Google Shape;123;p10"/>
            <p:cNvSpPr/>
            <p:nvPr/>
          </p:nvSpPr>
          <p:spPr>
            <a:xfrm>
              <a:off x="3118025" y="433675"/>
              <a:ext cx="3123825" cy="3123250"/>
            </a:xfrm>
            <a:custGeom>
              <a:avLst/>
              <a:gdLst/>
              <a:ahLst/>
              <a:cxnLst/>
              <a:rect l="l" t="t" r="r" b="b"/>
              <a:pathLst>
                <a:path w="124953" h="124930" extrusionOk="0">
                  <a:moveTo>
                    <a:pt x="2815" y="1"/>
                  </a:moveTo>
                  <a:cubicBezTo>
                    <a:pt x="1861" y="239"/>
                    <a:pt x="930" y="526"/>
                    <a:pt x="0" y="788"/>
                  </a:cubicBezTo>
                  <a:lnTo>
                    <a:pt x="124141" y="124930"/>
                  </a:lnTo>
                  <a:cubicBezTo>
                    <a:pt x="124427" y="124023"/>
                    <a:pt x="124690" y="123093"/>
                    <a:pt x="124952" y="122163"/>
                  </a:cubicBezTo>
                  <a:lnTo>
                    <a:pt x="2815" y="1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4" name="Google Shape;124;p10"/>
            <p:cNvSpPr/>
            <p:nvPr/>
          </p:nvSpPr>
          <p:spPr>
            <a:xfrm>
              <a:off x="2887275" y="510600"/>
              <a:ext cx="3277050" cy="3277675"/>
            </a:xfrm>
            <a:custGeom>
              <a:avLst/>
              <a:gdLst/>
              <a:ahLst/>
              <a:cxnLst/>
              <a:rect l="l" t="t" r="r" b="b"/>
              <a:pathLst>
                <a:path w="131082" h="131107" extrusionOk="0">
                  <a:moveTo>
                    <a:pt x="2552" y="1"/>
                  </a:moveTo>
                  <a:cubicBezTo>
                    <a:pt x="2242" y="120"/>
                    <a:pt x="1980" y="215"/>
                    <a:pt x="1670" y="358"/>
                  </a:cubicBezTo>
                  <a:cubicBezTo>
                    <a:pt x="1097" y="573"/>
                    <a:pt x="549" y="812"/>
                    <a:pt x="0" y="1026"/>
                  </a:cubicBezTo>
                  <a:lnTo>
                    <a:pt x="130080" y="131107"/>
                  </a:lnTo>
                  <a:cubicBezTo>
                    <a:pt x="130461" y="130248"/>
                    <a:pt x="130795" y="129389"/>
                    <a:pt x="131082" y="128531"/>
                  </a:cubicBezTo>
                  <a:lnTo>
                    <a:pt x="2552" y="1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5" name="Google Shape;125;p10"/>
            <p:cNvSpPr/>
            <p:nvPr/>
          </p:nvSpPr>
          <p:spPr>
            <a:xfrm>
              <a:off x="2673800" y="606600"/>
              <a:ext cx="3395125" cy="3395125"/>
            </a:xfrm>
            <a:custGeom>
              <a:avLst/>
              <a:gdLst/>
              <a:ahLst/>
              <a:cxnLst/>
              <a:rect l="l" t="t" r="r" b="b"/>
              <a:pathLst>
                <a:path w="135805" h="135805" extrusionOk="0">
                  <a:moveTo>
                    <a:pt x="2362" y="1"/>
                  </a:moveTo>
                  <a:cubicBezTo>
                    <a:pt x="1551" y="358"/>
                    <a:pt x="764" y="764"/>
                    <a:pt x="1" y="1217"/>
                  </a:cubicBezTo>
                  <a:lnTo>
                    <a:pt x="134612" y="135805"/>
                  </a:lnTo>
                  <a:cubicBezTo>
                    <a:pt x="135041" y="135018"/>
                    <a:pt x="135447" y="134255"/>
                    <a:pt x="135805" y="133444"/>
                  </a:cubicBezTo>
                  <a:lnTo>
                    <a:pt x="2362" y="1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6" name="Google Shape;126;p10"/>
            <p:cNvSpPr/>
            <p:nvPr/>
          </p:nvSpPr>
          <p:spPr>
            <a:xfrm>
              <a:off x="2475850" y="718100"/>
              <a:ext cx="3482175" cy="3481600"/>
            </a:xfrm>
            <a:custGeom>
              <a:avLst/>
              <a:gdLst/>
              <a:ahLst/>
              <a:cxnLst/>
              <a:rect l="l" t="t" r="r" b="b"/>
              <a:pathLst>
                <a:path w="139287" h="139264" extrusionOk="0">
                  <a:moveTo>
                    <a:pt x="2195" y="1"/>
                  </a:moveTo>
                  <a:cubicBezTo>
                    <a:pt x="1455" y="430"/>
                    <a:pt x="740" y="859"/>
                    <a:pt x="0" y="1384"/>
                  </a:cubicBezTo>
                  <a:lnTo>
                    <a:pt x="137879" y="139263"/>
                  </a:lnTo>
                  <a:cubicBezTo>
                    <a:pt x="138380" y="138572"/>
                    <a:pt x="138833" y="137832"/>
                    <a:pt x="139286" y="137069"/>
                  </a:cubicBezTo>
                  <a:lnTo>
                    <a:pt x="2195" y="1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7" name="Google Shape;127;p10"/>
            <p:cNvSpPr/>
            <p:nvPr/>
          </p:nvSpPr>
          <p:spPr>
            <a:xfrm>
              <a:off x="2292800" y="843925"/>
              <a:ext cx="3538225" cy="3538825"/>
            </a:xfrm>
            <a:custGeom>
              <a:avLst/>
              <a:gdLst/>
              <a:ahLst/>
              <a:cxnLst/>
              <a:rect l="l" t="t" r="r" b="b"/>
              <a:pathLst>
                <a:path w="141529" h="141553" extrusionOk="0">
                  <a:moveTo>
                    <a:pt x="2004" y="0"/>
                  </a:moveTo>
                  <a:cubicBezTo>
                    <a:pt x="1312" y="549"/>
                    <a:pt x="668" y="1049"/>
                    <a:pt x="0" y="1574"/>
                  </a:cubicBezTo>
                  <a:lnTo>
                    <a:pt x="139978" y="141552"/>
                  </a:lnTo>
                  <a:cubicBezTo>
                    <a:pt x="140503" y="140861"/>
                    <a:pt x="141004" y="140193"/>
                    <a:pt x="141528" y="139525"/>
                  </a:cubicBezTo>
                  <a:lnTo>
                    <a:pt x="2004" y="0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8" name="Google Shape;128;p10"/>
            <p:cNvSpPr/>
            <p:nvPr/>
          </p:nvSpPr>
          <p:spPr>
            <a:xfrm>
              <a:off x="2124050" y="985825"/>
              <a:ext cx="3565650" cy="3565075"/>
            </a:xfrm>
            <a:custGeom>
              <a:avLst/>
              <a:gdLst/>
              <a:ahLst/>
              <a:cxnLst/>
              <a:rect l="l" t="t" r="r" b="b"/>
              <a:pathLst>
                <a:path w="142626" h="142603" extrusionOk="0">
                  <a:moveTo>
                    <a:pt x="1885" y="0"/>
                  </a:moveTo>
                  <a:cubicBezTo>
                    <a:pt x="1241" y="549"/>
                    <a:pt x="621" y="1145"/>
                    <a:pt x="1" y="1718"/>
                  </a:cubicBezTo>
                  <a:lnTo>
                    <a:pt x="140885" y="142602"/>
                  </a:lnTo>
                  <a:cubicBezTo>
                    <a:pt x="141481" y="141982"/>
                    <a:pt x="142077" y="141386"/>
                    <a:pt x="142626" y="140742"/>
                  </a:cubicBezTo>
                  <a:lnTo>
                    <a:pt x="1885" y="0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9" name="Google Shape;129;p10"/>
            <p:cNvSpPr/>
            <p:nvPr/>
          </p:nvSpPr>
          <p:spPr>
            <a:xfrm>
              <a:off x="1970825" y="1141450"/>
              <a:ext cx="3563250" cy="3563875"/>
            </a:xfrm>
            <a:custGeom>
              <a:avLst/>
              <a:gdLst/>
              <a:ahLst/>
              <a:cxnLst/>
              <a:rect l="l" t="t" r="r" b="b"/>
              <a:pathLst>
                <a:path w="142530" h="142555" extrusionOk="0">
                  <a:moveTo>
                    <a:pt x="1693" y="0"/>
                  </a:moveTo>
                  <a:cubicBezTo>
                    <a:pt x="1097" y="621"/>
                    <a:pt x="525" y="1264"/>
                    <a:pt x="0" y="1885"/>
                  </a:cubicBezTo>
                  <a:lnTo>
                    <a:pt x="140669" y="142555"/>
                  </a:lnTo>
                  <a:cubicBezTo>
                    <a:pt x="141290" y="141982"/>
                    <a:pt x="141934" y="141434"/>
                    <a:pt x="142530" y="140837"/>
                  </a:cubicBezTo>
                  <a:lnTo>
                    <a:pt x="1693" y="0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0" name="Google Shape;130;p10"/>
            <p:cNvSpPr/>
            <p:nvPr/>
          </p:nvSpPr>
          <p:spPr>
            <a:xfrm>
              <a:off x="1830100" y="1311375"/>
              <a:ext cx="3534050" cy="3534075"/>
            </a:xfrm>
            <a:custGeom>
              <a:avLst/>
              <a:gdLst/>
              <a:ahLst/>
              <a:cxnLst/>
              <a:rect l="l" t="t" r="r" b="b"/>
              <a:pathLst>
                <a:path w="141362" h="141363" extrusionOk="0">
                  <a:moveTo>
                    <a:pt x="1551" y="1"/>
                  </a:moveTo>
                  <a:cubicBezTo>
                    <a:pt x="1026" y="692"/>
                    <a:pt x="525" y="1336"/>
                    <a:pt x="0" y="2028"/>
                  </a:cubicBezTo>
                  <a:lnTo>
                    <a:pt x="139334" y="141362"/>
                  </a:lnTo>
                  <a:cubicBezTo>
                    <a:pt x="140026" y="140838"/>
                    <a:pt x="140717" y="140337"/>
                    <a:pt x="141361" y="139812"/>
                  </a:cubicBezTo>
                  <a:lnTo>
                    <a:pt x="1551" y="1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1" name="Google Shape;131;p10"/>
            <p:cNvSpPr/>
            <p:nvPr/>
          </p:nvSpPr>
          <p:spPr>
            <a:xfrm>
              <a:off x="1704875" y="1495025"/>
              <a:ext cx="3476225" cy="3475050"/>
            </a:xfrm>
            <a:custGeom>
              <a:avLst/>
              <a:gdLst/>
              <a:ahLst/>
              <a:cxnLst/>
              <a:rect l="l" t="t" r="r" b="b"/>
              <a:pathLst>
                <a:path w="139049" h="139002" extrusionOk="0">
                  <a:moveTo>
                    <a:pt x="1384" y="1"/>
                  </a:moveTo>
                  <a:cubicBezTo>
                    <a:pt x="907" y="740"/>
                    <a:pt x="454" y="1479"/>
                    <a:pt x="1" y="2219"/>
                  </a:cubicBezTo>
                  <a:lnTo>
                    <a:pt x="136783" y="139001"/>
                  </a:lnTo>
                  <a:cubicBezTo>
                    <a:pt x="137546" y="138572"/>
                    <a:pt x="138309" y="138119"/>
                    <a:pt x="139048" y="137666"/>
                  </a:cubicBezTo>
                  <a:lnTo>
                    <a:pt x="1384" y="1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2" name="Google Shape;132;p10"/>
            <p:cNvSpPr/>
            <p:nvPr/>
          </p:nvSpPr>
          <p:spPr>
            <a:xfrm>
              <a:off x="1594575" y="1694175"/>
              <a:ext cx="3386775" cy="3386800"/>
            </a:xfrm>
            <a:custGeom>
              <a:avLst/>
              <a:gdLst/>
              <a:ahLst/>
              <a:cxnLst/>
              <a:rect l="l" t="t" r="r" b="b"/>
              <a:pathLst>
                <a:path w="135471" h="135472" extrusionOk="0">
                  <a:moveTo>
                    <a:pt x="1193" y="1"/>
                  </a:moveTo>
                  <a:cubicBezTo>
                    <a:pt x="764" y="788"/>
                    <a:pt x="382" y="1575"/>
                    <a:pt x="1" y="2386"/>
                  </a:cubicBezTo>
                  <a:lnTo>
                    <a:pt x="133085" y="135471"/>
                  </a:lnTo>
                  <a:cubicBezTo>
                    <a:pt x="133896" y="135090"/>
                    <a:pt x="134683" y="134684"/>
                    <a:pt x="135471" y="134255"/>
                  </a:cubicBezTo>
                  <a:lnTo>
                    <a:pt x="1193" y="1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3" name="Google Shape;133;p10"/>
            <p:cNvSpPr/>
            <p:nvPr/>
          </p:nvSpPr>
          <p:spPr>
            <a:xfrm>
              <a:off x="1500975" y="1909425"/>
              <a:ext cx="3264525" cy="3265150"/>
            </a:xfrm>
            <a:custGeom>
              <a:avLst/>
              <a:gdLst/>
              <a:ahLst/>
              <a:cxnLst/>
              <a:rect l="l" t="t" r="r" b="b"/>
              <a:pathLst>
                <a:path w="130581" h="130606" extrusionOk="0">
                  <a:moveTo>
                    <a:pt x="978" y="1"/>
                  </a:moveTo>
                  <a:cubicBezTo>
                    <a:pt x="644" y="859"/>
                    <a:pt x="310" y="1718"/>
                    <a:pt x="0" y="2577"/>
                  </a:cubicBezTo>
                  <a:lnTo>
                    <a:pt x="128029" y="130606"/>
                  </a:lnTo>
                  <a:cubicBezTo>
                    <a:pt x="128625" y="130367"/>
                    <a:pt x="129174" y="130177"/>
                    <a:pt x="129746" y="129938"/>
                  </a:cubicBezTo>
                  <a:cubicBezTo>
                    <a:pt x="130032" y="129843"/>
                    <a:pt x="130318" y="129723"/>
                    <a:pt x="130581" y="129604"/>
                  </a:cubicBezTo>
                  <a:lnTo>
                    <a:pt x="978" y="1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4" name="Google Shape;134;p10"/>
            <p:cNvSpPr/>
            <p:nvPr/>
          </p:nvSpPr>
          <p:spPr>
            <a:xfrm>
              <a:off x="1425825" y="2142575"/>
              <a:ext cx="3107150" cy="3107125"/>
            </a:xfrm>
            <a:custGeom>
              <a:avLst/>
              <a:gdLst/>
              <a:ahLst/>
              <a:cxnLst/>
              <a:rect l="l" t="t" r="r" b="b"/>
              <a:pathLst>
                <a:path w="124286" h="124285" extrusionOk="0">
                  <a:moveTo>
                    <a:pt x="788" y="0"/>
                  </a:moveTo>
                  <a:cubicBezTo>
                    <a:pt x="478" y="930"/>
                    <a:pt x="239" y="1861"/>
                    <a:pt x="1" y="2791"/>
                  </a:cubicBezTo>
                  <a:lnTo>
                    <a:pt x="121495" y="124285"/>
                  </a:lnTo>
                  <a:cubicBezTo>
                    <a:pt x="122425" y="124023"/>
                    <a:pt x="123355" y="123784"/>
                    <a:pt x="124285" y="123498"/>
                  </a:cubicBezTo>
                  <a:lnTo>
                    <a:pt x="788" y="0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5" name="Google Shape;135;p10"/>
            <p:cNvSpPr/>
            <p:nvPr/>
          </p:nvSpPr>
          <p:spPr>
            <a:xfrm>
              <a:off x="1372175" y="2395975"/>
              <a:ext cx="2906775" cy="2906800"/>
            </a:xfrm>
            <a:custGeom>
              <a:avLst/>
              <a:gdLst/>
              <a:ahLst/>
              <a:cxnLst/>
              <a:rect l="l" t="t" r="r" b="b"/>
              <a:pathLst>
                <a:path w="116271" h="116272" extrusionOk="0">
                  <a:moveTo>
                    <a:pt x="501" y="1"/>
                  </a:moveTo>
                  <a:cubicBezTo>
                    <a:pt x="334" y="1002"/>
                    <a:pt x="143" y="2052"/>
                    <a:pt x="0" y="3054"/>
                  </a:cubicBezTo>
                  <a:lnTo>
                    <a:pt x="113218" y="116272"/>
                  </a:lnTo>
                  <a:cubicBezTo>
                    <a:pt x="114220" y="116129"/>
                    <a:pt x="115269" y="115962"/>
                    <a:pt x="116271" y="115771"/>
                  </a:cubicBezTo>
                  <a:lnTo>
                    <a:pt x="501" y="1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6" name="Google Shape;136;p10"/>
            <p:cNvSpPr/>
            <p:nvPr/>
          </p:nvSpPr>
          <p:spPr>
            <a:xfrm>
              <a:off x="1347125" y="2675025"/>
              <a:ext cx="2653375" cy="2654000"/>
            </a:xfrm>
            <a:custGeom>
              <a:avLst/>
              <a:gdLst/>
              <a:ahLst/>
              <a:cxnLst/>
              <a:rect l="l" t="t" r="r" b="b"/>
              <a:pathLst>
                <a:path w="106135" h="106160" extrusionOk="0">
                  <a:moveTo>
                    <a:pt x="144" y="1"/>
                  </a:moveTo>
                  <a:cubicBezTo>
                    <a:pt x="72" y="1146"/>
                    <a:pt x="1" y="2290"/>
                    <a:pt x="1" y="3459"/>
                  </a:cubicBezTo>
                  <a:lnTo>
                    <a:pt x="102676" y="106159"/>
                  </a:lnTo>
                  <a:cubicBezTo>
                    <a:pt x="103821" y="106111"/>
                    <a:pt x="104966" y="106064"/>
                    <a:pt x="106135" y="105992"/>
                  </a:cubicBezTo>
                  <a:lnTo>
                    <a:pt x="144" y="1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7" name="Google Shape;137;p10"/>
            <p:cNvSpPr/>
            <p:nvPr/>
          </p:nvSpPr>
          <p:spPr>
            <a:xfrm>
              <a:off x="1349525" y="2987475"/>
              <a:ext cx="2337350" cy="2337375"/>
            </a:xfrm>
            <a:custGeom>
              <a:avLst/>
              <a:gdLst/>
              <a:ahLst/>
              <a:cxnLst/>
              <a:rect l="l" t="t" r="r" b="b"/>
              <a:pathLst>
                <a:path w="93494" h="93495" extrusionOk="0">
                  <a:moveTo>
                    <a:pt x="0" y="0"/>
                  </a:moveTo>
                  <a:lnTo>
                    <a:pt x="0" y="0"/>
                  </a:lnTo>
                  <a:cubicBezTo>
                    <a:pt x="72" y="1288"/>
                    <a:pt x="167" y="2600"/>
                    <a:pt x="334" y="3912"/>
                  </a:cubicBezTo>
                  <a:lnTo>
                    <a:pt x="89606" y="93184"/>
                  </a:lnTo>
                  <a:cubicBezTo>
                    <a:pt x="90894" y="93327"/>
                    <a:pt x="92182" y="93446"/>
                    <a:pt x="93493" y="9349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8" name="Google Shape;138;p10"/>
            <p:cNvSpPr/>
            <p:nvPr/>
          </p:nvSpPr>
          <p:spPr>
            <a:xfrm>
              <a:off x="1398400" y="3351200"/>
              <a:ext cx="1924750" cy="1924750"/>
            </a:xfrm>
            <a:custGeom>
              <a:avLst/>
              <a:gdLst/>
              <a:ahLst/>
              <a:cxnLst/>
              <a:rect l="l" t="t" r="r" b="b"/>
              <a:pathLst>
                <a:path w="76990" h="76990" extrusionOk="0">
                  <a:moveTo>
                    <a:pt x="1" y="0"/>
                  </a:moveTo>
                  <a:lnTo>
                    <a:pt x="1" y="0"/>
                  </a:lnTo>
                  <a:cubicBezTo>
                    <a:pt x="335" y="1550"/>
                    <a:pt x="716" y="3125"/>
                    <a:pt x="1122" y="4675"/>
                  </a:cubicBezTo>
                  <a:lnTo>
                    <a:pt x="72339" y="75892"/>
                  </a:lnTo>
                  <a:cubicBezTo>
                    <a:pt x="73889" y="76298"/>
                    <a:pt x="75439" y="76679"/>
                    <a:pt x="76990" y="76989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9" name="Google Shape;139;p10"/>
            <p:cNvSpPr/>
            <p:nvPr/>
          </p:nvSpPr>
          <p:spPr>
            <a:xfrm>
              <a:off x="1543300" y="3809125"/>
              <a:ext cx="1323125" cy="1323125"/>
            </a:xfrm>
            <a:custGeom>
              <a:avLst/>
              <a:gdLst/>
              <a:ahLst/>
              <a:cxnLst/>
              <a:rect l="l" t="t" r="r" b="b"/>
              <a:pathLst>
                <a:path w="52925" h="52925" extrusionOk="0">
                  <a:moveTo>
                    <a:pt x="0" y="0"/>
                  </a:moveTo>
                  <a:lnTo>
                    <a:pt x="0" y="0"/>
                  </a:lnTo>
                  <a:cubicBezTo>
                    <a:pt x="954" y="2314"/>
                    <a:pt x="2004" y="4556"/>
                    <a:pt x="3173" y="6750"/>
                  </a:cubicBezTo>
                  <a:lnTo>
                    <a:pt x="46222" y="49824"/>
                  </a:lnTo>
                  <a:cubicBezTo>
                    <a:pt x="48417" y="50945"/>
                    <a:pt x="50635" y="51994"/>
                    <a:pt x="52924" y="5292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40" name="Google Shape;140;p10"/>
          <p:cNvSpPr/>
          <p:nvPr/>
        </p:nvSpPr>
        <p:spPr>
          <a:xfrm>
            <a:off x="-2567499" y="-3738266"/>
            <a:ext cx="4229500" cy="6385033"/>
          </a:xfrm>
          <a:custGeom>
            <a:avLst/>
            <a:gdLst/>
            <a:ahLst/>
            <a:cxnLst/>
            <a:rect l="l" t="t" r="r" b="b"/>
            <a:pathLst>
              <a:path w="126885" h="191551" extrusionOk="0">
                <a:moveTo>
                  <a:pt x="16464" y="0"/>
                </a:moveTo>
                <a:cubicBezTo>
                  <a:pt x="14016" y="0"/>
                  <a:pt x="11533" y="624"/>
                  <a:pt x="9255" y="1936"/>
                </a:cubicBezTo>
                <a:cubicBezTo>
                  <a:pt x="2362" y="5919"/>
                  <a:pt x="1" y="14743"/>
                  <a:pt x="3984" y="21636"/>
                </a:cubicBezTo>
                <a:lnTo>
                  <a:pt x="97907" y="184344"/>
                </a:lnTo>
                <a:cubicBezTo>
                  <a:pt x="100593" y="188966"/>
                  <a:pt x="105447" y="191551"/>
                  <a:pt x="110431" y="191551"/>
                </a:cubicBezTo>
                <a:cubicBezTo>
                  <a:pt x="112880" y="191551"/>
                  <a:pt x="115360" y="190927"/>
                  <a:pt x="117631" y="189615"/>
                </a:cubicBezTo>
                <a:cubicBezTo>
                  <a:pt x="124524" y="185632"/>
                  <a:pt x="126885" y="176807"/>
                  <a:pt x="122902" y="169914"/>
                </a:cubicBezTo>
                <a:lnTo>
                  <a:pt x="28955" y="7207"/>
                </a:lnTo>
                <a:cubicBezTo>
                  <a:pt x="26284" y="2584"/>
                  <a:pt x="21447" y="0"/>
                  <a:pt x="16464" y="0"/>
                </a:cubicBezTo>
                <a:close/>
              </a:path>
            </a:pathLst>
          </a:custGeom>
          <a:solidFill>
            <a:srgbClr val="FF721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41" name="Google Shape;141;p10"/>
          <p:cNvGrpSpPr/>
          <p:nvPr/>
        </p:nvGrpSpPr>
        <p:grpSpPr>
          <a:xfrm>
            <a:off x="589253" y="264531"/>
            <a:ext cx="1013684" cy="1013928"/>
            <a:chOff x="1347125" y="349025"/>
            <a:chExt cx="4978800" cy="4980000"/>
          </a:xfrm>
        </p:grpSpPr>
        <p:sp>
          <p:nvSpPr>
            <p:cNvPr id="142" name="Google Shape;142;p10"/>
            <p:cNvSpPr/>
            <p:nvPr/>
          </p:nvSpPr>
          <p:spPr>
            <a:xfrm>
              <a:off x="4756525" y="523725"/>
              <a:ext cx="1394100" cy="1393475"/>
            </a:xfrm>
            <a:custGeom>
              <a:avLst/>
              <a:gdLst/>
              <a:ahLst/>
              <a:cxnLst/>
              <a:rect l="l" t="t" r="r" b="b"/>
              <a:pathLst>
                <a:path w="55764" h="55739" extrusionOk="0">
                  <a:moveTo>
                    <a:pt x="1" y="0"/>
                  </a:moveTo>
                  <a:lnTo>
                    <a:pt x="55763" y="55739"/>
                  </a:lnTo>
                  <a:cubicBezTo>
                    <a:pt x="54928" y="53568"/>
                    <a:pt x="53998" y="51446"/>
                    <a:pt x="52973" y="49371"/>
                  </a:cubicBezTo>
                  <a:lnTo>
                    <a:pt x="6417" y="2815"/>
                  </a:lnTo>
                  <a:cubicBezTo>
                    <a:pt x="4318" y="1789"/>
                    <a:pt x="2195" y="859"/>
                    <a:pt x="1" y="0"/>
                  </a:cubicBez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3" name="Google Shape;143;p10"/>
            <p:cNvSpPr/>
            <p:nvPr/>
          </p:nvSpPr>
          <p:spPr>
            <a:xfrm>
              <a:off x="4312325" y="393150"/>
              <a:ext cx="1968875" cy="1968875"/>
            </a:xfrm>
            <a:custGeom>
              <a:avLst/>
              <a:gdLst/>
              <a:ahLst/>
              <a:cxnLst/>
              <a:rect l="l" t="t" r="r" b="b"/>
              <a:pathLst>
                <a:path w="78755" h="78755" extrusionOk="0">
                  <a:moveTo>
                    <a:pt x="0" y="0"/>
                  </a:moveTo>
                  <a:lnTo>
                    <a:pt x="78754" y="78754"/>
                  </a:lnTo>
                  <a:cubicBezTo>
                    <a:pt x="78492" y="77204"/>
                    <a:pt x="78158" y="75654"/>
                    <a:pt x="77753" y="74151"/>
                  </a:cubicBezTo>
                  <a:lnTo>
                    <a:pt x="4627" y="1026"/>
                  </a:lnTo>
                  <a:cubicBezTo>
                    <a:pt x="3125" y="620"/>
                    <a:pt x="1551" y="286"/>
                    <a:pt x="0" y="0"/>
                  </a:cubicBez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4" name="Google Shape;144;p10"/>
            <p:cNvSpPr/>
            <p:nvPr/>
          </p:nvSpPr>
          <p:spPr>
            <a:xfrm>
              <a:off x="3955175" y="350200"/>
              <a:ext cx="2370750" cy="2370175"/>
            </a:xfrm>
            <a:custGeom>
              <a:avLst/>
              <a:gdLst/>
              <a:ahLst/>
              <a:cxnLst/>
              <a:rect l="l" t="t" r="r" b="b"/>
              <a:pathLst>
                <a:path w="94830" h="94807" extrusionOk="0">
                  <a:moveTo>
                    <a:pt x="0" y="1"/>
                  </a:moveTo>
                  <a:lnTo>
                    <a:pt x="94829" y="94806"/>
                  </a:lnTo>
                  <a:lnTo>
                    <a:pt x="94829" y="94806"/>
                  </a:lnTo>
                  <a:cubicBezTo>
                    <a:pt x="94734" y="93542"/>
                    <a:pt x="94662" y="92254"/>
                    <a:pt x="94567" y="90966"/>
                  </a:cubicBezTo>
                  <a:lnTo>
                    <a:pt x="3840" y="239"/>
                  </a:lnTo>
                  <a:cubicBezTo>
                    <a:pt x="2576" y="120"/>
                    <a:pt x="1288" y="49"/>
                    <a:pt x="0" y="1"/>
                  </a:cubicBez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5" name="Google Shape;145;p10"/>
            <p:cNvSpPr/>
            <p:nvPr/>
          </p:nvSpPr>
          <p:spPr>
            <a:xfrm>
              <a:off x="3646300" y="349025"/>
              <a:ext cx="2679625" cy="2679625"/>
            </a:xfrm>
            <a:custGeom>
              <a:avLst/>
              <a:gdLst/>
              <a:ahLst/>
              <a:cxnLst/>
              <a:rect l="l" t="t" r="r" b="b"/>
              <a:pathLst>
                <a:path w="107185" h="107185" extrusionOk="0">
                  <a:moveTo>
                    <a:pt x="3387" y="0"/>
                  </a:moveTo>
                  <a:cubicBezTo>
                    <a:pt x="2266" y="48"/>
                    <a:pt x="1145" y="119"/>
                    <a:pt x="1" y="215"/>
                  </a:cubicBezTo>
                  <a:lnTo>
                    <a:pt x="106969" y="107184"/>
                  </a:lnTo>
                  <a:cubicBezTo>
                    <a:pt x="107065" y="106063"/>
                    <a:pt x="107160" y="104942"/>
                    <a:pt x="107184" y="103797"/>
                  </a:cubicBezTo>
                  <a:lnTo>
                    <a:pt x="3387" y="0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6" name="Google Shape;146;p10"/>
            <p:cNvSpPr/>
            <p:nvPr/>
          </p:nvSpPr>
          <p:spPr>
            <a:xfrm>
              <a:off x="3370225" y="377650"/>
              <a:ext cx="2926475" cy="2927650"/>
            </a:xfrm>
            <a:custGeom>
              <a:avLst/>
              <a:gdLst/>
              <a:ahLst/>
              <a:cxnLst/>
              <a:rect l="l" t="t" r="r" b="b"/>
              <a:pathLst>
                <a:path w="117059" h="117106" extrusionOk="0">
                  <a:moveTo>
                    <a:pt x="3006" y="0"/>
                  </a:moveTo>
                  <a:cubicBezTo>
                    <a:pt x="1980" y="191"/>
                    <a:pt x="979" y="358"/>
                    <a:pt x="1" y="549"/>
                  </a:cubicBezTo>
                  <a:lnTo>
                    <a:pt x="116558" y="117106"/>
                  </a:lnTo>
                  <a:cubicBezTo>
                    <a:pt x="116748" y="116104"/>
                    <a:pt x="116939" y="115055"/>
                    <a:pt x="117058" y="114053"/>
                  </a:cubicBezTo>
                  <a:lnTo>
                    <a:pt x="3006" y="0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7" name="Google Shape;147;p10"/>
            <p:cNvSpPr/>
            <p:nvPr/>
          </p:nvSpPr>
          <p:spPr>
            <a:xfrm>
              <a:off x="3118025" y="433675"/>
              <a:ext cx="3123825" cy="3123250"/>
            </a:xfrm>
            <a:custGeom>
              <a:avLst/>
              <a:gdLst/>
              <a:ahLst/>
              <a:cxnLst/>
              <a:rect l="l" t="t" r="r" b="b"/>
              <a:pathLst>
                <a:path w="124953" h="124930" extrusionOk="0">
                  <a:moveTo>
                    <a:pt x="2815" y="1"/>
                  </a:moveTo>
                  <a:cubicBezTo>
                    <a:pt x="1861" y="239"/>
                    <a:pt x="930" y="526"/>
                    <a:pt x="0" y="788"/>
                  </a:cubicBezTo>
                  <a:lnTo>
                    <a:pt x="124141" y="124930"/>
                  </a:lnTo>
                  <a:cubicBezTo>
                    <a:pt x="124427" y="124023"/>
                    <a:pt x="124690" y="123093"/>
                    <a:pt x="124952" y="122163"/>
                  </a:cubicBezTo>
                  <a:lnTo>
                    <a:pt x="2815" y="1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8" name="Google Shape;148;p10"/>
            <p:cNvSpPr/>
            <p:nvPr/>
          </p:nvSpPr>
          <p:spPr>
            <a:xfrm>
              <a:off x="2887275" y="510600"/>
              <a:ext cx="3277050" cy="3277675"/>
            </a:xfrm>
            <a:custGeom>
              <a:avLst/>
              <a:gdLst/>
              <a:ahLst/>
              <a:cxnLst/>
              <a:rect l="l" t="t" r="r" b="b"/>
              <a:pathLst>
                <a:path w="131082" h="131107" extrusionOk="0">
                  <a:moveTo>
                    <a:pt x="2552" y="1"/>
                  </a:moveTo>
                  <a:cubicBezTo>
                    <a:pt x="2242" y="120"/>
                    <a:pt x="1980" y="215"/>
                    <a:pt x="1670" y="358"/>
                  </a:cubicBezTo>
                  <a:cubicBezTo>
                    <a:pt x="1097" y="573"/>
                    <a:pt x="549" y="812"/>
                    <a:pt x="0" y="1026"/>
                  </a:cubicBezTo>
                  <a:lnTo>
                    <a:pt x="130080" y="131107"/>
                  </a:lnTo>
                  <a:cubicBezTo>
                    <a:pt x="130461" y="130248"/>
                    <a:pt x="130795" y="129389"/>
                    <a:pt x="131082" y="128531"/>
                  </a:cubicBezTo>
                  <a:lnTo>
                    <a:pt x="2552" y="1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9" name="Google Shape;149;p10"/>
            <p:cNvSpPr/>
            <p:nvPr/>
          </p:nvSpPr>
          <p:spPr>
            <a:xfrm>
              <a:off x="2673800" y="606600"/>
              <a:ext cx="3395125" cy="3395125"/>
            </a:xfrm>
            <a:custGeom>
              <a:avLst/>
              <a:gdLst/>
              <a:ahLst/>
              <a:cxnLst/>
              <a:rect l="l" t="t" r="r" b="b"/>
              <a:pathLst>
                <a:path w="135805" h="135805" extrusionOk="0">
                  <a:moveTo>
                    <a:pt x="2362" y="1"/>
                  </a:moveTo>
                  <a:cubicBezTo>
                    <a:pt x="1551" y="358"/>
                    <a:pt x="764" y="764"/>
                    <a:pt x="1" y="1217"/>
                  </a:cubicBezTo>
                  <a:lnTo>
                    <a:pt x="134612" y="135805"/>
                  </a:lnTo>
                  <a:cubicBezTo>
                    <a:pt x="135041" y="135018"/>
                    <a:pt x="135447" y="134255"/>
                    <a:pt x="135805" y="133444"/>
                  </a:cubicBezTo>
                  <a:lnTo>
                    <a:pt x="2362" y="1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0" name="Google Shape;150;p10"/>
            <p:cNvSpPr/>
            <p:nvPr/>
          </p:nvSpPr>
          <p:spPr>
            <a:xfrm>
              <a:off x="2475850" y="718100"/>
              <a:ext cx="3482175" cy="3481600"/>
            </a:xfrm>
            <a:custGeom>
              <a:avLst/>
              <a:gdLst/>
              <a:ahLst/>
              <a:cxnLst/>
              <a:rect l="l" t="t" r="r" b="b"/>
              <a:pathLst>
                <a:path w="139287" h="139264" extrusionOk="0">
                  <a:moveTo>
                    <a:pt x="2195" y="1"/>
                  </a:moveTo>
                  <a:cubicBezTo>
                    <a:pt x="1455" y="430"/>
                    <a:pt x="740" y="859"/>
                    <a:pt x="0" y="1384"/>
                  </a:cubicBezTo>
                  <a:lnTo>
                    <a:pt x="137879" y="139263"/>
                  </a:lnTo>
                  <a:cubicBezTo>
                    <a:pt x="138380" y="138572"/>
                    <a:pt x="138833" y="137832"/>
                    <a:pt x="139286" y="137069"/>
                  </a:cubicBezTo>
                  <a:lnTo>
                    <a:pt x="2195" y="1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1" name="Google Shape;151;p10"/>
            <p:cNvSpPr/>
            <p:nvPr/>
          </p:nvSpPr>
          <p:spPr>
            <a:xfrm>
              <a:off x="2292800" y="843925"/>
              <a:ext cx="3538225" cy="3538825"/>
            </a:xfrm>
            <a:custGeom>
              <a:avLst/>
              <a:gdLst/>
              <a:ahLst/>
              <a:cxnLst/>
              <a:rect l="l" t="t" r="r" b="b"/>
              <a:pathLst>
                <a:path w="141529" h="141553" extrusionOk="0">
                  <a:moveTo>
                    <a:pt x="2004" y="0"/>
                  </a:moveTo>
                  <a:cubicBezTo>
                    <a:pt x="1312" y="549"/>
                    <a:pt x="668" y="1049"/>
                    <a:pt x="0" y="1574"/>
                  </a:cubicBezTo>
                  <a:lnTo>
                    <a:pt x="139978" y="141552"/>
                  </a:lnTo>
                  <a:cubicBezTo>
                    <a:pt x="140503" y="140861"/>
                    <a:pt x="141004" y="140193"/>
                    <a:pt x="141528" y="139525"/>
                  </a:cubicBezTo>
                  <a:lnTo>
                    <a:pt x="2004" y="0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2" name="Google Shape;152;p10"/>
            <p:cNvSpPr/>
            <p:nvPr/>
          </p:nvSpPr>
          <p:spPr>
            <a:xfrm>
              <a:off x="2124050" y="985825"/>
              <a:ext cx="3565650" cy="3565075"/>
            </a:xfrm>
            <a:custGeom>
              <a:avLst/>
              <a:gdLst/>
              <a:ahLst/>
              <a:cxnLst/>
              <a:rect l="l" t="t" r="r" b="b"/>
              <a:pathLst>
                <a:path w="142626" h="142603" extrusionOk="0">
                  <a:moveTo>
                    <a:pt x="1885" y="0"/>
                  </a:moveTo>
                  <a:cubicBezTo>
                    <a:pt x="1241" y="549"/>
                    <a:pt x="621" y="1145"/>
                    <a:pt x="1" y="1718"/>
                  </a:cubicBezTo>
                  <a:lnTo>
                    <a:pt x="140885" y="142602"/>
                  </a:lnTo>
                  <a:cubicBezTo>
                    <a:pt x="141481" y="141982"/>
                    <a:pt x="142077" y="141386"/>
                    <a:pt x="142626" y="140742"/>
                  </a:cubicBezTo>
                  <a:lnTo>
                    <a:pt x="1885" y="0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3" name="Google Shape;153;p10"/>
            <p:cNvSpPr/>
            <p:nvPr/>
          </p:nvSpPr>
          <p:spPr>
            <a:xfrm>
              <a:off x="1970825" y="1141450"/>
              <a:ext cx="3563250" cy="3563875"/>
            </a:xfrm>
            <a:custGeom>
              <a:avLst/>
              <a:gdLst/>
              <a:ahLst/>
              <a:cxnLst/>
              <a:rect l="l" t="t" r="r" b="b"/>
              <a:pathLst>
                <a:path w="142530" h="142555" extrusionOk="0">
                  <a:moveTo>
                    <a:pt x="1693" y="0"/>
                  </a:moveTo>
                  <a:cubicBezTo>
                    <a:pt x="1097" y="621"/>
                    <a:pt x="525" y="1264"/>
                    <a:pt x="0" y="1885"/>
                  </a:cubicBezTo>
                  <a:lnTo>
                    <a:pt x="140669" y="142555"/>
                  </a:lnTo>
                  <a:cubicBezTo>
                    <a:pt x="141290" y="141982"/>
                    <a:pt x="141934" y="141434"/>
                    <a:pt x="142530" y="140837"/>
                  </a:cubicBezTo>
                  <a:lnTo>
                    <a:pt x="1693" y="0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4" name="Google Shape;154;p10"/>
            <p:cNvSpPr/>
            <p:nvPr/>
          </p:nvSpPr>
          <p:spPr>
            <a:xfrm>
              <a:off x="1830100" y="1311375"/>
              <a:ext cx="3534050" cy="3534075"/>
            </a:xfrm>
            <a:custGeom>
              <a:avLst/>
              <a:gdLst/>
              <a:ahLst/>
              <a:cxnLst/>
              <a:rect l="l" t="t" r="r" b="b"/>
              <a:pathLst>
                <a:path w="141362" h="141363" extrusionOk="0">
                  <a:moveTo>
                    <a:pt x="1551" y="1"/>
                  </a:moveTo>
                  <a:cubicBezTo>
                    <a:pt x="1026" y="692"/>
                    <a:pt x="525" y="1336"/>
                    <a:pt x="0" y="2028"/>
                  </a:cubicBezTo>
                  <a:lnTo>
                    <a:pt x="139334" y="141362"/>
                  </a:lnTo>
                  <a:cubicBezTo>
                    <a:pt x="140026" y="140838"/>
                    <a:pt x="140717" y="140337"/>
                    <a:pt x="141361" y="139812"/>
                  </a:cubicBezTo>
                  <a:lnTo>
                    <a:pt x="1551" y="1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5" name="Google Shape;155;p10"/>
            <p:cNvSpPr/>
            <p:nvPr/>
          </p:nvSpPr>
          <p:spPr>
            <a:xfrm>
              <a:off x="1704875" y="1495025"/>
              <a:ext cx="3476225" cy="3475050"/>
            </a:xfrm>
            <a:custGeom>
              <a:avLst/>
              <a:gdLst/>
              <a:ahLst/>
              <a:cxnLst/>
              <a:rect l="l" t="t" r="r" b="b"/>
              <a:pathLst>
                <a:path w="139049" h="139002" extrusionOk="0">
                  <a:moveTo>
                    <a:pt x="1384" y="1"/>
                  </a:moveTo>
                  <a:cubicBezTo>
                    <a:pt x="907" y="740"/>
                    <a:pt x="454" y="1479"/>
                    <a:pt x="1" y="2219"/>
                  </a:cubicBezTo>
                  <a:lnTo>
                    <a:pt x="136783" y="139001"/>
                  </a:lnTo>
                  <a:cubicBezTo>
                    <a:pt x="137546" y="138572"/>
                    <a:pt x="138309" y="138119"/>
                    <a:pt x="139048" y="137666"/>
                  </a:cubicBezTo>
                  <a:lnTo>
                    <a:pt x="1384" y="1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6" name="Google Shape;156;p10"/>
            <p:cNvSpPr/>
            <p:nvPr/>
          </p:nvSpPr>
          <p:spPr>
            <a:xfrm>
              <a:off x="1594575" y="1694175"/>
              <a:ext cx="3386775" cy="3386800"/>
            </a:xfrm>
            <a:custGeom>
              <a:avLst/>
              <a:gdLst/>
              <a:ahLst/>
              <a:cxnLst/>
              <a:rect l="l" t="t" r="r" b="b"/>
              <a:pathLst>
                <a:path w="135471" h="135472" extrusionOk="0">
                  <a:moveTo>
                    <a:pt x="1193" y="1"/>
                  </a:moveTo>
                  <a:cubicBezTo>
                    <a:pt x="764" y="788"/>
                    <a:pt x="382" y="1575"/>
                    <a:pt x="1" y="2386"/>
                  </a:cubicBezTo>
                  <a:lnTo>
                    <a:pt x="133085" y="135471"/>
                  </a:lnTo>
                  <a:cubicBezTo>
                    <a:pt x="133896" y="135090"/>
                    <a:pt x="134683" y="134684"/>
                    <a:pt x="135471" y="134255"/>
                  </a:cubicBezTo>
                  <a:lnTo>
                    <a:pt x="1193" y="1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7" name="Google Shape;157;p10"/>
            <p:cNvSpPr/>
            <p:nvPr/>
          </p:nvSpPr>
          <p:spPr>
            <a:xfrm>
              <a:off x="1500975" y="1909425"/>
              <a:ext cx="3264525" cy="3265150"/>
            </a:xfrm>
            <a:custGeom>
              <a:avLst/>
              <a:gdLst/>
              <a:ahLst/>
              <a:cxnLst/>
              <a:rect l="l" t="t" r="r" b="b"/>
              <a:pathLst>
                <a:path w="130581" h="130606" extrusionOk="0">
                  <a:moveTo>
                    <a:pt x="978" y="1"/>
                  </a:moveTo>
                  <a:cubicBezTo>
                    <a:pt x="644" y="859"/>
                    <a:pt x="310" y="1718"/>
                    <a:pt x="0" y="2577"/>
                  </a:cubicBezTo>
                  <a:lnTo>
                    <a:pt x="128029" y="130606"/>
                  </a:lnTo>
                  <a:cubicBezTo>
                    <a:pt x="128625" y="130367"/>
                    <a:pt x="129174" y="130177"/>
                    <a:pt x="129746" y="129938"/>
                  </a:cubicBezTo>
                  <a:cubicBezTo>
                    <a:pt x="130032" y="129843"/>
                    <a:pt x="130318" y="129723"/>
                    <a:pt x="130581" y="129604"/>
                  </a:cubicBezTo>
                  <a:lnTo>
                    <a:pt x="978" y="1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8" name="Google Shape;158;p10"/>
            <p:cNvSpPr/>
            <p:nvPr/>
          </p:nvSpPr>
          <p:spPr>
            <a:xfrm>
              <a:off x="1425825" y="2142575"/>
              <a:ext cx="3107150" cy="3107125"/>
            </a:xfrm>
            <a:custGeom>
              <a:avLst/>
              <a:gdLst/>
              <a:ahLst/>
              <a:cxnLst/>
              <a:rect l="l" t="t" r="r" b="b"/>
              <a:pathLst>
                <a:path w="124286" h="124285" extrusionOk="0">
                  <a:moveTo>
                    <a:pt x="788" y="0"/>
                  </a:moveTo>
                  <a:cubicBezTo>
                    <a:pt x="478" y="930"/>
                    <a:pt x="239" y="1861"/>
                    <a:pt x="1" y="2791"/>
                  </a:cubicBezTo>
                  <a:lnTo>
                    <a:pt x="121495" y="124285"/>
                  </a:lnTo>
                  <a:cubicBezTo>
                    <a:pt x="122425" y="124023"/>
                    <a:pt x="123355" y="123784"/>
                    <a:pt x="124285" y="123498"/>
                  </a:cubicBezTo>
                  <a:lnTo>
                    <a:pt x="788" y="0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9" name="Google Shape;159;p10"/>
            <p:cNvSpPr/>
            <p:nvPr/>
          </p:nvSpPr>
          <p:spPr>
            <a:xfrm>
              <a:off x="1372175" y="2395975"/>
              <a:ext cx="2906775" cy="2906800"/>
            </a:xfrm>
            <a:custGeom>
              <a:avLst/>
              <a:gdLst/>
              <a:ahLst/>
              <a:cxnLst/>
              <a:rect l="l" t="t" r="r" b="b"/>
              <a:pathLst>
                <a:path w="116271" h="116272" extrusionOk="0">
                  <a:moveTo>
                    <a:pt x="501" y="1"/>
                  </a:moveTo>
                  <a:cubicBezTo>
                    <a:pt x="334" y="1002"/>
                    <a:pt x="143" y="2052"/>
                    <a:pt x="0" y="3054"/>
                  </a:cubicBezTo>
                  <a:lnTo>
                    <a:pt x="113218" y="116272"/>
                  </a:lnTo>
                  <a:cubicBezTo>
                    <a:pt x="114220" y="116129"/>
                    <a:pt x="115269" y="115962"/>
                    <a:pt x="116271" y="115771"/>
                  </a:cubicBezTo>
                  <a:lnTo>
                    <a:pt x="501" y="1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0" name="Google Shape;160;p10"/>
            <p:cNvSpPr/>
            <p:nvPr/>
          </p:nvSpPr>
          <p:spPr>
            <a:xfrm>
              <a:off x="1347125" y="2675025"/>
              <a:ext cx="2653375" cy="2654000"/>
            </a:xfrm>
            <a:custGeom>
              <a:avLst/>
              <a:gdLst/>
              <a:ahLst/>
              <a:cxnLst/>
              <a:rect l="l" t="t" r="r" b="b"/>
              <a:pathLst>
                <a:path w="106135" h="106160" extrusionOk="0">
                  <a:moveTo>
                    <a:pt x="144" y="1"/>
                  </a:moveTo>
                  <a:cubicBezTo>
                    <a:pt x="72" y="1146"/>
                    <a:pt x="1" y="2290"/>
                    <a:pt x="1" y="3459"/>
                  </a:cubicBezTo>
                  <a:lnTo>
                    <a:pt x="102676" y="106159"/>
                  </a:lnTo>
                  <a:cubicBezTo>
                    <a:pt x="103821" y="106111"/>
                    <a:pt x="104966" y="106064"/>
                    <a:pt x="106135" y="105992"/>
                  </a:cubicBezTo>
                  <a:lnTo>
                    <a:pt x="144" y="1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1" name="Google Shape;161;p10"/>
            <p:cNvSpPr/>
            <p:nvPr/>
          </p:nvSpPr>
          <p:spPr>
            <a:xfrm>
              <a:off x="1349525" y="2987475"/>
              <a:ext cx="2337350" cy="2337375"/>
            </a:xfrm>
            <a:custGeom>
              <a:avLst/>
              <a:gdLst/>
              <a:ahLst/>
              <a:cxnLst/>
              <a:rect l="l" t="t" r="r" b="b"/>
              <a:pathLst>
                <a:path w="93494" h="93495" extrusionOk="0">
                  <a:moveTo>
                    <a:pt x="0" y="0"/>
                  </a:moveTo>
                  <a:lnTo>
                    <a:pt x="0" y="0"/>
                  </a:lnTo>
                  <a:cubicBezTo>
                    <a:pt x="72" y="1288"/>
                    <a:pt x="167" y="2600"/>
                    <a:pt x="334" y="3912"/>
                  </a:cubicBezTo>
                  <a:lnTo>
                    <a:pt x="89606" y="93184"/>
                  </a:lnTo>
                  <a:cubicBezTo>
                    <a:pt x="90894" y="93327"/>
                    <a:pt x="92182" y="93446"/>
                    <a:pt x="93493" y="9349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2" name="Google Shape;162;p10"/>
            <p:cNvSpPr/>
            <p:nvPr/>
          </p:nvSpPr>
          <p:spPr>
            <a:xfrm>
              <a:off x="1398400" y="3351200"/>
              <a:ext cx="1924750" cy="1924750"/>
            </a:xfrm>
            <a:custGeom>
              <a:avLst/>
              <a:gdLst/>
              <a:ahLst/>
              <a:cxnLst/>
              <a:rect l="l" t="t" r="r" b="b"/>
              <a:pathLst>
                <a:path w="76990" h="76990" extrusionOk="0">
                  <a:moveTo>
                    <a:pt x="1" y="0"/>
                  </a:moveTo>
                  <a:lnTo>
                    <a:pt x="1" y="0"/>
                  </a:lnTo>
                  <a:cubicBezTo>
                    <a:pt x="335" y="1550"/>
                    <a:pt x="716" y="3125"/>
                    <a:pt x="1122" y="4675"/>
                  </a:cubicBezTo>
                  <a:lnTo>
                    <a:pt x="72339" y="75892"/>
                  </a:lnTo>
                  <a:cubicBezTo>
                    <a:pt x="73889" y="76298"/>
                    <a:pt x="75439" y="76679"/>
                    <a:pt x="76990" y="76989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3" name="Google Shape;163;p10"/>
            <p:cNvSpPr/>
            <p:nvPr/>
          </p:nvSpPr>
          <p:spPr>
            <a:xfrm>
              <a:off x="1543300" y="3809125"/>
              <a:ext cx="1323125" cy="1323125"/>
            </a:xfrm>
            <a:custGeom>
              <a:avLst/>
              <a:gdLst/>
              <a:ahLst/>
              <a:cxnLst/>
              <a:rect l="l" t="t" r="r" b="b"/>
              <a:pathLst>
                <a:path w="52925" h="52925" extrusionOk="0">
                  <a:moveTo>
                    <a:pt x="0" y="0"/>
                  </a:moveTo>
                  <a:lnTo>
                    <a:pt x="0" y="0"/>
                  </a:lnTo>
                  <a:cubicBezTo>
                    <a:pt x="954" y="2314"/>
                    <a:pt x="2004" y="4556"/>
                    <a:pt x="3173" y="6750"/>
                  </a:cubicBezTo>
                  <a:lnTo>
                    <a:pt x="46222" y="49824"/>
                  </a:lnTo>
                  <a:cubicBezTo>
                    <a:pt x="48417" y="50945"/>
                    <a:pt x="50635" y="51994"/>
                    <a:pt x="52924" y="5292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64" name="Google Shape;164;p10"/>
          <p:cNvSpPr/>
          <p:nvPr/>
        </p:nvSpPr>
        <p:spPr>
          <a:xfrm>
            <a:off x="-131033" y="2139367"/>
            <a:ext cx="344400" cy="344400"/>
          </a:xfrm>
          <a:prstGeom prst="ellipse">
            <a:avLst/>
          </a:prstGeom>
          <a:solidFill>
            <a:srgbClr val="00899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65" name="Google Shape;165;p10"/>
          <p:cNvSpPr/>
          <p:nvPr/>
        </p:nvSpPr>
        <p:spPr>
          <a:xfrm>
            <a:off x="-65467" y="1640700"/>
            <a:ext cx="213200" cy="213200"/>
          </a:xfrm>
          <a:prstGeom prst="ellipse">
            <a:avLst/>
          </a:prstGeom>
          <a:solidFill>
            <a:srgbClr val="00899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66" name="Google Shape;166;p10"/>
          <p:cNvSpPr txBox="1">
            <a:spLocks noGrp="1"/>
          </p:cNvSpPr>
          <p:nvPr>
            <p:ph type="title"/>
          </p:nvPr>
        </p:nvSpPr>
        <p:spPr>
          <a:xfrm>
            <a:off x="3161400" y="3835033"/>
            <a:ext cx="5869200" cy="4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accent5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5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5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5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5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5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5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5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167" name="Google Shape;167;p10"/>
          <p:cNvSpPr txBox="1">
            <a:spLocks noGrp="1"/>
          </p:cNvSpPr>
          <p:nvPr>
            <p:ph type="subTitle" idx="1"/>
          </p:nvPr>
        </p:nvSpPr>
        <p:spPr>
          <a:xfrm>
            <a:off x="3161300" y="2463900"/>
            <a:ext cx="5869200" cy="12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267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267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267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267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267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267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267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267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267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773317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1"/>
          <p:cNvSpPr txBox="1">
            <a:spLocks noGrp="1"/>
          </p:cNvSpPr>
          <p:nvPr>
            <p:ph type="title" hasCustomPrompt="1"/>
          </p:nvPr>
        </p:nvSpPr>
        <p:spPr>
          <a:xfrm>
            <a:off x="415600" y="2380833"/>
            <a:ext cx="11360800" cy="153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7210"/>
              </a:buClr>
              <a:buSzPts val="12000"/>
              <a:buNone/>
              <a:defRPr sz="9333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7210"/>
              </a:buClr>
              <a:buSzPts val="12000"/>
              <a:buNone/>
              <a:defRPr sz="16000">
                <a:solidFill>
                  <a:srgbClr val="FF7210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7210"/>
              </a:buClr>
              <a:buSzPts val="12000"/>
              <a:buNone/>
              <a:defRPr sz="16000">
                <a:solidFill>
                  <a:srgbClr val="FF7210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7210"/>
              </a:buClr>
              <a:buSzPts val="12000"/>
              <a:buNone/>
              <a:defRPr sz="16000">
                <a:solidFill>
                  <a:srgbClr val="FF7210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7210"/>
              </a:buClr>
              <a:buSzPts val="12000"/>
              <a:buNone/>
              <a:defRPr sz="16000">
                <a:solidFill>
                  <a:srgbClr val="FF7210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7210"/>
              </a:buClr>
              <a:buSzPts val="12000"/>
              <a:buNone/>
              <a:defRPr sz="16000">
                <a:solidFill>
                  <a:srgbClr val="FF7210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7210"/>
              </a:buClr>
              <a:buSzPts val="12000"/>
              <a:buNone/>
              <a:defRPr sz="16000">
                <a:solidFill>
                  <a:srgbClr val="FF7210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7210"/>
              </a:buClr>
              <a:buSzPts val="12000"/>
              <a:buNone/>
              <a:defRPr sz="16000">
                <a:solidFill>
                  <a:srgbClr val="FF7210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7210"/>
              </a:buClr>
              <a:buSzPts val="12000"/>
              <a:buNone/>
              <a:defRPr sz="16000">
                <a:solidFill>
                  <a:srgbClr val="FF7210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70" name="Google Shape;170;p11"/>
          <p:cNvSpPr txBox="1">
            <a:spLocks noGrp="1"/>
          </p:cNvSpPr>
          <p:nvPr>
            <p:ph type="subTitle" idx="1"/>
          </p:nvPr>
        </p:nvSpPr>
        <p:spPr>
          <a:xfrm>
            <a:off x="3350467" y="3767167"/>
            <a:ext cx="5491200" cy="71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9pPr>
          </a:lstStyle>
          <a:p>
            <a:endParaRPr/>
          </a:p>
        </p:txBody>
      </p:sp>
      <p:sp>
        <p:nvSpPr>
          <p:cNvPr id="171" name="Google Shape;171;p11"/>
          <p:cNvSpPr/>
          <p:nvPr/>
        </p:nvSpPr>
        <p:spPr>
          <a:xfrm>
            <a:off x="10360799" y="-704433"/>
            <a:ext cx="1546000" cy="1546000"/>
          </a:xfrm>
          <a:prstGeom prst="donut">
            <a:avLst>
              <a:gd name="adj" fmla="val 17842"/>
            </a:avLst>
          </a:prstGeom>
          <a:solidFill>
            <a:srgbClr val="00BBC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72" name="Google Shape;172;p11"/>
          <p:cNvGrpSpPr/>
          <p:nvPr/>
        </p:nvGrpSpPr>
        <p:grpSpPr>
          <a:xfrm>
            <a:off x="-511377" y="5320745"/>
            <a:ext cx="2290248" cy="2290800"/>
            <a:chOff x="1347125" y="349025"/>
            <a:chExt cx="4978800" cy="4980000"/>
          </a:xfrm>
        </p:grpSpPr>
        <p:sp>
          <p:nvSpPr>
            <p:cNvPr id="173" name="Google Shape;173;p11"/>
            <p:cNvSpPr/>
            <p:nvPr/>
          </p:nvSpPr>
          <p:spPr>
            <a:xfrm>
              <a:off x="4756525" y="523725"/>
              <a:ext cx="1394100" cy="1393475"/>
            </a:xfrm>
            <a:custGeom>
              <a:avLst/>
              <a:gdLst/>
              <a:ahLst/>
              <a:cxnLst/>
              <a:rect l="l" t="t" r="r" b="b"/>
              <a:pathLst>
                <a:path w="55764" h="55739" extrusionOk="0">
                  <a:moveTo>
                    <a:pt x="1" y="0"/>
                  </a:moveTo>
                  <a:lnTo>
                    <a:pt x="55763" y="55739"/>
                  </a:lnTo>
                  <a:cubicBezTo>
                    <a:pt x="54928" y="53568"/>
                    <a:pt x="53998" y="51446"/>
                    <a:pt x="52973" y="49371"/>
                  </a:cubicBezTo>
                  <a:lnTo>
                    <a:pt x="6417" y="2815"/>
                  </a:lnTo>
                  <a:cubicBezTo>
                    <a:pt x="4318" y="1789"/>
                    <a:pt x="2195" y="859"/>
                    <a:pt x="1" y="0"/>
                  </a:cubicBez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4" name="Google Shape;174;p11"/>
            <p:cNvSpPr/>
            <p:nvPr/>
          </p:nvSpPr>
          <p:spPr>
            <a:xfrm>
              <a:off x="4312325" y="393150"/>
              <a:ext cx="1968875" cy="1968875"/>
            </a:xfrm>
            <a:custGeom>
              <a:avLst/>
              <a:gdLst/>
              <a:ahLst/>
              <a:cxnLst/>
              <a:rect l="l" t="t" r="r" b="b"/>
              <a:pathLst>
                <a:path w="78755" h="78755" extrusionOk="0">
                  <a:moveTo>
                    <a:pt x="0" y="0"/>
                  </a:moveTo>
                  <a:lnTo>
                    <a:pt x="78754" y="78754"/>
                  </a:lnTo>
                  <a:cubicBezTo>
                    <a:pt x="78492" y="77204"/>
                    <a:pt x="78158" y="75654"/>
                    <a:pt x="77753" y="74151"/>
                  </a:cubicBezTo>
                  <a:lnTo>
                    <a:pt x="4627" y="1026"/>
                  </a:lnTo>
                  <a:cubicBezTo>
                    <a:pt x="3125" y="620"/>
                    <a:pt x="1551" y="286"/>
                    <a:pt x="0" y="0"/>
                  </a:cubicBez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5" name="Google Shape;175;p11"/>
            <p:cNvSpPr/>
            <p:nvPr/>
          </p:nvSpPr>
          <p:spPr>
            <a:xfrm>
              <a:off x="3955175" y="350200"/>
              <a:ext cx="2370750" cy="2370175"/>
            </a:xfrm>
            <a:custGeom>
              <a:avLst/>
              <a:gdLst/>
              <a:ahLst/>
              <a:cxnLst/>
              <a:rect l="l" t="t" r="r" b="b"/>
              <a:pathLst>
                <a:path w="94830" h="94807" extrusionOk="0">
                  <a:moveTo>
                    <a:pt x="0" y="1"/>
                  </a:moveTo>
                  <a:lnTo>
                    <a:pt x="94829" y="94806"/>
                  </a:lnTo>
                  <a:lnTo>
                    <a:pt x="94829" y="94806"/>
                  </a:lnTo>
                  <a:cubicBezTo>
                    <a:pt x="94734" y="93542"/>
                    <a:pt x="94662" y="92254"/>
                    <a:pt x="94567" y="90966"/>
                  </a:cubicBezTo>
                  <a:lnTo>
                    <a:pt x="3840" y="239"/>
                  </a:lnTo>
                  <a:cubicBezTo>
                    <a:pt x="2576" y="120"/>
                    <a:pt x="1288" y="49"/>
                    <a:pt x="0" y="1"/>
                  </a:cubicBez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6" name="Google Shape;176;p11"/>
            <p:cNvSpPr/>
            <p:nvPr/>
          </p:nvSpPr>
          <p:spPr>
            <a:xfrm>
              <a:off x="3646300" y="349025"/>
              <a:ext cx="2679625" cy="2679625"/>
            </a:xfrm>
            <a:custGeom>
              <a:avLst/>
              <a:gdLst/>
              <a:ahLst/>
              <a:cxnLst/>
              <a:rect l="l" t="t" r="r" b="b"/>
              <a:pathLst>
                <a:path w="107185" h="107185" extrusionOk="0">
                  <a:moveTo>
                    <a:pt x="3387" y="0"/>
                  </a:moveTo>
                  <a:cubicBezTo>
                    <a:pt x="2266" y="48"/>
                    <a:pt x="1145" y="119"/>
                    <a:pt x="1" y="215"/>
                  </a:cubicBezTo>
                  <a:lnTo>
                    <a:pt x="106969" y="107184"/>
                  </a:lnTo>
                  <a:cubicBezTo>
                    <a:pt x="107065" y="106063"/>
                    <a:pt x="107160" y="104942"/>
                    <a:pt x="107184" y="103797"/>
                  </a:cubicBezTo>
                  <a:lnTo>
                    <a:pt x="3387" y="0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7" name="Google Shape;177;p11"/>
            <p:cNvSpPr/>
            <p:nvPr/>
          </p:nvSpPr>
          <p:spPr>
            <a:xfrm>
              <a:off x="3370225" y="377650"/>
              <a:ext cx="2926475" cy="2927650"/>
            </a:xfrm>
            <a:custGeom>
              <a:avLst/>
              <a:gdLst/>
              <a:ahLst/>
              <a:cxnLst/>
              <a:rect l="l" t="t" r="r" b="b"/>
              <a:pathLst>
                <a:path w="117059" h="117106" extrusionOk="0">
                  <a:moveTo>
                    <a:pt x="3006" y="0"/>
                  </a:moveTo>
                  <a:cubicBezTo>
                    <a:pt x="1980" y="191"/>
                    <a:pt x="979" y="358"/>
                    <a:pt x="1" y="549"/>
                  </a:cubicBezTo>
                  <a:lnTo>
                    <a:pt x="116558" y="117106"/>
                  </a:lnTo>
                  <a:cubicBezTo>
                    <a:pt x="116748" y="116104"/>
                    <a:pt x="116939" y="115055"/>
                    <a:pt x="117058" y="114053"/>
                  </a:cubicBezTo>
                  <a:lnTo>
                    <a:pt x="3006" y="0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8" name="Google Shape;178;p11"/>
            <p:cNvSpPr/>
            <p:nvPr/>
          </p:nvSpPr>
          <p:spPr>
            <a:xfrm>
              <a:off x="3118025" y="433675"/>
              <a:ext cx="3123825" cy="3123250"/>
            </a:xfrm>
            <a:custGeom>
              <a:avLst/>
              <a:gdLst/>
              <a:ahLst/>
              <a:cxnLst/>
              <a:rect l="l" t="t" r="r" b="b"/>
              <a:pathLst>
                <a:path w="124953" h="124930" extrusionOk="0">
                  <a:moveTo>
                    <a:pt x="2815" y="1"/>
                  </a:moveTo>
                  <a:cubicBezTo>
                    <a:pt x="1861" y="239"/>
                    <a:pt x="930" y="526"/>
                    <a:pt x="0" y="788"/>
                  </a:cubicBezTo>
                  <a:lnTo>
                    <a:pt x="124141" y="124930"/>
                  </a:lnTo>
                  <a:cubicBezTo>
                    <a:pt x="124427" y="124023"/>
                    <a:pt x="124690" y="123093"/>
                    <a:pt x="124952" y="122163"/>
                  </a:cubicBezTo>
                  <a:lnTo>
                    <a:pt x="2815" y="1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9" name="Google Shape;179;p11"/>
            <p:cNvSpPr/>
            <p:nvPr/>
          </p:nvSpPr>
          <p:spPr>
            <a:xfrm>
              <a:off x="2887275" y="510600"/>
              <a:ext cx="3277050" cy="3277675"/>
            </a:xfrm>
            <a:custGeom>
              <a:avLst/>
              <a:gdLst/>
              <a:ahLst/>
              <a:cxnLst/>
              <a:rect l="l" t="t" r="r" b="b"/>
              <a:pathLst>
                <a:path w="131082" h="131107" extrusionOk="0">
                  <a:moveTo>
                    <a:pt x="2552" y="1"/>
                  </a:moveTo>
                  <a:cubicBezTo>
                    <a:pt x="2242" y="120"/>
                    <a:pt x="1980" y="215"/>
                    <a:pt x="1670" y="358"/>
                  </a:cubicBezTo>
                  <a:cubicBezTo>
                    <a:pt x="1097" y="573"/>
                    <a:pt x="549" y="812"/>
                    <a:pt x="0" y="1026"/>
                  </a:cubicBezTo>
                  <a:lnTo>
                    <a:pt x="130080" y="131107"/>
                  </a:lnTo>
                  <a:cubicBezTo>
                    <a:pt x="130461" y="130248"/>
                    <a:pt x="130795" y="129389"/>
                    <a:pt x="131082" y="128531"/>
                  </a:cubicBezTo>
                  <a:lnTo>
                    <a:pt x="2552" y="1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0" name="Google Shape;180;p11"/>
            <p:cNvSpPr/>
            <p:nvPr/>
          </p:nvSpPr>
          <p:spPr>
            <a:xfrm>
              <a:off x="2673800" y="606600"/>
              <a:ext cx="3395125" cy="3395125"/>
            </a:xfrm>
            <a:custGeom>
              <a:avLst/>
              <a:gdLst/>
              <a:ahLst/>
              <a:cxnLst/>
              <a:rect l="l" t="t" r="r" b="b"/>
              <a:pathLst>
                <a:path w="135805" h="135805" extrusionOk="0">
                  <a:moveTo>
                    <a:pt x="2362" y="1"/>
                  </a:moveTo>
                  <a:cubicBezTo>
                    <a:pt x="1551" y="358"/>
                    <a:pt x="764" y="764"/>
                    <a:pt x="1" y="1217"/>
                  </a:cubicBezTo>
                  <a:lnTo>
                    <a:pt x="134612" y="135805"/>
                  </a:lnTo>
                  <a:cubicBezTo>
                    <a:pt x="135041" y="135018"/>
                    <a:pt x="135447" y="134255"/>
                    <a:pt x="135805" y="133444"/>
                  </a:cubicBezTo>
                  <a:lnTo>
                    <a:pt x="2362" y="1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1" name="Google Shape;181;p11"/>
            <p:cNvSpPr/>
            <p:nvPr/>
          </p:nvSpPr>
          <p:spPr>
            <a:xfrm>
              <a:off x="2475850" y="718100"/>
              <a:ext cx="3482175" cy="3481600"/>
            </a:xfrm>
            <a:custGeom>
              <a:avLst/>
              <a:gdLst/>
              <a:ahLst/>
              <a:cxnLst/>
              <a:rect l="l" t="t" r="r" b="b"/>
              <a:pathLst>
                <a:path w="139287" h="139264" extrusionOk="0">
                  <a:moveTo>
                    <a:pt x="2195" y="1"/>
                  </a:moveTo>
                  <a:cubicBezTo>
                    <a:pt x="1455" y="430"/>
                    <a:pt x="740" y="859"/>
                    <a:pt x="0" y="1384"/>
                  </a:cubicBezTo>
                  <a:lnTo>
                    <a:pt x="137879" y="139263"/>
                  </a:lnTo>
                  <a:cubicBezTo>
                    <a:pt x="138380" y="138572"/>
                    <a:pt x="138833" y="137832"/>
                    <a:pt x="139286" y="137069"/>
                  </a:cubicBezTo>
                  <a:lnTo>
                    <a:pt x="2195" y="1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2" name="Google Shape;182;p11"/>
            <p:cNvSpPr/>
            <p:nvPr/>
          </p:nvSpPr>
          <p:spPr>
            <a:xfrm>
              <a:off x="2292800" y="843925"/>
              <a:ext cx="3538225" cy="3538825"/>
            </a:xfrm>
            <a:custGeom>
              <a:avLst/>
              <a:gdLst/>
              <a:ahLst/>
              <a:cxnLst/>
              <a:rect l="l" t="t" r="r" b="b"/>
              <a:pathLst>
                <a:path w="141529" h="141553" extrusionOk="0">
                  <a:moveTo>
                    <a:pt x="2004" y="0"/>
                  </a:moveTo>
                  <a:cubicBezTo>
                    <a:pt x="1312" y="549"/>
                    <a:pt x="668" y="1049"/>
                    <a:pt x="0" y="1574"/>
                  </a:cubicBezTo>
                  <a:lnTo>
                    <a:pt x="139978" y="141552"/>
                  </a:lnTo>
                  <a:cubicBezTo>
                    <a:pt x="140503" y="140861"/>
                    <a:pt x="141004" y="140193"/>
                    <a:pt x="141528" y="139525"/>
                  </a:cubicBezTo>
                  <a:lnTo>
                    <a:pt x="2004" y="0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3" name="Google Shape;183;p11"/>
            <p:cNvSpPr/>
            <p:nvPr/>
          </p:nvSpPr>
          <p:spPr>
            <a:xfrm>
              <a:off x="2124050" y="985825"/>
              <a:ext cx="3565650" cy="3565075"/>
            </a:xfrm>
            <a:custGeom>
              <a:avLst/>
              <a:gdLst/>
              <a:ahLst/>
              <a:cxnLst/>
              <a:rect l="l" t="t" r="r" b="b"/>
              <a:pathLst>
                <a:path w="142626" h="142603" extrusionOk="0">
                  <a:moveTo>
                    <a:pt x="1885" y="0"/>
                  </a:moveTo>
                  <a:cubicBezTo>
                    <a:pt x="1241" y="549"/>
                    <a:pt x="621" y="1145"/>
                    <a:pt x="1" y="1718"/>
                  </a:cubicBezTo>
                  <a:lnTo>
                    <a:pt x="140885" y="142602"/>
                  </a:lnTo>
                  <a:cubicBezTo>
                    <a:pt x="141481" y="141982"/>
                    <a:pt x="142077" y="141386"/>
                    <a:pt x="142626" y="140742"/>
                  </a:cubicBezTo>
                  <a:lnTo>
                    <a:pt x="1885" y="0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4" name="Google Shape;184;p11"/>
            <p:cNvSpPr/>
            <p:nvPr/>
          </p:nvSpPr>
          <p:spPr>
            <a:xfrm>
              <a:off x="1970825" y="1141450"/>
              <a:ext cx="3563250" cy="3563875"/>
            </a:xfrm>
            <a:custGeom>
              <a:avLst/>
              <a:gdLst/>
              <a:ahLst/>
              <a:cxnLst/>
              <a:rect l="l" t="t" r="r" b="b"/>
              <a:pathLst>
                <a:path w="142530" h="142555" extrusionOk="0">
                  <a:moveTo>
                    <a:pt x="1693" y="0"/>
                  </a:moveTo>
                  <a:cubicBezTo>
                    <a:pt x="1097" y="621"/>
                    <a:pt x="525" y="1264"/>
                    <a:pt x="0" y="1885"/>
                  </a:cubicBezTo>
                  <a:lnTo>
                    <a:pt x="140669" y="142555"/>
                  </a:lnTo>
                  <a:cubicBezTo>
                    <a:pt x="141290" y="141982"/>
                    <a:pt x="141934" y="141434"/>
                    <a:pt x="142530" y="140837"/>
                  </a:cubicBezTo>
                  <a:lnTo>
                    <a:pt x="1693" y="0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5" name="Google Shape;185;p11"/>
            <p:cNvSpPr/>
            <p:nvPr/>
          </p:nvSpPr>
          <p:spPr>
            <a:xfrm>
              <a:off x="1830100" y="1311375"/>
              <a:ext cx="3534050" cy="3534075"/>
            </a:xfrm>
            <a:custGeom>
              <a:avLst/>
              <a:gdLst/>
              <a:ahLst/>
              <a:cxnLst/>
              <a:rect l="l" t="t" r="r" b="b"/>
              <a:pathLst>
                <a:path w="141362" h="141363" extrusionOk="0">
                  <a:moveTo>
                    <a:pt x="1551" y="1"/>
                  </a:moveTo>
                  <a:cubicBezTo>
                    <a:pt x="1026" y="692"/>
                    <a:pt x="525" y="1336"/>
                    <a:pt x="0" y="2028"/>
                  </a:cubicBezTo>
                  <a:lnTo>
                    <a:pt x="139334" y="141362"/>
                  </a:lnTo>
                  <a:cubicBezTo>
                    <a:pt x="140026" y="140838"/>
                    <a:pt x="140717" y="140337"/>
                    <a:pt x="141361" y="139812"/>
                  </a:cubicBezTo>
                  <a:lnTo>
                    <a:pt x="1551" y="1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6" name="Google Shape;186;p11"/>
            <p:cNvSpPr/>
            <p:nvPr/>
          </p:nvSpPr>
          <p:spPr>
            <a:xfrm>
              <a:off x="1704875" y="1495025"/>
              <a:ext cx="3476225" cy="3475050"/>
            </a:xfrm>
            <a:custGeom>
              <a:avLst/>
              <a:gdLst/>
              <a:ahLst/>
              <a:cxnLst/>
              <a:rect l="l" t="t" r="r" b="b"/>
              <a:pathLst>
                <a:path w="139049" h="139002" extrusionOk="0">
                  <a:moveTo>
                    <a:pt x="1384" y="1"/>
                  </a:moveTo>
                  <a:cubicBezTo>
                    <a:pt x="907" y="740"/>
                    <a:pt x="454" y="1479"/>
                    <a:pt x="1" y="2219"/>
                  </a:cubicBezTo>
                  <a:lnTo>
                    <a:pt x="136783" y="139001"/>
                  </a:lnTo>
                  <a:cubicBezTo>
                    <a:pt x="137546" y="138572"/>
                    <a:pt x="138309" y="138119"/>
                    <a:pt x="139048" y="137666"/>
                  </a:cubicBezTo>
                  <a:lnTo>
                    <a:pt x="1384" y="1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7" name="Google Shape;187;p11"/>
            <p:cNvSpPr/>
            <p:nvPr/>
          </p:nvSpPr>
          <p:spPr>
            <a:xfrm>
              <a:off x="1594575" y="1694175"/>
              <a:ext cx="3386775" cy="3386800"/>
            </a:xfrm>
            <a:custGeom>
              <a:avLst/>
              <a:gdLst/>
              <a:ahLst/>
              <a:cxnLst/>
              <a:rect l="l" t="t" r="r" b="b"/>
              <a:pathLst>
                <a:path w="135471" h="135472" extrusionOk="0">
                  <a:moveTo>
                    <a:pt x="1193" y="1"/>
                  </a:moveTo>
                  <a:cubicBezTo>
                    <a:pt x="764" y="788"/>
                    <a:pt x="382" y="1575"/>
                    <a:pt x="1" y="2386"/>
                  </a:cubicBezTo>
                  <a:lnTo>
                    <a:pt x="133085" y="135471"/>
                  </a:lnTo>
                  <a:cubicBezTo>
                    <a:pt x="133896" y="135090"/>
                    <a:pt x="134683" y="134684"/>
                    <a:pt x="135471" y="134255"/>
                  </a:cubicBezTo>
                  <a:lnTo>
                    <a:pt x="1193" y="1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8" name="Google Shape;188;p11"/>
            <p:cNvSpPr/>
            <p:nvPr/>
          </p:nvSpPr>
          <p:spPr>
            <a:xfrm>
              <a:off x="1500975" y="1909425"/>
              <a:ext cx="3264525" cy="3265150"/>
            </a:xfrm>
            <a:custGeom>
              <a:avLst/>
              <a:gdLst/>
              <a:ahLst/>
              <a:cxnLst/>
              <a:rect l="l" t="t" r="r" b="b"/>
              <a:pathLst>
                <a:path w="130581" h="130606" extrusionOk="0">
                  <a:moveTo>
                    <a:pt x="978" y="1"/>
                  </a:moveTo>
                  <a:cubicBezTo>
                    <a:pt x="644" y="859"/>
                    <a:pt x="310" y="1718"/>
                    <a:pt x="0" y="2577"/>
                  </a:cubicBezTo>
                  <a:lnTo>
                    <a:pt x="128029" y="130606"/>
                  </a:lnTo>
                  <a:cubicBezTo>
                    <a:pt x="128625" y="130367"/>
                    <a:pt x="129174" y="130177"/>
                    <a:pt x="129746" y="129938"/>
                  </a:cubicBezTo>
                  <a:cubicBezTo>
                    <a:pt x="130032" y="129843"/>
                    <a:pt x="130318" y="129723"/>
                    <a:pt x="130581" y="129604"/>
                  </a:cubicBezTo>
                  <a:lnTo>
                    <a:pt x="978" y="1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9" name="Google Shape;189;p11"/>
            <p:cNvSpPr/>
            <p:nvPr/>
          </p:nvSpPr>
          <p:spPr>
            <a:xfrm>
              <a:off x="1425825" y="2142575"/>
              <a:ext cx="3107150" cy="3107125"/>
            </a:xfrm>
            <a:custGeom>
              <a:avLst/>
              <a:gdLst/>
              <a:ahLst/>
              <a:cxnLst/>
              <a:rect l="l" t="t" r="r" b="b"/>
              <a:pathLst>
                <a:path w="124286" h="124285" extrusionOk="0">
                  <a:moveTo>
                    <a:pt x="788" y="0"/>
                  </a:moveTo>
                  <a:cubicBezTo>
                    <a:pt x="478" y="930"/>
                    <a:pt x="239" y="1861"/>
                    <a:pt x="1" y="2791"/>
                  </a:cubicBezTo>
                  <a:lnTo>
                    <a:pt x="121495" y="124285"/>
                  </a:lnTo>
                  <a:cubicBezTo>
                    <a:pt x="122425" y="124023"/>
                    <a:pt x="123355" y="123784"/>
                    <a:pt x="124285" y="123498"/>
                  </a:cubicBezTo>
                  <a:lnTo>
                    <a:pt x="788" y="0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0" name="Google Shape;190;p11"/>
            <p:cNvSpPr/>
            <p:nvPr/>
          </p:nvSpPr>
          <p:spPr>
            <a:xfrm>
              <a:off x="1372175" y="2395975"/>
              <a:ext cx="2906775" cy="2906800"/>
            </a:xfrm>
            <a:custGeom>
              <a:avLst/>
              <a:gdLst/>
              <a:ahLst/>
              <a:cxnLst/>
              <a:rect l="l" t="t" r="r" b="b"/>
              <a:pathLst>
                <a:path w="116271" h="116272" extrusionOk="0">
                  <a:moveTo>
                    <a:pt x="501" y="1"/>
                  </a:moveTo>
                  <a:cubicBezTo>
                    <a:pt x="334" y="1002"/>
                    <a:pt x="143" y="2052"/>
                    <a:pt x="0" y="3054"/>
                  </a:cubicBezTo>
                  <a:lnTo>
                    <a:pt x="113218" y="116272"/>
                  </a:lnTo>
                  <a:cubicBezTo>
                    <a:pt x="114220" y="116129"/>
                    <a:pt x="115269" y="115962"/>
                    <a:pt x="116271" y="115771"/>
                  </a:cubicBezTo>
                  <a:lnTo>
                    <a:pt x="501" y="1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1" name="Google Shape;191;p11"/>
            <p:cNvSpPr/>
            <p:nvPr/>
          </p:nvSpPr>
          <p:spPr>
            <a:xfrm>
              <a:off x="1347125" y="2675025"/>
              <a:ext cx="2653375" cy="2654000"/>
            </a:xfrm>
            <a:custGeom>
              <a:avLst/>
              <a:gdLst/>
              <a:ahLst/>
              <a:cxnLst/>
              <a:rect l="l" t="t" r="r" b="b"/>
              <a:pathLst>
                <a:path w="106135" h="106160" extrusionOk="0">
                  <a:moveTo>
                    <a:pt x="144" y="1"/>
                  </a:moveTo>
                  <a:cubicBezTo>
                    <a:pt x="72" y="1146"/>
                    <a:pt x="1" y="2290"/>
                    <a:pt x="1" y="3459"/>
                  </a:cubicBezTo>
                  <a:lnTo>
                    <a:pt x="102676" y="106159"/>
                  </a:lnTo>
                  <a:cubicBezTo>
                    <a:pt x="103821" y="106111"/>
                    <a:pt x="104966" y="106064"/>
                    <a:pt x="106135" y="105992"/>
                  </a:cubicBezTo>
                  <a:lnTo>
                    <a:pt x="144" y="1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2" name="Google Shape;192;p11"/>
            <p:cNvSpPr/>
            <p:nvPr/>
          </p:nvSpPr>
          <p:spPr>
            <a:xfrm>
              <a:off x="1349525" y="2987475"/>
              <a:ext cx="2337350" cy="2337375"/>
            </a:xfrm>
            <a:custGeom>
              <a:avLst/>
              <a:gdLst/>
              <a:ahLst/>
              <a:cxnLst/>
              <a:rect l="l" t="t" r="r" b="b"/>
              <a:pathLst>
                <a:path w="93494" h="93495" extrusionOk="0">
                  <a:moveTo>
                    <a:pt x="0" y="0"/>
                  </a:moveTo>
                  <a:lnTo>
                    <a:pt x="0" y="0"/>
                  </a:lnTo>
                  <a:cubicBezTo>
                    <a:pt x="72" y="1288"/>
                    <a:pt x="167" y="2600"/>
                    <a:pt x="334" y="3912"/>
                  </a:cubicBezTo>
                  <a:lnTo>
                    <a:pt x="89606" y="93184"/>
                  </a:lnTo>
                  <a:cubicBezTo>
                    <a:pt x="90894" y="93327"/>
                    <a:pt x="92182" y="93446"/>
                    <a:pt x="93493" y="9349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3" name="Google Shape;193;p11"/>
            <p:cNvSpPr/>
            <p:nvPr/>
          </p:nvSpPr>
          <p:spPr>
            <a:xfrm>
              <a:off x="1398400" y="3351200"/>
              <a:ext cx="1924750" cy="1924750"/>
            </a:xfrm>
            <a:custGeom>
              <a:avLst/>
              <a:gdLst/>
              <a:ahLst/>
              <a:cxnLst/>
              <a:rect l="l" t="t" r="r" b="b"/>
              <a:pathLst>
                <a:path w="76990" h="76990" extrusionOk="0">
                  <a:moveTo>
                    <a:pt x="1" y="0"/>
                  </a:moveTo>
                  <a:lnTo>
                    <a:pt x="1" y="0"/>
                  </a:lnTo>
                  <a:cubicBezTo>
                    <a:pt x="335" y="1550"/>
                    <a:pt x="716" y="3125"/>
                    <a:pt x="1122" y="4675"/>
                  </a:cubicBezTo>
                  <a:lnTo>
                    <a:pt x="72339" y="75892"/>
                  </a:lnTo>
                  <a:cubicBezTo>
                    <a:pt x="73889" y="76298"/>
                    <a:pt x="75439" y="76679"/>
                    <a:pt x="76990" y="76989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4" name="Google Shape;194;p11"/>
            <p:cNvSpPr/>
            <p:nvPr/>
          </p:nvSpPr>
          <p:spPr>
            <a:xfrm>
              <a:off x="1543300" y="3809125"/>
              <a:ext cx="1323125" cy="1323125"/>
            </a:xfrm>
            <a:custGeom>
              <a:avLst/>
              <a:gdLst/>
              <a:ahLst/>
              <a:cxnLst/>
              <a:rect l="l" t="t" r="r" b="b"/>
              <a:pathLst>
                <a:path w="52925" h="52925" extrusionOk="0">
                  <a:moveTo>
                    <a:pt x="0" y="0"/>
                  </a:moveTo>
                  <a:lnTo>
                    <a:pt x="0" y="0"/>
                  </a:lnTo>
                  <a:cubicBezTo>
                    <a:pt x="954" y="2314"/>
                    <a:pt x="2004" y="4556"/>
                    <a:pt x="3173" y="6750"/>
                  </a:cubicBezTo>
                  <a:lnTo>
                    <a:pt x="46222" y="49824"/>
                  </a:lnTo>
                  <a:cubicBezTo>
                    <a:pt x="48417" y="50945"/>
                    <a:pt x="50635" y="51994"/>
                    <a:pt x="52924" y="5292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95" name="Google Shape;195;p11"/>
          <p:cNvSpPr/>
          <p:nvPr/>
        </p:nvSpPr>
        <p:spPr>
          <a:xfrm>
            <a:off x="1322333" y="5320733"/>
            <a:ext cx="1148000" cy="1148000"/>
          </a:xfrm>
          <a:prstGeom prst="ellipse">
            <a:avLst/>
          </a:prstGeom>
          <a:solidFill>
            <a:srgbClr val="00BBC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96" name="Google Shape;196;p11"/>
          <p:cNvSpPr/>
          <p:nvPr/>
        </p:nvSpPr>
        <p:spPr>
          <a:xfrm>
            <a:off x="205400" y="4477157"/>
            <a:ext cx="432800" cy="432800"/>
          </a:xfrm>
          <a:prstGeom prst="ellipse">
            <a:avLst/>
          </a:prstGeom>
          <a:solidFill>
            <a:srgbClr val="00BBC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97" name="Google Shape;197;p11"/>
          <p:cNvSpPr/>
          <p:nvPr/>
        </p:nvSpPr>
        <p:spPr>
          <a:xfrm>
            <a:off x="9585367" y="328029"/>
            <a:ext cx="311200" cy="311200"/>
          </a:xfrm>
          <a:prstGeom prst="ellipse">
            <a:avLst/>
          </a:prstGeom>
          <a:solidFill>
            <a:srgbClr val="34343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98" name="Google Shape;198;p11"/>
          <p:cNvSpPr/>
          <p:nvPr/>
        </p:nvSpPr>
        <p:spPr>
          <a:xfrm>
            <a:off x="11805200" y="639232"/>
            <a:ext cx="180800" cy="180800"/>
          </a:xfrm>
          <a:prstGeom prst="ellipse">
            <a:avLst/>
          </a:prstGeom>
          <a:solidFill>
            <a:srgbClr val="34343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55348908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695417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162645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Background 2">
    <p:bg>
      <p:bgPr>
        <a:solidFill>
          <a:schemeClr val="accent1"/>
        </a:solidFill>
        <a:effectLst/>
      </p:bgPr>
    </p:bg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07358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three columns ">
  <p:cSld name="Title &amp; three columns "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6"/>
          <p:cNvSpPr txBox="1">
            <a:spLocks noGrp="1"/>
          </p:cNvSpPr>
          <p:nvPr>
            <p:ph type="title"/>
          </p:nvPr>
        </p:nvSpPr>
        <p:spPr>
          <a:xfrm>
            <a:off x="1432200" y="512065"/>
            <a:ext cx="9327600" cy="86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BBC1"/>
              </a:buClr>
              <a:buSzPts val="2700"/>
              <a:buNone/>
              <a:defRPr sz="3600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9pPr>
          </a:lstStyle>
          <a:p>
            <a:endParaRPr/>
          </a:p>
        </p:txBody>
      </p:sp>
      <p:sp>
        <p:nvSpPr>
          <p:cNvPr id="244" name="Google Shape;244;p16"/>
          <p:cNvSpPr txBox="1">
            <a:spLocks noGrp="1"/>
          </p:cNvSpPr>
          <p:nvPr>
            <p:ph type="subTitle" idx="1"/>
          </p:nvPr>
        </p:nvSpPr>
        <p:spPr>
          <a:xfrm>
            <a:off x="797100" y="4144607"/>
            <a:ext cx="3302800" cy="13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67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67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67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67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67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67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67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67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67"/>
            </a:lvl9pPr>
          </a:lstStyle>
          <a:p>
            <a:endParaRPr/>
          </a:p>
        </p:txBody>
      </p:sp>
      <p:sp>
        <p:nvSpPr>
          <p:cNvPr id="245" name="Google Shape;245;p16"/>
          <p:cNvSpPr txBox="1">
            <a:spLocks noGrp="1"/>
          </p:cNvSpPr>
          <p:nvPr>
            <p:ph type="subTitle" idx="2"/>
          </p:nvPr>
        </p:nvSpPr>
        <p:spPr>
          <a:xfrm>
            <a:off x="4444600" y="4144600"/>
            <a:ext cx="3302800" cy="13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67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67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67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67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67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67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67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67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67"/>
            </a:lvl9pPr>
          </a:lstStyle>
          <a:p>
            <a:endParaRPr/>
          </a:p>
        </p:txBody>
      </p:sp>
      <p:sp>
        <p:nvSpPr>
          <p:cNvPr id="246" name="Google Shape;246;p16"/>
          <p:cNvSpPr txBox="1">
            <a:spLocks noGrp="1"/>
          </p:cNvSpPr>
          <p:nvPr>
            <p:ph type="subTitle" idx="3"/>
          </p:nvPr>
        </p:nvSpPr>
        <p:spPr>
          <a:xfrm>
            <a:off x="8092200" y="4144600"/>
            <a:ext cx="3302800" cy="13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67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67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67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67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67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67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67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67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67"/>
            </a:lvl9pPr>
          </a:lstStyle>
          <a:p>
            <a:endParaRPr/>
          </a:p>
        </p:txBody>
      </p:sp>
      <p:grpSp>
        <p:nvGrpSpPr>
          <p:cNvPr id="247" name="Google Shape;247;p16"/>
          <p:cNvGrpSpPr/>
          <p:nvPr/>
        </p:nvGrpSpPr>
        <p:grpSpPr>
          <a:xfrm>
            <a:off x="11089256" y="-588355"/>
            <a:ext cx="2290248" cy="2290800"/>
            <a:chOff x="1347125" y="349025"/>
            <a:chExt cx="4978800" cy="4980000"/>
          </a:xfrm>
        </p:grpSpPr>
        <p:sp>
          <p:nvSpPr>
            <p:cNvPr id="248" name="Google Shape;248;p16"/>
            <p:cNvSpPr/>
            <p:nvPr/>
          </p:nvSpPr>
          <p:spPr>
            <a:xfrm>
              <a:off x="4756525" y="523725"/>
              <a:ext cx="1394100" cy="1393475"/>
            </a:xfrm>
            <a:custGeom>
              <a:avLst/>
              <a:gdLst/>
              <a:ahLst/>
              <a:cxnLst/>
              <a:rect l="l" t="t" r="r" b="b"/>
              <a:pathLst>
                <a:path w="55764" h="55739" extrusionOk="0">
                  <a:moveTo>
                    <a:pt x="1" y="0"/>
                  </a:moveTo>
                  <a:lnTo>
                    <a:pt x="55763" y="55739"/>
                  </a:lnTo>
                  <a:cubicBezTo>
                    <a:pt x="54928" y="53568"/>
                    <a:pt x="53998" y="51446"/>
                    <a:pt x="52973" y="49371"/>
                  </a:cubicBezTo>
                  <a:lnTo>
                    <a:pt x="6417" y="2815"/>
                  </a:lnTo>
                  <a:cubicBezTo>
                    <a:pt x="4318" y="1789"/>
                    <a:pt x="2195" y="859"/>
                    <a:pt x="1" y="0"/>
                  </a:cubicBez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9" name="Google Shape;249;p16"/>
            <p:cNvSpPr/>
            <p:nvPr/>
          </p:nvSpPr>
          <p:spPr>
            <a:xfrm>
              <a:off x="4312325" y="393150"/>
              <a:ext cx="1968875" cy="1968875"/>
            </a:xfrm>
            <a:custGeom>
              <a:avLst/>
              <a:gdLst/>
              <a:ahLst/>
              <a:cxnLst/>
              <a:rect l="l" t="t" r="r" b="b"/>
              <a:pathLst>
                <a:path w="78755" h="78755" extrusionOk="0">
                  <a:moveTo>
                    <a:pt x="0" y="0"/>
                  </a:moveTo>
                  <a:lnTo>
                    <a:pt x="78754" y="78754"/>
                  </a:lnTo>
                  <a:cubicBezTo>
                    <a:pt x="78492" y="77204"/>
                    <a:pt x="78158" y="75654"/>
                    <a:pt x="77753" y="74151"/>
                  </a:cubicBezTo>
                  <a:lnTo>
                    <a:pt x="4627" y="1026"/>
                  </a:lnTo>
                  <a:cubicBezTo>
                    <a:pt x="3125" y="620"/>
                    <a:pt x="1551" y="286"/>
                    <a:pt x="0" y="0"/>
                  </a:cubicBez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0" name="Google Shape;250;p16"/>
            <p:cNvSpPr/>
            <p:nvPr/>
          </p:nvSpPr>
          <p:spPr>
            <a:xfrm>
              <a:off x="3955175" y="350200"/>
              <a:ext cx="2370750" cy="2370175"/>
            </a:xfrm>
            <a:custGeom>
              <a:avLst/>
              <a:gdLst/>
              <a:ahLst/>
              <a:cxnLst/>
              <a:rect l="l" t="t" r="r" b="b"/>
              <a:pathLst>
                <a:path w="94830" h="94807" extrusionOk="0">
                  <a:moveTo>
                    <a:pt x="0" y="1"/>
                  </a:moveTo>
                  <a:lnTo>
                    <a:pt x="94829" y="94806"/>
                  </a:lnTo>
                  <a:lnTo>
                    <a:pt x="94829" y="94806"/>
                  </a:lnTo>
                  <a:cubicBezTo>
                    <a:pt x="94734" y="93542"/>
                    <a:pt x="94662" y="92254"/>
                    <a:pt x="94567" y="90966"/>
                  </a:cubicBezTo>
                  <a:lnTo>
                    <a:pt x="3840" y="239"/>
                  </a:lnTo>
                  <a:cubicBezTo>
                    <a:pt x="2576" y="120"/>
                    <a:pt x="1288" y="49"/>
                    <a:pt x="0" y="1"/>
                  </a:cubicBez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1" name="Google Shape;251;p16"/>
            <p:cNvSpPr/>
            <p:nvPr/>
          </p:nvSpPr>
          <p:spPr>
            <a:xfrm>
              <a:off x="3646300" y="349025"/>
              <a:ext cx="2679625" cy="2679625"/>
            </a:xfrm>
            <a:custGeom>
              <a:avLst/>
              <a:gdLst/>
              <a:ahLst/>
              <a:cxnLst/>
              <a:rect l="l" t="t" r="r" b="b"/>
              <a:pathLst>
                <a:path w="107185" h="107185" extrusionOk="0">
                  <a:moveTo>
                    <a:pt x="3387" y="0"/>
                  </a:moveTo>
                  <a:cubicBezTo>
                    <a:pt x="2266" y="48"/>
                    <a:pt x="1145" y="119"/>
                    <a:pt x="1" y="215"/>
                  </a:cubicBezTo>
                  <a:lnTo>
                    <a:pt x="106969" y="107184"/>
                  </a:lnTo>
                  <a:cubicBezTo>
                    <a:pt x="107065" y="106063"/>
                    <a:pt x="107160" y="104942"/>
                    <a:pt x="107184" y="103797"/>
                  </a:cubicBezTo>
                  <a:lnTo>
                    <a:pt x="3387" y="0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2" name="Google Shape;252;p16"/>
            <p:cNvSpPr/>
            <p:nvPr/>
          </p:nvSpPr>
          <p:spPr>
            <a:xfrm>
              <a:off x="3370225" y="377650"/>
              <a:ext cx="2926475" cy="2927650"/>
            </a:xfrm>
            <a:custGeom>
              <a:avLst/>
              <a:gdLst/>
              <a:ahLst/>
              <a:cxnLst/>
              <a:rect l="l" t="t" r="r" b="b"/>
              <a:pathLst>
                <a:path w="117059" h="117106" extrusionOk="0">
                  <a:moveTo>
                    <a:pt x="3006" y="0"/>
                  </a:moveTo>
                  <a:cubicBezTo>
                    <a:pt x="1980" y="191"/>
                    <a:pt x="979" y="358"/>
                    <a:pt x="1" y="549"/>
                  </a:cubicBezTo>
                  <a:lnTo>
                    <a:pt x="116558" y="117106"/>
                  </a:lnTo>
                  <a:cubicBezTo>
                    <a:pt x="116748" y="116104"/>
                    <a:pt x="116939" y="115055"/>
                    <a:pt x="117058" y="114053"/>
                  </a:cubicBezTo>
                  <a:lnTo>
                    <a:pt x="3006" y="0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3" name="Google Shape;253;p16"/>
            <p:cNvSpPr/>
            <p:nvPr/>
          </p:nvSpPr>
          <p:spPr>
            <a:xfrm>
              <a:off x="3118025" y="433675"/>
              <a:ext cx="3123825" cy="3123250"/>
            </a:xfrm>
            <a:custGeom>
              <a:avLst/>
              <a:gdLst/>
              <a:ahLst/>
              <a:cxnLst/>
              <a:rect l="l" t="t" r="r" b="b"/>
              <a:pathLst>
                <a:path w="124953" h="124930" extrusionOk="0">
                  <a:moveTo>
                    <a:pt x="2815" y="1"/>
                  </a:moveTo>
                  <a:cubicBezTo>
                    <a:pt x="1861" y="239"/>
                    <a:pt x="930" y="526"/>
                    <a:pt x="0" y="788"/>
                  </a:cubicBezTo>
                  <a:lnTo>
                    <a:pt x="124141" y="124930"/>
                  </a:lnTo>
                  <a:cubicBezTo>
                    <a:pt x="124427" y="124023"/>
                    <a:pt x="124690" y="123093"/>
                    <a:pt x="124952" y="122163"/>
                  </a:cubicBezTo>
                  <a:lnTo>
                    <a:pt x="2815" y="1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4" name="Google Shape;254;p16"/>
            <p:cNvSpPr/>
            <p:nvPr/>
          </p:nvSpPr>
          <p:spPr>
            <a:xfrm>
              <a:off x="2887275" y="510600"/>
              <a:ext cx="3277050" cy="3277675"/>
            </a:xfrm>
            <a:custGeom>
              <a:avLst/>
              <a:gdLst/>
              <a:ahLst/>
              <a:cxnLst/>
              <a:rect l="l" t="t" r="r" b="b"/>
              <a:pathLst>
                <a:path w="131082" h="131107" extrusionOk="0">
                  <a:moveTo>
                    <a:pt x="2552" y="1"/>
                  </a:moveTo>
                  <a:cubicBezTo>
                    <a:pt x="2242" y="120"/>
                    <a:pt x="1980" y="215"/>
                    <a:pt x="1670" y="358"/>
                  </a:cubicBezTo>
                  <a:cubicBezTo>
                    <a:pt x="1097" y="573"/>
                    <a:pt x="549" y="812"/>
                    <a:pt x="0" y="1026"/>
                  </a:cubicBezTo>
                  <a:lnTo>
                    <a:pt x="130080" y="131107"/>
                  </a:lnTo>
                  <a:cubicBezTo>
                    <a:pt x="130461" y="130248"/>
                    <a:pt x="130795" y="129389"/>
                    <a:pt x="131082" y="128531"/>
                  </a:cubicBezTo>
                  <a:lnTo>
                    <a:pt x="2552" y="1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5" name="Google Shape;255;p16"/>
            <p:cNvSpPr/>
            <p:nvPr/>
          </p:nvSpPr>
          <p:spPr>
            <a:xfrm>
              <a:off x="2673800" y="606600"/>
              <a:ext cx="3395125" cy="3395125"/>
            </a:xfrm>
            <a:custGeom>
              <a:avLst/>
              <a:gdLst/>
              <a:ahLst/>
              <a:cxnLst/>
              <a:rect l="l" t="t" r="r" b="b"/>
              <a:pathLst>
                <a:path w="135805" h="135805" extrusionOk="0">
                  <a:moveTo>
                    <a:pt x="2362" y="1"/>
                  </a:moveTo>
                  <a:cubicBezTo>
                    <a:pt x="1551" y="358"/>
                    <a:pt x="764" y="764"/>
                    <a:pt x="1" y="1217"/>
                  </a:cubicBezTo>
                  <a:lnTo>
                    <a:pt x="134612" y="135805"/>
                  </a:lnTo>
                  <a:cubicBezTo>
                    <a:pt x="135041" y="135018"/>
                    <a:pt x="135447" y="134255"/>
                    <a:pt x="135805" y="133444"/>
                  </a:cubicBezTo>
                  <a:lnTo>
                    <a:pt x="2362" y="1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6" name="Google Shape;256;p16"/>
            <p:cNvSpPr/>
            <p:nvPr/>
          </p:nvSpPr>
          <p:spPr>
            <a:xfrm>
              <a:off x="2475850" y="718100"/>
              <a:ext cx="3482175" cy="3481600"/>
            </a:xfrm>
            <a:custGeom>
              <a:avLst/>
              <a:gdLst/>
              <a:ahLst/>
              <a:cxnLst/>
              <a:rect l="l" t="t" r="r" b="b"/>
              <a:pathLst>
                <a:path w="139287" h="139264" extrusionOk="0">
                  <a:moveTo>
                    <a:pt x="2195" y="1"/>
                  </a:moveTo>
                  <a:cubicBezTo>
                    <a:pt x="1455" y="430"/>
                    <a:pt x="740" y="859"/>
                    <a:pt x="0" y="1384"/>
                  </a:cubicBezTo>
                  <a:lnTo>
                    <a:pt x="137879" y="139263"/>
                  </a:lnTo>
                  <a:cubicBezTo>
                    <a:pt x="138380" y="138572"/>
                    <a:pt x="138833" y="137832"/>
                    <a:pt x="139286" y="137069"/>
                  </a:cubicBezTo>
                  <a:lnTo>
                    <a:pt x="2195" y="1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7" name="Google Shape;257;p16"/>
            <p:cNvSpPr/>
            <p:nvPr/>
          </p:nvSpPr>
          <p:spPr>
            <a:xfrm>
              <a:off x="2292800" y="843925"/>
              <a:ext cx="3538225" cy="3538825"/>
            </a:xfrm>
            <a:custGeom>
              <a:avLst/>
              <a:gdLst/>
              <a:ahLst/>
              <a:cxnLst/>
              <a:rect l="l" t="t" r="r" b="b"/>
              <a:pathLst>
                <a:path w="141529" h="141553" extrusionOk="0">
                  <a:moveTo>
                    <a:pt x="2004" y="0"/>
                  </a:moveTo>
                  <a:cubicBezTo>
                    <a:pt x="1312" y="549"/>
                    <a:pt x="668" y="1049"/>
                    <a:pt x="0" y="1574"/>
                  </a:cubicBezTo>
                  <a:lnTo>
                    <a:pt x="139978" y="141552"/>
                  </a:lnTo>
                  <a:cubicBezTo>
                    <a:pt x="140503" y="140861"/>
                    <a:pt x="141004" y="140193"/>
                    <a:pt x="141528" y="139525"/>
                  </a:cubicBezTo>
                  <a:lnTo>
                    <a:pt x="2004" y="0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8" name="Google Shape;258;p16"/>
            <p:cNvSpPr/>
            <p:nvPr/>
          </p:nvSpPr>
          <p:spPr>
            <a:xfrm>
              <a:off x="2124050" y="985825"/>
              <a:ext cx="3565650" cy="3565075"/>
            </a:xfrm>
            <a:custGeom>
              <a:avLst/>
              <a:gdLst/>
              <a:ahLst/>
              <a:cxnLst/>
              <a:rect l="l" t="t" r="r" b="b"/>
              <a:pathLst>
                <a:path w="142626" h="142603" extrusionOk="0">
                  <a:moveTo>
                    <a:pt x="1885" y="0"/>
                  </a:moveTo>
                  <a:cubicBezTo>
                    <a:pt x="1241" y="549"/>
                    <a:pt x="621" y="1145"/>
                    <a:pt x="1" y="1718"/>
                  </a:cubicBezTo>
                  <a:lnTo>
                    <a:pt x="140885" y="142602"/>
                  </a:lnTo>
                  <a:cubicBezTo>
                    <a:pt x="141481" y="141982"/>
                    <a:pt x="142077" y="141386"/>
                    <a:pt x="142626" y="140742"/>
                  </a:cubicBezTo>
                  <a:lnTo>
                    <a:pt x="1885" y="0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9" name="Google Shape;259;p16"/>
            <p:cNvSpPr/>
            <p:nvPr/>
          </p:nvSpPr>
          <p:spPr>
            <a:xfrm>
              <a:off x="1970825" y="1141450"/>
              <a:ext cx="3563250" cy="3563875"/>
            </a:xfrm>
            <a:custGeom>
              <a:avLst/>
              <a:gdLst/>
              <a:ahLst/>
              <a:cxnLst/>
              <a:rect l="l" t="t" r="r" b="b"/>
              <a:pathLst>
                <a:path w="142530" h="142555" extrusionOk="0">
                  <a:moveTo>
                    <a:pt x="1693" y="0"/>
                  </a:moveTo>
                  <a:cubicBezTo>
                    <a:pt x="1097" y="621"/>
                    <a:pt x="525" y="1264"/>
                    <a:pt x="0" y="1885"/>
                  </a:cubicBezTo>
                  <a:lnTo>
                    <a:pt x="140669" y="142555"/>
                  </a:lnTo>
                  <a:cubicBezTo>
                    <a:pt x="141290" y="141982"/>
                    <a:pt x="141934" y="141434"/>
                    <a:pt x="142530" y="140837"/>
                  </a:cubicBezTo>
                  <a:lnTo>
                    <a:pt x="1693" y="0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0" name="Google Shape;260;p16"/>
            <p:cNvSpPr/>
            <p:nvPr/>
          </p:nvSpPr>
          <p:spPr>
            <a:xfrm>
              <a:off x="1830100" y="1311375"/>
              <a:ext cx="3534050" cy="3534075"/>
            </a:xfrm>
            <a:custGeom>
              <a:avLst/>
              <a:gdLst/>
              <a:ahLst/>
              <a:cxnLst/>
              <a:rect l="l" t="t" r="r" b="b"/>
              <a:pathLst>
                <a:path w="141362" h="141363" extrusionOk="0">
                  <a:moveTo>
                    <a:pt x="1551" y="1"/>
                  </a:moveTo>
                  <a:cubicBezTo>
                    <a:pt x="1026" y="692"/>
                    <a:pt x="525" y="1336"/>
                    <a:pt x="0" y="2028"/>
                  </a:cubicBezTo>
                  <a:lnTo>
                    <a:pt x="139334" y="141362"/>
                  </a:lnTo>
                  <a:cubicBezTo>
                    <a:pt x="140026" y="140838"/>
                    <a:pt x="140717" y="140337"/>
                    <a:pt x="141361" y="139812"/>
                  </a:cubicBezTo>
                  <a:lnTo>
                    <a:pt x="1551" y="1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1" name="Google Shape;261;p16"/>
            <p:cNvSpPr/>
            <p:nvPr/>
          </p:nvSpPr>
          <p:spPr>
            <a:xfrm>
              <a:off x="1704875" y="1495025"/>
              <a:ext cx="3476225" cy="3475050"/>
            </a:xfrm>
            <a:custGeom>
              <a:avLst/>
              <a:gdLst/>
              <a:ahLst/>
              <a:cxnLst/>
              <a:rect l="l" t="t" r="r" b="b"/>
              <a:pathLst>
                <a:path w="139049" h="139002" extrusionOk="0">
                  <a:moveTo>
                    <a:pt x="1384" y="1"/>
                  </a:moveTo>
                  <a:cubicBezTo>
                    <a:pt x="907" y="740"/>
                    <a:pt x="454" y="1479"/>
                    <a:pt x="1" y="2219"/>
                  </a:cubicBezTo>
                  <a:lnTo>
                    <a:pt x="136783" y="139001"/>
                  </a:lnTo>
                  <a:cubicBezTo>
                    <a:pt x="137546" y="138572"/>
                    <a:pt x="138309" y="138119"/>
                    <a:pt x="139048" y="137666"/>
                  </a:cubicBezTo>
                  <a:lnTo>
                    <a:pt x="1384" y="1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2" name="Google Shape;262;p16"/>
            <p:cNvSpPr/>
            <p:nvPr/>
          </p:nvSpPr>
          <p:spPr>
            <a:xfrm>
              <a:off x="1594575" y="1694175"/>
              <a:ext cx="3386775" cy="3386800"/>
            </a:xfrm>
            <a:custGeom>
              <a:avLst/>
              <a:gdLst/>
              <a:ahLst/>
              <a:cxnLst/>
              <a:rect l="l" t="t" r="r" b="b"/>
              <a:pathLst>
                <a:path w="135471" h="135472" extrusionOk="0">
                  <a:moveTo>
                    <a:pt x="1193" y="1"/>
                  </a:moveTo>
                  <a:cubicBezTo>
                    <a:pt x="764" y="788"/>
                    <a:pt x="382" y="1575"/>
                    <a:pt x="1" y="2386"/>
                  </a:cubicBezTo>
                  <a:lnTo>
                    <a:pt x="133085" y="135471"/>
                  </a:lnTo>
                  <a:cubicBezTo>
                    <a:pt x="133896" y="135090"/>
                    <a:pt x="134683" y="134684"/>
                    <a:pt x="135471" y="134255"/>
                  </a:cubicBezTo>
                  <a:lnTo>
                    <a:pt x="1193" y="1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3" name="Google Shape;263;p16"/>
            <p:cNvSpPr/>
            <p:nvPr/>
          </p:nvSpPr>
          <p:spPr>
            <a:xfrm>
              <a:off x="1500975" y="1909425"/>
              <a:ext cx="3264525" cy="3265150"/>
            </a:xfrm>
            <a:custGeom>
              <a:avLst/>
              <a:gdLst/>
              <a:ahLst/>
              <a:cxnLst/>
              <a:rect l="l" t="t" r="r" b="b"/>
              <a:pathLst>
                <a:path w="130581" h="130606" extrusionOk="0">
                  <a:moveTo>
                    <a:pt x="978" y="1"/>
                  </a:moveTo>
                  <a:cubicBezTo>
                    <a:pt x="644" y="859"/>
                    <a:pt x="310" y="1718"/>
                    <a:pt x="0" y="2577"/>
                  </a:cubicBezTo>
                  <a:lnTo>
                    <a:pt x="128029" y="130606"/>
                  </a:lnTo>
                  <a:cubicBezTo>
                    <a:pt x="128625" y="130367"/>
                    <a:pt x="129174" y="130177"/>
                    <a:pt x="129746" y="129938"/>
                  </a:cubicBezTo>
                  <a:cubicBezTo>
                    <a:pt x="130032" y="129843"/>
                    <a:pt x="130318" y="129723"/>
                    <a:pt x="130581" y="129604"/>
                  </a:cubicBezTo>
                  <a:lnTo>
                    <a:pt x="978" y="1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4" name="Google Shape;264;p16"/>
            <p:cNvSpPr/>
            <p:nvPr/>
          </p:nvSpPr>
          <p:spPr>
            <a:xfrm>
              <a:off x="1425825" y="2142575"/>
              <a:ext cx="3107150" cy="3107125"/>
            </a:xfrm>
            <a:custGeom>
              <a:avLst/>
              <a:gdLst/>
              <a:ahLst/>
              <a:cxnLst/>
              <a:rect l="l" t="t" r="r" b="b"/>
              <a:pathLst>
                <a:path w="124286" h="124285" extrusionOk="0">
                  <a:moveTo>
                    <a:pt x="788" y="0"/>
                  </a:moveTo>
                  <a:cubicBezTo>
                    <a:pt x="478" y="930"/>
                    <a:pt x="239" y="1861"/>
                    <a:pt x="1" y="2791"/>
                  </a:cubicBezTo>
                  <a:lnTo>
                    <a:pt x="121495" y="124285"/>
                  </a:lnTo>
                  <a:cubicBezTo>
                    <a:pt x="122425" y="124023"/>
                    <a:pt x="123355" y="123784"/>
                    <a:pt x="124285" y="123498"/>
                  </a:cubicBezTo>
                  <a:lnTo>
                    <a:pt x="788" y="0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5" name="Google Shape;265;p16"/>
            <p:cNvSpPr/>
            <p:nvPr/>
          </p:nvSpPr>
          <p:spPr>
            <a:xfrm>
              <a:off x="1372175" y="2395975"/>
              <a:ext cx="2906775" cy="2906800"/>
            </a:xfrm>
            <a:custGeom>
              <a:avLst/>
              <a:gdLst/>
              <a:ahLst/>
              <a:cxnLst/>
              <a:rect l="l" t="t" r="r" b="b"/>
              <a:pathLst>
                <a:path w="116271" h="116272" extrusionOk="0">
                  <a:moveTo>
                    <a:pt x="501" y="1"/>
                  </a:moveTo>
                  <a:cubicBezTo>
                    <a:pt x="334" y="1002"/>
                    <a:pt x="143" y="2052"/>
                    <a:pt x="0" y="3054"/>
                  </a:cubicBezTo>
                  <a:lnTo>
                    <a:pt x="113218" y="116272"/>
                  </a:lnTo>
                  <a:cubicBezTo>
                    <a:pt x="114220" y="116129"/>
                    <a:pt x="115269" y="115962"/>
                    <a:pt x="116271" y="115771"/>
                  </a:cubicBezTo>
                  <a:lnTo>
                    <a:pt x="501" y="1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6" name="Google Shape;266;p16"/>
            <p:cNvSpPr/>
            <p:nvPr/>
          </p:nvSpPr>
          <p:spPr>
            <a:xfrm>
              <a:off x="1347125" y="2675025"/>
              <a:ext cx="2653375" cy="2654000"/>
            </a:xfrm>
            <a:custGeom>
              <a:avLst/>
              <a:gdLst/>
              <a:ahLst/>
              <a:cxnLst/>
              <a:rect l="l" t="t" r="r" b="b"/>
              <a:pathLst>
                <a:path w="106135" h="106160" extrusionOk="0">
                  <a:moveTo>
                    <a:pt x="144" y="1"/>
                  </a:moveTo>
                  <a:cubicBezTo>
                    <a:pt x="72" y="1146"/>
                    <a:pt x="1" y="2290"/>
                    <a:pt x="1" y="3459"/>
                  </a:cubicBezTo>
                  <a:lnTo>
                    <a:pt x="102676" y="106159"/>
                  </a:lnTo>
                  <a:cubicBezTo>
                    <a:pt x="103821" y="106111"/>
                    <a:pt x="104966" y="106064"/>
                    <a:pt x="106135" y="105992"/>
                  </a:cubicBezTo>
                  <a:lnTo>
                    <a:pt x="144" y="1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7" name="Google Shape;267;p16"/>
            <p:cNvSpPr/>
            <p:nvPr/>
          </p:nvSpPr>
          <p:spPr>
            <a:xfrm>
              <a:off x="1349525" y="2987475"/>
              <a:ext cx="2337350" cy="2337375"/>
            </a:xfrm>
            <a:custGeom>
              <a:avLst/>
              <a:gdLst/>
              <a:ahLst/>
              <a:cxnLst/>
              <a:rect l="l" t="t" r="r" b="b"/>
              <a:pathLst>
                <a:path w="93494" h="93495" extrusionOk="0">
                  <a:moveTo>
                    <a:pt x="0" y="0"/>
                  </a:moveTo>
                  <a:lnTo>
                    <a:pt x="0" y="0"/>
                  </a:lnTo>
                  <a:cubicBezTo>
                    <a:pt x="72" y="1288"/>
                    <a:pt x="167" y="2600"/>
                    <a:pt x="334" y="3912"/>
                  </a:cubicBezTo>
                  <a:lnTo>
                    <a:pt x="89606" y="93184"/>
                  </a:lnTo>
                  <a:cubicBezTo>
                    <a:pt x="90894" y="93327"/>
                    <a:pt x="92182" y="93446"/>
                    <a:pt x="93493" y="9349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8" name="Google Shape;268;p16"/>
            <p:cNvSpPr/>
            <p:nvPr/>
          </p:nvSpPr>
          <p:spPr>
            <a:xfrm>
              <a:off x="1398400" y="3351200"/>
              <a:ext cx="1924750" cy="1924750"/>
            </a:xfrm>
            <a:custGeom>
              <a:avLst/>
              <a:gdLst/>
              <a:ahLst/>
              <a:cxnLst/>
              <a:rect l="l" t="t" r="r" b="b"/>
              <a:pathLst>
                <a:path w="76990" h="76990" extrusionOk="0">
                  <a:moveTo>
                    <a:pt x="1" y="0"/>
                  </a:moveTo>
                  <a:lnTo>
                    <a:pt x="1" y="0"/>
                  </a:lnTo>
                  <a:cubicBezTo>
                    <a:pt x="335" y="1550"/>
                    <a:pt x="716" y="3125"/>
                    <a:pt x="1122" y="4675"/>
                  </a:cubicBezTo>
                  <a:lnTo>
                    <a:pt x="72339" y="75892"/>
                  </a:lnTo>
                  <a:cubicBezTo>
                    <a:pt x="73889" y="76298"/>
                    <a:pt x="75439" y="76679"/>
                    <a:pt x="76990" y="76989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9" name="Google Shape;269;p16"/>
            <p:cNvSpPr/>
            <p:nvPr/>
          </p:nvSpPr>
          <p:spPr>
            <a:xfrm>
              <a:off x="1543300" y="3809125"/>
              <a:ext cx="1323125" cy="1323125"/>
            </a:xfrm>
            <a:custGeom>
              <a:avLst/>
              <a:gdLst/>
              <a:ahLst/>
              <a:cxnLst/>
              <a:rect l="l" t="t" r="r" b="b"/>
              <a:pathLst>
                <a:path w="52925" h="52925" extrusionOk="0">
                  <a:moveTo>
                    <a:pt x="0" y="0"/>
                  </a:moveTo>
                  <a:lnTo>
                    <a:pt x="0" y="0"/>
                  </a:lnTo>
                  <a:cubicBezTo>
                    <a:pt x="954" y="2314"/>
                    <a:pt x="2004" y="4556"/>
                    <a:pt x="3173" y="6750"/>
                  </a:cubicBezTo>
                  <a:lnTo>
                    <a:pt x="46222" y="49824"/>
                  </a:lnTo>
                  <a:cubicBezTo>
                    <a:pt x="48417" y="50945"/>
                    <a:pt x="50635" y="51994"/>
                    <a:pt x="52924" y="5292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70" name="Google Shape;270;p16"/>
          <p:cNvSpPr/>
          <p:nvPr/>
        </p:nvSpPr>
        <p:spPr>
          <a:xfrm rot="-6727045">
            <a:off x="-3031179" y="5407682"/>
            <a:ext cx="4229435" cy="6384935"/>
          </a:xfrm>
          <a:custGeom>
            <a:avLst/>
            <a:gdLst/>
            <a:ahLst/>
            <a:cxnLst/>
            <a:rect l="l" t="t" r="r" b="b"/>
            <a:pathLst>
              <a:path w="126885" h="191551" extrusionOk="0">
                <a:moveTo>
                  <a:pt x="16464" y="0"/>
                </a:moveTo>
                <a:cubicBezTo>
                  <a:pt x="14016" y="0"/>
                  <a:pt x="11533" y="624"/>
                  <a:pt x="9255" y="1936"/>
                </a:cubicBezTo>
                <a:cubicBezTo>
                  <a:pt x="2362" y="5919"/>
                  <a:pt x="1" y="14743"/>
                  <a:pt x="3984" y="21636"/>
                </a:cubicBezTo>
                <a:lnTo>
                  <a:pt x="97907" y="184344"/>
                </a:lnTo>
                <a:cubicBezTo>
                  <a:pt x="100593" y="188966"/>
                  <a:pt x="105447" y="191551"/>
                  <a:pt x="110431" y="191551"/>
                </a:cubicBezTo>
                <a:cubicBezTo>
                  <a:pt x="112880" y="191551"/>
                  <a:pt x="115360" y="190927"/>
                  <a:pt x="117631" y="189615"/>
                </a:cubicBezTo>
                <a:cubicBezTo>
                  <a:pt x="124524" y="185632"/>
                  <a:pt x="126885" y="176807"/>
                  <a:pt x="122902" y="169914"/>
                </a:cubicBezTo>
                <a:lnTo>
                  <a:pt x="28955" y="7207"/>
                </a:lnTo>
                <a:cubicBezTo>
                  <a:pt x="26284" y="2584"/>
                  <a:pt x="21447" y="0"/>
                  <a:pt x="16464" y="0"/>
                </a:cubicBezTo>
                <a:close/>
              </a:path>
            </a:pathLst>
          </a:custGeom>
          <a:solidFill>
            <a:srgbClr val="FF721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71" name="Google Shape;271;p16"/>
          <p:cNvSpPr/>
          <p:nvPr/>
        </p:nvSpPr>
        <p:spPr>
          <a:xfrm>
            <a:off x="1586067" y="6373667"/>
            <a:ext cx="334800" cy="334800"/>
          </a:xfrm>
          <a:prstGeom prst="ellipse">
            <a:avLst/>
          </a:prstGeom>
          <a:solidFill>
            <a:srgbClr val="FF721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72" name="Google Shape;272;p16"/>
          <p:cNvSpPr txBox="1">
            <a:spLocks noGrp="1"/>
          </p:cNvSpPr>
          <p:nvPr>
            <p:ph type="subTitle" idx="4"/>
          </p:nvPr>
        </p:nvSpPr>
        <p:spPr>
          <a:xfrm>
            <a:off x="817600" y="3698491"/>
            <a:ext cx="3261600" cy="4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273" name="Google Shape;273;p16"/>
          <p:cNvSpPr txBox="1">
            <a:spLocks noGrp="1"/>
          </p:cNvSpPr>
          <p:nvPr>
            <p:ph type="subTitle" idx="5"/>
          </p:nvPr>
        </p:nvSpPr>
        <p:spPr>
          <a:xfrm>
            <a:off x="4465200" y="3698491"/>
            <a:ext cx="3261600" cy="4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274" name="Google Shape;274;p16"/>
          <p:cNvSpPr txBox="1">
            <a:spLocks noGrp="1"/>
          </p:cNvSpPr>
          <p:nvPr>
            <p:ph type="subTitle" idx="6"/>
          </p:nvPr>
        </p:nvSpPr>
        <p:spPr>
          <a:xfrm>
            <a:off x="8112767" y="3698491"/>
            <a:ext cx="3261600" cy="4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2590711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text">
  <p:cSld name="Title &amp; text"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7"/>
          <p:cNvSpPr/>
          <p:nvPr/>
        </p:nvSpPr>
        <p:spPr>
          <a:xfrm flipH="1">
            <a:off x="-8" y="1"/>
            <a:ext cx="4702208" cy="6858049"/>
          </a:xfrm>
          <a:custGeom>
            <a:avLst/>
            <a:gdLst/>
            <a:ahLst/>
            <a:cxnLst/>
            <a:rect l="l" t="t" r="r" b="b"/>
            <a:pathLst>
              <a:path w="130629" h="190519" extrusionOk="0">
                <a:moveTo>
                  <a:pt x="74795" y="1"/>
                </a:moveTo>
                <a:lnTo>
                  <a:pt x="21418" y="19463"/>
                </a:lnTo>
                <a:cubicBezTo>
                  <a:pt x="7776" y="24447"/>
                  <a:pt x="0" y="42049"/>
                  <a:pt x="4055" y="58792"/>
                </a:cubicBezTo>
                <a:lnTo>
                  <a:pt x="36014" y="190518"/>
                </a:lnTo>
                <a:lnTo>
                  <a:pt x="130629" y="190518"/>
                </a:lnTo>
                <a:lnTo>
                  <a:pt x="130629" y="1"/>
                </a:lnTo>
                <a:close/>
              </a:path>
            </a:pathLst>
          </a:custGeom>
          <a:solidFill>
            <a:srgbClr val="00899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77" name="Google Shape;277;p17"/>
          <p:cNvSpPr txBox="1">
            <a:spLocks noGrp="1"/>
          </p:cNvSpPr>
          <p:nvPr>
            <p:ph type="title"/>
          </p:nvPr>
        </p:nvSpPr>
        <p:spPr>
          <a:xfrm>
            <a:off x="6767600" y="1615401"/>
            <a:ext cx="4464400" cy="174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BBC1"/>
              </a:buClr>
              <a:buSzPts val="2700"/>
              <a:buNone/>
              <a:defRPr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9pPr>
          </a:lstStyle>
          <a:p>
            <a:endParaRPr/>
          </a:p>
        </p:txBody>
      </p:sp>
      <p:sp>
        <p:nvSpPr>
          <p:cNvPr id="278" name="Google Shape;278;p17"/>
          <p:cNvSpPr txBox="1">
            <a:spLocks noGrp="1"/>
          </p:cNvSpPr>
          <p:nvPr>
            <p:ph type="subTitle" idx="1"/>
          </p:nvPr>
        </p:nvSpPr>
        <p:spPr>
          <a:xfrm>
            <a:off x="6767600" y="3359400"/>
            <a:ext cx="4054400" cy="103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8975543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Image">
  <p:cSld name="Background Image"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8"/>
          <p:cNvSpPr txBox="1">
            <a:spLocks noGrp="1"/>
          </p:cNvSpPr>
          <p:nvPr>
            <p:ph type="title"/>
          </p:nvPr>
        </p:nvSpPr>
        <p:spPr>
          <a:xfrm>
            <a:off x="6963600" y="4229800"/>
            <a:ext cx="4268400" cy="135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BBC1"/>
              </a:buClr>
              <a:buSzPts val="2700"/>
              <a:buNone/>
              <a:defRPr sz="360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6245968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ly title 3">
  <p:cSld name="Only title 3"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0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grpSp>
        <p:nvGrpSpPr>
          <p:cNvPr id="334" name="Google Shape;334;p20"/>
          <p:cNvGrpSpPr/>
          <p:nvPr/>
        </p:nvGrpSpPr>
        <p:grpSpPr>
          <a:xfrm>
            <a:off x="10626389" y="5072912"/>
            <a:ext cx="2290248" cy="2290800"/>
            <a:chOff x="1347125" y="349025"/>
            <a:chExt cx="4978800" cy="4980000"/>
          </a:xfrm>
        </p:grpSpPr>
        <p:sp>
          <p:nvSpPr>
            <p:cNvPr id="335" name="Google Shape;335;p20"/>
            <p:cNvSpPr/>
            <p:nvPr/>
          </p:nvSpPr>
          <p:spPr>
            <a:xfrm>
              <a:off x="4756525" y="523725"/>
              <a:ext cx="1394100" cy="1393475"/>
            </a:xfrm>
            <a:custGeom>
              <a:avLst/>
              <a:gdLst/>
              <a:ahLst/>
              <a:cxnLst/>
              <a:rect l="l" t="t" r="r" b="b"/>
              <a:pathLst>
                <a:path w="55764" h="55739" extrusionOk="0">
                  <a:moveTo>
                    <a:pt x="1" y="0"/>
                  </a:moveTo>
                  <a:lnTo>
                    <a:pt x="55763" y="55739"/>
                  </a:lnTo>
                  <a:cubicBezTo>
                    <a:pt x="54928" y="53568"/>
                    <a:pt x="53998" y="51446"/>
                    <a:pt x="52973" y="49371"/>
                  </a:cubicBezTo>
                  <a:lnTo>
                    <a:pt x="6417" y="2815"/>
                  </a:lnTo>
                  <a:cubicBezTo>
                    <a:pt x="4318" y="1789"/>
                    <a:pt x="2195" y="859"/>
                    <a:pt x="1" y="0"/>
                  </a:cubicBez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6" name="Google Shape;336;p20"/>
            <p:cNvSpPr/>
            <p:nvPr/>
          </p:nvSpPr>
          <p:spPr>
            <a:xfrm>
              <a:off x="4312325" y="393150"/>
              <a:ext cx="1968875" cy="1968875"/>
            </a:xfrm>
            <a:custGeom>
              <a:avLst/>
              <a:gdLst/>
              <a:ahLst/>
              <a:cxnLst/>
              <a:rect l="l" t="t" r="r" b="b"/>
              <a:pathLst>
                <a:path w="78755" h="78755" extrusionOk="0">
                  <a:moveTo>
                    <a:pt x="0" y="0"/>
                  </a:moveTo>
                  <a:lnTo>
                    <a:pt x="78754" y="78754"/>
                  </a:lnTo>
                  <a:cubicBezTo>
                    <a:pt x="78492" y="77204"/>
                    <a:pt x="78158" y="75654"/>
                    <a:pt x="77753" y="74151"/>
                  </a:cubicBezTo>
                  <a:lnTo>
                    <a:pt x="4627" y="1026"/>
                  </a:lnTo>
                  <a:cubicBezTo>
                    <a:pt x="3125" y="620"/>
                    <a:pt x="1551" y="286"/>
                    <a:pt x="0" y="0"/>
                  </a:cubicBez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7" name="Google Shape;337;p20"/>
            <p:cNvSpPr/>
            <p:nvPr/>
          </p:nvSpPr>
          <p:spPr>
            <a:xfrm>
              <a:off x="3955175" y="350200"/>
              <a:ext cx="2370750" cy="2370175"/>
            </a:xfrm>
            <a:custGeom>
              <a:avLst/>
              <a:gdLst/>
              <a:ahLst/>
              <a:cxnLst/>
              <a:rect l="l" t="t" r="r" b="b"/>
              <a:pathLst>
                <a:path w="94830" h="94807" extrusionOk="0">
                  <a:moveTo>
                    <a:pt x="0" y="1"/>
                  </a:moveTo>
                  <a:lnTo>
                    <a:pt x="94829" y="94806"/>
                  </a:lnTo>
                  <a:lnTo>
                    <a:pt x="94829" y="94806"/>
                  </a:lnTo>
                  <a:cubicBezTo>
                    <a:pt x="94734" y="93542"/>
                    <a:pt x="94662" y="92254"/>
                    <a:pt x="94567" y="90966"/>
                  </a:cubicBezTo>
                  <a:lnTo>
                    <a:pt x="3840" y="239"/>
                  </a:lnTo>
                  <a:cubicBezTo>
                    <a:pt x="2576" y="120"/>
                    <a:pt x="1288" y="49"/>
                    <a:pt x="0" y="1"/>
                  </a:cubicBez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8" name="Google Shape;338;p20"/>
            <p:cNvSpPr/>
            <p:nvPr/>
          </p:nvSpPr>
          <p:spPr>
            <a:xfrm>
              <a:off x="3646300" y="349025"/>
              <a:ext cx="2679625" cy="2679625"/>
            </a:xfrm>
            <a:custGeom>
              <a:avLst/>
              <a:gdLst/>
              <a:ahLst/>
              <a:cxnLst/>
              <a:rect l="l" t="t" r="r" b="b"/>
              <a:pathLst>
                <a:path w="107185" h="107185" extrusionOk="0">
                  <a:moveTo>
                    <a:pt x="3387" y="0"/>
                  </a:moveTo>
                  <a:cubicBezTo>
                    <a:pt x="2266" y="48"/>
                    <a:pt x="1145" y="119"/>
                    <a:pt x="1" y="215"/>
                  </a:cubicBezTo>
                  <a:lnTo>
                    <a:pt x="106969" y="107184"/>
                  </a:lnTo>
                  <a:cubicBezTo>
                    <a:pt x="107065" y="106063"/>
                    <a:pt x="107160" y="104942"/>
                    <a:pt x="107184" y="103797"/>
                  </a:cubicBezTo>
                  <a:lnTo>
                    <a:pt x="3387" y="0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9" name="Google Shape;339;p20"/>
            <p:cNvSpPr/>
            <p:nvPr/>
          </p:nvSpPr>
          <p:spPr>
            <a:xfrm>
              <a:off x="3370225" y="377650"/>
              <a:ext cx="2926475" cy="2927650"/>
            </a:xfrm>
            <a:custGeom>
              <a:avLst/>
              <a:gdLst/>
              <a:ahLst/>
              <a:cxnLst/>
              <a:rect l="l" t="t" r="r" b="b"/>
              <a:pathLst>
                <a:path w="117059" h="117106" extrusionOk="0">
                  <a:moveTo>
                    <a:pt x="3006" y="0"/>
                  </a:moveTo>
                  <a:cubicBezTo>
                    <a:pt x="1980" y="191"/>
                    <a:pt x="979" y="358"/>
                    <a:pt x="1" y="549"/>
                  </a:cubicBezTo>
                  <a:lnTo>
                    <a:pt x="116558" y="117106"/>
                  </a:lnTo>
                  <a:cubicBezTo>
                    <a:pt x="116748" y="116104"/>
                    <a:pt x="116939" y="115055"/>
                    <a:pt x="117058" y="114053"/>
                  </a:cubicBezTo>
                  <a:lnTo>
                    <a:pt x="3006" y="0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0" name="Google Shape;340;p20"/>
            <p:cNvSpPr/>
            <p:nvPr/>
          </p:nvSpPr>
          <p:spPr>
            <a:xfrm>
              <a:off x="3118025" y="433675"/>
              <a:ext cx="3123825" cy="3123250"/>
            </a:xfrm>
            <a:custGeom>
              <a:avLst/>
              <a:gdLst/>
              <a:ahLst/>
              <a:cxnLst/>
              <a:rect l="l" t="t" r="r" b="b"/>
              <a:pathLst>
                <a:path w="124953" h="124930" extrusionOk="0">
                  <a:moveTo>
                    <a:pt x="2815" y="1"/>
                  </a:moveTo>
                  <a:cubicBezTo>
                    <a:pt x="1861" y="239"/>
                    <a:pt x="930" y="526"/>
                    <a:pt x="0" y="788"/>
                  </a:cubicBezTo>
                  <a:lnTo>
                    <a:pt x="124141" y="124930"/>
                  </a:lnTo>
                  <a:cubicBezTo>
                    <a:pt x="124427" y="124023"/>
                    <a:pt x="124690" y="123093"/>
                    <a:pt x="124952" y="122163"/>
                  </a:cubicBezTo>
                  <a:lnTo>
                    <a:pt x="2815" y="1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1" name="Google Shape;341;p20"/>
            <p:cNvSpPr/>
            <p:nvPr/>
          </p:nvSpPr>
          <p:spPr>
            <a:xfrm>
              <a:off x="2887275" y="510600"/>
              <a:ext cx="3277050" cy="3277675"/>
            </a:xfrm>
            <a:custGeom>
              <a:avLst/>
              <a:gdLst/>
              <a:ahLst/>
              <a:cxnLst/>
              <a:rect l="l" t="t" r="r" b="b"/>
              <a:pathLst>
                <a:path w="131082" h="131107" extrusionOk="0">
                  <a:moveTo>
                    <a:pt x="2552" y="1"/>
                  </a:moveTo>
                  <a:cubicBezTo>
                    <a:pt x="2242" y="120"/>
                    <a:pt x="1980" y="215"/>
                    <a:pt x="1670" y="358"/>
                  </a:cubicBezTo>
                  <a:cubicBezTo>
                    <a:pt x="1097" y="573"/>
                    <a:pt x="549" y="812"/>
                    <a:pt x="0" y="1026"/>
                  </a:cubicBezTo>
                  <a:lnTo>
                    <a:pt x="130080" y="131107"/>
                  </a:lnTo>
                  <a:cubicBezTo>
                    <a:pt x="130461" y="130248"/>
                    <a:pt x="130795" y="129389"/>
                    <a:pt x="131082" y="128531"/>
                  </a:cubicBezTo>
                  <a:lnTo>
                    <a:pt x="2552" y="1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2" name="Google Shape;342;p20"/>
            <p:cNvSpPr/>
            <p:nvPr/>
          </p:nvSpPr>
          <p:spPr>
            <a:xfrm>
              <a:off x="2673800" y="606600"/>
              <a:ext cx="3395125" cy="3395125"/>
            </a:xfrm>
            <a:custGeom>
              <a:avLst/>
              <a:gdLst/>
              <a:ahLst/>
              <a:cxnLst/>
              <a:rect l="l" t="t" r="r" b="b"/>
              <a:pathLst>
                <a:path w="135805" h="135805" extrusionOk="0">
                  <a:moveTo>
                    <a:pt x="2362" y="1"/>
                  </a:moveTo>
                  <a:cubicBezTo>
                    <a:pt x="1551" y="358"/>
                    <a:pt x="764" y="764"/>
                    <a:pt x="1" y="1217"/>
                  </a:cubicBezTo>
                  <a:lnTo>
                    <a:pt x="134612" y="135805"/>
                  </a:lnTo>
                  <a:cubicBezTo>
                    <a:pt x="135041" y="135018"/>
                    <a:pt x="135447" y="134255"/>
                    <a:pt x="135805" y="133444"/>
                  </a:cubicBezTo>
                  <a:lnTo>
                    <a:pt x="2362" y="1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3" name="Google Shape;343;p20"/>
            <p:cNvSpPr/>
            <p:nvPr/>
          </p:nvSpPr>
          <p:spPr>
            <a:xfrm>
              <a:off x="2475850" y="718100"/>
              <a:ext cx="3482175" cy="3481600"/>
            </a:xfrm>
            <a:custGeom>
              <a:avLst/>
              <a:gdLst/>
              <a:ahLst/>
              <a:cxnLst/>
              <a:rect l="l" t="t" r="r" b="b"/>
              <a:pathLst>
                <a:path w="139287" h="139264" extrusionOk="0">
                  <a:moveTo>
                    <a:pt x="2195" y="1"/>
                  </a:moveTo>
                  <a:cubicBezTo>
                    <a:pt x="1455" y="430"/>
                    <a:pt x="740" y="859"/>
                    <a:pt x="0" y="1384"/>
                  </a:cubicBezTo>
                  <a:lnTo>
                    <a:pt x="137879" y="139263"/>
                  </a:lnTo>
                  <a:cubicBezTo>
                    <a:pt x="138380" y="138572"/>
                    <a:pt x="138833" y="137832"/>
                    <a:pt x="139286" y="137069"/>
                  </a:cubicBezTo>
                  <a:lnTo>
                    <a:pt x="2195" y="1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4" name="Google Shape;344;p20"/>
            <p:cNvSpPr/>
            <p:nvPr/>
          </p:nvSpPr>
          <p:spPr>
            <a:xfrm>
              <a:off x="2292800" y="843925"/>
              <a:ext cx="3538225" cy="3538825"/>
            </a:xfrm>
            <a:custGeom>
              <a:avLst/>
              <a:gdLst/>
              <a:ahLst/>
              <a:cxnLst/>
              <a:rect l="l" t="t" r="r" b="b"/>
              <a:pathLst>
                <a:path w="141529" h="141553" extrusionOk="0">
                  <a:moveTo>
                    <a:pt x="2004" y="0"/>
                  </a:moveTo>
                  <a:cubicBezTo>
                    <a:pt x="1312" y="549"/>
                    <a:pt x="668" y="1049"/>
                    <a:pt x="0" y="1574"/>
                  </a:cubicBezTo>
                  <a:lnTo>
                    <a:pt x="139978" y="141552"/>
                  </a:lnTo>
                  <a:cubicBezTo>
                    <a:pt x="140503" y="140861"/>
                    <a:pt x="141004" y="140193"/>
                    <a:pt x="141528" y="139525"/>
                  </a:cubicBezTo>
                  <a:lnTo>
                    <a:pt x="2004" y="0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5" name="Google Shape;345;p20"/>
            <p:cNvSpPr/>
            <p:nvPr/>
          </p:nvSpPr>
          <p:spPr>
            <a:xfrm>
              <a:off x="2124050" y="985825"/>
              <a:ext cx="3565650" cy="3565075"/>
            </a:xfrm>
            <a:custGeom>
              <a:avLst/>
              <a:gdLst/>
              <a:ahLst/>
              <a:cxnLst/>
              <a:rect l="l" t="t" r="r" b="b"/>
              <a:pathLst>
                <a:path w="142626" h="142603" extrusionOk="0">
                  <a:moveTo>
                    <a:pt x="1885" y="0"/>
                  </a:moveTo>
                  <a:cubicBezTo>
                    <a:pt x="1241" y="549"/>
                    <a:pt x="621" y="1145"/>
                    <a:pt x="1" y="1718"/>
                  </a:cubicBezTo>
                  <a:lnTo>
                    <a:pt x="140885" y="142602"/>
                  </a:lnTo>
                  <a:cubicBezTo>
                    <a:pt x="141481" y="141982"/>
                    <a:pt x="142077" y="141386"/>
                    <a:pt x="142626" y="140742"/>
                  </a:cubicBezTo>
                  <a:lnTo>
                    <a:pt x="1885" y="0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6" name="Google Shape;346;p20"/>
            <p:cNvSpPr/>
            <p:nvPr/>
          </p:nvSpPr>
          <p:spPr>
            <a:xfrm>
              <a:off x="1970825" y="1141450"/>
              <a:ext cx="3563250" cy="3563875"/>
            </a:xfrm>
            <a:custGeom>
              <a:avLst/>
              <a:gdLst/>
              <a:ahLst/>
              <a:cxnLst/>
              <a:rect l="l" t="t" r="r" b="b"/>
              <a:pathLst>
                <a:path w="142530" h="142555" extrusionOk="0">
                  <a:moveTo>
                    <a:pt x="1693" y="0"/>
                  </a:moveTo>
                  <a:cubicBezTo>
                    <a:pt x="1097" y="621"/>
                    <a:pt x="525" y="1264"/>
                    <a:pt x="0" y="1885"/>
                  </a:cubicBezTo>
                  <a:lnTo>
                    <a:pt x="140669" y="142555"/>
                  </a:lnTo>
                  <a:cubicBezTo>
                    <a:pt x="141290" y="141982"/>
                    <a:pt x="141934" y="141434"/>
                    <a:pt x="142530" y="140837"/>
                  </a:cubicBezTo>
                  <a:lnTo>
                    <a:pt x="1693" y="0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7" name="Google Shape;347;p20"/>
            <p:cNvSpPr/>
            <p:nvPr/>
          </p:nvSpPr>
          <p:spPr>
            <a:xfrm>
              <a:off x="1830100" y="1311375"/>
              <a:ext cx="3534050" cy="3534075"/>
            </a:xfrm>
            <a:custGeom>
              <a:avLst/>
              <a:gdLst/>
              <a:ahLst/>
              <a:cxnLst/>
              <a:rect l="l" t="t" r="r" b="b"/>
              <a:pathLst>
                <a:path w="141362" h="141363" extrusionOk="0">
                  <a:moveTo>
                    <a:pt x="1551" y="1"/>
                  </a:moveTo>
                  <a:cubicBezTo>
                    <a:pt x="1026" y="692"/>
                    <a:pt x="525" y="1336"/>
                    <a:pt x="0" y="2028"/>
                  </a:cubicBezTo>
                  <a:lnTo>
                    <a:pt x="139334" y="141362"/>
                  </a:lnTo>
                  <a:cubicBezTo>
                    <a:pt x="140026" y="140838"/>
                    <a:pt x="140717" y="140337"/>
                    <a:pt x="141361" y="139812"/>
                  </a:cubicBezTo>
                  <a:lnTo>
                    <a:pt x="1551" y="1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8" name="Google Shape;348;p20"/>
            <p:cNvSpPr/>
            <p:nvPr/>
          </p:nvSpPr>
          <p:spPr>
            <a:xfrm>
              <a:off x="1704875" y="1495025"/>
              <a:ext cx="3476225" cy="3475050"/>
            </a:xfrm>
            <a:custGeom>
              <a:avLst/>
              <a:gdLst/>
              <a:ahLst/>
              <a:cxnLst/>
              <a:rect l="l" t="t" r="r" b="b"/>
              <a:pathLst>
                <a:path w="139049" h="139002" extrusionOk="0">
                  <a:moveTo>
                    <a:pt x="1384" y="1"/>
                  </a:moveTo>
                  <a:cubicBezTo>
                    <a:pt x="907" y="740"/>
                    <a:pt x="454" y="1479"/>
                    <a:pt x="1" y="2219"/>
                  </a:cubicBezTo>
                  <a:lnTo>
                    <a:pt x="136783" y="139001"/>
                  </a:lnTo>
                  <a:cubicBezTo>
                    <a:pt x="137546" y="138572"/>
                    <a:pt x="138309" y="138119"/>
                    <a:pt x="139048" y="137666"/>
                  </a:cubicBezTo>
                  <a:lnTo>
                    <a:pt x="1384" y="1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9" name="Google Shape;349;p20"/>
            <p:cNvSpPr/>
            <p:nvPr/>
          </p:nvSpPr>
          <p:spPr>
            <a:xfrm>
              <a:off x="1594575" y="1694175"/>
              <a:ext cx="3386775" cy="3386800"/>
            </a:xfrm>
            <a:custGeom>
              <a:avLst/>
              <a:gdLst/>
              <a:ahLst/>
              <a:cxnLst/>
              <a:rect l="l" t="t" r="r" b="b"/>
              <a:pathLst>
                <a:path w="135471" h="135472" extrusionOk="0">
                  <a:moveTo>
                    <a:pt x="1193" y="1"/>
                  </a:moveTo>
                  <a:cubicBezTo>
                    <a:pt x="764" y="788"/>
                    <a:pt x="382" y="1575"/>
                    <a:pt x="1" y="2386"/>
                  </a:cubicBezTo>
                  <a:lnTo>
                    <a:pt x="133085" y="135471"/>
                  </a:lnTo>
                  <a:cubicBezTo>
                    <a:pt x="133896" y="135090"/>
                    <a:pt x="134683" y="134684"/>
                    <a:pt x="135471" y="134255"/>
                  </a:cubicBezTo>
                  <a:lnTo>
                    <a:pt x="1193" y="1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50" name="Google Shape;350;p20"/>
            <p:cNvSpPr/>
            <p:nvPr/>
          </p:nvSpPr>
          <p:spPr>
            <a:xfrm>
              <a:off x="1500975" y="1909425"/>
              <a:ext cx="3264525" cy="3265150"/>
            </a:xfrm>
            <a:custGeom>
              <a:avLst/>
              <a:gdLst/>
              <a:ahLst/>
              <a:cxnLst/>
              <a:rect l="l" t="t" r="r" b="b"/>
              <a:pathLst>
                <a:path w="130581" h="130606" extrusionOk="0">
                  <a:moveTo>
                    <a:pt x="978" y="1"/>
                  </a:moveTo>
                  <a:cubicBezTo>
                    <a:pt x="644" y="859"/>
                    <a:pt x="310" y="1718"/>
                    <a:pt x="0" y="2577"/>
                  </a:cubicBezTo>
                  <a:lnTo>
                    <a:pt x="128029" y="130606"/>
                  </a:lnTo>
                  <a:cubicBezTo>
                    <a:pt x="128625" y="130367"/>
                    <a:pt x="129174" y="130177"/>
                    <a:pt x="129746" y="129938"/>
                  </a:cubicBezTo>
                  <a:cubicBezTo>
                    <a:pt x="130032" y="129843"/>
                    <a:pt x="130318" y="129723"/>
                    <a:pt x="130581" y="129604"/>
                  </a:cubicBezTo>
                  <a:lnTo>
                    <a:pt x="978" y="1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51" name="Google Shape;351;p20"/>
            <p:cNvSpPr/>
            <p:nvPr/>
          </p:nvSpPr>
          <p:spPr>
            <a:xfrm>
              <a:off x="1425825" y="2142575"/>
              <a:ext cx="3107150" cy="3107125"/>
            </a:xfrm>
            <a:custGeom>
              <a:avLst/>
              <a:gdLst/>
              <a:ahLst/>
              <a:cxnLst/>
              <a:rect l="l" t="t" r="r" b="b"/>
              <a:pathLst>
                <a:path w="124286" h="124285" extrusionOk="0">
                  <a:moveTo>
                    <a:pt x="788" y="0"/>
                  </a:moveTo>
                  <a:cubicBezTo>
                    <a:pt x="478" y="930"/>
                    <a:pt x="239" y="1861"/>
                    <a:pt x="1" y="2791"/>
                  </a:cubicBezTo>
                  <a:lnTo>
                    <a:pt x="121495" y="124285"/>
                  </a:lnTo>
                  <a:cubicBezTo>
                    <a:pt x="122425" y="124023"/>
                    <a:pt x="123355" y="123784"/>
                    <a:pt x="124285" y="123498"/>
                  </a:cubicBezTo>
                  <a:lnTo>
                    <a:pt x="788" y="0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52" name="Google Shape;352;p20"/>
            <p:cNvSpPr/>
            <p:nvPr/>
          </p:nvSpPr>
          <p:spPr>
            <a:xfrm>
              <a:off x="1372175" y="2395975"/>
              <a:ext cx="2906775" cy="2906800"/>
            </a:xfrm>
            <a:custGeom>
              <a:avLst/>
              <a:gdLst/>
              <a:ahLst/>
              <a:cxnLst/>
              <a:rect l="l" t="t" r="r" b="b"/>
              <a:pathLst>
                <a:path w="116271" h="116272" extrusionOk="0">
                  <a:moveTo>
                    <a:pt x="501" y="1"/>
                  </a:moveTo>
                  <a:cubicBezTo>
                    <a:pt x="334" y="1002"/>
                    <a:pt x="143" y="2052"/>
                    <a:pt x="0" y="3054"/>
                  </a:cubicBezTo>
                  <a:lnTo>
                    <a:pt x="113218" y="116272"/>
                  </a:lnTo>
                  <a:cubicBezTo>
                    <a:pt x="114220" y="116129"/>
                    <a:pt x="115269" y="115962"/>
                    <a:pt x="116271" y="115771"/>
                  </a:cubicBezTo>
                  <a:lnTo>
                    <a:pt x="501" y="1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53" name="Google Shape;353;p20"/>
            <p:cNvSpPr/>
            <p:nvPr/>
          </p:nvSpPr>
          <p:spPr>
            <a:xfrm>
              <a:off x="1347125" y="2675025"/>
              <a:ext cx="2653375" cy="2654000"/>
            </a:xfrm>
            <a:custGeom>
              <a:avLst/>
              <a:gdLst/>
              <a:ahLst/>
              <a:cxnLst/>
              <a:rect l="l" t="t" r="r" b="b"/>
              <a:pathLst>
                <a:path w="106135" h="106160" extrusionOk="0">
                  <a:moveTo>
                    <a:pt x="144" y="1"/>
                  </a:moveTo>
                  <a:cubicBezTo>
                    <a:pt x="72" y="1146"/>
                    <a:pt x="1" y="2290"/>
                    <a:pt x="1" y="3459"/>
                  </a:cubicBezTo>
                  <a:lnTo>
                    <a:pt x="102676" y="106159"/>
                  </a:lnTo>
                  <a:cubicBezTo>
                    <a:pt x="103821" y="106111"/>
                    <a:pt x="104966" y="106064"/>
                    <a:pt x="106135" y="105992"/>
                  </a:cubicBezTo>
                  <a:lnTo>
                    <a:pt x="144" y="1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54" name="Google Shape;354;p20"/>
            <p:cNvSpPr/>
            <p:nvPr/>
          </p:nvSpPr>
          <p:spPr>
            <a:xfrm>
              <a:off x="1349525" y="2987475"/>
              <a:ext cx="2337350" cy="2337375"/>
            </a:xfrm>
            <a:custGeom>
              <a:avLst/>
              <a:gdLst/>
              <a:ahLst/>
              <a:cxnLst/>
              <a:rect l="l" t="t" r="r" b="b"/>
              <a:pathLst>
                <a:path w="93494" h="93495" extrusionOk="0">
                  <a:moveTo>
                    <a:pt x="0" y="0"/>
                  </a:moveTo>
                  <a:lnTo>
                    <a:pt x="0" y="0"/>
                  </a:lnTo>
                  <a:cubicBezTo>
                    <a:pt x="72" y="1288"/>
                    <a:pt x="167" y="2600"/>
                    <a:pt x="334" y="3912"/>
                  </a:cubicBezTo>
                  <a:lnTo>
                    <a:pt x="89606" y="93184"/>
                  </a:lnTo>
                  <a:cubicBezTo>
                    <a:pt x="90894" y="93327"/>
                    <a:pt x="92182" y="93446"/>
                    <a:pt x="93493" y="9349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55" name="Google Shape;355;p20"/>
            <p:cNvSpPr/>
            <p:nvPr/>
          </p:nvSpPr>
          <p:spPr>
            <a:xfrm>
              <a:off x="1398400" y="3351200"/>
              <a:ext cx="1924750" cy="1924750"/>
            </a:xfrm>
            <a:custGeom>
              <a:avLst/>
              <a:gdLst/>
              <a:ahLst/>
              <a:cxnLst/>
              <a:rect l="l" t="t" r="r" b="b"/>
              <a:pathLst>
                <a:path w="76990" h="76990" extrusionOk="0">
                  <a:moveTo>
                    <a:pt x="1" y="0"/>
                  </a:moveTo>
                  <a:lnTo>
                    <a:pt x="1" y="0"/>
                  </a:lnTo>
                  <a:cubicBezTo>
                    <a:pt x="335" y="1550"/>
                    <a:pt x="716" y="3125"/>
                    <a:pt x="1122" y="4675"/>
                  </a:cubicBezTo>
                  <a:lnTo>
                    <a:pt x="72339" y="75892"/>
                  </a:lnTo>
                  <a:cubicBezTo>
                    <a:pt x="73889" y="76298"/>
                    <a:pt x="75439" y="76679"/>
                    <a:pt x="76990" y="76989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56" name="Google Shape;356;p20"/>
            <p:cNvSpPr/>
            <p:nvPr/>
          </p:nvSpPr>
          <p:spPr>
            <a:xfrm>
              <a:off x="1543300" y="3809125"/>
              <a:ext cx="1323125" cy="1323125"/>
            </a:xfrm>
            <a:custGeom>
              <a:avLst/>
              <a:gdLst/>
              <a:ahLst/>
              <a:cxnLst/>
              <a:rect l="l" t="t" r="r" b="b"/>
              <a:pathLst>
                <a:path w="52925" h="52925" extrusionOk="0">
                  <a:moveTo>
                    <a:pt x="0" y="0"/>
                  </a:moveTo>
                  <a:lnTo>
                    <a:pt x="0" y="0"/>
                  </a:lnTo>
                  <a:cubicBezTo>
                    <a:pt x="954" y="2314"/>
                    <a:pt x="2004" y="4556"/>
                    <a:pt x="3173" y="6750"/>
                  </a:cubicBezTo>
                  <a:lnTo>
                    <a:pt x="46222" y="49824"/>
                  </a:lnTo>
                  <a:cubicBezTo>
                    <a:pt x="48417" y="50945"/>
                    <a:pt x="50635" y="51994"/>
                    <a:pt x="52924" y="5292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357" name="Google Shape;357;p20"/>
          <p:cNvGrpSpPr/>
          <p:nvPr/>
        </p:nvGrpSpPr>
        <p:grpSpPr>
          <a:xfrm>
            <a:off x="-53681" y="-358003"/>
            <a:ext cx="1013684" cy="1013928"/>
            <a:chOff x="1347125" y="349025"/>
            <a:chExt cx="4978800" cy="4980000"/>
          </a:xfrm>
        </p:grpSpPr>
        <p:sp>
          <p:nvSpPr>
            <p:cNvPr id="358" name="Google Shape;358;p20"/>
            <p:cNvSpPr/>
            <p:nvPr/>
          </p:nvSpPr>
          <p:spPr>
            <a:xfrm>
              <a:off x="4756525" y="523725"/>
              <a:ext cx="1394100" cy="1393475"/>
            </a:xfrm>
            <a:custGeom>
              <a:avLst/>
              <a:gdLst/>
              <a:ahLst/>
              <a:cxnLst/>
              <a:rect l="l" t="t" r="r" b="b"/>
              <a:pathLst>
                <a:path w="55764" h="55739" extrusionOk="0">
                  <a:moveTo>
                    <a:pt x="1" y="0"/>
                  </a:moveTo>
                  <a:lnTo>
                    <a:pt x="55763" y="55739"/>
                  </a:lnTo>
                  <a:cubicBezTo>
                    <a:pt x="54928" y="53568"/>
                    <a:pt x="53998" y="51446"/>
                    <a:pt x="52973" y="49371"/>
                  </a:cubicBezTo>
                  <a:lnTo>
                    <a:pt x="6417" y="2815"/>
                  </a:lnTo>
                  <a:cubicBezTo>
                    <a:pt x="4318" y="1789"/>
                    <a:pt x="2195" y="859"/>
                    <a:pt x="1" y="0"/>
                  </a:cubicBez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59" name="Google Shape;359;p20"/>
            <p:cNvSpPr/>
            <p:nvPr/>
          </p:nvSpPr>
          <p:spPr>
            <a:xfrm>
              <a:off x="4312325" y="393150"/>
              <a:ext cx="1968875" cy="1968875"/>
            </a:xfrm>
            <a:custGeom>
              <a:avLst/>
              <a:gdLst/>
              <a:ahLst/>
              <a:cxnLst/>
              <a:rect l="l" t="t" r="r" b="b"/>
              <a:pathLst>
                <a:path w="78755" h="78755" extrusionOk="0">
                  <a:moveTo>
                    <a:pt x="0" y="0"/>
                  </a:moveTo>
                  <a:lnTo>
                    <a:pt x="78754" y="78754"/>
                  </a:lnTo>
                  <a:cubicBezTo>
                    <a:pt x="78492" y="77204"/>
                    <a:pt x="78158" y="75654"/>
                    <a:pt x="77753" y="74151"/>
                  </a:cubicBezTo>
                  <a:lnTo>
                    <a:pt x="4627" y="1026"/>
                  </a:lnTo>
                  <a:cubicBezTo>
                    <a:pt x="3125" y="620"/>
                    <a:pt x="1551" y="286"/>
                    <a:pt x="0" y="0"/>
                  </a:cubicBez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0" name="Google Shape;360;p20"/>
            <p:cNvSpPr/>
            <p:nvPr/>
          </p:nvSpPr>
          <p:spPr>
            <a:xfrm>
              <a:off x="3955175" y="350200"/>
              <a:ext cx="2370750" cy="2370175"/>
            </a:xfrm>
            <a:custGeom>
              <a:avLst/>
              <a:gdLst/>
              <a:ahLst/>
              <a:cxnLst/>
              <a:rect l="l" t="t" r="r" b="b"/>
              <a:pathLst>
                <a:path w="94830" h="94807" extrusionOk="0">
                  <a:moveTo>
                    <a:pt x="0" y="1"/>
                  </a:moveTo>
                  <a:lnTo>
                    <a:pt x="94829" y="94806"/>
                  </a:lnTo>
                  <a:lnTo>
                    <a:pt x="94829" y="94806"/>
                  </a:lnTo>
                  <a:cubicBezTo>
                    <a:pt x="94734" y="93542"/>
                    <a:pt x="94662" y="92254"/>
                    <a:pt x="94567" y="90966"/>
                  </a:cubicBezTo>
                  <a:lnTo>
                    <a:pt x="3840" y="239"/>
                  </a:lnTo>
                  <a:cubicBezTo>
                    <a:pt x="2576" y="120"/>
                    <a:pt x="1288" y="49"/>
                    <a:pt x="0" y="1"/>
                  </a:cubicBez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1" name="Google Shape;361;p20"/>
            <p:cNvSpPr/>
            <p:nvPr/>
          </p:nvSpPr>
          <p:spPr>
            <a:xfrm>
              <a:off x="3646300" y="349025"/>
              <a:ext cx="2679625" cy="2679625"/>
            </a:xfrm>
            <a:custGeom>
              <a:avLst/>
              <a:gdLst/>
              <a:ahLst/>
              <a:cxnLst/>
              <a:rect l="l" t="t" r="r" b="b"/>
              <a:pathLst>
                <a:path w="107185" h="107185" extrusionOk="0">
                  <a:moveTo>
                    <a:pt x="3387" y="0"/>
                  </a:moveTo>
                  <a:cubicBezTo>
                    <a:pt x="2266" y="48"/>
                    <a:pt x="1145" y="119"/>
                    <a:pt x="1" y="215"/>
                  </a:cubicBezTo>
                  <a:lnTo>
                    <a:pt x="106969" y="107184"/>
                  </a:lnTo>
                  <a:cubicBezTo>
                    <a:pt x="107065" y="106063"/>
                    <a:pt x="107160" y="104942"/>
                    <a:pt x="107184" y="103797"/>
                  </a:cubicBezTo>
                  <a:lnTo>
                    <a:pt x="3387" y="0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2" name="Google Shape;362;p20"/>
            <p:cNvSpPr/>
            <p:nvPr/>
          </p:nvSpPr>
          <p:spPr>
            <a:xfrm>
              <a:off x="3370225" y="377650"/>
              <a:ext cx="2926475" cy="2927650"/>
            </a:xfrm>
            <a:custGeom>
              <a:avLst/>
              <a:gdLst/>
              <a:ahLst/>
              <a:cxnLst/>
              <a:rect l="l" t="t" r="r" b="b"/>
              <a:pathLst>
                <a:path w="117059" h="117106" extrusionOk="0">
                  <a:moveTo>
                    <a:pt x="3006" y="0"/>
                  </a:moveTo>
                  <a:cubicBezTo>
                    <a:pt x="1980" y="191"/>
                    <a:pt x="979" y="358"/>
                    <a:pt x="1" y="549"/>
                  </a:cubicBezTo>
                  <a:lnTo>
                    <a:pt x="116558" y="117106"/>
                  </a:lnTo>
                  <a:cubicBezTo>
                    <a:pt x="116748" y="116104"/>
                    <a:pt x="116939" y="115055"/>
                    <a:pt x="117058" y="114053"/>
                  </a:cubicBezTo>
                  <a:lnTo>
                    <a:pt x="3006" y="0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3" name="Google Shape;363;p20"/>
            <p:cNvSpPr/>
            <p:nvPr/>
          </p:nvSpPr>
          <p:spPr>
            <a:xfrm>
              <a:off x="3118025" y="433675"/>
              <a:ext cx="3123825" cy="3123250"/>
            </a:xfrm>
            <a:custGeom>
              <a:avLst/>
              <a:gdLst/>
              <a:ahLst/>
              <a:cxnLst/>
              <a:rect l="l" t="t" r="r" b="b"/>
              <a:pathLst>
                <a:path w="124953" h="124930" extrusionOk="0">
                  <a:moveTo>
                    <a:pt x="2815" y="1"/>
                  </a:moveTo>
                  <a:cubicBezTo>
                    <a:pt x="1861" y="239"/>
                    <a:pt x="930" y="526"/>
                    <a:pt x="0" y="788"/>
                  </a:cubicBezTo>
                  <a:lnTo>
                    <a:pt x="124141" y="124930"/>
                  </a:lnTo>
                  <a:cubicBezTo>
                    <a:pt x="124427" y="124023"/>
                    <a:pt x="124690" y="123093"/>
                    <a:pt x="124952" y="122163"/>
                  </a:cubicBezTo>
                  <a:lnTo>
                    <a:pt x="2815" y="1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4" name="Google Shape;364;p20"/>
            <p:cNvSpPr/>
            <p:nvPr/>
          </p:nvSpPr>
          <p:spPr>
            <a:xfrm>
              <a:off x="2887275" y="510600"/>
              <a:ext cx="3277050" cy="3277675"/>
            </a:xfrm>
            <a:custGeom>
              <a:avLst/>
              <a:gdLst/>
              <a:ahLst/>
              <a:cxnLst/>
              <a:rect l="l" t="t" r="r" b="b"/>
              <a:pathLst>
                <a:path w="131082" h="131107" extrusionOk="0">
                  <a:moveTo>
                    <a:pt x="2552" y="1"/>
                  </a:moveTo>
                  <a:cubicBezTo>
                    <a:pt x="2242" y="120"/>
                    <a:pt x="1980" y="215"/>
                    <a:pt x="1670" y="358"/>
                  </a:cubicBezTo>
                  <a:cubicBezTo>
                    <a:pt x="1097" y="573"/>
                    <a:pt x="549" y="812"/>
                    <a:pt x="0" y="1026"/>
                  </a:cubicBezTo>
                  <a:lnTo>
                    <a:pt x="130080" y="131107"/>
                  </a:lnTo>
                  <a:cubicBezTo>
                    <a:pt x="130461" y="130248"/>
                    <a:pt x="130795" y="129389"/>
                    <a:pt x="131082" y="128531"/>
                  </a:cubicBezTo>
                  <a:lnTo>
                    <a:pt x="2552" y="1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5" name="Google Shape;365;p20"/>
            <p:cNvSpPr/>
            <p:nvPr/>
          </p:nvSpPr>
          <p:spPr>
            <a:xfrm>
              <a:off x="2673800" y="606600"/>
              <a:ext cx="3395125" cy="3395125"/>
            </a:xfrm>
            <a:custGeom>
              <a:avLst/>
              <a:gdLst/>
              <a:ahLst/>
              <a:cxnLst/>
              <a:rect l="l" t="t" r="r" b="b"/>
              <a:pathLst>
                <a:path w="135805" h="135805" extrusionOk="0">
                  <a:moveTo>
                    <a:pt x="2362" y="1"/>
                  </a:moveTo>
                  <a:cubicBezTo>
                    <a:pt x="1551" y="358"/>
                    <a:pt x="764" y="764"/>
                    <a:pt x="1" y="1217"/>
                  </a:cubicBezTo>
                  <a:lnTo>
                    <a:pt x="134612" y="135805"/>
                  </a:lnTo>
                  <a:cubicBezTo>
                    <a:pt x="135041" y="135018"/>
                    <a:pt x="135447" y="134255"/>
                    <a:pt x="135805" y="133444"/>
                  </a:cubicBezTo>
                  <a:lnTo>
                    <a:pt x="2362" y="1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6" name="Google Shape;366;p20"/>
            <p:cNvSpPr/>
            <p:nvPr/>
          </p:nvSpPr>
          <p:spPr>
            <a:xfrm>
              <a:off x="2475850" y="718100"/>
              <a:ext cx="3482175" cy="3481600"/>
            </a:xfrm>
            <a:custGeom>
              <a:avLst/>
              <a:gdLst/>
              <a:ahLst/>
              <a:cxnLst/>
              <a:rect l="l" t="t" r="r" b="b"/>
              <a:pathLst>
                <a:path w="139287" h="139264" extrusionOk="0">
                  <a:moveTo>
                    <a:pt x="2195" y="1"/>
                  </a:moveTo>
                  <a:cubicBezTo>
                    <a:pt x="1455" y="430"/>
                    <a:pt x="740" y="859"/>
                    <a:pt x="0" y="1384"/>
                  </a:cubicBezTo>
                  <a:lnTo>
                    <a:pt x="137879" y="139263"/>
                  </a:lnTo>
                  <a:cubicBezTo>
                    <a:pt x="138380" y="138572"/>
                    <a:pt x="138833" y="137832"/>
                    <a:pt x="139286" y="137069"/>
                  </a:cubicBezTo>
                  <a:lnTo>
                    <a:pt x="2195" y="1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7" name="Google Shape;367;p20"/>
            <p:cNvSpPr/>
            <p:nvPr/>
          </p:nvSpPr>
          <p:spPr>
            <a:xfrm>
              <a:off x="2292800" y="843925"/>
              <a:ext cx="3538225" cy="3538825"/>
            </a:xfrm>
            <a:custGeom>
              <a:avLst/>
              <a:gdLst/>
              <a:ahLst/>
              <a:cxnLst/>
              <a:rect l="l" t="t" r="r" b="b"/>
              <a:pathLst>
                <a:path w="141529" h="141553" extrusionOk="0">
                  <a:moveTo>
                    <a:pt x="2004" y="0"/>
                  </a:moveTo>
                  <a:cubicBezTo>
                    <a:pt x="1312" y="549"/>
                    <a:pt x="668" y="1049"/>
                    <a:pt x="0" y="1574"/>
                  </a:cubicBezTo>
                  <a:lnTo>
                    <a:pt x="139978" y="141552"/>
                  </a:lnTo>
                  <a:cubicBezTo>
                    <a:pt x="140503" y="140861"/>
                    <a:pt x="141004" y="140193"/>
                    <a:pt x="141528" y="139525"/>
                  </a:cubicBezTo>
                  <a:lnTo>
                    <a:pt x="2004" y="0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8" name="Google Shape;368;p20"/>
            <p:cNvSpPr/>
            <p:nvPr/>
          </p:nvSpPr>
          <p:spPr>
            <a:xfrm>
              <a:off x="2124050" y="985825"/>
              <a:ext cx="3565650" cy="3565075"/>
            </a:xfrm>
            <a:custGeom>
              <a:avLst/>
              <a:gdLst/>
              <a:ahLst/>
              <a:cxnLst/>
              <a:rect l="l" t="t" r="r" b="b"/>
              <a:pathLst>
                <a:path w="142626" h="142603" extrusionOk="0">
                  <a:moveTo>
                    <a:pt x="1885" y="0"/>
                  </a:moveTo>
                  <a:cubicBezTo>
                    <a:pt x="1241" y="549"/>
                    <a:pt x="621" y="1145"/>
                    <a:pt x="1" y="1718"/>
                  </a:cubicBezTo>
                  <a:lnTo>
                    <a:pt x="140885" y="142602"/>
                  </a:lnTo>
                  <a:cubicBezTo>
                    <a:pt x="141481" y="141982"/>
                    <a:pt x="142077" y="141386"/>
                    <a:pt x="142626" y="140742"/>
                  </a:cubicBezTo>
                  <a:lnTo>
                    <a:pt x="1885" y="0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9" name="Google Shape;369;p20"/>
            <p:cNvSpPr/>
            <p:nvPr/>
          </p:nvSpPr>
          <p:spPr>
            <a:xfrm>
              <a:off x="1970825" y="1141450"/>
              <a:ext cx="3563250" cy="3563875"/>
            </a:xfrm>
            <a:custGeom>
              <a:avLst/>
              <a:gdLst/>
              <a:ahLst/>
              <a:cxnLst/>
              <a:rect l="l" t="t" r="r" b="b"/>
              <a:pathLst>
                <a:path w="142530" h="142555" extrusionOk="0">
                  <a:moveTo>
                    <a:pt x="1693" y="0"/>
                  </a:moveTo>
                  <a:cubicBezTo>
                    <a:pt x="1097" y="621"/>
                    <a:pt x="525" y="1264"/>
                    <a:pt x="0" y="1885"/>
                  </a:cubicBezTo>
                  <a:lnTo>
                    <a:pt x="140669" y="142555"/>
                  </a:lnTo>
                  <a:cubicBezTo>
                    <a:pt x="141290" y="141982"/>
                    <a:pt x="141934" y="141434"/>
                    <a:pt x="142530" y="140837"/>
                  </a:cubicBezTo>
                  <a:lnTo>
                    <a:pt x="1693" y="0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70" name="Google Shape;370;p20"/>
            <p:cNvSpPr/>
            <p:nvPr/>
          </p:nvSpPr>
          <p:spPr>
            <a:xfrm>
              <a:off x="1830100" y="1311375"/>
              <a:ext cx="3534050" cy="3534075"/>
            </a:xfrm>
            <a:custGeom>
              <a:avLst/>
              <a:gdLst/>
              <a:ahLst/>
              <a:cxnLst/>
              <a:rect l="l" t="t" r="r" b="b"/>
              <a:pathLst>
                <a:path w="141362" h="141363" extrusionOk="0">
                  <a:moveTo>
                    <a:pt x="1551" y="1"/>
                  </a:moveTo>
                  <a:cubicBezTo>
                    <a:pt x="1026" y="692"/>
                    <a:pt x="525" y="1336"/>
                    <a:pt x="0" y="2028"/>
                  </a:cubicBezTo>
                  <a:lnTo>
                    <a:pt x="139334" y="141362"/>
                  </a:lnTo>
                  <a:cubicBezTo>
                    <a:pt x="140026" y="140838"/>
                    <a:pt x="140717" y="140337"/>
                    <a:pt x="141361" y="139812"/>
                  </a:cubicBezTo>
                  <a:lnTo>
                    <a:pt x="1551" y="1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71" name="Google Shape;371;p20"/>
            <p:cNvSpPr/>
            <p:nvPr/>
          </p:nvSpPr>
          <p:spPr>
            <a:xfrm>
              <a:off x="1704875" y="1495025"/>
              <a:ext cx="3476225" cy="3475050"/>
            </a:xfrm>
            <a:custGeom>
              <a:avLst/>
              <a:gdLst/>
              <a:ahLst/>
              <a:cxnLst/>
              <a:rect l="l" t="t" r="r" b="b"/>
              <a:pathLst>
                <a:path w="139049" h="139002" extrusionOk="0">
                  <a:moveTo>
                    <a:pt x="1384" y="1"/>
                  </a:moveTo>
                  <a:cubicBezTo>
                    <a:pt x="907" y="740"/>
                    <a:pt x="454" y="1479"/>
                    <a:pt x="1" y="2219"/>
                  </a:cubicBezTo>
                  <a:lnTo>
                    <a:pt x="136783" y="139001"/>
                  </a:lnTo>
                  <a:cubicBezTo>
                    <a:pt x="137546" y="138572"/>
                    <a:pt x="138309" y="138119"/>
                    <a:pt x="139048" y="137666"/>
                  </a:cubicBezTo>
                  <a:lnTo>
                    <a:pt x="1384" y="1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72" name="Google Shape;372;p20"/>
            <p:cNvSpPr/>
            <p:nvPr/>
          </p:nvSpPr>
          <p:spPr>
            <a:xfrm>
              <a:off x="1594575" y="1694175"/>
              <a:ext cx="3386775" cy="3386800"/>
            </a:xfrm>
            <a:custGeom>
              <a:avLst/>
              <a:gdLst/>
              <a:ahLst/>
              <a:cxnLst/>
              <a:rect l="l" t="t" r="r" b="b"/>
              <a:pathLst>
                <a:path w="135471" h="135472" extrusionOk="0">
                  <a:moveTo>
                    <a:pt x="1193" y="1"/>
                  </a:moveTo>
                  <a:cubicBezTo>
                    <a:pt x="764" y="788"/>
                    <a:pt x="382" y="1575"/>
                    <a:pt x="1" y="2386"/>
                  </a:cubicBezTo>
                  <a:lnTo>
                    <a:pt x="133085" y="135471"/>
                  </a:lnTo>
                  <a:cubicBezTo>
                    <a:pt x="133896" y="135090"/>
                    <a:pt x="134683" y="134684"/>
                    <a:pt x="135471" y="134255"/>
                  </a:cubicBezTo>
                  <a:lnTo>
                    <a:pt x="1193" y="1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73" name="Google Shape;373;p20"/>
            <p:cNvSpPr/>
            <p:nvPr/>
          </p:nvSpPr>
          <p:spPr>
            <a:xfrm>
              <a:off x="1500975" y="1909425"/>
              <a:ext cx="3264525" cy="3265150"/>
            </a:xfrm>
            <a:custGeom>
              <a:avLst/>
              <a:gdLst/>
              <a:ahLst/>
              <a:cxnLst/>
              <a:rect l="l" t="t" r="r" b="b"/>
              <a:pathLst>
                <a:path w="130581" h="130606" extrusionOk="0">
                  <a:moveTo>
                    <a:pt x="978" y="1"/>
                  </a:moveTo>
                  <a:cubicBezTo>
                    <a:pt x="644" y="859"/>
                    <a:pt x="310" y="1718"/>
                    <a:pt x="0" y="2577"/>
                  </a:cubicBezTo>
                  <a:lnTo>
                    <a:pt x="128029" y="130606"/>
                  </a:lnTo>
                  <a:cubicBezTo>
                    <a:pt x="128625" y="130367"/>
                    <a:pt x="129174" y="130177"/>
                    <a:pt x="129746" y="129938"/>
                  </a:cubicBezTo>
                  <a:cubicBezTo>
                    <a:pt x="130032" y="129843"/>
                    <a:pt x="130318" y="129723"/>
                    <a:pt x="130581" y="129604"/>
                  </a:cubicBezTo>
                  <a:lnTo>
                    <a:pt x="978" y="1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74" name="Google Shape;374;p20"/>
            <p:cNvSpPr/>
            <p:nvPr/>
          </p:nvSpPr>
          <p:spPr>
            <a:xfrm>
              <a:off x="1425825" y="2142575"/>
              <a:ext cx="3107150" cy="3107125"/>
            </a:xfrm>
            <a:custGeom>
              <a:avLst/>
              <a:gdLst/>
              <a:ahLst/>
              <a:cxnLst/>
              <a:rect l="l" t="t" r="r" b="b"/>
              <a:pathLst>
                <a:path w="124286" h="124285" extrusionOk="0">
                  <a:moveTo>
                    <a:pt x="788" y="0"/>
                  </a:moveTo>
                  <a:cubicBezTo>
                    <a:pt x="478" y="930"/>
                    <a:pt x="239" y="1861"/>
                    <a:pt x="1" y="2791"/>
                  </a:cubicBezTo>
                  <a:lnTo>
                    <a:pt x="121495" y="124285"/>
                  </a:lnTo>
                  <a:cubicBezTo>
                    <a:pt x="122425" y="124023"/>
                    <a:pt x="123355" y="123784"/>
                    <a:pt x="124285" y="123498"/>
                  </a:cubicBezTo>
                  <a:lnTo>
                    <a:pt x="788" y="0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75" name="Google Shape;375;p20"/>
            <p:cNvSpPr/>
            <p:nvPr/>
          </p:nvSpPr>
          <p:spPr>
            <a:xfrm>
              <a:off x="1372175" y="2395975"/>
              <a:ext cx="2906775" cy="2906800"/>
            </a:xfrm>
            <a:custGeom>
              <a:avLst/>
              <a:gdLst/>
              <a:ahLst/>
              <a:cxnLst/>
              <a:rect l="l" t="t" r="r" b="b"/>
              <a:pathLst>
                <a:path w="116271" h="116272" extrusionOk="0">
                  <a:moveTo>
                    <a:pt x="501" y="1"/>
                  </a:moveTo>
                  <a:cubicBezTo>
                    <a:pt x="334" y="1002"/>
                    <a:pt x="143" y="2052"/>
                    <a:pt x="0" y="3054"/>
                  </a:cubicBezTo>
                  <a:lnTo>
                    <a:pt x="113218" y="116272"/>
                  </a:lnTo>
                  <a:cubicBezTo>
                    <a:pt x="114220" y="116129"/>
                    <a:pt x="115269" y="115962"/>
                    <a:pt x="116271" y="115771"/>
                  </a:cubicBezTo>
                  <a:lnTo>
                    <a:pt x="501" y="1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76" name="Google Shape;376;p20"/>
            <p:cNvSpPr/>
            <p:nvPr/>
          </p:nvSpPr>
          <p:spPr>
            <a:xfrm>
              <a:off x="1347125" y="2675025"/>
              <a:ext cx="2653375" cy="2654000"/>
            </a:xfrm>
            <a:custGeom>
              <a:avLst/>
              <a:gdLst/>
              <a:ahLst/>
              <a:cxnLst/>
              <a:rect l="l" t="t" r="r" b="b"/>
              <a:pathLst>
                <a:path w="106135" h="106160" extrusionOk="0">
                  <a:moveTo>
                    <a:pt x="144" y="1"/>
                  </a:moveTo>
                  <a:cubicBezTo>
                    <a:pt x="72" y="1146"/>
                    <a:pt x="1" y="2290"/>
                    <a:pt x="1" y="3459"/>
                  </a:cubicBezTo>
                  <a:lnTo>
                    <a:pt x="102676" y="106159"/>
                  </a:lnTo>
                  <a:cubicBezTo>
                    <a:pt x="103821" y="106111"/>
                    <a:pt x="104966" y="106064"/>
                    <a:pt x="106135" y="105992"/>
                  </a:cubicBezTo>
                  <a:lnTo>
                    <a:pt x="144" y="1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77" name="Google Shape;377;p20"/>
            <p:cNvSpPr/>
            <p:nvPr/>
          </p:nvSpPr>
          <p:spPr>
            <a:xfrm>
              <a:off x="1349525" y="2987475"/>
              <a:ext cx="2337350" cy="2337375"/>
            </a:xfrm>
            <a:custGeom>
              <a:avLst/>
              <a:gdLst/>
              <a:ahLst/>
              <a:cxnLst/>
              <a:rect l="l" t="t" r="r" b="b"/>
              <a:pathLst>
                <a:path w="93494" h="93495" extrusionOk="0">
                  <a:moveTo>
                    <a:pt x="0" y="0"/>
                  </a:moveTo>
                  <a:lnTo>
                    <a:pt x="0" y="0"/>
                  </a:lnTo>
                  <a:cubicBezTo>
                    <a:pt x="72" y="1288"/>
                    <a:pt x="167" y="2600"/>
                    <a:pt x="334" y="3912"/>
                  </a:cubicBezTo>
                  <a:lnTo>
                    <a:pt x="89606" y="93184"/>
                  </a:lnTo>
                  <a:cubicBezTo>
                    <a:pt x="90894" y="93327"/>
                    <a:pt x="92182" y="93446"/>
                    <a:pt x="93493" y="9349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78" name="Google Shape;378;p20"/>
            <p:cNvSpPr/>
            <p:nvPr/>
          </p:nvSpPr>
          <p:spPr>
            <a:xfrm>
              <a:off x="1398400" y="3351200"/>
              <a:ext cx="1924750" cy="1924750"/>
            </a:xfrm>
            <a:custGeom>
              <a:avLst/>
              <a:gdLst/>
              <a:ahLst/>
              <a:cxnLst/>
              <a:rect l="l" t="t" r="r" b="b"/>
              <a:pathLst>
                <a:path w="76990" h="76990" extrusionOk="0">
                  <a:moveTo>
                    <a:pt x="1" y="0"/>
                  </a:moveTo>
                  <a:lnTo>
                    <a:pt x="1" y="0"/>
                  </a:lnTo>
                  <a:cubicBezTo>
                    <a:pt x="335" y="1550"/>
                    <a:pt x="716" y="3125"/>
                    <a:pt x="1122" y="4675"/>
                  </a:cubicBezTo>
                  <a:lnTo>
                    <a:pt x="72339" y="75892"/>
                  </a:lnTo>
                  <a:cubicBezTo>
                    <a:pt x="73889" y="76298"/>
                    <a:pt x="75439" y="76679"/>
                    <a:pt x="76990" y="76989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79" name="Google Shape;379;p20"/>
            <p:cNvSpPr/>
            <p:nvPr/>
          </p:nvSpPr>
          <p:spPr>
            <a:xfrm>
              <a:off x="1543300" y="3809125"/>
              <a:ext cx="1323125" cy="1323125"/>
            </a:xfrm>
            <a:custGeom>
              <a:avLst/>
              <a:gdLst/>
              <a:ahLst/>
              <a:cxnLst/>
              <a:rect l="l" t="t" r="r" b="b"/>
              <a:pathLst>
                <a:path w="52925" h="52925" extrusionOk="0">
                  <a:moveTo>
                    <a:pt x="0" y="0"/>
                  </a:moveTo>
                  <a:lnTo>
                    <a:pt x="0" y="0"/>
                  </a:lnTo>
                  <a:cubicBezTo>
                    <a:pt x="954" y="2314"/>
                    <a:pt x="2004" y="4556"/>
                    <a:pt x="3173" y="6750"/>
                  </a:cubicBezTo>
                  <a:lnTo>
                    <a:pt x="46222" y="49824"/>
                  </a:lnTo>
                  <a:cubicBezTo>
                    <a:pt x="48417" y="50945"/>
                    <a:pt x="50635" y="51994"/>
                    <a:pt x="52924" y="5292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380" name="Google Shape;380;p20"/>
          <p:cNvSpPr/>
          <p:nvPr/>
        </p:nvSpPr>
        <p:spPr>
          <a:xfrm>
            <a:off x="11522700" y="4872867"/>
            <a:ext cx="344400" cy="344400"/>
          </a:xfrm>
          <a:prstGeom prst="ellipse">
            <a:avLst/>
          </a:prstGeom>
          <a:solidFill>
            <a:srgbClr val="FF721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81" name="Google Shape;381;p20"/>
          <p:cNvSpPr/>
          <p:nvPr/>
        </p:nvSpPr>
        <p:spPr>
          <a:xfrm>
            <a:off x="187467" y="506800"/>
            <a:ext cx="213200" cy="213200"/>
          </a:xfrm>
          <a:prstGeom prst="ellipse">
            <a:avLst/>
          </a:prstGeom>
          <a:solidFill>
            <a:srgbClr val="34343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82" name="Google Shape;382;p20"/>
          <p:cNvSpPr/>
          <p:nvPr/>
        </p:nvSpPr>
        <p:spPr>
          <a:xfrm>
            <a:off x="10168000" y="5494200"/>
            <a:ext cx="1064000" cy="1064000"/>
          </a:xfrm>
          <a:prstGeom prst="ellipse">
            <a:avLst/>
          </a:prstGeom>
          <a:solidFill>
            <a:srgbClr val="FF721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83" name="Google Shape;383;p20"/>
          <p:cNvSpPr txBox="1">
            <a:spLocks noGrp="1"/>
          </p:cNvSpPr>
          <p:nvPr>
            <p:ph type="title"/>
          </p:nvPr>
        </p:nvSpPr>
        <p:spPr>
          <a:xfrm>
            <a:off x="1432200" y="512064"/>
            <a:ext cx="9327600" cy="5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BBC1"/>
              </a:buClr>
              <a:buSzPts val="2700"/>
              <a:buNone/>
              <a:defRPr sz="3600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8276176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&amp; text">
  <p:cSld name="Numbers &amp; text">
    <p:bg>
      <p:bgPr>
        <a:solidFill>
          <a:schemeClr val="accent1"/>
        </a:solidFill>
        <a:effectLst/>
      </p:bgPr>
    </p:bg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21"/>
          <p:cNvSpPr txBox="1">
            <a:spLocks noGrp="1"/>
          </p:cNvSpPr>
          <p:nvPr>
            <p:ph type="title" hasCustomPrompt="1"/>
          </p:nvPr>
        </p:nvSpPr>
        <p:spPr>
          <a:xfrm>
            <a:off x="415600" y="2817117"/>
            <a:ext cx="11360800" cy="84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4000"/>
              <a:buNone/>
              <a:defRPr sz="5333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2700"/>
              <a:buNone/>
              <a:defRPr sz="3600">
                <a:solidFill>
                  <a:srgbClr val="F0F7ED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2700"/>
              <a:buNone/>
              <a:defRPr sz="3600">
                <a:solidFill>
                  <a:srgbClr val="F0F7ED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2700"/>
              <a:buNone/>
              <a:defRPr sz="3600">
                <a:solidFill>
                  <a:srgbClr val="F0F7ED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2700"/>
              <a:buNone/>
              <a:defRPr sz="3600">
                <a:solidFill>
                  <a:srgbClr val="F0F7ED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2700"/>
              <a:buNone/>
              <a:defRPr sz="3600">
                <a:solidFill>
                  <a:srgbClr val="F0F7ED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2700"/>
              <a:buNone/>
              <a:defRPr sz="3600">
                <a:solidFill>
                  <a:srgbClr val="F0F7ED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2700"/>
              <a:buNone/>
              <a:defRPr sz="3600">
                <a:solidFill>
                  <a:srgbClr val="F0F7ED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2700"/>
              <a:buNone/>
              <a:defRPr sz="3600">
                <a:solidFill>
                  <a:srgbClr val="F0F7ED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86" name="Google Shape;386;p21"/>
          <p:cNvSpPr txBox="1">
            <a:spLocks noGrp="1"/>
          </p:cNvSpPr>
          <p:nvPr>
            <p:ph type="subTitle" idx="1"/>
          </p:nvPr>
        </p:nvSpPr>
        <p:spPr>
          <a:xfrm>
            <a:off x="3122000" y="3516084"/>
            <a:ext cx="59480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200"/>
              <a:buNone/>
              <a:defRPr sz="1867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200"/>
              <a:buNone/>
              <a:defRPr>
                <a:solidFill>
                  <a:srgbClr val="F0F7ED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200"/>
              <a:buNone/>
              <a:defRPr>
                <a:solidFill>
                  <a:srgbClr val="F0F7ED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200"/>
              <a:buNone/>
              <a:defRPr>
                <a:solidFill>
                  <a:srgbClr val="F0F7ED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200"/>
              <a:buNone/>
              <a:defRPr>
                <a:solidFill>
                  <a:srgbClr val="F0F7ED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200"/>
              <a:buNone/>
              <a:defRPr>
                <a:solidFill>
                  <a:srgbClr val="F0F7ED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200"/>
              <a:buNone/>
              <a:defRPr>
                <a:solidFill>
                  <a:srgbClr val="F0F7ED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200"/>
              <a:buNone/>
              <a:defRPr>
                <a:solidFill>
                  <a:srgbClr val="F0F7ED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200"/>
              <a:buNone/>
              <a:defRPr>
                <a:solidFill>
                  <a:srgbClr val="F0F7ED"/>
                </a:solidFill>
              </a:defRPr>
            </a:lvl9pPr>
          </a:lstStyle>
          <a:p>
            <a:endParaRPr/>
          </a:p>
        </p:txBody>
      </p:sp>
      <p:sp>
        <p:nvSpPr>
          <p:cNvPr id="387" name="Google Shape;387;p21"/>
          <p:cNvSpPr txBox="1">
            <a:spLocks noGrp="1"/>
          </p:cNvSpPr>
          <p:nvPr>
            <p:ph type="title" idx="2" hasCustomPrompt="1"/>
          </p:nvPr>
        </p:nvSpPr>
        <p:spPr>
          <a:xfrm>
            <a:off x="415600" y="1343617"/>
            <a:ext cx="11360800" cy="84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4000"/>
              <a:buNone/>
              <a:defRPr sz="5333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2700"/>
              <a:buNone/>
              <a:defRPr sz="3600">
                <a:solidFill>
                  <a:srgbClr val="F0F7ED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2700"/>
              <a:buNone/>
              <a:defRPr sz="3600">
                <a:solidFill>
                  <a:srgbClr val="F0F7ED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2700"/>
              <a:buNone/>
              <a:defRPr sz="3600">
                <a:solidFill>
                  <a:srgbClr val="F0F7ED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2700"/>
              <a:buNone/>
              <a:defRPr sz="3600">
                <a:solidFill>
                  <a:srgbClr val="F0F7ED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2700"/>
              <a:buNone/>
              <a:defRPr sz="3600">
                <a:solidFill>
                  <a:srgbClr val="F0F7ED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2700"/>
              <a:buNone/>
              <a:defRPr sz="3600">
                <a:solidFill>
                  <a:srgbClr val="F0F7ED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2700"/>
              <a:buNone/>
              <a:defRPr sz="3600">
                <a:solidFill>
                  <a:srgbClr val="F0F7ED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2700"/>
              <a:buNone/>
              <a:defRPr sz="3600">
                <a:solidFill>
                  <a:srgbClr val="F0F7ED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88" name="Google Shape;388;p21"/>
          <p:cNvSpPr txBox="1">
            <a:spLocks noGrp="1"/>
          </p:cNvSpPr>
          <p:nvPr>
            <p:ph type="subTitle" idx="3"/>
          </p:nvPr>
        </p:nvSpPr>
        <p:spPr>
          <a:xfrm>
            <a:off x="3122000" y="2042584"/>
            <a:ext cx="59480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200"/>
              <a:buNone/>
              <a:defRPr sz="1867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200"/>
              <a:buNone/>
              <a:defRPr>
                <a:solidFill>
                  <a:srgbClr val="F0F7ED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200"/>
              <a:buNone/>
              <a:defRPr>
                <a:solidFill>
                  <a:srgbClr val="F0F7ED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200"/>
              <a:buNone/>
              <a:defRPr>
                <a:solidFill>
                  <a:srgbClr val="F0F7ED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200"/>
              <a:buNone/>
              <a:defRPr>
                <a:solidFill>
                  <a:srgbClr val="F0F7ED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200"/>
              <a:buNone/>
              <a:defRPr>
                <a:solidFill>
                  <a:srgbClr val="F0F7ED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200"/>
              <a:buNone/>
              <a:defRPr>
                <a:solidFill>
                  <a:srgbClr val="F0F7ED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200"/>
              <a:buNone/>
              <a:defRPr>
                <a:solidFill>
                  <a:srgbClr val="F0F7ED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200"/>
              <a:buNone/>
              <a:defRPr>
                <a:solidFill>
                  <a:srgbClr val="F0F7ED"/>
                </a:solidFill>
              </a:defRPr>
            </a:lvl9pPr>
          </a:lstStyle>
          <a:p>
            <a:endParaRPr/>
          </a:p>
        </p:txBody>
      </p:sp>
      <p:sp>
        <p:nvSpPr>
          <p:cNvPr id="389" name="Google Shape;389;p21"/>
          <p:cNvSpPr txBox="1">
            <a:spLocks noGrp="1"/>
          </p:cNvSpPr>
          <p:nvPr>
            <p:ph type="title" idx="4" hasCustomPrompt="1"/>
          </p:nvPr>
        </p:nvSpPr>
        <p:spPr>
          <a:xfrm>
            <a:off x="415600" y="4290617"/>
            <a:ext cx="11360800" cy="84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4000"/>
              <a:buNone/>
              <a:defRPr sz="5333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2700"/>
              <a:buNone/>
              <a:defRPr sz="3600">
                <a:solidFill>
                  <a:srgbClr val="F0F7ED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2700"/>
              <a:buNone/>
              <a:defRPr sz="3600">
                <a:solidFill>
                  <a:srgbClr val="F0F7ED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2700"/>
              <a:buNone/>
              <a:defRPr sz="3600">
                <a:solidFill>
                  <a:srgbClr val="F0F7ED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2700"/>
              <a:buNone/>
              <a:defRPr sz="3600">
                <a:solidFill>
                  <a:srgbClr val="F0F7ED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2700"/>
              <a:buNone/>
              <a:defRPr sz="3600">
                <a:solidFill>
                  <a:srgbClr val="F0F7ED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2700"/>
              <a:buNone/>
              <a:defRPr sz="3600">
                <a:solidFill>
                  <a:srgbClr val="F0F7ED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2700"/>
              <a:buNone/>
              <a:defRPr sz="3600">
                <a:solidFill>
                  <a:srgbClr val="F0F7ED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2700"/>
              <a:buNone/>
              <a:defRPr sz="3600">
                <a:solidFill>
                  <a:srgbClr val="F0F7ED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90" name="Google Shape;390;p21"/>
          <p:cNvSpPr txBox="1">
            <a:spLocks noGrp="1"/>
          </p:cNvSpPr>
          <p:nvPr>
            <p:ph type="subTitle" idx="5"/>
          </p:nvPr>
        </p:nvSpPr>
        <p:spPr>
          <a:xfrm>
            <a:off x="3122000" y="4989584"/>
            <a:ext cx="59480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200"/>
              <a:buNone/>
              <a:defRPr sz="1867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200"/>
              <a:buNone/>
              <a:defRPr>
                <a:solidFill>
                  <a:srgbClr val="F0F7ED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200"/>
              <a:buNone/>
              <a:defRPr>
                <a:solidFill>
                  <a:srgbClr val="F0F7ED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200"/>
              <a:buNone/>
              <a:defRPr>
                <a:solidFill>
                  <a:srgbClr val="F0F7ED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200"/>
              <a:buNone/>
              <a:defRPr>
                <a:solidFill>
                  <a:srgbClr val="F0F7ED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200"/>
              <a:buNone/>
              <a:defRPr>
                <a:solidFill>
                  <a:srgbClr val="F0F7ED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200"/>
              <a:buNone/>
              <a:defRPr>
                <a:solidFill>
                  <a:srgbClr val="F0F7ED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200"/>
              <a:buNone/>
              <a:defRPr>
                <a:solidFill>
                  <a:srgbClr val="F0F7ED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200"/>
              <a:buNone/>
              <a:defRPr>
                <a:solidFill>
                  <a:srgbClr val="F0F7ED"/>
                </a:solidFill>
              </a:defRPr>
            </a:lvl9pPr>
          </a:lstStyle>
          <a:p>
            <a:endParaRPr/>
          </a:p>
        </p:txBody>
      </p:sp>
      <p:sp>
        <p:nvSpPr>
          <p:cNvPr id="391" name="Google Shape;391;p21"/>
          <p:cNvSpPr/>
          <p:nvPr/>
        </p:nvSpPr>
        <p:spPr>
          <a:xfrm>
            <a:off x="10024365" y="5764133"/>
            <a:ext cx="1546000" cy="1546000"/>
          </a:xfrm>
          <a:prstGeom prst="donut">
            <a:avLst>
              <a:gd name="adj" fmla="val 17842"/>
            </a:avLst>
          </a:prstGeom>
          <a:solidFill>
            <a:srgbClr val="F0F7E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392" name="Google Shape;392;p21"/>
          <p:cNvGrpSpPr/>
          <p:nvPr/>
        </p:nvGrpSpPr>
        <p:grpSpPr>
          <a:xfrm>
            <a:off x="-530861" y="-582239"/>
            <a:ext cx="2290248" cy="2290800"/>
            <a:chOff x="1347125" y="349025"/>
            <a:chExt cx="4978800" cy="4980000"/>
          </a:xfrm>
        </p:grpSpPr>
        <p:sp>
          <p:nvSpPr>
            <p:cNvPr id="393" name="Google Shape;393;p21"/>
            <p:cNvSpPr/>
            <p:nvPr/>
          </p:nvSpPr>
          <p:spPr>
            <a:xfrm>
              <a:off x="4756525" y="523725"/>
              <a:ext cx="1394100" cy="1393475"/>
            </a:xfrm>
            <a:custGeom>
              <a:avLst/>
              <a:gdLst/>
              <a:ahLst/>
              <a:cxnLst/>
              <a:rect l="l" t="t" r="r" b="b"/>
              <a:pathLst>
                <a:path w="55764" h="55739" extrusionOk="0">
                  <a:moveTo>
                    <a:pt x="1" y="0"/>
                  </a:moveTo>
                  <a:lnTo>
                    <a:pt x="55763" y="55739"/>
                  </a:lnTo>
                  <a:cubicBezTo>
                    <a:pt x="54928" y="53568"/>
                    <a:pt x="53998" y="51446"/>
                    <a:pt x="52973" y="49371"/>
                  </a:cubicBezTo>
                  <a:lnTo>
                    <a:pt x="6417" y="2815"/>
                  </a:lnTo>
                  <a:cubicBezTo>
                    <a:pt x="4318" y="1789"/>
                    <a:pt x="2195" y="859"/>
                    <a:pt x="1" y="0"/>
                  </a:cubicBez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94" name="Google Shape;394;p21"/>
            <p:cNvSpPr/>
            <p:nvPr/>
          </p:nvSpPr>
          <p:spPr>
            <a:xfrm>
              <a:off x="4312325" y="393150"/>
              <a:ext cx="1968875" cy="1968875"/>
            </a:xfrm>
            <a:custGeom>
              <a:avLst/>
              <a:gdLst/>
              <a:ahLst/>
              <a:cxnLst/>
              <a:rect l="l" t="t" r="r" b="b"/>
              <a:pathLst>
                <a:path w="78755" h="78755" extrusionOk="0">
                  <a:moveTo>
                    <a:pt x="0" y="0"/>
                  </a:moveTo>
                  <a:lnTo>
                    <a:pt x="78754" y="78754"/>
                  </a:lnTo>
                  <a:cubicBezTo>
                    <a:pt x="78492" y="77204"/>
                    <a:pt x="78158" y="75654"/>
                    <a:pt x="77753" y="74151"/>
                  </a:cubicBezTo>
                  <a:lnTo>
                    <a:pt x="4627" y="1026"/>
                  </a:lnTo>
                  <a:cubicBezTo>
                    <a:pt x="3125" y="620"/>
                    <a:pt x="1551" y="286"/>
                    <a:pt x="0" y="0"/>
                  </a:cubicBez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95" name="Google Shape;395;p21"/>
            <p:cNvSpPr/>
            <p:nvPr/>
          </p:nvSpPr>
          <p:spPr>
            <a:xfrm>
              <a:off x="3955175" y="350200"/>
              <a:ext cx="2370750" cy="2370175"/>
            </a:xfrm>
            <a:custGeom>
              <a:avLst/>
              <a:gdLst/>
              <a:ahLst/>
              <a:cxnLst/>
              <a:rect l="l" t="t" r="r" b="b"/>
              <a:pathLst>
                <a:path w="94830" h="94807" extrusionOk="0">
                  <a:moveTo>
                    <a:pt x="0" y="1"/>
                  </a:moveTo>
                  <a:lnTo>
                    <a:pt x="94829" y="94806"/>
                  </a:lnTo>
                  <a:lnTo>
                    <a:pt x="94829" y="94806"/>
                  </a:lnTo>
                  <a:cubicBezTo>
                    <a:pt x="94734" y="93542"/>
                    <a:pt x="94662" y="92254"/>
                    <a:pt x="94567" y="90966"/>
                  </a:cubicBezTo>
                  <a:lnTo>
                    <a:pt x="3840" y="239"/>
                  </a:lnTo>
                  <a:cubicBezTo>
                    <a:pt x="2576" y="120"/>
                    <a:pt x="1288" y="49"/>
                    <a:pt x="0" y="1"/>
                  </a:cubicBez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96" name="Google Shape;396;p21"/>
            <p:cNvSpPr/>
            <p:nvPr/>
          </p:nvSpPr>
          <p:spPr>
            <a:xfrm>
              <a:off x="3646300" y="349025"/>
              <a:ext cx="2679625" cy="2679625"/>
            </a:xfrm>
            <a:custGeom>
              <a:avLst/>
              <a:gdLst/>
              <a:ahLst/>
              <a:cxnLst/>
              <a:rect l="l" t="t" r="r" b="b"/>
              <a:pathLst>
                <a:path w="107185" h="107185" extrusionOk="0">
                  <a:moveTo>
                    <a:pt x="3387" y="0"/>
                  </a:moveTo>
                  <a:cubicBezTo>
                    <a:pt x="2266" y="48"/>
                    <a:pt x="1145" y="119"/>
                    <a:pt x="1" y="215"/>
                  </a:cubicBezTo>
                  <a:lnTo>
                    <a:pt x="106969" y="107184"/>
                  </a:lnTo>
                  <a:cubicBezTo>
                    <a:pt x="107065" y="106063"/>
                    <a:pt x="107160" y="104942"/>
                    <a:pt x="107184" y="103797"/>
                  </a:cubicBezTo>
                  <a:lnTo>
                    <a:pt x="3387" y="0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97" name="Google Shape;397;p21"/>
            <p:cNvSpPr/>
            <p:nvPr/>
          </p:nvSpPr>
          <p:spPr>
            <a:xfrm>
              <a:off x="3370225" y="377650"/>
              <a:ext cx="2926475" cy="2927650"/>
            </a:xfrm>
            <a:custGeom>
              <a:avLst/>
              <a:gdLst/>
              <a:ahLst/>
              <a:cxnLst/>
              <a:rect l="l" t="t" r="r" b="b"/>
              <a:pathLst>
                <a:path w="117059" h="117106" extrusionOk="0">
                  <a:moveTo>
                    <a:pt x="3006" y="0"/>
                  </a:moveTo>
                  <a:cubicBezTo>
                    <a:pt x="1980" y="191"/>
                    <a:pt x="979" y="358"/>
                    <a:pt x="1" y="549"/>
                  </a:cubicBezTo>
                  <a:lnTo>
                    <a:pt x="116558" y="117106"/>
                  </a:lnTo>
                  <a:cubicBezTo>
                    <a:pt x="116748" y="116104"/>
                    <a:pt x="116939" y="115055"/>
                    <a:pt x="117058" y="114053"/>
                  </a:cubicBezTo>
                  <a:lnTo>
                    <a:pt x="3006" y="0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98" name="Google Shape;398;p21"/>
            <p:cNvSpPr/>
            <p:nvPr/>
          </p:nvSpPr>
          <p:spPr>
            <a:xfrm>
              <a:off x="3118025" y="433675"/>
              <a:ext cx="3123825" cy="3123250"/>
            </a:xfrm>
            <a:custGeom>
              <a:avLst/>
              <a:gdLst/>
              <a:ahLst/>
              <a:cxnLst/>
              <a:rect l="l" t="t" r="r" b="b"/>
              <a:pathLst>
                <a:path w="124953" h="124930" extrusionOk="0">
                  <a:moveTo>
                    <a:pt x="2815" y="1"/>
                  </a:moveTo>
                  <a:cubicBezTo>
                    <a:pt x="1861" y="239"/>
                    <a:pt x="930" y="526"/>
                    <a:pt x="0" y="788"/>
                  </a:cubicBezTo>
                  <a:lnTo>
                    <a:pt x="124141" y="124930"/>
                  </a:lnTo>
                  <a:cubicBezTo>
                    <a:pt x="124427" y="124023"/>
                    <a:pt x="124690" y="123093"/>
                    <a:pt x="124952" y="122163"/>
                  </a:cubicBezTo>
                  <a:lnTo>
                    <a:pt x="2815" y="1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99" name="Google Shape;399;p21"/>
            <p:cNvSpPr/>
            <p:nvPr/>
          </p:nvSpPr>
          <p:spPr>
            <a:xfrm>
              <a:off x="2887275" y="510600"/>
              <a:ext cx="3277050" cy="3277675"/>
            </a:xfrm>
            <a:custGeom>
              <a:avLst/>
              <a:gdLst/>
              <a:ahLst/>
              <a:cxnLst/>
              <a:rect l="l" t="t" r="r" b="b"/>
              <a:pathLst>
                <a:path w="131082" h="131107" extrusionOk="0">
                  <a:moveTo>
                    <a:pt x="2552" y="1"/>
                  </a:moveTo>
                  <a:cubicBezTo>
                    <a:pt x="2242" y="120"/>
                    <a:pt x="1980" y="215"/>
                    <a:pt x="1670" y="358"/>
                  </a:cubicBezTo>
                  <a:cubicBezTo>
                    <a:pt x="1097" y="573"/>
                    <a:pt x="549" y="812"/>
                    <a:pt x="0" y="1026"/>
                  </a:cubicBezTo>
                  <a:lnTo>
                    <a:pt x="130080" y="131107"/>
                  </a:lnTo>
                  <a:cubicBezTo>
                    <a:pt x="130461" y="130248"/>
                    <a:pt x="130795" y="129389"/>
                    <a:pt x="131082" y="128531"/>
                  </a:cubicBezTo>
                  <a:lnTo>
                    <a:pt x="2552" y="1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00" name="Google Shape;400;p21"/>
            <p:cNvSpPr/>
            <p:nvPr/>
          </p:nvSpPr>
          <p:spPr>
            <a:xfrm>
              <a:off x="2673800" y="606600"/>
              <a:ext cx="3395125" cy="3395125"/>
            </a:xfrm>
            <a:custGeom>
              <a:avLst/>
              <a:gdLst/>
              <a:ahLst/>
              <a:cxnLst/>
              <a:rect l="l" t="t" r="r" b="b"/>
              <a:pathLst>
                <a:path w="135805" h="135805" extrusionOk="0">
                  <a:moveTo>
                    <a:pt x="2362" y="1"/>
                  </a:moveTo>
                  <a:cubicBezTo>
                    <a:pt x="1551" y="358"/>
                    <a:pt x="764" y="764"/>
                    <a:pt x="1" y="1217"/>
                  </a:cubicBezTo>
                  <a:lnTo>
                    <a:pt x="134612" y="135805"/>
                  </a:lnTo>
                  <a:cubicBezTo>
                    <a:pt x="135041" y="135018"/>
                    <a:pt x="135447" y="134255"/>
                    <a:pt x="135805" y="133444"/>
                  </a:cubicBezTo>
                  <a:lnTo>
                    <a:pt x="2362" y="1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01" name="Google Shape;401;p21"/>
            <p:cNvSpPr/>
            <p:nvPr/>
          </p:nvSpPr>
          <p:spPr>
            <a:xfrm>
              <a:off x="2475850" y="718100"/>
              <a:ext cx="3482175" cy="3481600"/>
            </a:xfrm>
            <a:custGeom>
              <a:avLst/>
              <a:gdLst/>
              <a:ahLst/>
              <a:cxnLst/>
              <a:rect l="l" t="t" r="r" b="b"/>
              <a:pathLst>
                <a:path w="139287" h="139264" extrusionOk="0">
                  <a:moveTo>
                    <a:pt x="2195" y="1"/>
                  </a:moveTo>
                  <a:cubicBezTo>
                    <a:pt x="1455" y="430"/>
                    <a:pt x="740" y="859"/>
                    <a:pt x="0" y="1384"/>
                  </a:cubicBezTo>
                  <a:lnTo>
                    <a:pt x="137879" y="139263"/>
                  </a:lnTo>
                  <a:cubicBezTo>
                    <a:pt x="138380" y="138572"/>
                    <a:pt x="138833" y="137832"/>
                    <a:pt x="139286" y="137069"/>
                  </a:cubicBezTo>
                  <a:lnTo>
                    <a:pt x="2195" y="1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02" name="Google Shape;402;p21"/>
            <p:cNvSpPr/>
            <p:nvPr/>
          </p:nvSpPr>
          <p:spPr>
            <a:xfrm>
              <a:off x="2292800" y="843925"/>
              <a:ext cx="3538225" cy="3538825"/>
            </a:xfrm>
            <a:custGeom>
              <a:avLst/>
              <a:gdLst/>
              <a:ahLst/>
              <a:cxnLst/>
              <a:rect l="l" t="t" r="r" b="b"/>
              <a:pathLst>
                <a:path w="141529" h="141553" extrusionOk="0">
                  <a:moveTo>
                    <a:pt x="2004" y="0"/>
                  </a:moveTo>
                  <a:cubicBezTo>
                    <a:pt x="1312" y="549"/>
                    <a:pt x="668" y="1049"/>
                    <a:pt x="0" y="1574"/>
                  </a:cubicBezTo>
                  <a:lnTo>
                    <a:pt x="139978" y="141552"/>
                  </a:lnTo>
                  <a:cubicBezTo>
                    <a:pt x="140503" y="140861"/>
                    <a:pt x="141004" y="140193"/>
                    <a:pt x="141528" y="139525"/>
                  </a:cubicBezTo>
                  <a:lnTo>
                    <a:pt x="2004" y="0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03" name="Google Shape;403;p21"/>
            <p:cNvSpPr/>
            <p:nvPr/>
          </p:nvSpPr>
          <p:spPr>
            <a:xfrm>
              <a:off x="2124050" y="985825"/>
              <a:ext cx="3565650" cy="3565075"/>
            </a:xfrm>
            <a:custGeom>
              <a:avLst/>
              <a:gdLst/>
              <a:ahLst/>
              <a:cxnLst/>
              <a:rect l="l" t="t" r="r" b="b"/>
              <a:pathLst>
                <a:path w="142626" h="142603" extrusionOk="0">
                  <a:moveTo>
                    <a:pt x="1885" y="0"/>
                  </a:moveTo>
                  <a:cubicBezTo>
                    <a:pt x="1241" y="549"/>
                    <a:pt x="621" y="1145"/>
                    <a:pt x="1" y="1718"/>
                  </a:cubicBezTo>
                  <a:lnTo>
                    <a:pt x="140885" y="142602"/>
                  </a:lnTo>
                  <a:cubicBezTo>
                    <a:pt x="141481" y="141982"/>
                    <a:pt x="142077" y="141386"/>
                    <a:pt x="142626" y="140742"/>
                  </a:cubicBezTo>
                  <a:lnTo>
                    <a:pt x="1885" y="0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04" name="Google Shape;404;p21"/>
            <p:cNvSpPr/>
            <p:nvPr/>
          </p:nvSpPr>
          <p:spPr>
            <a:xfrm>
              <a:off x="1970825" y="1141450"/>
              <a:ext cx="3563250" cy="3563875"/>
            </a:xfrm>
            <a:custGeom>
              <a:avLst/>
              <a:gdLst/>
              <a:ahLst/>
              <a:cxnLst/>
              <a:rect l="l" t="t" r="r" b="b"/>
              <a:pathLst>
                <a:path w="142530" h="142555" extrusionOk="0">
                  <a:moveTo>
                    <a:pt x="1693" y="0"/>
                  </a:moveTo>
                  <a:cubicBezTo>
                    <a:pt x="1097" y="621"/>
                    <a:pt x="525" y="1264"/>
                    <a:pt x="0" y="1885"/>
                  </a:cubicBezTo>
                  <a:lnTo>
                    <a:pt x="140669" y="142555"/>
                  </a:lnTo>
                  <a:cubicBezTo>
                    <a:pt x="141290" y="141982"/>
                    <a:pt x="141934" y="141434"/>
                    <a:pt x="142530" y="140837"/>
                  </a:cubicBezTo>
                  <a:lnTo>
                    <a:pt x="1693" y="0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05" name="Google Shape;405;p21"/>
            <p:cNvSpPr/>
            <p:nvPr/>
          </p:nvSpPr>
          <p:spPr>
            <a:xfrm>
              <a:off x="1830100" y="1311375"/>
              <a:ext cx="3534050" cy="3534075"/>
            </a:xfrm>
            <a:custGeom>
              <a:avLst/>
              <a:gdLst/>
              <a:ahLst/>
              <a:cxnLst/>
              <a:rect l="l" t="t" r="r" b="b"/>
              <a:pathLst>
                <a:path w="141362" h="141363" extrusionOk="0">
                  <a:moveTo>
                    <a:pt x="1551" y="1"/>
                  </a:moveTo>
                  <a:cubicBezTo>
                    <a:pt x="1026" y="692"/>
                    <a:pt x="525" y="1336"/>
                    <a:pt x="0" y="2028"/>
                  </a:cubicBezTo>
                  <a:lnTo>
                    <a:pt x="139334" y="141362"/>
                  </a:lnTo>
                  <a:cubicBezTo>
                    <a:pt x="140026" y="140838"/>
                    <a:pt x="140717" y="140337"/>
                    <a:pt x="141361" y="139812"/>
                  </a:cubicBezTo>
                  <a:lnTo>
                    <a:pt x="1551" y="1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06" name="Google Shape;406;p21"/>
            <p:cNvSpPr/>
            <p:nvPr/>
          </p:nvSpPr>
          <p:spPr>
            <a:xfrm>
              <a:off x="1704875" y="1495025"/>
              <a:ext cx="3476225" cy="3475050"/>
            </a:xfrm>
            <a:custGeom>
              <a:avLst/>
              <a:gdLst/>
              <a:ahLst/>
              <a:cxnLst/>
              <a:rect l="l" t="t" r="r" b="b"/>
              <a:pathLst>
                <a:path w="139049" h="139002" extrusionOk="0">
                  <a:moveTo>
                    <a:pt x="1384" y="1"/>
                  </a:moveTo>
                  <a:cubicBezTo>
                    <a:pt x="907" y="740"/>
                    <a:pt x="454" y="1479"/>
                    <a:pt x="1" y="2219"/>
                  </a:cubicBezTo>
                  <a:lnTo>
                    <a:pt x="136783" y="139001"/>
                  </a:lnTo>
                  <a:cubicBezTo>
                    <a:pt x="137546" y="138572"/>
                    <a:pt x="138309" y="138119"/>
                    <a:pt x="139048" y="137666"/>
                  </a:cubicBezTo>
                  <a:lnTo>
                    <a:pt x="1384" y="1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07" name="Google Shape;407;p21"/>
            <p:cNvSpPr/>
            <p:nvPr/>
          </p:nvSpPr>
          <p:spPr>
            <a:xfrm>
              <a:off x="1594575" y="1694175"/>
              <a:ext cx="3386775" cy="3386800"/>
            </a:xfrm>
            <a:custGeom>
              <a:avLst/>
              <a:gdLst/>
              <a:ahLst/>
              <a:cxnLst/>
              <a:rect l="l" t="t" r="r" b="b"/>
              <a:pathLst>
                <a:path w="135471" h="135472" extrusionOk="0">
                  <a:moveTo>
                    <a:pt x="1193" y="1"/>
                  </a:moveTo>
                  <a:cubicBezTo>
                    <a:pt x="764" y="788"/>
                    <a:pt x="382" y="1575"/>
                    <a:pt x="1" y="2386"/>
                  </a:cubicBezTo>
                  <a:lnTo>
                    <a:pt x="133085" y="135471"/>
                  </a:lnTo>
                  <a:cubicBezTo>
                    <a:pt x="133896" y="135090"/>
                    <a:pt x="134683" y="134684"/>
                    <a:pt x="135471" y="134255"/>
                  </a:cubicBezTo>
                  <a:lnTo>
                    <a:pt x="1193" y="1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08" name="Google Shape;408;p21"/>
            <p:cNvSpPr/>
            <p:nvPr/>
          </p:nvSpPr>
          <p:spPr>
            <a:xfrm>
              <a:off x="1500975" y="1909425"/>
              <a:ext cx="3264525" cy="3265150"/>
            </a:xfrm>
            <a:custGeom>
              <a:avLst/>
              <a:gdLst/>
              <a:ahLst/>
              <a:cxnLst/>
              <a:rect l="l" t="t" r="r" b="b"/>
              <a:pathLst>
                <a:path w="130581" h="130606" extrusionOk="0">
                  <a:moveTo>
                    <a:pt x="978" y="1"/>
                  </a:moveTo>
                  <a:cubicBezTo>
                    <a:pt x="644" y="859"/>
                    <a:pt x="310" y="1718"/>
                    <a:pt x="0" y="2577"/>
                  </a:cubicBezTo>
                  <a:lnTo>
                    <a:pt x="128029" y="130606"/>
                  </a:lnTo>
                  <a:cubicBezTo>
                    <a:pt x="128625" y="130367"/>
                    <a:pt x="129174" y="130177"/>
                    <a:pt x="129746" y="129938"/>
                  </a:cubicBezTo>
                  <a:cubicBezTo>
                    <a:pt x="130032" y="129843"/>
                    <a:pt x="130318" y="129723"/>
                    <a:pt x="130581" y="129604"/>
                  </a:cubicBezTo>
                  <a:lnTo>
                    <a:pt x="978" y="1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09" name="Google Shape;409;p21"/>
            <p:cNvSpPr/>
            <p:nvPr/>
          </p:nvSpPr>
          <p:spPr>
            <a:xfrm>
              <a:off x="1425825" y="2142575"/>
              <a:ext cx="3107150" cy="3107125"/>
            </a:xfrm>
            <a:custGeom>
              <a:avLst/>
              <a:gdLst/>
              <a:ahLst/>
              <a:cxnLst/>
              <a:rect l="l" t="t" r="r" b="b"/>
              <a:pathLst>
                <a:path w="124286" h="124285" extrusionOk="0">
                  <a:moveTo>
                    <a:pt x="788" y="0"/>
                  </a:moveTo>
                  <a:cubicBezTo>
                    <a:pt x="478" y="930"/>
                    <a:pt x="239" y="1861"/>
                    <a:pt x="1" y="2791"/>
                  </a:cubicBezTo>
                  <a:lnTo>
                    <a:pt x="121495" y="124285"/>
                  </a:lnTo>
                  <a:cubicBezTo>
                    <a:pt x="122425" y="124023"/>
                    <a:pt x="123355" y="123784"/>
                    <a:pt x="124285" y="123498"/>
                  </a:cubicBezTo>
                  <a:lnTo>
                    <a:pt x="788" y="0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10" name="Google Shape;410;p21"/>
            <p:cNvSpPr/>
            <p:nvPr/>
          </p:nvSpPr>
          <p:spPr>
            <a:xfrm>
              <a:off x="1372175" y="2395975"/>
              <a:ext cx="2906775" cy="2906800"/>
            </a:xfrm>
            <a:custGeom>
              <a:avLst/>
              <a:gdLst/>
              <a:ahLst/>
              <a:cxnLst/>
              <a:rect l="l" t="t" r="r" b="b"/>
              <a:pathLst>
                <a:path w="116271" h="116272" extrusionOk="0">
                  <a:moveTo>
                    <a:pt x="501" y="1"/>
                  </a:moveTo>
                  <a:cubicBezTo>
                    <a:pt x="334" y="1002"/>
                    <a:pt x="143" y="2052"/>
                    <a:pt x="0" y="3054"/>
                  </a:cubicBezTo>
                  <a:lnTo>
                    <a:pt x="113218" y="116272"/>
                  </a:lnTo>
                  <a:cubicBezTo>
                    <a:pt x="114220" y="116129"/>
                    <a:pt x="115269" y="115962"/>
                    <a:pt x="116271" y="115771"/>
                  </a:cubicBezTo>
                  <a:lnTo>
                    <a:pt x="501" y="1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11" name="Google Shape;411;p21"/>
            <p:cNvSpPr/>
            <p:nvPr/>
          </p:nvSpPr>
          <p:spPr>
            <a:xfrm>
              <a:off x="1347125" y="2675025"/>
              <a:ext cx="2653375" cy="2654000"/>
            </a:xfrm>
            <a:custGeom>
              <a:avLst/>
              <a:gdLst/>
              <a:ahLst/>
              <a:cxnLst/>
              <a:rect l="l" t="t" r="r" b="b"/>
              <a:pathLst>
                <a:path w="106135" h="106160" extrusionOk="0">
                  <a:moveTo>
                    <a:pt x="144" y="1"/>
                  </a:moveTo>
                  <a:cubicBezTo>
                    <a:pt x="72" y="1146"/>
                    <a:pt x="1" y="2290"/>
                    <a:pt x="1" y="3459"/>
                  </a:cubicBezTo>
                  <a:lnTo>
                    <a:pt x="102676" y="106159"/>
                  </a:lnTo>
                  <a:cubicBezTo>
                    <a:pt x="103821" y="106111"/>
                    <a:pt x="104966" y="106064"/>
                    <a:pt x="106135" y="105992"/>
                  </a:cubicBezTo>
                  <a:lnTo>
                    <a:pt x="144" y="1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12" name="Google Shape;412;p21"/>
            <p:cNvSpPr/>
            <p:nvPr/>
          </p:nvSpPr>
          <p:spPr>
            <a:xfrm>
              <a:off x="1349525" y="2987475"/>
              <a:ext cx="2337350" cy="2337375"/>
            </a:xfrm>
            <a:custGeom>
              <a:avLst/>
              <a:gdLst/>
              <a:ahLst/>
              <a:cxnLst/>
              <a:rect l="l" t="t" r="r" b="b"/>
              <a:pathLst>
                <a:path w="93494" h="93495" extrusionOk="0">
                  <a:moveTo>
                    <a:pt x="0" y="0"/>
                  </a:moveTo>
                  <a:lnTo>
                    <a:pt x="0" y="0"/>
                  </a:lnTo>
                  <a:cubicBezTo>
                    <a:pt x="72" y="1288"/>
                    <a:pt x="167" y="2600"/>
                    <a:pt x="334" y="3912"/>
                  </a:cubicBezTo>
                  <a:lnTo>
                    <a:pt x="89606" y="93184"/>
                  </a:lnTo>
                  <a:cubicBezTo>
                    <a:pt x="90894" y="93327"/>
                    <a:pt x="92182" y="93446"/>
                    <a:pt x="93493" y="9349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13" name="Google Shape;413;p21"/>
            <p:cNvSpPr/>
            <p:nvPr/>
          </p:nvSpPr>
          <p:spPr>
            <a:xfrm>
              <a:off x="1398400" y="3351200"/>
              <a:ext cx="1924750" cy="1924750"/>
            </a:xfrm>
            <a:custGeom>
              <a:avLst/>
              <a:gdLst/>
              <a:ahLst/>
              <a:cxnLst/>
              <a:rect l="l" t="t" r="r" b="b"/>
              <a:pathLst>
                <a:path w="76990" h="76990" extrusionOk="0">
                  <a:moveTo>
                    <a:pt x="1" y="0"/>
                  </a:moveTo>
                  <a:lnTo>
                    <a:pt x="1" y="0"/>
                  </a:lnTo>
                  <a:cubicBezTo>
                    <a:pt x="335" y="1550"/>
                    <a:pt x="716" y="3125"/>
                    <a:pt x="1122" y="4675"/>
                  </a:cubicBezTo>
                  <a:lnTo>
                    <a:pt x="72339" y="75892"/>
                  </a:lnTo>
                  <a:cubicBezTo>
                    <a:pt x="73889" y="76298"/>
                    <a:pt x="75439" y="76679"/>
                    <a:pt x="76990" y="76989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14" name="Google Shape;414;p21"/>
            <p:cNvSpPr/>
            <p:nvPr/>
          </p:nvSpPr>
          <p:spPr>
            <a:xfrm>
              <a:off x="1543300" y="3809125"/>
              <a:ext cx="1323125" cy="1323125"/>
            </a:xfrm>
            <a:custGeom>
              <a:avLst/>
              <a:gdLst/>
              <a:ahLst/>
              <a:cxnLst/>
              <a:rect l="l" t="t" r="r" b="b"/>
              <a:pathLst>
                <a:path w="52925" h="52925" extrusionOk="0">
                  <a:moveTo>
                    <a:pt x="0" y="0"/>
                  </a:moveTo>
                  <a:lnTo>
                    <a:pt x="0" y="0"/>
                  </a:lnTo>
                  <a:cubicBezTo>
                    <a:pt x="954" y="2314"/>
                    <a:pt x="2004" y="4556"/>
                    <a:pt x="3173" y="6750"/>
                  </a:cubicBezTo>
                  <a:lnTo>
                    <a:pt x="46222" y="49824"/>
                  </a:lnTo>
                  <a:cubicBezTo>
                    <a:pt x="48417" y="50945"/>
                    <a:pt x="50635" y="51994"/>
                    <a:pt x="52924" y="5292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415" name="Google Shape;415;p21"/>
          <p:cNvSpPr/>
          <p:nvPr/>
        </p:nvSpPr>
        <p:spPr>
          <a:xfrm>
            <a:off x="1302851" y="-582249"/>
            <a:ext cx="1148000" cy="1148000"/>
          </a:xfrm>
          <a:prstGeom prst="ellipse">
            <a:avLst/>
          </a:prstGeom>
          <a:solidFill>
            <a:srgbClr val="00BBC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16" name="Google Shape;416;p21"/>
          <p:cNvSpPr/>
          <p:nvPr/>
        </p:nvSpPr>
        <p:spPr>
          <a:xfrm>
            <a:off x="1047151" y="1830773"/>
            <a:ext cx="432800" cy="432800"/>
          </a:xfrm>
          <a:prstGeom prst="ellipse">
            <a:avLst/>
          </a:prstGeom>
          <a:solidFill>
            <a:srgbClr val="F0F7E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17" name="Google Shape;417;p21"/>
          <p:cNvSpPr/>
          <p:nvPr/>
        </p:nvSpPr>
        <p:spPr>
          <a:xfrm>
            <a:off x="11076400" y="5643496"/>
            <a:ext cx="311200" cy="311200"/>
          </a:xfrm>
          <a:prstGeom prst="ellipse">
            <a:avLst/>
          </a:prstGeom>
          <a:solidFill>
            <a:srgbClr val="00BBC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18" name="Google Shape;418;p21"/>
          <p:cNvSpPr/>
          <p:nvPr/>
        </p:nvSpPr>
        <p:spPr>
          <a:xfrm>
            <a:off x="10836300" y="5161599"/>
            <a:ext cx="180800" cy="180800"/>
          </a:xfrm>
          <a:prstGeom prst="ellipse">
            <a:avLst/>
          </a:prstGeom>
          <a:solidFill>
            <a:srgbClr val="34343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52769507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text 2">
  <p:cSld name="Title &amp; text 2">
    <p:bg>
      <p:bgPr>
        <a:solidFill>
          <a:schemeClr val="accent1"/>
        </a:solidFill>
        <a:effectLst/>
      </p:bgPr>
    </p:bg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25"/>
          <p:cNvSpPr/>
          <p:nvPr/>
        </p:nvSpPr>
        <p:spPr>
          <a:xfrm>
            <a:off x="7489792" y="1"/>
            <a:ext cx="4702208" cy="6858049"/>
          </a:xfrm>
          <a:custGeom>
            <a:avLst/>
            <a:gdLst/>
            <a:ahLst/>
            <a:cxnLst/>
            <a:rect l="l" t="t" r="r" b="b"/>
            <a:pathLst>
              <a:path w="130629" h="190519" extrusionOk="0">
                <a:moveTo>
                  <a:pt x="74795" y="1"/>
                </a:moveTo>
                <a:lnTo>
                  <a:pt x="21418" y="19463"/>
                </a:lnTo>
                <a:cubicBezTo>
                  <a:pt x="7776" y="24447"/>
                  <a:pt x="0" y="42049"/>
                  <a:pt x="4055" y="58792"/>
                </a:cubicBezTo>
                <a:lnTo>
                  <a:pt x="36014" y="190518"/>
                </a:lnTo>
                <a:lnTo>
                  <a:pt x="130629" y="190518"/>
                </a:lnTo>
                <a:lnTo>
                  <a:pt x="130629" y="1"/>
                </a:lnTo>
                <a:close/>
              </a:path>
            </a:pathLst>
          </a:custGeom>
          <a:solidFill>
            <a:srgbClr val="F0F7E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35" name="Google Shape;535;p25"/>
          <p:cNvSpPr txBox="1">
            <a:spLocks noGrp="1"/>
          </p:cNvSpPr>
          <p:nvPr>
            <p:ph type="title"/>
          </p:nvPr>
        </p:nvSpPr>
        <p:spPr>
          <a:xfrm>
            <a:off x="960000" y="512064"/>
            <a:ext cx="3633200" cy="5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2700"/>
              <a:buNone/>
              <a:defRPr sz="36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400"/>
              <a:buNone/>
              <a:defRPr sz="1867">
                <a:solidFill>
                  <a:srgbClr val="F0F7ED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400"/>
              <a:buNone/>
              <a:defRPr sz="1867">
                <a:solidFill>
                  <a:srgbClr val="F0F7ED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400"/>
              <a:buNone/>
              <a:defRPr sz="1867">
                <a:solidFill>
                  <a:srgbClr val="F0F7ED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400"/>
              <a:buNone/>
              <a:defRPr sz="1867">
                <a:solidFill>
                  <a:srgbClr val="F0F7ED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400"/>
              <a:buNone/>
              <a:defRPr sz="1867">
                <a:solidFill>
                  <a:srgbClr val="F0F7ED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400"/>
              <a:buNone/>
              <a:defRPr sz="1867">
                <a:solidFill>
                  <a:srgbClr val="F0F7ED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400"/>
              <a:buNone/>
              <a:defRPr sz="1867">
                <a:solidFill>
                  <a:srgbClr val="F0F7ED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400"/>
              <a:buNone/>
              <a:defRPr sz="1867">
                <a:solidFill>
                  <a:srgbClr val="F0F7ED"/>
                </a:solidFill>
              </a:defRPr>
            </a:lvl9pPr>
          </a:lstStyle>
          <a:p>
            <a:endParaRPr/>
          </a:p>
        </p:txBody>
      </p:sp>
      <p:sp>
        <p:nvSpPr>
          <p:cNvPr id="536" name="Google Shape;536;p25"/>
          <p:cNvSpPr/>
          <p:nvPr/>
        </p:nvSpPr>
        <p:spPr>
          <a:xfrm rot="2539751">
            <a:off x="5952336" y="-4446405"/>
            <a:ext cx="4229568" cy="6385136"/>
          </a:xfrm>
          <a:custGeom>
            <a:avLst/>
            <a:gdLst/>
            <a:ahLst/>
            <a:cxnLst/>
            <a:rect l="l" t="t" r="r" b="b"/>
            <a:pathLst>
              <a:path w="126885" h="191551" extrusionOk="0">
                <a:moveTo>
                  <a:pt x="16464" y="0"/>
                </a:moveTo>
                <a:cubicBezTo>
                  <a:pt x="14016" y="0"/>
                  <a:pt x="11533" y="624"/>
                  <a:pt x="9255" y="1936"/>
                </a:cubicBezTo>
                <a:cubicBezTo>
                  <a:pt x="2362" y="5919"/>
                  <a:pt x="1" y="14743"/>
                  <a:pt x="3984" y="21636"/>
                </a:cubicBezTo>
                <a:lnTo>
                  <a:pt x="97907" y="184344"/>
                </a:lnTo>
                <a:cubicBezTo>
                  <a:pt x="100593" y="188966"/>
                  <a:pt x="105447" y="191551"/>
                  <a:pt x="110431" y="191551"/>
                </a:cubicBezTo>
                <a:cubicBezTo>
                  <a:pt x="112880" y="191551"/>
                  <a:pt x="115360" y="190927"/>
                  <a:pt x="117631" y="189615"/>
                </a:cubicBezTo>
                <a:cubicBezTo>
                  <a:pt x="124524" y="185632"/>
                  <a:pt x="126885" y="176807"/>
                  <a:pt x="122902" y="169914"/>
                </a:cubicBezTo>
                <a:lnTo>
                  <a:pt x="28955" y="7207"/>
                </a:lnTo>
                <a:cubicBezTo>
                  <a:pt x="26284" y="2584"/>
                  <a:pt x="21447" y="0"/>
                  <a:pt x="16464" y="0"/>
                </a:cubicBezTo>
                <a:close/>
              </a:path>
            </a:pathLst>
          </a:custGeom>
          <a:solidFill>
            <a:srgbClr val="FF721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37" name="Google Shape;537;p25"/>
          <p:cNvSpPr/>
          <p:nvPr/>
        </p:nvSpPr>
        <p:spPr>
          <a:xfrm rot="9266724">
            <a:off x="6379285" y="1588055"/>
            <a:ext cx="334747" cy="334747"/>
          </a:xfrm>
          <a:prstGeom prst="ellipse">
            <a:avLst/>
          </a:prstGeom>
          <a:solidFill>
            <a:srgbClr val="FF721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38" name="Google Shape;538;p25"/>
          <p:cNvSpPr/>
          <p:nvPr/>
        </p:nvSpPr>
        <p:spPr>
          <a:xfrm>
            <a:off x="7981832" y="6091833"/>
            <a:ext cx="1546000" cy="1546000"/>
          </a:xfrm>
          <a:prstGeom prst="donut">
            <a:avLst>
              <a:gd name="adj" fmla="val 17842"/>
            </a:avLst>
          </a:prstGeom>
          <a:solidFill>
            <a:srgbClr val="00BBC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48826738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two columns">
  <p:cSld name="Title &amp; two columns"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26"/>
          <p:cNvSpPr txBox="1">
            <a:spLocks noGrp="1"/>
          </p:cNvSpPr>
          <p:nvPr>
            <p:ph type="ctrTitle"/>
          </p:nvPr>
        </p:nvSpPr>
        <p:spPr>
          <a:xfrm>
            <a:off x="8663033" y="1153700"/>
            <a:ext cx="2789200" cy="136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4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/>
          </a:p>
        </p:txBody>
      </p:sp>
      <p:sp>
        <p:nvSpPr>
          <p:cNvPr id="541" name="Google Shape;541;p26"/>
          <p:cNvSpPr txBox="1">
            <a:spLocks noGrp="1"/>
          </p:cNvSpPr>
          <p:nvPr>
            <p:ph type="subTitle" idx="1"/>
          </p:nvPr>
        </p:nvSpPr>
        <p:spPr>
          <a:xfrm>
            <a:off x="3467467" y="1801017"/>
            <a:ext cx="2639200" cy="110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rgbClr val="34343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rgbClr val="34343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rgbClr val="34343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rgbClr val="34343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rgbClr val="34343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rgbClr val="34343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rgbClr val="34343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rgbClr val="34343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rgbClr val="343434"/>
                </a:solidFill>
              </a:defRPr>
            </a:lvl9pPr>
          </a:lstStyle>
          <a:p>
            <a:endParaRPr/>
          </a:p>
        </p:txBody>
      </p:sp>
      <p:sp>
        <p:nvSpPr>
          <p:cNvPr id="542" name="Google Shape;542;p26"/>
          <p:cNvSpPr txBox="1">
            <a:spLocks noGrp="1"/>
          </p:cNvSpPr>
          <p:nvPr>
            <p:ph type="subTitle" idx="2"/>
          </p:nvPr>
        </p:nvSpPr>
        <p:spPr>
          <a:xfrm>
            <a:off x="3467467" y="4689267"/>
            <a:ext cx="2639200" cy="110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rgbClr val="34343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rgbClr val="34343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rgbClr val="34343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rgbClr val="34343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rgbClr val="34343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rgbClr val="34343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rgbClr val="34343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rgbClr val="34343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rgbClr val="343434"/>
                </a:solidFill>
              </a:defRPr>
            </a:lvl9pPr>
          </a:lstStyle>
          <a:p>
            <a:endParaRPr/>
          </a:p>
        </p:txBody>
      </p:sp>
      <p:sp>
        <p:nvSpPr>
          <p:cNvPr id="543" name="Google Shape;543;p26"/>
          <p:cNvSpPr/>
          <p:nvPr/>
        </p:nvSpPr>
        <p:spPr>
          <a:xfrm>
            <a:off x="-353432" y="-319299"/>
            <a:ext cx="969200" cy="969200"/>
          </a:xfrm>
          <a:prstGeom prst="donut">
            <a:avLst>
              <a:gd name="adj" fmla="val 17842"/>
            </a:avLst>
          </a:prstGeom>
          <a:solidFill>
            <a:srgbClr val="00BBC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544" name="Google Shape;544;p26"/>
          <p:cNvGrpSpPr/>
          <p:nvPr/>
        </p:nvGrpSpPr>
        <p:grpSpPr>
          <a:xfrm>
            <a:off x="-620337" y="343144"/>
            <a:ext cx="1186945" cy="1187232"/>
            <a:chOff x="1347125" y="349025"/>
            <a:chExt cx="4978800" cy="4980000"/>
          </a:xfrm>
        </p:grpSpPr>
        <p:sp>
          <p:nvSpPr>
            <p:cNvPr id="545" name="Google Shape;545;p26"/>
            <p:cNvSpPr/>
            <p:nvPr/>
          </p:nvSpPr>
          <p:spPr>
            <a:xfrm>
              <a:off x="4756525" y="523725"/>
              <a:ext cx="1394100" cy="1393475"/>
            </a:xfrm>
            <a:custGeom>
              <a:avLst/>
              <a:gdLst/>
              <a:ahLst/>
              <a:cxnLst/>
              <a:rect l="l" t="t" r="r" b="b"/>
              <a:pathLst>
                <a:path w="55764" h="55739" extrusionOk="0">
                  <a:moveTo>
                    <a:pt x="1" y="0"/>
                  </a:moveTo>
                  <a:lnTo>
                    <a:pt x="55763" y="55739"/>
                  </a:lnTo>
                  <a:cubicBezTo>
                    <a:pt x="54928" y="53568"/>
                    <a:pt x="53998" y="51446"/>
                    <a:pt x="52973" y="49371"/>
                  </a:cubicBezTo>
                  <a:lnTo>
                    <a:pt x="6417" y="2815"/>
                  </a:lnTo>
                  <a:cubicBezTo>
                    <a:pt x="4318" y="1789"/>
                    <a:pt x="2195" y="859"/>
                    <a:pt x="1" y="0"/>
                  </a:cubicBez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46" name="Google Shape;546;p26"/>
            <p:cNvSpPr/>
            <p:nvPr/>
          </p:nvSpPr>
          <p:spPr>
            <a:xfrm>
              <a:off x="4312325" y="393150"/>
              <a:ext cx="1968875" cy="1968875"/>
            </a:xfrm>
            <a:custGeom>
              <a:avLst/>
              <a:gdLst/>
              <a:ahLst/>
              <a:cxnLst/>
              <a:rect l="l" t="t" r="r" b="b"/>
              <a:pathLst>
                <a:path w="78755" h="78755" extrusionOk="0">
                  <a:moveTo>
                    <a:pt x="0" y="0"/>
                  </a:moveTo>
                  <a:lnTo>
                    <a:pt x="78754" y="78754"/>
                  </a:lnTo>
                  <a:cubicBezTo>
                    <a:pt x="78492" y="77204"/>
                    <a:pt x="78158" y="75654"/>
                    <a:pt x="77753" y="74151"/>
                  </a:cubicBezTo>
                  <a:lnTo>
                    <a:pt x="4627" y="1026"/>
                  </a:lnTo>
                  <a:cubicBezTo>
                    <a:pt x="3125" y="620"/>
                    <a:pt x="1551" y="286"/>
                    <a:pt x="0" y="0"/>
                  </a:cubicBez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47" name="Google Shape;547;p26"/>
            <p:cNvSpPr/>
            <p:nvPr/>
          </p:nvSpPr>
          <p:spPr>
            <a:xfrm>
              <a:off x="3955175" y="350200"/>
              <a:ext cx="2370750" cy="2370175"/>
            </a:xfrm>
            <a:custGeom>
              <a:avLst/>
              <a:gdLst/>
              <a:ahLst/>
              <a:cxnLst/>
              <a:rect l="l" t="t" r="r" b="b"/>
              <a:pathLst>
                <a:path w="94830" h="94807" extrusionOk="0">
                  <a:moveTo>
                    <a:pt x="0" y="1"/>
                  </a:moveTo>
                  <a:lnTo>
                    <a:pt x="94829" y="94806"/>
                  </a:lnTo>
                  <a:lnTo>
                    <a:pt x="94829" y="94806"/>
                  </a:lnTo>
                  <a:cubicBezTo>
                    <a:pt x="94734" y="93542"/>
                    <a:pt x="94662" y="92254"/>
                    <a:pt x="94567" y="90966"/>
                  </a:cubicBezTo>
                  <a:lnTo>
                    <a:pt x="3840" y="239"/>
                  </a:lnTo>
                  <a:cubicBezTo>
                    <a:pt x="2576" y="120"/>
                    <a:pt x="1288" y="49"/>
                    <a:pt x="0" y="1"/>
                  </a:cubicBez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48" name="Google Shape;548;p26"/>
            <p:cNvSpPr/>
            <p:nvPr/>
          </p:nvSpPr>
          <p:spPr>
            <a:xfrm>
              <a:off x="3646300" y="349025"/>
              <a:ext cx="2679625" cy="2679625"/>
            </a:xfrm>
            <a:custGeom>
              <a:avLst/>
              <a:gdLst/>
              <a:ahLst/>
              <a:cxnLst/>
              <a:rect l="l" t="t" r="r" b="b"/>
              <a:pathLst>
                <a:path w="107185" h="107185" extrusionOk="0">
                  <a:moveTo>
                    <a:pt x="3387" y="0"/>
                  </a:moveTo>
                  <a:cubicBezTo>
                    <a:pt x="2266" y="48"/>
                    <a:pt x="1145" y="119"/>
                    <a:pt x="1" y="215"/>
                  </a:cubicBezTo>
                  <a:lnTo>
                    <a:pt x="106969" y="107184"/>
                  </a:lnTo>
                  <a:cubicBezTo>
                    <a:pt x="107065" y="106063"/>
                    <a:pt x="107160" y="104942"/>
                    <a:pt x="107184" y="103797"/>
                  </a:cubicBezTo>
                  <a:lnTo>
                    <a:pt x="3387" y="0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49" name="Google Shape;549;p26"/>
            <p:cNvSpPr/>
            <p:nvPr/>
          </p:nvSpPr>
          <p:spPr>
            <a:xfrm>
              <a:off x="3370225" y="377650"/>
              <a:ext cx="2926475" cy="2927650"/>
            </a:xfrm>
            <a:custGeom>
              <a:avLst/>
              <a:gdLst/>
              <a:ahLst/>
              <a:cxnLst/>
              <a:rect l="l" t="t" r="r" b="b"/>
              <a:pathLst>
                <a:path w="117059" h="117106" extrusionOk="0">
                  <a:moveTo>
                    <a:pt x="3006" y="0"/>
                  </a:moveTo>
                  <a:cubicBezTo>
                    <a:pt x="1980" y="191"/>
                    <a:pt x="979" y="358"/>
                    <a:pt x="1" y="549"/>
                  </a:cubicBezTo>
                  <a:lnTo>
                    <a:pt x="116558" y="117106"/>
                  </a:lnTo>
                  <a:cubicBezTo>
                    <a:pt x="116748" y="116104"/>
                    <a:pt x="116939" y="115055"/>
                    <a:pt x="117058" y="114053"/>
                  </a:cubicBezTo>
                  <a:lnTo>
                    <a:pt x="3006" y="0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0" name="Google Shape;550;p26"/>
            <p:cNvSpPr/>
            <p:nvPr/>
          </p:nvSpPr>
          <p:spPr>
            <a:xfrm>
              <a:off x="3118025" y="433675"/>
              <a:ext cx="3123825" cy="3123250"/>
            </a:xfrm>
            <a:custGeom>
              <a:avLst/>
              <a:gdLst/>
              <a:ahLst/>
              <a:cxnLst/>
              <a:rect l="l" t="t" r="r" b="b"/>
              <a:pathLst>
                <a:path w="124953" h="124930" extrusionOk="0">
                  <a:moveTo>
                    <a:pt x="2815" y="1"/>
                  </a:moveTo>
                  <a:cubicBezTo>
                    <a:pt x="1861" y="239"/>
                    <a:pt x="930" y="526"/>
                    <a:pt x="0" y="788"/>
                  </a:cubicBezTo>
                  <a:lnTo>
                    <a:pt x="124141" y="124930"/>
                  </a:lnTo>
                  <a:cubicBezTo>
                    <a:pt x="124427" y="124023"/>
                    <a:pt x="124690" y="123093"/>
                    <a:pt x="124952" y="122163"/>
                  </a:cubicBezTo>
                  <a:lnTo>
                    <a:pt x="2815" y="1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1" name="Google Shape;551;p26"/>
            <p:cNvSpPr/>
            <p:nvPr/>
          </p:nvSpPr>
          <p:spPr>
            <a:xfrm>
              <a:off x="2887275" y="510600"/>
              <a:ext cx="3277050" cy="3277675"/>
            </a:xfrm>
            <a:custGeom>
              <a:avLst/>
              <a:gdLst/>
              <a:ahLst/>
              <a:cxnLst/>
              <a:rect l="l" t="t" r="r" b="b"/>
              <a:pathLst>
                <a:path w="131082" h="131107" extrusionOk="0">
                  <a:moveTo>
                    <a:pt x="2552" y="1"/>
                  </a:moveTo>
                  <a:cubicBezTo>
                    <a:pt x="2242" y="120"/>
                    <a:pt x="1980" y="215"/>
                    <a:pt x="1670" y="358"/>
                  </a:cubicBezTo>
                  <a:cubicBezTo>
                    <a:pt x="1097" y="573"/>
                    <a:pt x="549" y="812"/>
                    <a:pt x="0" y="1026"/>
                  </a:cubicBezTo>
                  <a:lnTo>
                    <a:pt x="130080" y="131107"/>
                  </a:lnTo>
                  <a:cubicBezTo>
                    <a:pt x="130461" y="130248"/>
                    <a:pt x="130795" y="129389"/>
                    <a:pt x="131082" y="128531"/>
                  </a:cubicBezTo>
                  <a:lnTo>
                    <a:pt x="2552" y="1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2" name="Google Shape;552;p26"/>
            <p:cNvSpPr/>
            <p:nvPr/>
          </p:nvSpPr>
          <p:spPr>
            <a:xfrm>
              <a:off x="2673800" y="606600"/>
              <a:ext cx="3395125" cy="3395125"/>
            </a:xfrm>
            <a:custGeom>
              <a:avLst/>
              <a:gdLst/>
              <a:ahLst/>
              <a:cxnLst/>
              <a:rect l="l" t="t" r="r" b="b"/>
              <a:pathLst>
                <a:path w="135805" h="135805" extrusionOk="0">
                  <a:moveTo>
                    <a:pt x="2362" y="1"/>
                  </a:moveTo>
                  <a:cubicBezTo>
                    <a:pt x="1551" y="358"/>
                    <a:pt x="764" y="764"/>
                    <a:pt x="1" y="1217"/>
                  </a:cubicBezTo>
                  <a:lnTo>
                    <a:pt x="134612" y="135805"/>
                  </a:lnTo>
                  <a:cubicBezTo>
                    <a:pt x="135041" y="135018"/>
                    <a:pt x="135447" y="134255"/>
                    <a:pt x="135805" y="133444"/>
                  </a:cubicBezTo>
                  <a:lnTo>
                    <a:pt x="2362" y="1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3" name="Google Shape;553;p26"/>
            <p:cNvSpPr/>
            <p:nvPr/>
          </p:nvSpPr>
          <p:spPr>
            <a:xfrm>
              <a:off x="2475850" y="718100"/>
              <a:ext cx="3482175" cy="3481600"/>
            </a:xfrm>
            <a:custGeom>
              <a:avLst/>
              <a:gdLst/>
              <a:ahLst/>
              <a:cxnLst/>
              <a:rect l="l" t="t" r="r" b="b"/>
              <a:pathLst>
                <a:path w="139287" h="139264" extrusionOk="0">
                  <a:moveTo>
                    <a:pt x="2195" y="1"/>
                  </a:moveTo>
                  <a:cubicBezTo>
                    <a:pt x="1455" y="430"/>
                    <a:pt x="740" y="859"/>
                    <a:pt x="0" y="1384"/>
                  </a:cubicBezTo>
                  <a:lnTo>
                    <a:pt x="137879" y="139263"/>
                  </a:lnTo>
                  <a:cubicBezTo>
                    <a:pt x="138380" y="138572"/>
                    <a:pt x="138833" y="137832"/>
                    <a:pt x="139286" y="137069"/>
                  </a:cubicBezTo>
                  <a:lnTo>
                    <a:pt x="2195" y="1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4" name="Google Shape;554;p26"/>
            <p:cNvSpPr/>
            <p:nvPr/>
          </p:nvSpPr>
          <p:spPr>
            <a:xfrm>
              <a:off x="2292800" y="843925"/>
              <a:ext cx="3538225" cy="3538825"/>
            </a:xfrm>
            <a:custGeom>
              <a:avLst/>
              <a:gdLst/>
              <a:ahLst/>
              <a:cxnLst/>
              <a:rect l="l" t="t" r="r" b="b"/>
              <a:pathLst>
                <a:path w="141529" h="141553" extrusionOk="0">
                  <a:moveTo>
                    <a:pt x="2004" y="0"/>
                  </a:moveTo>
                  <a:cubicBezTo>
                    <a:pt x="1312" y="549"/>
                    <a:pt x="668" y="1049"/>
                    <a:pt x="0" y="1574"/>
                  </a:cubicBezTo>
                  <a:lnTo>
                    <a:pt x="139978" y="141552"/>
                  </a:lnTo>
                  <a:cubicBezTo>
                    <a:pt x="140503" y="140861"/>
                    <a:pt x="141004" y="140193"/>
                    <a:pt x="141528" y="139525"/>
                  </a:cubicBezTo>
                  <a:lnTo>
                    <a:pt x="2004" y="0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5" name="Google Shape;555;p26"/>
            <p:cNvSpPr/>
            <p:nvPr/>
          </p:nvSpPr>
          <p:spPr>
            <a:xfrm>
              <a:off x="2124050" y="985825"/>
              <a:ext cx="3565650" cy="3565075"/>
            </a:xfrm>
            <a:custGeom>
              <a:avLst/>
              <a:gdLst/>
              <a:ahLst/>
              <a:cxnLst/>
              <a:rect l="l" t="t" r="r" b="b"/>
              <a:pathLst>
                <a:path w="142626" h="142603" extrusionOk="0">
                  <a:moveTo>
                    <a:pt x="1885" y="0"/>
                  </a:moveTo>
                  <a:cubicBezTo>
                    <a:pt x="1241" y="549"/>
                    <a:pt x="621" y="1145"/>
                    <a:pt x="1" y="1718"/>
                  </a:cubicBezTo>
                  <a:lnTo>
                    <a:pt x="140885" y="142602"/>
                  </a:lnTo>
                  <a:cubicBezTo>
                    <a:pt x="141481" y="141982"/>
                    <a:pt x="142077" y="141386"/>
                    <a:pt x="142626" y="140742"/>
                  </a:cubicBezTo>
                  <a:lnTo>
                    <a:pt x="1885" y="0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6" name="Google Shape;556;p26"/>
            <p:cNvSpPr/>
            <p:nvPr/>
          </p:nvSpPr>
          <p:spPr>
            <a:xfrm>
              <a:off x="1970825" y="1141450"/>
              <a:ext cx="3563250" cy="3563875"/>
            </a:xfrm>
            <a:custGeom>
              <a:avLst/>
              <a:gdLst/>
              <a:ahLst/>
              <a:cxnLst/>
              <a:rect l="l" t="t" r="r" b="b"/>
              <a:pathLst>
                <a:path w="142530" h="142555" extrusionOk="0">
                  <a:moveTo>
                    <a:pt x="1693" y="0"/>
                  </a:moveTo>
                  <a:cubicBezTo>
                    <a:pt x="1097" y="621"/>
                    <a:pt x="525" y="1264"/>
                    <a:pt x="0" y="1885"/>
                  </a:cubicBezTo>
                  <a:lnTo>
                    <a:pt x="140669" y="142555"/>
                  </a:lnTo>
                  <a:cubicBezTo>
                    <a:pt x="141290" y="141982"/>
                    <a:pt x="141934" y="141434"/>
                    <a:pt x="142530" y="140837"/>
                  </a:cubicBezTo>
                  <a:lnTo>
                    <a:pt x="1693" y="0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7" name="Google Shape;557;p26"/>
            <p:cNvSpPr/>
            <p:nvPr/>
          </p:nvSpPr>
          <p:spPr>
            <a:xfrm>
              <a:off x="1830100" y="1311375"/>
              <a:ext cx="3534050" cy="3534075"/>
            </a:xfrm>
            <a:custGeom>
              <a:avLst/>
              <a:gdLst/>
              <a:ahLst/>
              <a:cxnLst/>
              <a:rect l="l" t="t" r="r" b="b"/>
              <a:pathLst>
                <a:path w="141362" h="141363" extrusionOk="0">
                  <a:moveTo>
                    <a:pt x="1551" y="1"/>
                  </a:moveTo>
                  <a:cubicBezTo>
                    <a:pt x="1026" y="692"/>
                    <a:pt x="525" y="1336"/>
                    <a:pt x="0" y="2028"/>
                  </a:cubicBezTo>
                  <a:lnTo>
                    <a:pt x="139334" y="141362"/>
                  </a:lnTo>
                  <a:cubicBezTo>
                    <a:pt x="140026" y="140838"/>
                    <a:pt x="140717" y="140337"/>
                    <a:pt x="141361" y="139812"/>
                  </a:cubicBezTo>
                  <a:lnTo>
                    <a:pt x="1551" y="1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8" name="Google Shape;558;p26"/>
            <p:cNvSpPr/>
            <p:nvPr/>
          </p:nvSpPr>
          <p:spPr>
            <a:xfrm>
              <a:off x="1704875" y="1495025"/>
              <a:ext cx="3476225" cy="3475050"/>
            </a:xfrm>
            <a:custGeom>
              <a:avLst/>
              <a:gdLst/>
              <a:ahLst/>
              <a:cxnLst/>
              <a:rect l="l" t="t" r="r" b="b"/>
              <a:pathLst>
                <a:path w="139049" h="139002" extrusionOk="0">
                  <a:moveTo>
                    <a:pt x="1384" y="1"/>
                  </a:moveTo>
                  <a:cubicBezTo>
                    <a:pt x="907" y="740"/>
                    <a:pt x="454" y="1479"/>
                    <a:pt x="1" y="2219"/>
                  </a:cubicBezTo>
                  <a:lnTo>
                    <a:pt x="136783" y="139001"/>
                  </a:lnTo>
                  <a:cubicBezTo>
                    <a:pt x="137546" y="138572"/>
                    <a:pt x="138309" y="138119"/>
                    <a:pt x="139048" y="137666"/>
                  </a:cubicBezTo>
                  <a:lnTo>
                    <a:pt x="1384" y="1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9" name="Google Shape;559;p26"/>
            <p:cNvSpPr/>
            <p:nvPr/>
          </p:nvSpPr>
          <p:spPr>
            <a:xfrm>
              <a:off x="1594575" y="1694175"/>
              <a:ext cx="3386775" cy="3386800"/>
            </a:xfrm>
            <a:custGeom>
              <a:avLst/>
              <a:gdLst/>
              <a:ahLst/>
              <a:cxnLst/>
              <a:rect l="l" t="t" r="r" b="b"/>
              <a:pathLst>
                <a:path w="135471" h="135472" extrusionOk="0">
                  <a:moveTo>
                    <a:pt x="1193" y="1"/>
                  </a:moveTo>
                  <a:cubicBezTo>
                    <a:pt x="764" y="788"/>
                    <a:pt x="382" y="1575"/>
                    <a:pt x="1" y="2386"/>
                  </a:cubicBezTo>
                  <a:lnTo>
                    <a:pt x="133085" y="135471"/>
                  </a:lnTo>
                  <a:cubicBezTo>
                    <a:pt x="133896" y="135090"/>
                    <a:pt x="134683" y="134684"/>
                    <a:pt x="135471" y="134255"/>
                  </a:cubicBezTo>
                  <a:lnTo>
                    <a:pt x="1193" y="1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0" name="Google Shape;560;p26"/>
            <p:cNvSpPr/>
            <p:nvPr/>
          </p:nvSpPr>
          <p:spPr>
            <a:xfrm>
              <a:off x="1500975" y="1909425"/>
              <a:ext cx="3264525" cy="3265150"/>
            </a:xfrm>
            <a:custGeom>
              <a:avLst/>
              <a:gdLst/>
              <a:ahLst/>
              <a:cxnLst/>
              <a:rect l="l" t="t" r="r" b="b"/>
              <a:pathLst>
                <a:path w="130581" h="130606" extrusionOk="0">
                  <a:moveTo>
                    <a:pt x="978" y="1"/>
                  </a:moveTo>
                  <a:cubicBezTo>
                    <a:pt x="644" y="859"/>
                    <a:pt x="310" y="1718"/>
                    <a:pt x="0" y="2577"/>
                  </a:cubicBezTo>
                  <a:lnTo>
                    <a:pt x="128029" y="130606"/>
                  </a:lnTo>
                  <a:cubicBezTo>
                    <a:pt x="128625" y="130367"/>
                    <a:pt x="129174" y="130177"/>
                    <a:pt x="129746" y="129938"/>
                  </a:cubicBezTo>
                  <a:cubicBezTo>
                    <a:pt x="130032" y="129843"/>
                    <a:pt x="130318" y="129723"/>
                    <a:pt x="130581" y="129604"/>
                  </a:cubicBezTo>
                  <a:lnTo>
                    <a:pt x="978" y="1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1" name="Google Shape;561;p26"/>
            <p:cNvSpPr/>
            <p:nvPr/>
          </p:nvSpPr>
          <p:spPr>
            <a:xfrm>
              <a:off x="1425825" y="2142575"/>
              <a:ext cx="3107150" cy="3107125"/>
            </a:xfrm>
            <a:custGeom>
              <a:avLst/>
              <a:gdLst/>
              <a:ahLst/>
              <a:cxnLst/>
              <a:rect l="l" t="t" r="r" b="b"/>
              <a:pathLst>
                <a:path w="124286" h="124285" extrusionOk="0">
                  <a:moveTo>
                    <a:pt x="788" y="0"/>
                  </a:moveTo>
                  <a:cubicBezTo>
                    <a:pt x="478" y="930"/>
                    <a:pt x="239" y="1861"/>
                    <a:pt x="1" y="2791"/>
                  </a:cubicBezTo>
                  <a:lnTo>
                    <a:pt x="121495" y="124285"/>
                  </a:lnTo>
                  <a:cubicBezTo>
                    <a:pt x="122425" y="124023"/>
                    <a:pt x="123355" y="123784"/>
                    <a:pt x="124285" y="123498"/>
                  </a:cubicBezTo>
                  <a:lnTo>
                    <a:pt x="788" y="0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2" name="Google Shape;562;p26"/>
            <p:cNvSpPr/>
            <p:nvPr/>
          </p:nvSpPr>
          <p:spPr>
            <a:xfrm>
              <a:off x="1372175" y="2395975"/>
              <a:ext cx="2906775" cy="2906800"/>
            </a:xfrm>
            <a:custGeom>
              <a:avLst/>
              <a:gdLst/>
              <a:ahLst/>
              <a:cxnLst/>
              <a:rect l="l" t="t" r="r" b="b"/>
              <a:pathLst>
                <a:path w="116271" h="116272" extrusionOk="0">
                  <a:moveTo>
                    <a:pt x="501" y="1"/>
                  </a:moveTo>
                  <a:cubicBezTo>
                    <a:pt x="334" y="1002"/>
                    <a:pt x="143" y="2052"/>
                    <a:pt x="0" y="3054"/>
                  </a:cubicBezTo>
                  <a:lnTo>
                    <a:pt x="113218" y="116272"/>
                  </a:lnTo>
                  <a:cubicBezTo>
                    <a:pt x="114220" y="116129"/>
                    <a:pt x="115269" y="115962"/>
                    <a:pt x="116271" y="115771"/>
                  </a:cubicBezTo>
                  <a:lnTo>
                    <a:pt x="501" y="1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3" name="Google Shape;563;p26"/>
            <p:cNvSpPr/>
            <p:nvPr/>
          </p:nvSpPr>
          <p:spPr>
            <a:xfrm>
              <a:off x="1347125" y="2675025"/>
              <a:ext cx="2653375" cy="2654000"/>
            </a:xfrm>
            <a:custGeom>
              <a:avLst/>
              <a:gdLst/>
              <a:ahLst/>
              <a:cxnLst/>
              <a:rect l="l" t="t" r="r" b="b"/>
              <a:pathLst>
                <a:path w="106135" h="106160" extrusionOk="0">
                  <a:moveTo>
                    <a:pt x="144" y="1"/>
                  </a:moveTo>
                  <a:cubicBezTo>
                    <a:pt x="72" y="1146"/>
                    <a:pt x="1" y="2290"/>
                    <a:pt x="1" y="3459"/>
                  </a:cubicBezTo>
                  <a:lnTo>
                    <a:pt x="102676" y="106159"/>
                  </a:lnTo>
                  <a:cubicBezTo>
                    <a:pt x="103821" y="106111"/>
                    <a:pt x="104966" y="106064"/>
                    <a:pt x="106135" y="105992"/>
                  </a:cubicBezTo>
                  <a:lnTo>
                    <a:pt x="144" y="1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4" name="Google Shape;564;p26"/>
            <p:cNvSpPr/>
            <p:nvPr/>
          </p:nvSpPr>
          <p:spPr>
            <a:xfrm>
              <a:off x="1349525" y="2987475"/>
              <a:ext cx="2337350" cy="2337375"/>
            </a:xfrm>
            <a:custGeom>
              <a:avLst/>
              <a:gdLst/>
              <a:ahLst/>
              <a:cxnLst/>
              <a:rect l="l" t="t" r="r" b="b"/>
              <a:pathLst>
                <a:path w="93494" h="93495" extrusionOk="0">
                  <a:moveTo>
                    <a:pt x="0" y="0"/>
                  </a:moveTo>
                  <a:lnTo>
                    <a:pt x="0" y="0"/>
                  </a:lnTo>
                  <a:cubicBezTo>
                    <a:pt x="72" y="1288"/>
                    <a:pt x="167" y="2600"/>
                    <a:pt x="334" y="3912"/>
                  </a:cubicBezTo>
                  <a:lnTo>
                    <a:pt x="89606" y="93184"/>
                  </a:lnTo>
                  <a:cubicBezTo>
                    <a:pt x="90894" y="93327"/>
                    <a:pt x="92182" y="93446"/>
                    <a:pt x="93493" y="9349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5" name="Google Shape;565;p26"/>
            <p:cNvSpPr/>
            <p:nvPr/>
          </p:nvSpPr>
          <p:spPr>
            <a:xfrm>
              <a:off x="1398400" y="3351200"/>
              <a:ext cx="1924750" cy="1924750"/>
            </a:xfrm>
            <a:custGeom>
              <a:avLst/>
              <a:gdLst/>
              <a:ahLst/>
              <a:cxnLst/>
              <a:rect l="l" t="t" r="r" b="b"/>
              <a:pathLst>
                <a:path w="76990" h="76990" extrusionOk="0">
                  <a:moveTo>
                    <a:pt x="1" y="0"/>
                  </a:moveTo>
                  <a:lnTo>
                    <a:pt x="1" y="0"/>
                  </a:lnTo>
                  <a:cubicBezTo>
                    <a:pt x="335" y="1550"/>
                    <a:pt x="716" y="3125"/>
                    <a:pt x="1122" y="4675"/>
                  </a:cubicBezTo>
                  <a:lnTo>
                    <a:pt x="72339" y="75892"/>
                  </a:lnTo>
                  <a:cubicBezTo>
                    <a:pt x="73889" y="76298"/>
                    <a:pt x="75439" y="76679"/>
                    <a:pt x="76990" y="76989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6" name="Google Shape;566;p26"/>
            <p:cNvSpPr/>
            <p:nvPr/>
          </p:nvSpPr>
          <p:spPr>
            <a:xfrm>
              <a:off x="1543300" y="3809125"/>
              <a:ext cx="1323125" cy="1323125"/>
            </a:xfrm>
            <a:custGeom>
              <a:avLst/>
              <a:gdLst/>
              <a:ahLst/>
              <a:cxnLst/>
              <a:rect l="l" t="t" r="r" b="b"/>
              <a:pathLst>
                <a:path w="52925" h="52925" extrusionOk="0">
                  <a:moveTo>
                    <a:pt x="0" y="0"/>
                  </a:moveTo>
                  <a:lnTo>
                    <a:pt x="0" y="0"/>
                  </a:lnTo>
                  <a:cubicBezTo>
                    <a:pt x="954" y="2314"/>
                    <a:pt x="2004" y="4556"/>
                    <a:pt x="3173" y="6750"/>
                  </a:cubicBezTo>
                  <a:lnTo>
                    <a:pt x="46222" y="49824"/>
                  </a:lnTo>
                  <a:cubicBezTo>
                    <a:pt x="48417" y="50945"/>
                    <a:pt x="50635" y="51994"/>
                    <a:pt x="52924" y="5292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567" name="Google Shape;567;p26"/>
          <p:cNvSpPr txBox="1">
            <a:spLocks noGrp="1"/>
          </p:cNvSpPr>
          <p:nvPr>
            <p:ph type="subTitle" idx="3"/>
          </p:nvPr>
        </p:nvSpPr>
        <p:spPr>
          <a:xfrm>
            <a:off x="3467467" y="1349125"/>
            <a:ext cx="2639200" cy="59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568" name="Google Shape;568;p26"/>
          <p:cNvSpPr txBox="1">
            <a:spLocks noGrp="1"/>
          </p:cNvSpPr>
          <p:nvPr>
            <p:ph type="subTitle" idx="4"/>
          </p:nvPr>
        </p:nvSpPr>
        <p:spPr>
          <a:xfrm>
            <a:off x="3467467" y="4237367"/>
            <a:ext cx="2639200" cy="59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4982268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 2">
  <p:cSld name="One column text 2"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27"/>
          <p:cNvSpPr txBox="1">
            <a:spLocks noGrp="1"/>
          </p:cNvSpPr>
          <p:nvPr>
            <p:ph type="title"/>
          </p:nvPr>
        </p:nvSpPr>
        <p:spPr>
          <a:xfrm>
            <a:off x="6767600" y="2333200"/>
            <a:ext cx="4464400" cy="78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BBC1"/>
              </a:buClr>
              <a:buSzPts val="2700"/>
              <a:buNone/>
              <a:defRPr sz="360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9pPr>
          </a:lstStyle>
          <a:p>
            <a:endParaRPr/>
          </a:p>
        </p:txBody>
      </p:sp>
      <p:sp>
        <p:nvSpPr>
          <p:cNvPr id="571" name="Google Shape;571;p27"/>
          <p:cNvSpPr txBox="1">
            <a:spLocks noGrp="1"/>
          </p:cNvSpPr>
          <p:nvPr>
            <p:ph type="subTitle" idx="1"/>
          </p:nvPr>
        </p:nvSpPr>
        <p:spPr>
          <a:xfrm>
            <a:off x="6767600" y="3119200"/>
            <a:ext cx="3945600" cy="140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9pPr>
          </a:lstStyle>
          <a:p>
            <a:endParaRPr/>
          </a:p>
        </p:txBody>
      </p:sp>
      <p:sp>
        <p:nvSpPr>
          <p:cNvPr id="572" name="Google Shape;572;p27"/>
          <p:cNvSpPr/>
          <p:nvPr/>
        </p:nvSpPr>
        <p:spPr>
          <a:xfrm rot="2539751">
            <a:off x="9571003" y="-4971672"/>
            <a:ext cx="4229568" cy="6385136"/>
          </a:xfrm>
          <a:custGeom>
            <a:avLst/>
            <a:gdLst/>
            <a:ahLst/>
            <a:cxnLst/>
            <a:rect l="l" t="t" r="r" b="b"/>
            <a:pathLst>
              <a:path w="126885" h="191551" extrusionOk="0">
                <a:moveTo>
                  <a:pt x="16464" y="0"/>
                </a:moveTo>
                <a:cubicBezTo>
                  <a:pt x="14016" y="0"/>
                  <a:pt x="11533" y="624"/>
                  <a:pt x="9255" y="1936"/>
                </a:cubicBezTo>
                <a:cubicBezTo>
                  <a:pt x="2362" y="5919"/>
                  <a:pt x="1" y="14743"/>
                  <a:pt x="3984" y="21636"/>
                </a:cubicBezTo>
                <a:lnTo>
                  <a:pt x="97907" y="184344"/>
                </a:lnTo>
                <a:cubicBezTo>
                  <a:pt x="100593" y="188966"/>
                  <a:pt x="105447" y="191551"/>
                  <a:pt x="110431" y="191551"/>
                </a:cubicBezTo>
                <a:cubicBezTo>
                  <a:pt x="112880" y="191551"/>
                  <a:pt x="115360" y="190927"/>
                  <a:pt x="117631" y="189615"/>
                </a:cubicBezTo>
                <a:cubicBezTo>
                  <a:pt x="124524" y="185632"/>
                  <a:pt x="126885" y="176807"/>
                  <a:pt x="122902" y="169914"/>
                </a:cubicBezTo>
                <a:lnTo>
                  <a:pt x="28955" y="7207"/>
                </a:lnTo>
                <a:cubicBezTo>
                  <a:pt x="26284" y="2584"/>
                  <a:pt x="21447" y="0"/>
                  <a:pt x="16464" y="0"/>
                </a:cubicBezTo>
                <a:close/>
              </a:path>
            </a:pathLst>
          </a:custGeom>
          <a:solidFill>
            <a:srgbClr val="FF721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73" name="Google Shape;573;p27"/>
          <p:cNvSpPr/>
          <p:nvPr/>
        </p:nvSpPr>
        <p:spPr>
          <a:xfrm rot="9266724">
            <a:off x="9997952" y="1062788"/>
            <a:ext cx="334747" cy="334747"/>
          </a:xfrm>
          <a:prstGeom prst="ellipse">
            <a:avLst/>
          </a:prstGeom>
          <a:solidFill>
            <a:srgbClr val="FF721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13623333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 3">
  <p:cSld name="One column text 3">
    <p:bg>
      <p:bgPr>
        <a:solidFill>
          <a:schemeClr val="accent1"/>
        </a:solidFill>
        <a:effectLst/>
      </p:bgPr>
    </p:bg>
    <p:spTree>
      <p:nvGrpSpPr>
        <p:cNvPr id="1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28"/>
          <p:cNvSpPr txBox="1">
            <a:spLocks noGrp="1"/>
          </p:cNvSpPr>
          <p:nvPr>
            <p:ph type="title"/>
          </p:nvPr>
        </p:nvSpPr>
        <p:spPr>
          <a:xfrm>
            <a:off x="6767600" y="2342251"/>
            <a:ext cx="4464400" cy="77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2700"/>
              <a:buNone/>
              <a:defRPr sz="36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400"/>
              <a:buNone/>
              <a:defRPr sz="1867">
                <a:solidFill>
                  <a:srgbClr val="F0F7ED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400"/>
              <a:buNone/>
              <a:defRPr sz="1867">
                <a:solidFill>
                  <a:srgbClr val="F0F7ED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400"/>
              <a:buNone/>
              <a:defRPr sz="1867">
                <a:solidFill>
                  <a:srgbClr val="F0F7ED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400"/>
              <a:buNone/>
              <a:defRPr sz="1867">
                <a:solidFill>
                  <a:srgbClr val="F0F7ED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400"/>
              <a:buNone/>
              <a:defRPr sz="1867">
                <a:solidFill>
                  <a:srgbClr val="F0F7ED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400"/>
              <a:buNone/>
              <a:defRPr sz="1867">
                <a:solidFill>
                  <a:srgbClr val="F0F7ED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400"/>
              <a:buNone/>
              <a:defRPr sz="1867">
                <a:solidFill>
                  <a:srgbClr val="F0F7ED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400"/>
              <a:buNone/>
              <a:defRPr sz="1867">
                <a:solidFill>
                  <a:srgbClr val="F0F7ED"/>
                </a:solidFill>
              </a:defRPr>
            </a:lvl9pPr>
          </a:lstStyle>
          <a:p>
            <a:endParaRPr/>
          </a:p>
        </p:txBody>
      </p:sp>
      <p:sp>
        <p:nvSpPr>
          <p:cNvPr id="576" name="Google Shape;576;p28"/>
          <p:cNvSpPr txBox="1">
            <a:spLocks noGrp="1"/>
          </p:cNvSpPr>
          <p:nvPr>
            <p:ph type="subTitle" idx="1"/>
          </p:nvPr>
        </p:nvSpPr>
        <p:spPr>
          <a:xfrm>
            <a:off x="6767600" y="3138151"/>
            <a:ext cx="3919200" cy="13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200"/>
              <a:buNone/>
              <a:defRPr sz="1867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200"/>
              <a:buNone/>
              <a:defRPr>
                <a:solidFill>
                  <a:srgbClr val="F0F7ED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200"/>
              <a:buNone/>
              <a:defRPr>
                <a:solidFill>
                  <a:srgbClr val="F0F7ED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200"/>
              <a:buNone/>
              <a:defRPr>
                <a:solidFill>
                  <a:srgbClr val="F0F7ED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200"/>
              <a:buNone/>
              <a:defRPr>
                <a:solidFill>
                  <a:srgbClr val="F0F7ED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200"/>
              <a:buNone/>
              <a:defRPr>
                <a:solidFill>
                  <a:srgbClr val="F0F7ED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200"/>
              <a:buNone/>
              <a:defRPr>
                <a:solidFill>
                  <a:srgbClr val="F0F7ED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200"/>
              <a:buNone/>
              <a:defRPr>
                <a:solidFill>
                  <a:srgbClr val="F0F7ED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200"/>
              <a:buNone/>
              <a:defRPr>
                <a:solidFill>
                  <a:srgbClr val="F0F7ED"/>
                </a:solidFill>
              </a:defRPr>
            </a:lvl9pPr>
          </a:lstStyle>
          <a:p>
            <a:endParaRPr/>
          </a:p>
        </p:txBody>
      </p:sp>
      <p:sp>
        <p:nvSpPr>
          <p:cNvPr id="577" name="Google Shape;577;p28"/>
          <p:cNvSpPr/>
          <p:nvPr/>
        </p:nvSpPr>
        <p:spPr>
          <a:xfrm rot="8260249" flipH="1">
            <a:off x="9561269" y="5252095"/>
            <a:ext cx="4229568" cy="6385136"/>
          </a:xfrm>
          <a:custGeom>
            <a:avLst/>
            <a:gdLst/>
            <a:ahLst/>
            <a:cxnLst/>
            <a:rect l="l" t="t" r="r" b="b"/>
            <a:pathLst>
              <a:path w="126885" h="191551" extrusionOk="0">
                <a:moveTo>
                  <a:pt x="16464" y="0"/>
                </a:moveTo>
                <a:cubicBezTo>
                  <a:pt x="14016" y="0"/>
                  <a:pt x="11533" y="624"/>
                  <a:pt x="9255" y="1936"/>
                </a:cubicBezTo>
                <a:cubicBezTo>
                  <a:pt x="2362" y="5919"/>
                  <a:pt x="1" y="14743"/>
                  <a:pt x="3984" y="21636"/>
                </a:cubicBezTo>
                <a:lnTo>
                  <a:pt x="97907" y="184344"/>
                </a:lnTo>
                <a:cubicBezTo>
                  <a:pt x="100593" y="188966"/>
                  <a:pt x="105447" y="191551"/>
                  <a:pt x="110431" y="191551"/>
                </a:cubicBezTo>
                <a:cubicBezTo>
                  <a:pt x="112880" y="191551"/>
                  <a:pt x="115360" y="190927"/>
                  <a:pt x="117631" y="189615"/>
                </a:cubicBezTo>
                <a:cubicBezTo>
                  <a:pt x="124524" y="185632"/>
                  <a:pt x="126885" y="176807"/>
                  <a:pt x="122902" y="169914"/>
                </a:cubicBezTo>
                <a:lnTo>
                  <a:pt x="28955" y="7207"/>
                </a:lnTo>
                <a:cubicBezTo>
                  <a:pt x="26284" y="2584"/>
                  <a:pt x="21447" y="0"/>
                  <a:pt x="16464" y="0"/>
                </a:cubicBezTo>
                <a:close/>
              </a:path>
            </a:pathLst>
          </a:custGeom>
          <a:solidFill>
            <a:srgbClr val="FF721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78" name="Google Shape;578;p28"/>
          <p:cNvSpPr/>
          <p:nvPr/>
        </p:nvSpPr>
        <p:spPr>
          <a:xfrm rot="1533276" flipH="1">
            <a:off x="9988219" y="5268024"/>
            <a:ext cx="334747" cy="334747"/>
          </a:xfrm>
          <a:prstGeom prst="ellipse">
            <a:avLst/>
          </a:prstGeom>
          <a:solidFill>
            <a:srgbClr val="FF721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06577167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 Thanks slide">
  <p:cSld name=" Thanks slide">
    <p:bg>
      <p:bgPr>
        <a:solidFill>
          <a:schemeClr val="accent1"/>
        </a:solidFill>
        <a:effectLst/>
      </p:bgPr>
    </p:bg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29"/>
          <p:cNvSpPr/>
          <p:nvPr/>
        </p:nvSpPr>
        <p:spPr>
          <a:xfrm>
            <a:off x="-1248833" y="1145933"/>
            <a:ext cx="4202400" cy="4202400"/>
          </a:xfrm>
          <a:prstGeom prst="donut">
            <a:avLst>
              <a:gd name="adj" fmla="val 17842"/>
            </a:avLst>
          </a:prstGeom>
          <a:solidFill>
            <a:srgbClr val="34343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81" name="Google Shape;581;p29"/>
          <p:cNvSpPr/>
          <p:nvPr/>
        </p:nvSpPr>
        <p:spPr>
          <a:xfrm>
            <a:off x="391851" y="4241067"/>
            <a:ext cx="632000" cy="632000"/>
          </a:xfrm>
          <a:prstGeom prst="ellipse">
            <a:avLst/>
          </a:prstGeom>
          <a:solidFill>
            <a:srgbClr val="FF721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7210"/>
              </a:solidFill>
            </a:endParaRPr>
          </a:p>
        </p:txBody>
      </p:sp>
      <p:grpSp>
        <p:nvGrpSpPr>
          <p:cNvPr id="582" name="Google Shape;582;p29"/>
          <p:cNvGrpSpPr/>
          <p:nvPr/>
        </p:nvGrpSpPr>
        <p:grpSpPr>
          <a:xfrm>
            <a:off x="1711043" y="1051605"/>
            <a:ext cx="1041565" cy="1041816"/>
            <a:chOff x="1347125" y="349025"/>
            <a:chExt cx="4978800" cy="4980000"/>
          </a:xfrm>
        </p:grpSpPr>
        <p:sp>
          <p:nvSpPr>
            <p:cNvPr id="583" name="Google Shape;583;p29"/>
            <p:cNvSpPr/>
            <p:nvPr/>
          </p:nvSpPr>
          <p:spPr>
            <a:xfrm>
              <a:off x="4756525" y="523725"/>
              <a:ext cx="1394100" cy="1393475"/>
            </a:xfrm>
            <a:custGeom>
              <a:avLst/>
              <a:gdLst/>
              <a:ahLst/>
              <a:cxnLst/>
              <a:rect l="l" t="t" r="r" b="b"/>
              <a:pathLst>
                <a:path w="55764" h="55739" extrusionOk="0">
                  <a:moveTo>
                    <a:pt x="1" y="0"/>
                  </a:moveTo>
                  <a:lnTo>
                    <a:pt x="55763" y="55739"/>
                  </a:lnTo>
                  <a:cubicBezTo>
                    <a:pt x="54928" y="53568"/>
                    <a:pt x="53998" y="51446"/>
                    <a:pt x="52973" y="49371"/>
                  </a:cubicBezTo>
                  <a:lnTo>
                    <a:pt x="6417" y="2815"/>
                  </a:lnTo>
                  <a:cubicBezTo>
                    <a:pt x="4318" y="1789"/>
                    <a:pt x="2195" y="859"/>
                    <a:pt x="1" y="0"/>
                  </a:cubicBezTo>
                  <a:close/>
                </a:path>
              </a:pathLst>
            </a:custGeom>
            <a:solidFill>
              <a:srgbClr val="FF72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4" name="Google Shape;584;p29"/>
            <p:cNvSpPr/>
            <p:nvPr/>
          </p:nvSpPr>
          <p:spPr>
            <a:xfrm>
              <a:off x="4312325" y="393150"/>
              <a:ext cx="1968875" cy="1968875"/>
            </a:xfrm>
            <a:custGeom>
              <a:avLst/>
              <a:gdLst/>
              <a:ahLst/>
              <a:cxnLst/>
              <a:rect l="l" t="t" r="r" b="b"/>
              <a:pathLst>
                <a:path w="78755" h="78755" extrusionOk="0">
                  <a:moveTo>
                    <a:pt x="0" y="0"/>
                  </a:moveTo>
                  <a:lnTo>
                    <a:pt x="78754" y="78754"/>
                  </a:lnTo>
                  <a:cubicBezTo>
                    <a:pt x="78492" y="77204"/>
                    <a:pt x="78158" y="75654"/>
                    <a:pt x="77753" y="74151"/>
                  </a:cubicBezTo>
                  <a:lnTo>
                    <a:pt x="4627" y="1026"/>
                  </a:lnTo>
                  <a:cubicBezTo>
                    <a:pt x="3125" y="620"/>
                    <a:pt x="1551" y="286"/>
                    <a:pt x="0" y="0"/>
                  </a:cubicBezTo>
                  <a:close/>
                </a:path>
              </a:pathLst>
            </a:custGeom>
            <a:solidFill>
              <a:srgbClr val="FF72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5" name="Google Shape;585;p29"/>
            <p:cNvSpPr/>
            <p:nvPr/>
          </p:nvSpPr>
          <p:spPr>
            <a:xfrm>
              <a:off x="3955175" y="350200"/>
              <a:ext cx="2370750" cy="2370175"/>
            </a:xfrm>
            <a:custGeom>
              <a:avLst/>
              <a:gdLst/>
              <a:ahLst/>
              <a:cxnLst/>
              <a:rect l="l" t="t" r="r" b="b"/>
              <a:pathLst>
                <a:path w="94830" h="94807" extrusionOk="0">
                  <a:moveTo>
                    <a:pt x="0" y="1"/>
                  </a:moveTo>
                  <a:lnTo>
                    <a:pt x="94829" y="94806"/>
                  </a:lnTo>
                  <a:lnTo>
                    <a:pt x="94829" y="94806"/>
                  </a:lnTo>
                  <a:cubicBezTo>
                    <a:pt x="94734" y="93542"/>
                    <a:pt x="94662" y="92254"/>
                    <a:pt x="94567" y="90966"/>
                  </a:cubicBezTo>
                  <a:lnTo>
                    <a:pt x="3840" y="239"/>
                  </a:lnTo>
                  <a:cubicBezTo>
                    <a:pt x="2576" y="120"/>
                    <a:pt x="1288" y="49"/>
                    <a:pt x="0" y="1"/>
                  </a:cubicBezTo>
                  <a:close/>
                </a:path>
              </a:pathLst>
            </a:custGeom>
            <a:solidFill>
              <a:srgbClr val="FF72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6" name="Google Shape;586;p29"/>
            <p:cNvSpPr/>
            <p:nvPr/>
          </p:nvSpPr>
          <p:spPr>
            <a:xfrm>
              <a:off x="3646300" y="349025"/>
              <a:ext cx="2679625" cy="2679625"/>
            </a:xfrm>
            <a:custGeom>
              <a:avLst/>
              <a:gdLst/>
              <a:ahLst/>
              <a:cxnLst/>
              <a:rect l="l" t="t" r="r" b="b"/>
              <a:pathLst>
                <a:path w="107185" h="107185" extrusionOk="0">
                  <a:moveTo>
                    <a:pt x="3387" y="0"/>
                  </a:moveTo>
                  <a:cubicBezTo>
                    <a:pt x="2266" y="48"/>
                    <a:pt x="1145" y="119"/>
                    <a:pt x="1" y="215"/>
                  </a:cubicBezTo>
                  <a:lnTo>
                    <a:pt x="106969" y="107184"/>
                  </a:lnTo>
                  <a:cubicBezTo>
                    <a:pt x="107065" y="106063"/>
                    <a:pt x="107160" y="104942"/>
                    <a:pt x="107184" y="103797"/>
                  </a:cubicBezTo>
                  <a:lnTo>
                    <a:pt x="3387" y="0"/>
                  </a:lnTo>
                  <a:close/>
                </a:path>
              </a:pathLst>
            </a:custGeom>
            <a:solidFill>
              <a:srgbClr val="FF72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7" name="Google Shape;587;p29"/>
            <p:cNvSpPr/>
            <p:nvPr/>
          </p:nvSpPr>
          <p:spPr>
            <a:xfrm>
              <a:off x="3370225" y="377650"/>
              <a:ext cx="2926475" cy="2927650"/>
            </a:xfrm>
            <a:custGeom>
              <a:avLst/>
              <a:gdLst/>
              <a:ahLst/>
              <a:cxnLst/>
              <a:rect l="l" t="t" r="r" b="b"/>
              <a:pathLst>
                <a:path w="117059" h="117106" extrusionOk="0">
                  <a:moveTo>
                    <a:pt x="3006" y="0"/>
                  </a:moveTo>
                  <a:cubicBezTo>
                    <a:pt x="1980" y="191"/>
                    <a:pt x="979" y="358"/>
                    <a:pt x="1" y="549"/>
                  </a:cubicBezTo>
                  <a:lnTo>
                    <a:pt x="116558" y="117106"/>
                  </a:lnTo>
                  <a:cubicBezTo>
                    <a:pt x="116748" y="116104"/>
                    <a:pt x="116939" y="115055"/>
                    <a:pt x="117058" y="114053"/>
                  </a:cubicBezTo>
                  <a:lnTo>
                    <a:pt x="3006" y="0"/>
                  </a:lnTo>
                  <a:close/>
                </a:path>
              </a:pathLst>
            </a:custGeom>
            <a:solidFill>
              <a:srgbClr val="FF72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8" name="Google Shape;588;p29"/>
            <p:cNvSpPr/>
            <p:nvPr/>
          </p:nvSpPr>
          <p:spPr>
            <a:xfrm>
              <a:off x="3118025" y="433675"/>
              <a:ext cx="3123825" cy="3123250"/>
            </a:xfrm>
            <a:custGeom>
              <a:avLst/>
              <a:gdLst/>
              <a:ahLst/>
              <a:cxnLst/>
              <a:rect l="l" t="t" r="r" b="b"/>
              <a:pathLst>
                <a:path w="124953" h="124930" extrusionOk="0">
                  <a:moveTo>
                    <a:pt x="2815" y="1"/>
                  </a:moveTo>
                  <a:cubicBezTo>
                    <a:pt x="1861" y="239"/>
                    <a:pt x="930" y="526"/>
                    <a:pt x="0" y="788"/>
                  </a:cubicBezTo>
                  <a:lnTo>
                    <a:pt x="124141" y="124930"/>
                  </a:lnTo>
                  <a:cubicBezTo>
                    <a:pt x="124427" y="124023"/>
                    <a:pt x="124690" y="123093"/>
                    <a:pt x="124952" y="122163"/>
                  </a:cubicBezTo>
                  <a:lnTo>
                    <a:pt x="2815" y="1"/>
                  </a:lnTo>
                  <a:close/>
                </a:path>
              </a:pathLst>
            </a:custGeom>
            <a:solidFill>
              <a:srgbClr val="FF72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9" name="Google Shape;589;p29"/>
            <p:cNvSpPr/>
            <p:nvPr/>
          </p:nvSpPr>
          <p:spPr>
            <a:xfrm>
              <a:off x="2887275" y="510600"/>
              <a:ext cx="3277050" cy="3277675"/>
            </a:xfrm>
            <a:custGeom>
              <a:avLst/>
              <a:gdLst/>
              <a:ahLst/>
              <a:cxnLst/>
              <a:rect l="l" t="t" r="r" b="b"/>
              <a:pathLst>
                <a:path w="131082" h="131107" extrusionOk="0">
                  <a:moveTo>
                    <a:pt x="2552" y="1"/>
                  </a:moveTo>
                  <a:cubicBezTo>
                    <a:pt x="2242" y="120"/>
                    <a:pt x="1980" y="215"/>
                    <a:pt x="1670" y="358"/>
                  </a:cubicBezTo>
                  <a:cubicBezTo>
                    <a:pt x="1097" y="573"/>
                    <a:pt x="549" y="812"/>
                    <a:pt x="0" y="1026"/>
                  </a:cubicBezTo>
                  <a:lnTo>
                    <a:pt x="130080" y="131107"/>
                  </a:lnTo>
                  <a:cubicBezTo>
                    <a:pt x="130461" y="130248"/>
                    <a:pt x="130795" y="129389"/>
                    <a:pt x="131082" y="128531"/>
                  </a:cubicBezTo>
                  <a:lnTo>
                    <a:pt x="2552" y="1"/>
                  </a:lnTo>
                  <a:close/>
                </a:path>
              </a:pathLst>
            </a:custGeom>
            <a:solidFill>
              <a:srgbClr val="FF72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0" name="Google Shape;590;p29"/>
            <p:cNvSpPr/>
            <p:nvPr/>
          </p:nvSpPr>
          <p:spPr>
            <a:xfrm>
              <a:off x="2673800" y="606600"/>
              <a:ext cx="3395125" cy="3395125"/>
            </a:xfrm>
            <a:custGeom>
              <a:avLst/>
              <a:gdLst/>
              <a:ahLst/>
              <a:cxnLst/>
              <a:rect l="l" t="t" r="r" b="b"/>
              <a:pathLst>
                <a:path w="135805" h="135805" extrusionOk="0">
                  <a:moveTo>
                    <a:pt x="2362" y="1"/>
                  </a:moveTo>
                  <a:cubicBezTo>
                    <a:pt x="1551" y="358"/>
                    <a:pt x="764" y="764"/>
                    <a:pt x="1" y="1217"/>
                  </a:cubicBezTo>
                  <a:lnTo>
                    <a:pt x="134612" y="135805"/>
                  </a:lnTo>
                  <a:cubicBezTo>
                    <a:pt x="135041" y="135018"/>
                    <a:pt x="135447" y="134255"/>
                    <a:pt x="135805" y="133444"/>
                  </a:cubicBezTo>
                  <a:lnTo>
                    <a:pt x="2362" y="1"/>
                  </a:lnTo>
                  <a:close/>
                </a:path>
              </a:pathLst>
            </a:custGeom>
            <a:solidFill>
              <a:srgbClr val="FF72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1" name="Google Shape;591;p29"/>
            <p:cNvSpPr/>
            <p:nvPr/>
          </p:nvSpPr>
          <p:spPr>
            <a:xfrm>
              <a:off x="2475850" y="718100"/>
              <a:ext cx="3482175" cy="3481600"/>
            </a:xfrm>
            <a:custGeom>
              <a:avLst/>
              <a:gdLst/>
              <a:ahLst/>
              <a:cxnLst/>
              <a:rect l="l" t="t" r="r" b="b"/>
              <a:pathLst>
                <a:path w="139287" h="139264" extrusionOk="0">
                  <a:moveTo>
                    <a:pt x="2195" y="1"/>
                  </a:moveTo>
                  <a:cubicBezTo>
                    <a:pt x="1455" y="430"/>
                    <a:pt x="740" y="859"/>
                    <a:pt x="0" y="1384"/>
                  </a:cubicBezTo>
                  <a:lnTo>
                    <a:pt x="137879" y="139263"/>
                  </a:lnTo>
                  <a:cubicBezTo>
                    <a:pt x="138380" y="138572"/>
                    <a:pt x="138833" y="137832"/>
                    <a:pt x="139286" y="137069"/>
                  </a:cubicBezTo>
                  <a:lnTo>
                    <a:pt x="2195" y="1"/>
                  </a:lnTo>
                  <a:close/>
                </a:path>
              </a:pathLst>
            </a:custGeom>
            <a:solidFill>
              <a:srgbClr val="FF72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2" name="Google Shape;592;p29"/>
            <p:cNvSpPr/>
            <p:nvPr/>
          </p:nvSpPr>
          <p:spPr>
            <a:xfrm>
              <a:off x="2292800" y="843925"/>
              <a:ext cx="3538225" cy="3538825"/>
            </a:xfrm>
            <a:custGeom>
              <a:avLst/>
              <a:gdLst/>
              <a:ahLst/>
              <a:cxnLst/>
              <a:rect l="l" t="t" r="r" b="b"/>
              <a:pathLst>
                <a:path w="141529" h="141553" extrusionOk="0">
                  <a:moveTo>
                    <a:pt x="2004" y="0"/>
                  </a:moveTo>
                  <a:cubicBezTo>
                    <a:pt x="1312" y="549"/>
                    <a:pt x="668" y="1049"/>
                    <a:pt x="0" y="1574"/>
                  </a:cubicBezTo>
                  <a:lnTo>
                    <a:pt x="139978" y="141552"/>
                  </a:lnTo>
                  <a:cubicBezTo>
                    <a:pt x="140503" y="140861"/>
                    <a:pt x="141004" y="140193"/>
                    <a:pt x="141528" y="139525"/>
                  </a:cubicBezTo>
                  <a:lnTo>
                    <a:pt x="2004" y="0"/>
                  </a:lnTo>
                  <a:close/>
                </a:path>
              </a:pathLst>
            </a:custGeom>
            <a:solidFill>
              <a:srgbClr val="FF72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3" name="Google Shape;593;p29"/>
            <p:cNvSpPr/>
            <p:nvPr/>
          </p:nvSpPr>
          <p:spPr>
            <a:xfrm>
              <a:off x="2124050" y="985825"/>
              <a:ext cx="3565650" cy="3565075"/>
            </a:xfrm>
            <a:custGeom>
              <a:avLst/>
              <a:gdLst/>
              <a:ahLst/>
              <a:cxnLst/>
              <a:rect l="l" t="t" r="r" b="b"/>
              <a:pathLst>
                <a:path w="142626" h="142603" extrusionOk="0">
                  <a:moveTo>
                    <a:pt x="1885" y="0"/>
                  </a:moveTo>
                  <a:cubicBezTo>
                    <a:pt x="1241" y="549"/>
                    <a:pt x="621" y="1145"/>
                    <a:pt x="1" y="1718"/>
                  </a:cubicBezTo>
                  <a:lnTo>
                    <a:pt x="140885" y="142602"/>
                  </a:lnTo>
                  <a:cubicBezTo>
                    <a:pt x="141481" y="141982"/>
                    <a:pt x="142077" y="141386"/>
                    <a:pt x="142626" y="140742"/>
                  </a:cubicBezTo>
                  <a:lnTo>
                    <a:pt x="1885" y="0"/>
                  </a:lnTo>
                  <a:close/>
                </a:path>
              </a:pathLst>
            </a:custGeom>
            <a:solidFill>
              <a:srgbClr val="FF72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4" name="Google Shape;594;p29"/>
            <p:cNvSpPr/>
            <p:nvPr/>
          </p:nvSpPr>
          <p:spPr>
            <a:xfrm>
              <a:off x="1970825" y="1141450"/>
              <a:ext cx="3563250" cy="3563875"/>
            </a:xfrm>
            <a:custGeom>
              <a:avLst/>
              <a:gdLst/>
              <a:ahLst/>
              <a:cxnLst/>
              <a:rect l="l" t="t" r="r" b="b"/>
              <a:pathLst>
                <a:path w="142530" h="142555" extrusionOk="0">
                  <a:moveTo>
                    <a:pt x="1693" y="0"/>
                  </a:moveTo>
                  <a:cubicBezTo>
                    <a:pt x="1097" y="621"/>
                    <a:pt x="525" y="1264"/>
                    <a:pt x="0" y="1885"/>
                  </a:cubicBezTo>
                  <a:lnTo>
                    <a:pt x="140669" y="142555"/>
                  </a:lnTo>
                  <a:cubicBezTo>
                    <a:pt x="141290" y="141982"/>
                    <a:pt x="141934" y="141434"/>
                    <a:pt x="142530" y="140837"/>
                  </a:cubicBezTo>
                  <a:lnTo>
                    <a:pt x="1693" y="0"/>
                  </a:lnTo>
                  <a:close/>
                </a:path>
              </a:pathLst>
            </a:custGeom>
            <a:solidFill>
              <a:srgbClr val="FF72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5" name="Google Shape;595;p29"/>
            <p:cNvSpPr/>
            <p:nvPr/>
          </p:nvSpPr>
          <p:spPr>
            <a:xfrm>
              <a:off x="1830100" y="1311375"/>
              <a:ext cx="3534050" cy="3534075"/>
            </a:xfrm>
            <a:custGeom>
              <a:avLst/>
              <a:gdLst/>
              <a:ahLst/>
              <a:cxnLst/>
              <a:rect l="l" t="t" r="r" b="b"/>
              <a:pathLst>
                <a:path w="141362" h="141363" extrusionOk="0">
                  <a:moveTo>
                    <a:pt x="1551" y="1"/>
                  </a:moveTo>
                  <a:cubicBezTo>
                    <a:pt x="1026" y="692"/>
                    <a:pt x="525" y="1336"/>
                    <a:pt x="0" y="2028"/>
                  </a:cubicBezTo>
                  <a:lnTo>
                    <a:pt x="139334" y="141362"/>
                  </a:lnTo>
                  <a:cubicBezTo>
                    <a:pt x="140026" y="140838"/>
                    <a:pt x="140717" y="140337"/>
                    <a:pt x="141361" y="139812"/>
                  </a:cubicBezTo>
                  <a:lnTo>
                    <a:pt x="1551" y="1"/>
                  </a:lnTo>
                  <a:close/>
                </a:path>
              </a:pathLst>
            </a:custGeom>
            <a:solidFill>
              <a:srgbClr val="FF72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6" name="Google Shape;596;p29"/>
            <p:cNvSpPr/>
            <p:nvPr/>
          </p:nvSpPr>
          <p:spPr>
            <a:xfrm>
              <a:off x="1704875" y="1495025"/>
              <a:ext cx="3476225" cy="3475050"/>
            </a:xfrm>
            <a:custGeom>
              <a:avLst/>
              <a:gdLst/>
              <a:ahLst/>
              <a:cxnLst/>
              <a:rect l="l" t="t" r="r" b="b"/>
              <a:pathLst>
                <a:path w="139049" h="139002" extrusionOk="0">
                  <a:moveTo>
                    <a:pt x="1384" y="1"/>
                  </a:moveTo>
                  <a:cubicBezTo>
                    <a:pt x="907" y="740"/>
                    <a:pt x="454" y="1479"/>
                    <a:pt x="1" y="2219"/>
                  </a:cubicBezTo>
                  <a:lnTo>
                    <a:pt x="136783" y="139001"/>
                  </a:lnTo>
                  <a:cubicBezTo>
                    <a:pt x="137546" y="138572"/>
                    <a:pt x="138309" y="138119"/>
                    <a:pt x="139048" y="137666"/>
                  </a:cubicBezTo>
                  <a:lnTo>
                    <a:pt x="1384" y="1"/>
                  </a:lnTo>
                  <a:close/>
                </a:path>
              </a:pathLst>
            </a:custGeom>
            <a:solidFill>
              <a:srgbClr val="FF72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7" name="Google Shape;597;p29"/>
            <p:cNvSpPr/>
            <p:nvPr/>
          </p:nvSpPr>
          <p:spPr>
            <a:xfrm>
              <a:off x="1594575" y="1694175"/>
              <a:ext cx="3386775" cy="3386800"/>
            </a:xfrm>
            <a:custGeom>
              <a:avLst/>
              <a:gdLst/>
              <a:ahLst/>
              <a:cxnLst/>
              <a:rect l="l" t="t" r="r" b="b"/>
              <a:pathLst>
                <a:path w="135471" h="135472" extrusionOk="0">
                  <a:moveTo>
                    <a:pt x="1193" y="1"/>
                  </a:moveTo>
                  <a:cubicBezTo>
                    <a:pt x="764" y="788"/>
                    <a:pt x="382" y="1575"/>
                    <a:pt x="1" y="2386"/>
                  </a:cubicBezTo>
                  <a:lnTo>
                    <a:pt x="133085" y="135471"/>
                  </a:lnTo>
                  <a:cubicBezTo>
                    <a:pt x="133896" y="135090"/>
                    <a:pt x="134683" y="134684"/>
                    <a:pt x="135471" y="134255"/>
                  </a:cubicBezTo>
                  <a:lnTo>
                    <a:pt x="1193" y="1"/>
                  </a:lnTo>
                  <a:close/>
                </a:path>
              </a:pathLst>
            </a:custGeom>
            <a:solidFill>
              <a:srgbClr val="FF72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8" name="Google Shape;598;p29"/>
            <p:cNvSpPr/>
            <p:nvPr/>
          </p:nvSpPr>
          <p:spPr>
            <a:xfrm>
              <a:off x="1500975" y="1909425"/>
              <a:ext cx="3264525" cy="3265150"/>
            </a:xfrm>
            <a:custGeom>
              <a:avLst/>
              <a:gdLst/>
              <a:ahLst/>
              <a:cxnLst/>
              <a:rect l="l" t="t" r="r" b="b"/>
              <a:pathLst>
                <a:path w="130581" h="130606" extrusionOk="0">
                  <a:moveTo>
                    <a:pt x="978" y="1"/>
                  </a:moveTo>
                  <a:cubicBezTo>
                    <a:pt x="644" y="859"/>
                    <a:pt x="310" y="1718"/>
                    <a:pt x="0" y="2577"/>
                  </a:cubicBezTo>
                  <a:lnTo>
                    <a:pt x="128029" y="130606"/>
                  </a:lnTo>
                  <a:cubicBezTo>
                    <a:pt x="128625" y="130367"/>
                    <a:pt x="129174" y="130177"/>
                    <a:pt x="129746" y="129938"/>
                  </a:cubicBezTo>
                  <a:cubicBezTo>
                    <a:pt x="130032" y="129843"/>
                    <a:pt x="130318" y="129723"/>
                    <a:pt x="130581" y="129604"/>
                  </a:cubicBezTo>
                  <a:lnTo>
                    <a:pt x="978" y="1"/>
                  </a:lnTo>
                  <a:close/>
                </a:path>
              </a:pathLst>
            </a:custGeom>
            <a:solidFill>
              <a:srgbClr val="FF72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9" name="Google Shape;599;p29"/>
            <p:cNvSpPr/>
            <p:nvPr/>
          </p:nvSpPr>
          <p:spPr>
            <a:xfrm>
              <a:off x="1425825" y="2142575"/>
              <a:ext cx="3107150" cy="3107125"/>
            </a:xfrm>
            <a:custGeom>
              <a:avLst/>
              <a:gdLst/>
              <a:ahLst/>
              <a:cxnLst/>
              <a:rect l="l" t="t" r="r" b="b"/>
              <a:pathLst>
                <a:path w="124286" h="124285" extrusionOk="0">
                  <a:moveTo>
                    <a:pt x="788" y="0"/>
                  </a:moveTo>
                  <a:cubicBezTo>
                    <a:pt x="478" y="930"/>
                    <a:pt x="239" y="1861"/>
                    <a:pt x="1" y="2791"/>
                  </a:cubicBezTo>
                  <a:lnTo>
                    <a:pt x="121495" y="124285"/>
                  </a:lnTo>
                  <a:cubicBezTo>
                    <a:pt x="122425" y="124023"/>
                    <a:pt x="123355" y="123784"/>
                    <a:pt x="124285" y="123498"/>
                  </a:cubicBezTo>
                  <a:lnTo>
                    <a:pt x="788" y="0"/>
                  </a:lnTo>
                  <a:close/>
                </a:path>
              </a:pathLst>
            </a:custGeom>
            <a:solidFill>
              <a:srgbClr val="FF72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0" name="Google Shape;600;p29"/>
            <p:cNvSpPr/>
            <p:nvPr/>
          </p:nvSpPr>
          <p:spPr>
            <a:xfrm>
              <a:off x="1372175" y="2395975"/>
              <a:ext cx="2906775" cy="2906800"/>
            </a:xfrm>
            <a:custGeom>
              <a:avLst/>
              <a:gdLst/>
              <a:ahLst/>
              <a:cxnLst/>
              <a:rect l="l" t="t" r="r" b="b"/>
              <a:pathLst>
                <a:path w="116271" h="116272" extrusionOk="0">
                  <a:moveTo>
                    <a:pt x="501" y="1"/>
                  </a:moveTo>
                  <a:cubicBezTo>
                    <a:pt x="334" y="1002"/>
                    <a:pt x="143" y="2052"/>
                    <a:pt x="0" y="3054"/>
                  </a:cubicBezTo>
                  <a:lnTo>
                    <a:pt x="113218" y="116272"/>
                  </a:lnTo>
                  <a:cubicBezTo>
                    <a:pt x="114220" y="116129"/>
                    <a:pt x="115269" y="115962"/>
                    <a:pt x="116271" y="115771"/>
                  </a:cubicBezTo>
                  <a:lnTo>
                    <a:pt x="501" y="1"/>
                  </a:lnTo>
                  <a:close/>
                </a:path>
              </a:pathLst>
            </a:custGeom>
            <a:solidFill>
              <a:srgbClr val="FF72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1" name="Google Shape;601;p29"/>
            <p:cNvSpPr/>
            <p:nvPr/>
          </p:nvSpPr>
          <p:spPr>
            <a:xfrm>
              <a:off x="1347125" y="2675025"/>
              <a:ext cx="2653375" cy="2654000"/>
            </a:xfrm>
            <a:custGeom>
              <a:avLst/>
              <a:gdLst/>
              <a:ahLst/>
              <a:cxnLst/>
              <a:rect l="l" t="t" r="r" b="b"/>
              <a:pathLst>
                <a:path w="106135" h="106160" extrusionOk="0">
                  <a:moveTo>
                    <a:pt x="144" y="1"/>
                  </a:moveTo>
                  <a:cubicBezTo>
                    <a:pt x="72" y="1146"/>
                    <a:pt x="1" y="2290"/>
                    <a:pt x="1" y="3459"/>
                  </a:cubicBezTo>
                  <a:lnTo>
                    <a:pt x="102676" y="106159"/>
                  </a:lnTo>
                  <a:cubicBezTo>
                    <a:pt x="103821" y="106111"/>
                    <a:pt x="104966" y="106064"/>
                    <a:pt x="106135" y="105992"/>
                  </a:cubicBezTo>
                  <a:lnTo>
                    <a:pt x="144" y="1"/>
                  </a:lnTo>
                  <a:close/>
                </a:path>
              </a:pathLst>
            </a:custGeom>
            <a:solidFill>
              <a:srgbClr val="FF72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2" name="Google Shape;602;p29"/>
            <p:cNvSpPr/>
            <p:nvPr/>
          </p:nvSpPr>
          <p:spPr>
            <a:xfrm>
              <a:off x="1349525" y="2987475"/>
              <a:ext cx="2337350" cy="2337375"/>
            </a:xfrm>
            <a:custGeom>
              <a:avLst/>
              <a:gdLst/>
              <a:ahLst/>
              <a:cxnLst/>
              <a:rect l="l" t="t" r="r" b="b"/>
              <a:pathLst>
                <a:path w="93494" h="93495" extrusionOk="0">
                  <a:moveTo>
                    <a:pt x="0" y="0"/>
                  </a:moveTo>
                  <a:lnTo>
                    <a:pt x="0" y="0"/>
                  </a:lnTo>
                  <a:cubicBezTo>
                    <a:pt x="72" y="1288"/>
                    <a:pt x="167" y="2600"/>
                    <a:pt x="334" y="3912"/>
                  </a:cubicBezTo>
                  <a:lnTo>
                    <a:pt x="89606" y="93184"/>
                  </a:lnTo>
                  <a:cubicBezTo>
                    <a:pt x="90894" y="93327"/>
                    <a:pt x="92182" y="93446"/>
                    <a:pt x="93493" y="9349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72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3" name="Google Shape;603;p29"/>
            <p:cNvSpPr/>
            <p:nvPr/>
          </p:nvSpPr>
          <p:spPr>
            <a:xfrm>
              <a:off x="1398400" y="3351200"/>
              <a:ext cx="1924750" cy="1924750"/>
            </a:xfrm>
            <a:custGeom>
              <a:avLst/>
              <a:gdLst/>
              <a:ahLst/>
              <a:cxnLst/>
              <a:rect l="l" t="t" r="r" b="b"/>
              <a:pathLst>
                <a:path w="76990" h="76990" extrusionOk="0">
                  <a:moveTo>
                    <a:pt x="1" y="0"/>
                  </a:moveTo>
                  <a:lnTo>
                    <a:pt x="1" y="0"/>
                  </a:lnTo>
                  <a:cubicBezTo>
                    <a:pt x="335" y="1550"/>
                    <a:pt x="716" y="3125"/>
                    <a:pt x="1122" y="4675"/>
                  </a:cubicBezTo>
                  <a:lnTo>
                    <a:pt x="72339" y="75892"/>
                  </a:lnTo>
                  <a:cubicBezTo>
                    <a:pt x="73889" y="76298"/>
                    <a:pt x="75439" y="76679"/>
                    <a:pt x="76990" y="76989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FF72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4" name="Google Shape;604;p29"/>
            <p:cNvSpPr/>
            <p:nvPr/>
          </p:nvSpPr>
          <p:spPr>
            <a:xfrm>
              <a:off x="1543300" y="3809125"/>
              <a:ext cx="1323125" cy="1323125"/>
            </a:xfrm>
            <a:custGeom>
              <a:avLst/>
              <a:gdLst/>
              <a:ahLst/>
              <a:cxnLst/>
              <a:rect l="l" t="t" r="r" b="b"/>
              <a:pathLst>
                <a:path w="52925" h="52925" extrusionOk="0">
                  <a:moveTo>
                    <a:pt x="0" y="0"/>
                  </a:moveTo>
                  <a:lnTo>
                    <a:pt x="0" y="0"/>
                  </a:lnTo>
                  <a:cubicBezTo>
                    <a:pt x="954" y="2314"/>
                    <a:pt x="2004" y="4556"/>
                    <a:pt x="3173" y="6750"/>
                  </a:cubicBezTo>
                  <a:lnTo>
                    <a:pt x="46222" y="49824"/>
                  </a:lnTo>
                  <a:cubicBezTo>
                    <a:pt x="48417" y="50945"/>
                    <a:pt x="50635" y="51994"/>
                    <a:pt x="52924" y="5292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72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605" name="Google Shape;605;p29"/>
          <p:cNvSpPr txBox="1">
            <a:spLocks noGrp="1"/>
          </p:cNvSpPr>
          <p:nvPr>
            <p:ph type="title"/>
          </p:nvPr>
        </p:nvSpPr>
        <p:spPr>
          <a:xfrm>
            <a:off x="2978833" y="2867800"/>
            <a:ext cx="7572400" cy="11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4000"/>
              <a:buNone/>
              <a:defRPr sz="6667">
                <a:solidFill>
                  <a:srgbClr val="F0F7E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606" name="Google Shape;606;p29"/>
          <p:cNvSpPr txBox="1">
            <a:spLocks noGrp="1"/>
          </p:cNvSpPr>
          <p:nvPr>
            <p:ph type="subTitle" idx="1"/>
          </p:nvPr>
        </p:nvSpPr>
        <p:spPr>
          <a:xfrm>
            <a:off x="6170167" y="5760167"/>
            <a:ext cx="5047200" cy="3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1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607" name="Google Shape;607;p29"/>
          <p:cNvSpPr txBox="1"/>
          <p:nvPr/>
        </p:nvSpPr>
        <p:spPr>
          <a:xfrm>
            <a:off x="6772167" y="4551567"/>
            <a:ext cx="4460000" cy="6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r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2"/>
                </a:solidFill>
                <a:latin typeface="Barlow"/>
                <a:ea typeface="Barlow"/>
                <a:cs typeface="Barlow"/>
                <a:sym typeface="Barlow"/>
              </a:rPr>
              <a:t>CREDITS: This presentation template was created by </a:t>
            </a:r>
            <a:r>
              <a:rPr lang="en" sz="1600" b="1">
                <a:solidFill>
                  <a:schemeClr val="lt2"/>
                </a:solidFill>
                <a:uFill>
                  <a:noFill/>
                </a:uFill>
                <a:latin typeface="Barlow"/>
                <a:ea typeface="Barlow"/>
                <a:cs typeface="Barlow"/>
                <a:sym typeface="Barlow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600">
                <a:solidFill>
                  <a:schemeClr val="lt2"/>
                </a:solidFill>
                <a:latin typeface="Barlow"/>
                <a:ea typeface="Barlow"/>
                <a:cs typeface="Barlow"/>
                <a:sym typeface="Barlow"/>
              </a:rPr>
              <a:t>, including icons by </a:t>
            </a:r>
            <a:r>
              <a:rPr lang="en" sz="1600" b="1">
                <a:solidFill>
                  <a:schemeClr val="lt2"/>
                </a:solidFill>
                <a:uFill>
                  <a:noFill/>
                </a:uFill>
                <a:latin typeface="Barlow"/>
                <a:ea typeface="Barlow"/>
                <a:cs typeface="Barlow"/>
                <a:sym typeface="Barlow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600">
                <a:solidFill>
                  <a:schemeClr val="lt2"/>
                </a:solidFill>
                <a:latin typeface="Barlow"/>
                <a:ea typeface="Barlow"/>
                <a:cs typeface="Barlow"/>
                <a:sym typeface="Barlow"/>
              </a:rPr>
              <a:t>, and infographics &amp; images by </a:t>
            </a:r>
            <a:r>
              <a:rPr lang="en" sz="1600" b="1">
                <a:solidFill>
                  <a:schemeClr val="lt2"/>
                </a:solidFill>
                <a:uFill>
                  <a:noFill/>
                </a:uFill>
                <a:latin typeface="Barlow"/>
                <a:ea typeface="Barlow"/>
                <a:cs typeface="Barlow"/>
                <a:sym typeface="Barlow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600">
                <a:solidFill>
                  <a:schemeClr val="lt2"/>
                </a:solidFill>
                <a:latin typeface="Barlow"/>
                <a:ea typeface="Barlow"/>
                <a:cs typeface="Barlow"/>
                <a:sym typeface="Barlow"/>
              </a:rPr>
              <a:t>. </a:t>
            </a:r>
            <a:endParaRPr sz="1600">
              <a:solidFill>
                <a:schemeClr val="lt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  <p:extLst>
      <p:ext uri="{BB962C8B-B14F-4D97-AF65-F5344CB8AC3E}">
        <p14:creationId xmlns:p14="http://schemas.microsoft.com/office/powerpoint/2010/main" val="187980031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Section header 2">
    <p:bg>
      <p:bgPr>
        <a:solidFill>
          <a:schemeClr val="accent1"/>
        </a:solidFill>
        <a:effectLst/>
      </p:bgPr>
    </p:bg>
    <p:spTree>
      <p:nvGrpSpPr>
        <p:cNvPr id="1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30"/>
          <p:cNvSpPr/>
          <p:nvPr/>
        </p:nvSpPr>
        <p:spPr>
          <a:xfrm>
            <a:off x="-1922624" y="843471"/>
            <a:ext cx="5018800" cy="5018800"/>
          </a:xfrm>
          <a:prstGeom prst="donut">
            <a:avLst>
              <a:gd name="adj" fmla="val 17842"/>
            </a:avLst>
          </a:prstGeom>
          <a:solidFill>
            <a:srgbClr val="FF721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</p:txBody>
      </p:sp>
      <p:grpSp>
        <p:nvGrpSpPr>
          <p:cNvPr id="610" name="Google Shape;610;p30"/>
          <p:cNvGrpSpPr/>
          <p:nvPr/>
        </p:nvGrpSpPr>
        <p:grpSpPr>
          <a:xfrm>
            <a:off x="1781158" y="914925"/>
            <a:ext cx="867639" cy="867848"/>
            <a:chOff x="1347125" y="349025"/>
            <a:chExt cx="4978800" cy="4980000"/>
          </a:xfrm>
        </p:grpSpPr>
        <p:sp>
          <p:nvSpPr>
            <p:cNvPr id="611" name="Google Shape;611;p30"/>
            <p:cNvSpPr/>
            <p:nvPr/>
          </p:nvSpPr>
          <p:spPr>
            <a:xfrm>
              <a:off x="4756525" y="523725"/>
              <a:ext cx="1394100" cy="1393475"/>
            </a:xfrm>
            <a:custGeom>
              <a:avLst/>
              <a:gdLst/>
              <a:ahLst/>
              <a:cxnLst/>
              <a:rect l="l" t="t" r="r" b="b"/>
              <a:pathLst>
                <a:path w="55764" h="55739" extrusionOk="0">
                  <a:moveTo>
                    <a:pt x="1" y="0"/>
                  </a:moveTo>
                  <a:lnTo>
                    <a:pt x="55763" y="55739"/>
                  </a:lnTo>
                  <a:cubicBezTo>
                    <a:pt x="54928" y="53568"/>
                    <a:pt x="53998" y="51446"/>
                    <a:pt x="52973" y="49371"/>
                  </a:cubicBezTo>
                  <a:lnTo>
                    <a:pt x="6417" y="2815"/>
                  </a:lnTo>
                  <a:cubicBezTo>
                    <a:pt x="4318" y="1789"/>
                    <a:pt x="2195" y="859"/>
                    <a:pt x="1" y="0"/>
                  </a:cubicBez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2" name="Google Shape;612;p30"/>
            <p:cNvSpPr/>
            <p:nvPr/>
          </p:nvSpPr>
          <p:spPr>
            <a:xfrm>
              <a:off x="4312325" y="393150"/>
              <a:ext cx="1968875" cy="1968875"/>
            </a:xfrm>
            <a:custGeom>
              <a:avLst/>
              <a:gdLst/>
              <a:ahLst/>
              <a:cxnLst/>
              <a:rect l="l" t="t" r="r" b="b"/>
              <a:pathLst>
                <a:path w="78755" h="78755" extrusionOk="0">
                  <a:moveTo>
                    <a:pt x="0" y="0"/>
                  </a:moveTo>
                  <a:lnTo>
                    <a:pt x="78754" y="78754"/>
                  </a:lnTo>
                  <a:cubicBezTo>
                    <a:pt x="78492" y="77204"/>
                    <a:pt x="78158" y="75654"/>
                    <a:pt x="77753" y="74151"/>
                  </a:cubicBezTo>
                  <a:lnTo>
                    <a:pt x="4627" y="1026"/>
                  </a:lnTo>
                  <a:cubicBezTo>
                    <a:pt x="3125" y="620"/>
                    <a:pt x="1551" y="286"/>
                    <a:pt x="0" y="0"/>
                  </a:cubicBez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3" name="Google Shape;613;p30"/>
            <p:cNvSpPr/>
            <p:nvPr/>
          </p:nvSpPr>
          <p:spPr>
            <a:xfrm>
              <a:off x="3955175" y="350200"/>
              <a:ext cx="2370750" cy="2370175"/>
            </a:xfrm>
            <a:custGeom>
              <a:avLst/>
              <a:gdLst/>
              <a:ahLst/>
              <a:cxnLst/>
              <a:rect l="l" t="t" r="r" b="b"/>
              <a:pathLst>
                <a:path w="94830" h="94807" extrusionOk="0">
                  <a:moveTo>
                    <a:pt x="0" y="1"/>
                  </a:moveTo>
                  <a:lnTo>
                    <a:pt x="94829" y="94806"/>
                  </a:lnTo>
                  <a:lnTo>
                    <a:pt x="94829" y="94806"/>
                  </a:lnTo>
                  <a:cubicBezTo>
                    <a:pt x="94734" y="93542"/>
                    <a:pt x="94662" y="92254"/>
                    <a:pt x="94567" y="90966"/>
                  </a:cubicBezTo>
                  <a:lnTo>
                    <a:pt x="3840" y="239"/>
                  </a:lnTo>
                  <a:cubicBezTo>
                    <a:pt x="2576" y="120"/>
                    <a:pt x="1288" y="49"/>
                    <a:pt x="0" y="1"/>
                  </a:cubicBez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4" name="Google Shape;614;p30"/>
            <p:cNvSpPr/>
            <p:nvPr/>
          </p:nvSpPr>
          <p:spPr>
            <a:xfrm>
              <a:off x="3646300" y="349025"/>
              <a:ext cx="2679625" cy="2679625"/>
            </a:xfrm>
            <a:custGeom>
              <a:avLst/>
              <a:gdLst/>
              <a:ahLst/>
              <a:cxnLst/>
              <a:rect l="l" t="t" r="r" b="b"/>
              <a:pathLst>
                <a:path w="107185" h="107185" extrusionOk="0">
                  <a:moveTo>
                    <a:pt x="3387" y="0"/>
                  </a:moveTo>
                  <a:cubicBezTo>
                    <a:pt x="2266" y="48"/>
                    <a:pt x="1145" y="119"/>
                    <a:pt x="1" y="215"/>
                  </a:cubicBezTo>
                  <a:lnTo>
                    <a:pt x="106969" y="107184"/>
                  </a:lnTo>
                  <a:cubicBezTo>
                    <a:pt x="107065" y="106063"/>
                    <a:pt x="107160" y="104942"/>
                    <a:pt x="107184" y="103797"/>
                  </a:cubicBezTo>
                  <a:lnTo>
                    <a:pt x="3387" y="0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5" name="Google Shape;615;p30"/>
            <p:cNvSpPr/>
            <p:nvPr/>
          </p:nvSpPr>
          <p:spPr>
            <a:xfrm>
              <a:off x="3370225" y="377650"/>
              <a:ext cx="2926475" cy="2927650"/>
            </a:xfrm>
            <a:custGeom>
              <a:avLst/>
              <a:gdLst/>
              <a:ahLst/>
              <a:cxnLst/>
              <a:rect l="l" t="t" r="r" b="b"/>
              <a:pathLst>
                <a:path w="117059" h="117106" extrusionOk="0">
                  <a:moveTo>
                    <a:pt x="3006" y="0"/>
                  </a:moveTo>
                  <a:cubicBezTo>
                    <a:pt x="1980" y="191"/>
                    <a:pt x="979" y="358"/>
                    <a:pt x="1" y="549"/>
                  </a:cubicBezTo>
                  <a:lnTo>
                    <a:pt x="116558" y="117106"/>
                  </a:lnTo>
                  <a:cubicBezTo>
                    <a:pt x="116748" y="116104"/>
                    <a:pt x="116939" y="115055"/>
                    <a:pt x="117058" y="114053"/>
                  </a:cubicBezTo>
                  <a:lnTo>
                    <a:pt x="3006" y="0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6" name="Google Shape;616;p30"/>
            <p:cNvSpPr/>
            <p:nvPr/>
          </p:nvSpPr>
          <p:spPr>
            <a:xfrm>
              <a:off x="3118025" y="433675"/>
              <a:ext cx="3123825" cy="3123250"/>
            </a:xfrm>
            <a:custGeom>
              <a:avLst/>
              <a:gdLst/>
              <a:ahLst/>
              <a:cxnLst/>
              <a:rect l="l" t="t" r="r" b="b"/>
              <a:pathLst>
                <a:path w="124953" h="124930" extrusionOk="0">
                  <a:moveTo>
                    <a:pt x="2815" y="1"/>
                  </a:moveTo>
                  <a:cubicBezTo>
                    <a:pt x="1861" y="239"/>
                    <a:pt x="930" y="526"/>
                    <a:pt x="0" y="788"/>
                  </a:cubicBezTo>
                  <a:lnTo>
                    <a:pt x="124141" y="124930"/>
                  </a:lnTo>
                  <a:cubicBezTo>
                    <a:pt x="124427" y="124023"/>
                    <a:pt x="124690" y="123093"/>
                    <a:pt x="124952" y="122163"/>
                  </a:cubicBezTo>
                  <a:lnTo>
                    <a:pt x="2815" y="1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7" name="Google Shape;617;p30"/>
            <p:cNvSpPr/>
            <p:nvPr/>
          </p:nvSpPr>
          <p:spPr>
            <a:xfrm>
              <a:off x="2887275" y="510600"/>
              <a:ext cx="3277050" cy="3277675"/>
            </a:xfrm>
            <a:custGeom>
              <a:avLst/>
              <a:gdLst/>
              <a:ahLst/>
              <a:cxnLst/>
              <a:rect l="l" t="t" r="r" b="b"/>
              <a:pathLst>
                <a:path w="131082" h="131107" extrusionOk="0">
                  <a:moveTo>
                    <a:pt x="2552" y="1"/>
                  </a:moveTo>
                  <a:cubicBezTo>
                    <a:pt x="2242" y="120"/>
                    <a:pt x="1980" y="215"/>
                    <a:pt x="1670" y="358"/>
                  </a:cubicBezTo>
                  <a:cubicBezTo>
                    <a:pt x="1097" y="573"/>
                    <a:pt x="549" y="812"/>
                    <a:pt x="0" y="1026"/>
                  </a:cubicBezTo>
                  <a:lnTo>
                    <a:pt x="130080" y="131107"/>
                  </a:lnTo>
                  <a:cubicBezTo>
                    <a:pt x="130461" y="130248"/>
                    <a:pt x="130795" y="129389"/>
                    <a:pt x="131082" y="128531"/>
                  </a:cubicBezTo>
                  <a:lnTo>
                    <a:pt x="2552" y="1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8" name="Google Shape;618;p30"/>
            <p:cNvSpPr/>
            <p:nvPr/>
          </p:nvSpPr>
          <p:spPr>
            <a:xfrm>
              <a:off x="2673800" y="606600"/>
              <a:ext cx="3395125" cy="3395125"/>
            </a:xfrm>
            <a:custGeom>
              <a:avLst/>
              <a:gdLst/>
              <a:ahLst/>
              <a:cxnLst/>
              <a:rect l="l" t="t" r="r" b="b"/>
              <a:pathLst>
                <a:path w="135805" h="135805" extrusionOk="0">
                  <a:moveTo>
                    <a:pt x="2362" y="1"/>
                  </a:moveTo>
                  <a:cubicBezTo>
                    <a:pt x="1551" y="358"/>
                    <a:pt x="764" y="764"/>
                    <a:pt x="1" y="1217"/>
                  </a:cubicBezTo>
                  <a:lnTo>
                    <a:pt x="134612" y="135805"/>
                  </a:lnTo>
                  <a:cubicBezTo>
                    <a:pt x="135041" y="135018"/>
                    <a:pt x="135447" y="134255"/>
                    <a:pt x="135805" y="133444"/>
                  </a:cubicBezTo>
                  <a:lnTo>
                    <a:pt x="2362" y="1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9" name="Google Shape;619;p30"/>
            <p:cNvSpPr/>
            <p:nvPr/>
          </p:nvSpPr>
          <p:spPr>
            <a:xfrm>
              <a:off x="2475850" y="718100"/>
              <a:ext cx="3482175" cy="3481600"/>
            </a:xfrm>
            <a:custGeom>
              <a:avLst/>
              <a:gdLst/>
              <a:ahLst/>
              <a:cxnLst/>
              <a:rect l="l" t="t" r="r" b="b"/>
              <a:pathLst>
                <a:path w="139287" h="139264" extrusionOk="0">
                  <a:moveTo>
                    <a:pt x="2195" y="1"/>
                  </a:moveTo>
                  <a:cubicBezTo>
                    <a:pt x="1455" y="430"/>
                    <a:pt x="740" y="859"/>
                    <a:pt x="0" y="1384"/>
                  </a:cubicBezTo>
                  <a:lnTo>
                    <a:pt x="137879" y="139263"/>
                  </a:lnTo>
                  <a:cubicBezTo>
                    <a:pt x="138380" y="138572"/>
                    <a:pt x="138833" y="137832"/>
                    <a:pt x="139286" y="137069"/>
                  </a:cubicBezTo>
                  <a:lnTo>
                    <a:pt x="2195" y="1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0" name="Google Shape;620;p30"/>
            <p:cNvSpPr/>
            <p:nvPr/>
          </p:nvSpPr>
          <p:spPr>
            <a:xfrm>
              <a:off x="2292800" y="843925"/>
              <a:ext cx="3538225" cy="3538825"/>
            </a:xfrm>
            <a:custGeom>
              <a:avLst/>
              <a:gdLst/>
              <a:ahLst/>
              <a:cxnLst/>
              <a:rect l="l" t="t" r="r" b="b"/>
              <a:pathLst>
                <a:path w="141529" h="141553" extrusionOk="0">
                  <a:moveTo>
                    <a:pt x="2004" y="0"/>
                  </a:moveTo>
                  <a:cubicBezTo>
                    <a:pt x="1312" y="549"/>
                    <a:pt x="668" y="1049"/>
                    <a:pt x="0" y="1574"/>
                  </a:cubicBezTo>
                  <a:lnTo>
                    <a:pt x="139978" y="141552"/>
                  </a:lnTo>
                  <a:cubicBezTo>
                    <a:pt x="140503" y="140861"/>
                    <a:pt x="141004" y="140193"/>
                    <a:pt x="141528" y="139525"/>
                  </a:cubicBezTo>
                  <a:lnTo>
                    <a:pt x="2004" y="0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1" name="Google Shape;621;p30"/>
            <p:cNvSpPr/>
            <p:nvPr/>
          </p:nvSpPr>
          <p:spPr>
            <a:xfrm>
              <a:off x="2124050" y="985825"/>
              <a:ext cx="3565650" cy="3565075"/>
            </a:xfrm>
            <a:custGeom>
              <a:avLst/>
              <a:gdLst/>
              <a:ahLst/>
              <a:cxnLst/>
              <a:rect l="l" t="t" r="r" b="b"/>
              <a:pathLst>
                <a:path w="142626" h="142603" extrusionOk="0">
                  <a:moveTo>
                    <a:pt x="1885" y="0"/>
                  </a:moveTo>
                  <a:cubicBezTo>
                    <a:pt x="1241" y="549"/>
                    <a:pt x="621" y="1145"/>
                    <a:pt x="1" y="1718"/>
                  </a:cubicBezTo>
                  <a:lnTo>
                    <a:pt x="140885" y="142602"/>
                  </a:lnTo>
                  <a:cubicBezTo>
                    <a:pt x="141481" y="141982"/>
                    <a:pt x="142077" y="141386"/>
                    <a:pt x="142626" y="140742"/>
                  </a:cubicBezTo>
                  <a:lnTo>
                    <a:pt x="1885" y="0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2" name="Google Shape;622;p30"/>
            <p:cNvSpPr/>
            <p:nvPr/>
          </p:nvSpPr>
          <p:spPr>
            <a:xfrm>
              <a:off x="1970825" y="1141450"/>
              <a:ext cx="3563250" cy="3563875"/>
            </a:xfrm>
            <a:custGeom>
              <a:avLst/>
              <a:gdLst/>
              <a:ahLst/>
              <a:cxnLst/>
              <a:rect l="l" t="t" r="r" b="b"/>
              <a:pathLst>
                <a:path w="142530" h="142555" extrusionOk="0">
                  <a:moveTo>
                    <a:pt x="1693" y="0"/>
                  </a:moveTo>
                  <a:cubicBezTo>
                    <a:pt x="1097" y="621"/>
                    <a:pt x="525" y="1264"/>
                    <a:pt x="0" y="1885"/>
                  </a:cubicBezTo>
                  <a:lnTo>
                    <a:pt x="140669" y="142555"/>
                  </a:lnTo>
                  <a:cubicBezTo>
                    <a:pt x="141290" y="141982"/>
                    <a:pt x="141934" y="141434"/>
                    <a:pt x="142530" y="140837"/>
                  </a:cubicBezTo>
                  <a:lnTo>
                    <a:pt x="1693" y="0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3" name="Google Shape;623;p30"/>
            <p:cNvSpPr/>
            <p:nvPr/>
          </p:nvSpPr>
          <p:spPr>
            <a:xfrm>
              <a:off x="1830100" y="1311375"/>
              <a:ext cx="3534050" cy="3534075"/>
            </a:xfrm>
            <a:custGeom>
              <a:avLst/>
              <a:gdLst/>
              <a:ahLst/>
              <a:cxnLst/>
              <a:rect l="l" t="t" r="r" b="b"/>
              <a:pathLst>
                <a:path w="141362" h="141363" extrusionOk="0">
                  <a:moveTo>
                    <a:pt x="1551" y="1"/>
                  </a:moveTo>
                  <a:cubicBezTo>
                    <a:pt x="1026" y="692"/>
                    <a:pt x="525" y="1336"/>
                    <a:pt x="0" y="2028"/>
                  </a:cubicBezTo>
                  <a:lnTo>
                    <a:pt x="139334" y="141362"/>
                  </a:lnTo>
                  <a:cubicBezTo>
                    <a:pt x="140026" y="140838"/>
                    <a:pt x="140717" y="140337"/>
                    <a:pt x="141361" y="139812"/>
                  </a:cubicBezTo>
                  <a:lnTo>
                    <a:pt x="1551" y="1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4" name="Google Shape;624;p30"/>
            <p:cNvSpPr/>
            <p:nvPr/>
          </p:nvSpPr>
          <p:spPr>
            <a:xfrm>
              <a:off x="1704875" y="1495025"/>
              <a:ext cx="3476225" cy="3475050"/>
            </a:xfrm>
            <a:custGeom>
              <a:avLst/>
              <a:gdLst/>
              <a:ahLst/>
              <a:cxnLst/>
              <a:rect l="l" t="t" r="r" b="b"/>
              <a:pathLst>
                <a:path w="139049" h="139002" extrusionOk="0">
                  <a:moveTo>
                    <a:pt x="1384" y="1"/>
                  </a:moveTo>
                  <a:cubicBezTo>
                    <a:pt x="907" y="740"/>
                    <a:pt x="454" y="1479"/>
                    <a:pt x="1" y="2219"/>
                  </a:cubicBezTo>
                  <a:lnTo>
                    <a:pt x="136783" y="139001"/>
                  </a:lnTo>
                  <a:cubicBezTo>
                    <a:pt x="137546" y="138572"/>
                    <a:pt x="138309" y="138119"/>
                    <a:pt x="139048" y="137666"/>
                  </a:cubicBezTo>
                  <a:lnTo>
                    <a:pt x="1384" y="1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5" name="Google Shape;625;p30"/>
            <p:cNvSpPr/>
            <p:nvPr/>
          </p:nvSpPr>
          <p:spPr>
            <a:xfrm>
              <a:off x="1594575" y="1694175"/>
              <a:ext cx="3386775" cy="3386800"/>
            </a:xfrm>
            <a:custGeom>
              <a:avLst/>
              <a:gdLst/>
              <a:ahLst/>
              <a:cxnLst/>
              <a:rect l="l" t="t" r="r" b="b"/>
              <a:pathLst>
                <a:path w="135471" h="135472" extrusionOk="0">
                  <a:moveTo>
                    <a:pt x="1193" y="1"/>
                  </a:moveTo>
                  <a:cubicBezTo>
                    <a:pt x="764" y="788"/>
                    <a:pt x="382" y="1575"/>
                    <a:pt x="1" y="2386"/>
                  </a:cubicBezTo>
                  <a:lnTo>
                    <a:pt x="133085" y="135471"/>
                  </a:lnTo>
                  <a:cubicBezTo>
                    <a:pt x="133896" y="135090"/>
                    <a:pt x="134683" y="134684"/>
                    <a:pt x="135471" y="134255"/>
                  </a:cubicBezTo>
                  <a:lnTo>
                    <a:pt x="1193" y="1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6" name="Google Shape;626;p30"/>
            <p:cNvSpPr/>
            <p:nvPr/>
          </p:nvSpPr>
          <p:spPr>
            <a:xfrm>
              <a:off x="1500975" y="1909425"/>
              <a:ext cx="3264525" cy="3265150"/>
            </a:xfrm>
            <a:custGeom>
              <a:avLst/>
              <a:gdLst/>
              <a:ahLst/>
              <a:cxnLst/>
              <a:rect l="l" t="t" r="r" b="b"/>
              <a:pathLst>
                <a:path w="130581" h="130606" extrusionOk="0">
                  <a:moveTo>
                    <a:pt x="978" y="1"/>
                  </a:moveTo>
                  <a:cubicBezTo>
                    <a:pt x="644" y="859"/>
                    <a:pt x="310" y="1718"/>
                    <a:pt x="0" y="2577"/>
                  </a:cubicBezTo>
                  <a:lnTo>
                    <a:pt x="128029" y="130606"/>
                  </a:lnTo>
                  <a:cubicBezTo>
                    <a:pt x="128625" y="130367"/>
                    <a:pt x="129174" y="130177"/>
                    <a:pt x="129746" y="129938"/>
                  </a:cubicBezTo>
                  <a:cubicBezTo>
                    <a:pt x="130032" y="129843"/>
                    <a:pt x="130318" y="129723"/>
                    <a:pt x="130581" y="129604"/>
                  </a:cubicBezTo>
                  <a:lnTo>
                    <a:pt x="978" y="1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7" name="Google Shape;627;p30"/>
            <p:cNvSpPr/>
            <p:nvPr/>
          </p:nvSpPr>
          <p:spPr>
            <a:xfrm>
              <a:off x="1425825" y="2142575"/>
              <a:ext cx="3107150" cy="3107125"/>
            </a:xfrm>
            <a:custGeom>
              <a:avLst/>
              <a:gdLst/>
              <a:ahLst/>
              <a:cxnLst/>
              <a:rect l="l" t="t" r="r" b="b"/>
              <a:pathLst>
                <a:path w="124286" h="124285" extrusionOk="0">
                  <a:moveTo>
                    <a:pt x="788" y="0"/>
                  </a:moveTo>
                  <a:cubicBezTo>
                    <a:pt x="478" y="930"/>
                    <a:pt x="239" y="1861"/>
                    <a:pt x="1" y="2791"/>
                  </a:cubicBezTo>
                  <a:lnTo>
                    <a:pt x="121495" y="124285"/>
                  </a:lnTo>
                  <a:cubicBezTo>
                    <a:pt x="122425" y="124023"/>
                    <a:pt x="123355" y="123784"/>
                    <a:pt x="124285" y="123498"/>
                  </a:cubicBezTo>
                  <a:lnTo>
                    <a:pt x="788" y="0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8" name="Google Shape;628;p30"/>
            <p:cNvSpPr/>
            <p:nvPr/>
          </p:nvSpPr>
          <p:spPr>
            <a:xfrm>
              <a:off x="1372175" y="2395975"/>
              <a:ext cx="2906775" cy="2906800"/>
            </a:xfrm>
            <a:custGeom>
              <a:avLst/>
              <a:gdLst/>
              <a:ahLst/>
              <a:cxnLst/>
              <a:rect l="l" t="t" r="r" b="b"/>
              <a:pathLst>
                <a:path w="116271" h="116272" extrusionOk="0">
                  <a:moveTo>
                    <a:pt x="501" y="1"/>
                  </a:moveTo>
                  <a:cubicBezTo>
                    <a:pt x="334" y="1002"/>
                    <a:pt x="143" y="2052"/>
                    <a:pt x="0" y="3054"/>
                  </a:cubicBezTo>
                  <a:lnTo>
                    <a:pt x="113218" y="116272"/>
                  </a:lnTo>
                  <a:cubicBezTo>
                    <a:pt x="114220" y="116129"/>
                    <a:pt x="115269" y="115962"/>
                    <a:pt x="116271" y="115771"/>
                  </a:cubicBezTo>
                  <a:lnTo>
                    <a:pt x="501" y="1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9" name="Google Shape;629;p30"/>
            <p:cNvSpPr/>
            <p:nvPr/>
          </p:nvSpPr>
          <p:spPr>
            <a:xfrm>
              <a:off x="1347125" y="2675025"/>
              <a:ext cx="2653375" cy="2654000"/>
            </a:xfrm>
            <a:custGeom>
              <a:avLst/>
              <a:gdLst/>
              <a:ahLst/>
              <a:cxnLst/>
              <a:rect l="l" t="t" r="r" b="b"/>
              <a:pathLst>
                <a:path w="106135" h="106160" extrusionOk="0">
                  <a:moveTo>
                    <a:pt x="144" y="1"/>
                  </a:moveTo>
                  <a:cubicBezTo>
                    <a:pt x="72" y="1146"/>
                    <a:pt x="1" y="2290"/>
                    <a:pt x="1" y="3459"/>
                  </a:cubicBezTo>
                  <a:lnTo>
                    <a:pt x="102676" y="106159"/>
                  </a:lnTo>
                  <a:cubicBezTo>
                    <a:pt x="103821" y="106111"/>
                    <a:pt x="104966" y="106064"/>
                    <a:pt x="106135" y="105992"/>
                  </a:cubicBezTo>
                  <a:lnTo>
                    <a:pt x="144" y="1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0" name="Google Shape;630;p30"/>
            <p:cNvSpPr/>
            <p:nvPr/>
          </p:nvSpPr>
          <p:spPr>
            <a:xfrm>
              <a:off x="1349525" y="2987475"/>
              <a:ext cx="2337350" cy="2337375"/>
            </a:xfrm>
            <a:custGeom>
              <a:avLst/>
              <a:gdLst/>
              <a:ahLst/>
              <a:cxnLst/>
              <a:rect l="l" t="t" r="r" b="b"/>
              <a:pathLst>
                <a:path w="93494" h="93495" extrusionOk="0">
                  <a:moveTo>
                    <a:pt x="0" y="0"/>
                  </a:moveTo>
                  <a:lnTo>
                    <a:pt x="0" y="0"/>
                  </a:lnTo>
                  <a:cubicBezTo>
                    <a:pt x="72" y="1288"/>
                    <a:pt x="167" y="2600"/>
                    <a:pt x="334" y="3912"/>
                  </a:cubicBezTo>
                  <a:lnTo>
                    <a:pt x="89606" y="93184"/>
                  </a:lnTo>
                  <a:cubicBezTo>
                    <a:pt x="90894" y="93327"/>
                    <a:pt x="92182" y="93446"/>
                    <a:pt x="93493" y="9349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1" name="Google Shape;631;p30"/>
            <p:cNvSpPr/>
            <p:nvPr/>
          </p:nvSpPr>
          <p:spPr>
            <a:xfrm>
              <a:off x="1398400" y="3351200"/>
              <a:ext cx="1924750" cy="1924750"/>
            </a:xfrm>
            <a:custGeom>
              <a:avLst/>
              <a:gdLst/>
              <a:ahLst/>
              <a:cxnLst/>
              <a:rect l="l" t="t" r="r" b="b"/>
              <a:pathLst>
                <a:path w="76990" h="76990" extrusionOk="0">
                  <a:moveTo>
                    <a:pt x="1" y="0"/>
                  </a:moveTo>
                  <a:lnTo>
                    <a:pt x="1" y="0"/>
                  </a:lnTo>
                  <a:cubicBezTo>
                    <a:pt x="335" y="1550"/>
                    <a:pt x="716" y="3125"/>
                    <a:pt x="1122" y="4675"/>
                  </a:cubicBezTo>
                  <a:lnTo>
                    <a:pt x="72339" y="75892"/>
                  </a:lnTo>
                  <a:cubicBezTo>
                    <a:pt x="73889" y="76298"/>
                    <a:pt x="75439" y="76679"/>
                    <a:pt x="76990" y="76989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2" name="Google Shape;632;p30"/>
            <p:cNvSpPr/>
            <p:nvPr/>
          </p:nvSpPr>
          <p:spPr>
            <a:xfrm>
              <a:off x="1543300" y="3809125"/>
              <a:ext cx="1323125" cy="1323125"/>
            </a:xfrm>
            <a:custGeom>
              <a:avLst/>
              <a:gdLst/>
              <a:ahLst/>
              <a:cxnLst/>
              <a:rect l="l" t="t" r="r" b="b"/>
              <a:pathLst>
                <a:path w="52925" h="52925" extrusionOk="0">
                  <a:moveTo>
                    <a:pt x="0" y="0"/>
                  </a:moveTo>
                  <a:lnTo>
                    <a:pt x="0" y="0"/>
                  </a:lnTo>
                  <a:cubicBezTo>
                    <a:pt x="954" y="2314"/>
                    <a:pt x="2004" y="4556"/>
                    <a:pt x="3173" y="6750"/>
                  </a:cubicBezTo>
                  <a:lnTo>
                    <a:pt x="46222" y="49824"/>
                  </a:lnTo>
                  <a:cubicBezTo>
                    <a:pt x="48417" y="50945"/>
                    <a:pt x="50635" y="51994"/>
                    <a:pt x="52924" y="5292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633" name="Google Shape;633;p30"/>
          <p:cNvSpPr/>
          <p:nvPr/>
        </p:nvSpPr>
        <p:spPr>
          <a:xfrm>
            <a:off x="328196" y="4577867"/>
            <a:ext cx="668000" cy="668000"/>
          </a:xfrm>
          <a:prstGeom prst="ellipse">
            <a:avLst/>
          </a:prstGeom>
          <a:solidFill>
            <a:srgbClr val="00BBC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34" name="Google Shape;634;p30"/>
          <p:cNvSpPr txBox="1">
            <a:spLocks noGrp="1"/>
          </p:cNvSpPr>
          <p:nvPr>
            <p:ph type="title"/>
          </p:nvPr>
        </p:nvSpPr>
        <p:spPr>
          <a:xfrm>
            <a:off x="3223633" y="2612651"/>
            <a:ext cx="7572400" cy="138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4000"/>
              <a:buNone/>
              <a:defRPr sz="5333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3600"/>
              <a:buNone/>
              <a:defRPr sz="4800">
                <a:solidFill>
                  <a:srgbClr val="F0F7ED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3600"/>
              <a:buNone/>
              <a:defRPr sz="4800">
                <a:solidFill>
                  <a:srgbClr val="F0F7ED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3600"/>
              <a:buNone/>
              <a:defRPr sz="4800">
                <a:solidFill>
                  <a:srgbClr val="F0F7ED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3600"/>
              <a:buNone/>
              <a:defRPr sz="4800">
                <a:solidFill>
                  <a:srgbClr val="F0F7ED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3600"/>
              <a:buNone/>
              <a:defRPr sz="4800">
                <a:solidFill>
                  <a:srgbClr val="F0F7ED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3600"/>
              <a:buNone/>
              <a:defRPr sz="4800">
                <a:solidFill>
                  <a:srgbClr val="F0F7ED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3600"/>
              <a:buNone/>
              <a:defRPr sz="4800">
                <a:solidFill>
                  <a:srgbClr val="F0F7ED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3600"/>
              <a:buNone/>
              <a:defRPr sz="4800">
                <a:solidFill>
                  <a:srgbClr val="F0F7ED"/>
                </a:solidFill>
              </a:defRPr>
            </a:lvl9pPr>
          </a:lstStyle>
          <a:p>
            <a:endParaRPr/>
          </a:p>
        </p:txBody>
      </p:sp>
      <p:sp>
        <p:nvSpPr>
          <p:cNvPr id="635" name="Google Shape;635;p30"/>
          <p:cNvSpPr txBox="1">
            <a:spLocks noGrp="1"/>
          </p:cNvSpPr>
          <p:nvPr>
            <p:ph type="subTitle" idx="1"/>
          </p:nvPr>
        </p:nvSpPr>
        <p:spPr>
          <a:xfrm>
            <a:off x="3223633" y="3993217"/>
            <a:ext cx="7572400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200"/>
              <a:buNone/>
              <a:defRPr sz="1867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200"/>
              <a:buNone/>
              <a:defRPr>
                <a:solidFill>
                  <a:srgbClr val="F0F7ED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200"/>
              <a:buNone/>
              <a:defRPr>
                <a:solidFill>
                  <a:srgbClr val="F0F7ED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200"/>
              <a:buNone/>
              <a:defRPr>
                <a:solidFill>
                  <a:srgbClr val="F0F7ED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200"/>
              <a:buNone/>
              <a:defRPr>
                <a:solidFill>
                  <a:srgbClr val="F0F7ED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200"/>
              <a:buNone/>
              <a:defRPr>
                <a:solidFill>
                  <a:srgbClr val="F0F7ED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200"/>
              <a:buNone/>
              <a:defRPr>
                <a:solidFill>
                  <a:srgbClr val="F0F7ED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200"/>
              <a:buNone/>
              <a:defRPr>
                <a:solidFill>
                  <a:srgbClr val="F0F7ED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200"/>
              <a:buNone/>
              <a:defRPr>
                <a:solidFill>
                  <a:srgbClr val="F0F7ED"/>
                </a:solidFill>
              </a:defRPr>
            </a:lvl9pPr>
          </a:lstStyle>
          <a:p>
            <a:endParaRPr/>
          </a:p>
        </p:txBody>
      </p:sp>
      <p:sp>
        <p:nvSpPr>
          <p:cNvPr id="636" name="Google Shape;636;p30"/>
          <p:cNvSpPr/>
          <p:nvPr/>
        </p:nvSpPr>
        <p:spPr>
          <a:xfrm>
            <a:off x="803331" y="4931700"/>
            <a:ext cx="314000" cy="314000"/>
          </a:xfrm>
          <a:prstGeom prst="ellipse">
            <a:avLst/>
          </a:prstGeom>
          <a:solidFill>
            <a:srgbClr val="34343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37" name="Google Shape;637;p30"/>
          <p:cNvSpPr txBox="1">
            <a:spLocks noGrp="1"/>
          </p:cNvSpPr>
          <p:nvPr>
            <p:ph type="title" idx="2" hasCustomPrompt="1"/>
          </p:nvPr>
        </p:nvSpPr>
        <p:spPr>
          <a:xfrm>
            <a:off x="3223633" y="1807967"/>
            <a:ext cx="7572400" cy="105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7210"/>
              </a:buClr>
              <a:buSzPts val="4000"/>
              <a:buNone/>
              <a:defRPr sz="5333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7210"/>
              </a:buClr>
              <a:buSzPts val="4000"/>
              <a:buNone/>
              <a:defRPr sz="5333">
                <a:solidFill>
                  <a:srgbClr val="FF7210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7210"/>
              </a:buClr>
              <a:buSzPts val="4000"/>
              <a:buNone/>
              <a:defRPr sz="5333">
                <a:solidFill>
                  <a:srgbClr val="FF7210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7210"/>
              </a:buClr>
              <a:buSzPts val="4000"/>
              <a:buNone/>
              <a:defRPr sz="5333">
                <a:solidFill>
                  <a:srgbClr val="FF7210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7210"/>
              </a:buClr>
              <a:buSzPts val="4000"/>
              <a:buNone/>
              <a:defRPr sz="5333">
                <a:solidFill>
                  <a:srgbClr val="FF7210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7210"/>
              </a:buClr>
              <a:buSzPts val="4000"/>
              <a:buNone/>
              <a:defRPr sz="5333">
                <a:solidFill>
                  <a:srgbClr val="FF7210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7210"/>
              </a:buClr>
              <a:buSzPts val="4000"/>
              <a:buNone/>
              <a:defRPr sz="5333">
                <a:solidFill>
                  <a:srgbClr val="FF7210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7210"/>
              </a:buClr>
              <a:buSzPts val="4000"/>
              <a:buNone/>
              <a:defRPr sz="5333">
                <a:solidFill>
                  <a:srgbClr val="FF7210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7210"/>
              </a:buClr>
              <a:buSzPts val="4000"/>
              <a:buNone/>
              <a:defRPr sz="5333">
                <a:solidFill>
                  <a:srgbClr val="FF7210"/>
                </a:solidFill>
              </a:defRPr>
            </a:lvl9pPr>
          </a:lstStyle>
          <a:p>
            <a:r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21920434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3">
  <p:cSld name="Section header 3">
    <p:spTree>
      <p:nvGrpSpPr>
        <p:cNvPr id="1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31"/>
          <p:cNvSpPr/>
          <p:nvPr/>
        </p:nvSpPr>
        <p:spPr>
          <a:xfrm>
            <a:off x="-1922624" y="843471"/>
            <a:ext cx="5018800" cy="5018800"/>
          </a:xfrm>
          <a:prstGeom prst="donut">
            <a:avLst>
              <a:gd name="adj" fmla="val 17842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</p:txBody>
      </p:sp>
      <p:grpSp>
        <p:nvGrpSpPr>
          <p:cNvPr id="640" name="Google Shape;640;p31"/>
          <p:cNvGrpSpPr/>
          <p:nvPr/>
        </p:nvGrpSpPr>
        <p:grpSpPr>
          <a:xfrm>
            <a:off x="1202238" y="512303"/>
            <a:ext cx="1569317" cy="1569696"/>
            <a:chOff x="1347125" y="349025"/>
            <a:chExt cx="4978800" cy="4980000"/>
          </a:xfrm>
        </p:grpSpPr>
        <p:sp>
          <p:nvSpPr>
            <p:cNvPr id="641" name="Google Shape;641;p31"/>
            <p:cNvSpPr/>
            <p:nvPr/>
          </p:nvSpPr>
          <p:spPr>
            <a:xfrm>
              <a:off x="4756525" y="523725"/>
              <a:ext cx="1394100" cy="1393475"/>
            </a:xfrm>
            <a:custGeom>
              <a:avLst/>
              <a:gdLst/>
              <a:ahLst/>
              <a:cxnLst/>
              <a:rect l="l" t="t" r="r" b="b"/>
              <a:pathLst>
                <a:path w="55764" h="55739" extrusionOk="0">
                  <a:moveTo>
                    <a:pt x="1" y="0"/>
                  </a:moveTo>
                  <a:lnTo>
                    <a:pt x="55763" y="55739"/>
                  </a:lnTo>
                  <a:cubicBezTo>
                    <a:pt x="54928" y="53568"/>
                    <a:pt x="53998" y="51446"/>
                    <a:pt x="52973" y="49371"/>
                  </a:cubicBezTo>
                  <a:lnTo>
                    <a:pt x="6417" y="2815"/>
                  </a:lnTo>
                  <a:cubicBezTo>
                    <a:pt x="4318" y="1789"/>
                    <a:pt x="2195" y="859"/>
                    <a:pt x="1" y="0"/>
                  </a:cubicBez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2" name="Google Shape;642;p31"/>
            <p:cNvSpPr/>
            <p:nvPr/>
          </p:nvSpPr>
          <p:spPr>
            <a:xfrm>
              <a:off x="4312325" y="393150"/>
              <a:ext cx="1968875" cy="1968875"/>
            </a:xfrm>
            <a:custGeom>
              <a:avLst/>
              <a:gdLst/>
              <a:ahLst/>
              <a:cxnLst/>
              <a:rect l="l" t="t" r="r" b="b"/>
              <a:pathLst>
                <a:path w="78755" h="78755" extrusionOk="0">
                  <a:moveTo>
                    <a:pt x="0" y="0"/>
                  </a:moveTo>
                  <a:lnTo>
                    <a:pt x="78754" y="78754"/>
                  </a:lnTo>
                  <a:cubicBezTo>
                    <a:pt x="78492" y="77204"/>
                    <a:pt x="78158" y="75654"/>
                    <a:pt x="77753" y="74151"/>
                  </a:cubicBezTo>
                  <a:lnTo>
                    <a:pt x="4627" y="1026"/>
                  </a:lnTo>
                  <a:cubicBezTo>
                    <a:pt x="3125" y="620"/>
                    <a:pt x="1551" y="286"/>
                    <a:pt x="0" y="0"/>
                  </a:cubicBez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3" name="Google Shape;643;p31"/>
            <p:cNvSpPr/>
            <p:nvPr/>
          </p:nvSpPr>
          <p:spPr>
            <a:xfrm>
              <a:off x="3955175" y="350200"/>
              <a:ext cx="2370750" cy="2370175"/>
            </a:xfrm>
            <a:custGeom>
              <a:avLst/>
              <a:gdLst/>
              <a:ahLst/>
              <a:cxnLst/>
              <a:rect l="l" t="t" r="r" b="b"/>
              <a:pathLst>
                <a:path w="94830" h="94807" extrusionOk="0">
                  <a:moveTo>
                    <a:pt x="0" y="1"/>
                  </a:moveTo>
                  <a:lnTo>
                    <a:pt x="94829" y="94806"/>
                  </a:lnTo>
                  <a:lnTo>
                    <a:pt x="94829" y="94806"/>
                  </a:lnTo>
                  <a:cubicBezTo>
                    <a:pt x="94734" y="93542"/>
                    <a:pt x="94662" y="92254"/>
                    <a:pt x="94567" y="90966"/>
                  </a:cubicBezTo>
                  <a:lnTo>
                    <a:pt x="3840" y="239"/>
                  </a:lnTo>
                  <a:cubicBezTo>
                    <a:pt x="2576" y="120"/>
                    <a:pt x="1288" y="49"/>
                    <a:pt x="0" y="1"/>
                  </a:cubicBez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4" name="Google Shape;644;p31"/>
            <p:cNvSpPr/>
            <p:nvPr/>
          </p:nvSpPr>
          <p:spPr>
            <a:xfrm>
              <a:off x="3646300" y="349025"/>
              <a:ext cx="2679625" cy="2679625"/>
            </a:xfrm>
            <a:custGeom>
              <a:avLst/>
              <a:gdLst/>
              <a:ahLst/>
              <a:cxnLst/>
              <a:rect l="l" t="t" r="r" b="b"/>
              <a:pathLst>
                <a:path w="107185" h="107185" extrusionOk="0">
                  <a:moveTo>
                    <a:pt x="3387" y="0"/>
                  </a:moveTo>
                  <a:cubicBezTo>
                    <a:pt x="2266" y="48"/>
                    <a:pt x="1145" y="119"/>
                    <a:pt x="1" y="215"/>
                  </a:cubicBezTo>
                  <a:lnTo>
                    <a:pt x="106969" y="107184"/>
                  </a:lnTo>
                  <a:cubicBezTo>
                    <a:pt x="107065" y="106063"/>
                    <a:pt x="107160" y="104942"/>
                    <a:pt x="107184" y="103797"/>
                  </a:cubicBezTo>
                  <a:lnTo>
                    <a:pt x="3387" y="0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5" name="Google Shape;645;p31"/>
            <p:cNvSpPr/>
            <p:nvPr/>
          </p:nvSpPr>
          <p:spPr>
            <a:xfrm>
              <a:off x="3370225" y="377650"/>
              <a:ext cx="2926475" cy="2927650"/>
            </a:xfrm>
            <a:custGeom>
              <a:avLst/>
              <a:gdLst/>
              <a:ahLst/>
              <a:cxnLst/>
              <a:rect l="l" t="t" r="r" b="b"/>
              <a:pathLst>
                <a:path w="117059" h="117106" extrusionOk="0">
                  <a:moveTo>
                    <a:pt x="3006" y="0"/>
                  </a:moveTo>
                  <a:cubicBezTo>
                    <a:pt x="1980" y="191"/>
                    <a:pt x="979" y="358"/>
                    <a:pt x="1" y="549"/>
                  </a:cubicBezTo>
                  <a:lnTo>
                    <a:pt x="116558" y="117106"/>
                  </a:lnTo>
                  <a:cubicBezTo>
                    <a:pt x="116748" y="116104"/>
                    <a:pt x="116939" y="115055"/>
                    <a:pt x="117058" y="114053"/>
                  </a:cubicBezTo>
                  <a:lnTo>
                    <a:pt x="3006" y="0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6" name="Google Shape;646;p31"/>
            <p:cNvSpPr/>
            <p:nvPr/>
          </p:nvSpPr>
          <p:spPr>
            <a:xfrm>
              <a:off x="3118025" y="433675"/>
              <a:ext cx="3123825" cy="3123250"/>
            </a:xfrm>
            <a:custGeom>
              <a:avLst/>
              <a:gdLst/>
              <a:ahLst/>
              <a:cxnLst/>
              <a:rect l="l" t="t" r="r" b="b"/>
              <a:pathLst>
                <a:path w="124953" h="124930" extrusionOk="0">
                  <a:moveTo>
                    <a:pt x="2815" y="1"/>
                  </a:moveTo>
                  <a:cubicBezTo>
                    <a:pt x="1861" y="239"/>
                    <a:pt x="930" y="526"/>
                    <a:pt x="0" y="788"/>
                  </a:cubicBezTo>
                  <a:lnTo>
                    <a:pt x="124141" y="124930"/>
                  </a:lnTo>
                  <a:cubicBezTo>
                    <a:pt x="124427" y="124023"/>
                    <a:pt x="124690" y="123093"/>
                    <a:pt x="124952" y="122163"/>
                  </a:cubicBezTo>
                  <a:lnTo>
                    <a:pt x="2815" y="1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7" name="Google Shape;647;p31"/>
            <p:cNvSpPr/>
            <p:nvPr/>
          </p:nvSpPr>
          <p:spPr>
            <a:xfrm>
              <a:off x="2887275" y="510600"/>
              <a:ext cx="3277050" cy="3277675"/>
            </a:xfrm>
            <a:custGeom>
              <a:avLst/>
              <a:gdLst/>
              <a:ahLst/>
              <a:cxnLst/>
              <a:rect l="l" t="t" r="r" b="b"/>
              <a:pathLst>
                <a:path w="131082" h="131107" extrusionOk="0">
                  <a:moveTo>
                    <a:pt x="2552" y="1"/>
                  </a:moveTo>
                  <a:cubicBezTo>
                    <a:pt x="2242" y="120"/>
                    <a:pt x="1980" y="215"/>
                    <a:pt x="1670" y="358"/>
                  </a:cubicBezTo>
                  <a:cubicBezTo>
                    <a:pt x="1097" y="573"/>
                    <a:pt x="549" y="812"/>
                    <a:pt x="0" y="1026"/>
                  </a:cubicBezTo>
                  <a:lnTo>
                    <a:pt x="130080" y="131107"/>
                  </a:lnTo>
                  <a:cubicBezTo>
                    <a:pt x="130461" y="130248"/>
                    <a:pt x="130795" y="129389"/>
                    <a:pt x="131082" y="128531"/>
                  </a:cubicBezTo>
                  <a:lnTo>
                    <a:pt x="2552" y="1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8" name="Google Shape;648;p31"/>
            <p:cNvSpPr/>
            <p:nvPr/>
          </p:nvSpPr>
          <p:spPr>
            <a:xfrm>
              <a:off x="2673800" y="606600"/>
              <a:ext cx="3395125" cy="3395125"/>
            </a:xfrm>
            <a:custGeom>
              <a:avLst/>
              <a:gdLst/>
              <a:ahLst/>
              <a:cxnLst/>
              <a:rect l="l" t="t" r="r" b="b"/>
              <a:pathLst>
                <a:path w="135805" h="135805" extrusionOk="0">
                  <a:moveTo>
                    <a:pt x="2362" y="1"/>
                  </a:moveTo>
                  <a:cubicBezTo>
                    <a:pt x="1551" y="358"/>
                    <a:pt x="764" y="764"/>
                    <a:pt x="1" y="1217"/>
                  </a:cubicBezTo>
                  <a:lnTo>
                    <a:pt x="134612" y="135805"/>
                  </a:lnTo>
                  <a:cubicBezTo>
                    <a:pt x="135041" y="135018"/>
                    <a:pt x="135447" y="134255"/>
                    <a:pt x="135805" y="133444"/>
                  </a:cubicBezTo>
                  <a:lnTo>
                    <a:pt x="2362" y="1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9" name="Google Shape;649;p31"/>
            <p:cNvSpPr/>
            <p:nvPr/>
          </p:nvSpPr>
          <p:spPr>
            <a:xfrm>
              <a:off x="2475850" y="718100"/>
              <a:ext cx="3482175" cy="3481600"/>
            </a:xfrm>
            <a:custGeom>
              <a:avLst/>
              <a:gdLst/>
              <a:ahLst/>
              <a:cxnLst/>
              <a:rect l="l" t="t" r="r" b="b"/>
              <a:pathLst>
                <a:path w="139287" h="139264" extrusionOk="0">
                  <a:moveTo>
                    <a:pt x="2195" y="1"/>
                  </a:moveTo>
                  <a:cubicBezTo>
                    <a:pt x="1455" y="430"/>
                    <a:pt x="740" y="859"/>
                    <a:pt x="0" y="1384"/>
                  </a:cubicBezTo>
                  <a:lnTo>
                    <a:pt x="137879" y="139263"/>
                  </a:lnTo>
                  <a:cubicBezTo>
                    <a:pt x="138380" y="138572"/>
                    <a:pt x="138833" y="137832"/>
                    <a:pt x="139286" y="137069"/>
                  </a:cubicBezTo>
                  <a:lnTo>
                    <a:pt x="2195" y="1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0" name="Google Shape;650;p31"/>
            <p:cNvSpPr/>
            <p:nvPr/>
          </p:nvSpPr>
          <p:spPr>
            <a:xfrm>
              <a:off x="2292800" y="843925"/>
              <a:ext cx="3538225" cy="3538825"/>
            </a:xfrm>
            <a:custGeom>
              <a:avLst/>
              <a:gdLst/>
              <a:ahLst/>
              <a:cxnLst/>
              <a:rect l="l" t="t" r="r" b="b"/>
              <a:pathLst>
                <a:path w="141529" h="141553" extrusionOk="0">
                  <a:moveTo>
                    <a:pt x="2004" y="0"/>
                  </a:moveTo>
                  <a:cubicBezTo>
                    <a:pt x="1312" y="549"/>
                    <a:pt x="668" y="1049"/>
                    <a:pt x="0" y="1574"/>
                  </a:cubicBezTo>
                  <a:lnTo>
                    <a:pt x="139978" y="141552"/>
                  </a:lnTo>
                  <a:cubicBezTo>
                    <a:pt x="140503" y="140861"/>
                    <a:pt x="141004" y="140193"/>
                    <a:pt x="141528" y="139525"/>
                  </a:cubicBezTo>
                  <a:lnTo>
                    <a:pt x="2004" y="0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1" name="Google Shape;651;p31"/>
            <p:cNvSpPr/>
            <p:nvPr/>
          </p:nvSpPr>
          <p:spPr>
            <a:xfrm>
              <a:off x="2124050" y="985825"/>
              <a:ext cx="3565650" cy="3565075"/>
            </a:xfrm>
            <a:custGeom>
              <a:avLst/>
              <a:gdLst/>
              <a:ahLst/>
              <a:cxnLst/>
              <a:rect l="l" t="t" r="r" b="b"/>
              <a:pathLst>
                <a:path w="142626" h="142603" extrusionOk="0">
                  <a:moveTo>
                    <a:pt x="1885" y="0"/>
                  </a:moveTo>
                  <a:cubicBezTo>
                    <a:pt x="1241" y="549"/>
                    <a:pt x="621" y="1145"/>
                    <a:pt x="1" y="1718"/>
                  </a:cubicBezTo>
                  <a:lnTo>
                    <a:pt x="140885" y="142602"/>
                  </a:lnTo>
                  <a:cubicBezTo>
                    <a:pt x="141481" y="141982"/>
                    <a:pt x="142077" y="141386"/>
                    <a:pt x="142626" y="140742"/>
                  </a:cubicBezTo>
                  <a:lnTo>
                    <a:pt x="1885" y="0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2" name="Google Shape;652;p31"/>
            <p:cNvSpPr/>
            <p:nvPr/>
          </p:nvSpPr>
          <p:spPr>
            <a:xfrm>
              <a:off x="1970825" y="1141450"/>
              <a:ext cx="3563250" cy="3563875"/>
            </a:xfrm>
            <a:custGeom>
              <a:avLst/>
              <a:gdLst/>
              <a:ahLst/>
              <a:cxnLst/>
              <a:rect l="l" t="t" r="r" b="b"/>
              <a:pathLst>
                <a:path w="142530" h="142555" extrusionOk="0">
                  <a:moveTo>
                    <a:pt x="1693" y="0"/>
                  </a:moveTo>
                  <a:cubicBezTo>
                    <a:pt x="1097" y="621"/>
                    <a:pt x="525" y="1264"/>
                    <a:pt x="0" y="1885"/>
                  </a:cubicBezTo>
                  <a:lnTo>
                    <a:pt x="140669" y="142555"/>
                  </a:lnTo>
                  <a:cubicBezTo>
                    <a:pt x="141290" y="141982"/>
                    <a:pt x="141934" y="141434"/>
                    <a:pt x="142530" y="140837"/>
                  </a:cubicBezTo>
                  <a:lnTo>
                    <a:pt x="1693" y="0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3" name="Google Shape;653;p31"/>
            <p:cNvSpPr/>
            <p:nvPr/>
          </p:nvSpPr>
          <p:spPr>
            <a:xfrm>
              <a:off x="1830100" y="1311375"/>
              <a:ext cx="3534050" cy="3534075"/>
            </a:xfrm>
            <a:custGeom>
              <a:avLst/>
              <a:gdLst/>
              <a:ahLst/>
              <a:cxnLst/>
              <a:rect l="l" t="t" r="r" b="b"/>
              <a:pathLst>
                <a:path w="141362" h="141363" extrusionOk="0">
                  <a:moveTo>
                    <a:pt x="1551" y="1"/>
                  </a:moveTo>
                  <a:cubicBezTo>
                    <a:pt x="1026" y="692"/>
                    <a:pt x="525" y="1336"/>
                    <a:pt x="0" y="2028"/>
                  </a:cubicBezTo>
                  <a:lnTo>
                    <a:pt x="139334" y="141362"/>
                  </a:lnTo>
                  <a:cubicBezTo>
                    <a:pt x="140026" y="140838"/>
                    <a:pt x="140717" y="140337"/>
                    <a:pt x="141361" y="139812"/>
                  </a:cubicBezTo>
                  <a:lnTo>
                    <a:pt x="1551" y="1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4" name="Google Shape;654;p31"/>
            <p:cNvSpPr/>
            <p:nvPr/>
          </p:nvSpPr>
          <p:spPr>
            <a:xfrm>
              <a:off x="1704875" y="1495025"/>
              <a:ext cx="3476225" cy="3475050"/>
            </a:xfrm>
            <a:custGeom>
              <a:avLst/>
              <a:gdLst/>
              <a:ahLst/>
              <a:cxnLst/>
              <a:rect l="l" t="t" r="r" b="b"/>
              <a:pathLst>
                <a:path w="139049" h="139002" extrusionOk="0">
                  <a:moveTo>
                    <a:pt x="1384" y="1"/>
                  </a:moveTo>
                  <a:cubicBezTo>
                    <a:pt x="907" y="740"/>
                    <a:pt x="454" y="1479"/>
                    <a:pt x="1" y="2219"/>
                  </a:cubicBezTo>
                  <a:lnTo>
                    <a:pt x="136783" y="139001"/>
                  </a:lnTo>
                  <a:cubicBezTo>
                    <a:pt x="137546" y="138572"/>
                    <a:pt x="138309" y="138119"/>
                    <a:pt x="139048" y="137666"/>
                  </a:cubicBezTo>
                  <a:lnTo>
                    <a:pt x="1384" y="1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5" name="Google Shape;655;p31"/>
            <p:cNvSpPr/>
            <p:nvPr/>
          </p:nvSpPr>
          <p:spPr>
            <a:xfrm>
              <a:off x="1594575" y="1694175"/>
              <a:ext cx="3386775" cy="3386800"/>
            </a:xfrm>
            <a:custGeom>
              <a:avLst/>
              <a:gdLst/>
              <a:ahLst/>
              <a:cxnLst/>
              <a:rect l="l" t="t" r="r" b="b"/>
              <a:pathLst>
                <a:path w="135471" h="135472" extrusionOk="0">
                  <a:moveTo>
                    <a:pt x="1193" y="1"/>
                  </a:moveTo>
                  <a:cubicBezTo>
                    <a:pt x="764" y="788"/>
                    <a:pt x="382" y="1575"/>
                    <a:pt x="1" y="2386"/>
                  </a:cubicBezTo>
                  <a:lnTo>
                    <a:pt x="133085" y="135471"/>
                  </a:lnTo>
                  <a:cubicBezTo>
                    <a:pt x="133896" y="135090"/>
                    <a:pt x="134683" y="134684"/>
                    <a:pt x="135471" y="134255"/>
                  </a:cubicBezTo>
                  <a:lnTo>
                    <a:pt x="1193" y="1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6" name="Google Shape;656;p31"/>
            <p:cNvSpPr/>
            <p:nvPr/>
          </p:nvSpPr>
          <p:spPr>
            <a:xfrm>
              <a:off x="1500975" y="1909425"/>
              <a:ext cx="3264525" cy="3265150"/>
            </a:xfrm>
            <a:custGeom>
              <a:avLst/>
              <a:gdLst/>
              <a:ahLst/>
              <a:cxnLst/>
              <a:rect l="l" t="t" r="r" b="b"/>
              <a:pathLst>
                <a:path w="130581" h="130606" extrusionOk="0">
                  <a:moveTo>
                    <a:pt x="978" y="1"/>
                  </a:moveTo>
                  <a:cubicBezTo>
                    <a:pt x="644" y="859"/>
                    <a:pt x="310" y="1718"/>
                    <a:pt x="0" y="2577"/>
                  </a:cubicBezTo>
                  <a:lnTo>
                    <a:pt x="128029" y="130606"/>
                  </a:lnTo>
                  <a:cubicBezTo>
                    <a:pt x="128625" y="130367"/>
                    <a:pt x="129174" y="130177"/>
                    <a:pt x="129746" y="129938"/>
                  </a:cubicBezTo>
                  <a:cubicBezTo>
                    <a:pt x="130032" y="129843"/>
                    <a:pt x="130318" y="129723"/>
                    <a:pt x="130581" y="129604"/>
                  </a:cubicBezTo>
                  <a:lnTo>
                    <a:pt x="978" y="1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7" name="Google Shape;657;p31"/>
            <p:cNvSpPr/>
            <p:nvPr/>
          </p:nvSpPr>
          <p:spPr>
            <a:xfrm>
              <a:off x="1425825" y="2142575"/>
              <a:ext cx="3107150" cy="3107125"/>
            </a:xfrm>
            <a:custGeom>
              <a:avLst/>
              <a:gdLst/>
              <a:ahLst/>
              <a:cxnLst/>
              <a:rect l="l" t="t" r="r" b="b"/>
              <a:pathLst>
                <a:path w="124286" h="124285" extrusionOk="0">
                  <a:moveTo>
                    <a:pt x="788" y="0"/>
                  </a:moveTo>
                  <a:cubicBezTo>
                    <a:pt x="478" y="930"/>
                    <a:pt x="239" y="1861"/>
                    <a:pt x="1" y="2791"/>
                  </a:cubicBezTo>
                  <a:lnTo>
                    <a:pt x="121495" y="124285"/>
                  </a:lnTo>
                  <a:cubicBezTo>
                    <a:pt x="122425" y="124023"/>
                    <a:pt x="123355" y="123784"/>
                    <a:pt x="124285" y="123498"/>
                  </a:cubicBezTo>
                  <a:lnTo>
                    <a:pt x="788" y="0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8" name="Google Shape;658;p31"/>
            <p:cNvSpPr/>
            <p:nvPr/>
          </p:nvSpPr>
          <p:spPr>
            <a:xfrm>
              <a:off x="1372175" y="2395975"/>
              <a:ext cx="2906775" cy="2906800"/>
            </a:xfrm>
            <a:custGeom>
              <a:avLst/>
              <a:gdLst/>
              <a:ahLst/>
              <a:cxnLst/>
              <a:rect l="l" t="t" r="r" b="b"/>
              <a:pathLst>
                <a:path w="116271" h="116272" extrusionOk="0">
                  <a:moveTo>
                    <a:pt x="501" y="1"/>
                  </a:moveTo>
                  <a:cubicBezTo>
                    <a:pt x="334" y="1002"/>
                    <a:pt x="143" y="2052"/>
                    <a:pt x="0" y="3054"/>
                  </a:cubicBezTo>
                  <a:lnTo>
                    <a:pt x="113218" y="116272"/>
                  </a:lnTo>
                  <a:cubicBezTo>
                    <a:pt x="114220" y="116129"/>
                    <a:pt x="115269" y="115962"/>
                    <a:pt x="116271" y="115771"/>
                  </a:cubicBezTo>
                  <a:lnTo>
                    <a:pt x="501" y="1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9" name="Google Shape;659;p31"/>
            <p:cNvSpPr/>
            <p:nvPr/>
          </p:nvSpPr>
          <p:spPr>
            <a:xfrm>
              <a:off x="1347125" y="2675025"/>
              <a:ext cx="2653375" cy="2654000"/>
            </a:xfrm>
            <a:custGeom>
              <a:avLst/>
              <a:gdLst/>
              <a:ahLst/>
              <a:cxnLst/>
              <a:rect l="l" t="t" r="r" b="b"/>
              <a:pathLst>
                <a:path w="106135" h="106160" extrusionOk="0">
                  <a:moveTo>
                    <a:pt x="144" y="1"/>
                  </a:moveTo>
                  <a:cubicBezTo>
                    <a:pt x="72" y="1146"/>
                    <a:pt x="1" y="2290"/>
                    <a:pt x="1" y="3459"/>
                  </a:cubicBezTo>
                  <a:lnTo>
                    <a:pt x="102676" y="106159"/>
                  </a:lnTo>
                  <a:cubicBezTo>
                    <a:pt x="103821" y="106111"/>
                    <a:pt x="104966" y="106064"/>
                    <a:pt x="106135" y="105992"/>
                  </a:cubicBezTo>
                  <a:lnTo>
                    <a:pt x="144" y="1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0" name="Google Shape;660;p31"/>
            <p:cNvSpPr/>
            <p:nvPr/>
          </p:nvSpPr>
          <p:spPr>
            <a:xfrm>
              <a:off x="1349525" y="2987475"/>
              <a:ext cx="2337350" cy="2337375"/>
            </a:xfrm>
            <a:custGeom>
              <a:avLst/>
              <a:gdLst/>
              <a:ahLst/>
              <a:cxnLst/>
              <a:rect l="l" t="t" r="r" b="b"/>
              <a:pathLst>
                <a:path w="93494" h="93495" extrusionOk="0">
                  <a:moveTo>
                    <a:pt x="0" y="0"/>
                  </a:moveTo>
                  <a:lnTo>
                    <a:pt x="0" y="0"/>
                  </a:lnTo>
                  <a:cubicBezTo>
                    <a:pt x="72" y="1288"/>
                    <a:pt x="167" y="2600"/>
                    <a:pt x="334" y="3912"/>
                  </a:cubicBezTo>
                  <a:lnTo>
                    <a:pt x="89606" y="93184"/>
                  </a:lnTo>
                  <a:cubicBezTo>
                    <a:pt x="90894" y="93327"/>
                    <a:pt x="92182" y="93446"/>
                    <a:pt x="93493" y="9349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1" name="Google Shape;661;p31"/>
            <p:cNvSpPr/>
            <p:nvPr/>
          </p:nvSpPr>
          <p:spPr>
            <a:xfrm>
              <a:off x="1398400" y="3351200"/>
              <a:ext cx="1924750" cy="1924750"/>
            </a:xfrm>
            <a:custGeom>
              <a:avLst/>
              <a:gdLst/>
              <a:ahLst/>
              <a:cxnLst/>
              <a:rect l="l" t="t" r="r" b="b"/>
              <a:pathLst>
                <a:path w="76990" h="76990" extrusionOk="0">
                  <a:moveTo>
                    <a:pt x="1" y="0"/>
                  </a:moveTo>
                  <a:lnTo>
                    <a:pt x="1" y="0"/>
                  </a:lnTo>
                  <a:cubicBezTo>
                    <a:pt x="335" y="1550"/>
                    <a:pt x="716" y="3125"/>
                    <a:pt x="1122" y="4675"/>
                  </a:cubicBezTo>
                  <a:lnTo>
                    <a:pt x="72339" y="75892"/>
                  </a:lnTo>
                  <a:cubicBezTo>
                    <a:pt x="73889" y="76298"/>
                    <a:pt x="75439" y="76679"/>
                    <a:pt x="76990" y="76989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2" name="Google Shape;662;p31"/>
            <p:cNvSpPr/>
            <p:nvPr/>
          </p:nvSpPr>
          <p:spPr>
            <a:xfrm>
              <a:off x="1543300" y="3809125"/>
              <a:ext cx="1323125" cy="1323125"/>
            </a:xfrm>
            <a:custGeom>
              <a:avLst/>
              <a:gdLst/>
              <a:ahLst/>
              <a:cxnLst/>
              <a:rect l="l" t="t" r="r" b="b"/>
              <a:pathLst>
                <a:path w="52925" h="52925" extrusionOk="0">
                  <a:moveTo>
                    <a:pt x="0" y="0"/>
                  </a:moveTo>
                  <a:lnTo>
                    <a:pt x="0" y="0"/>
                  </a:lnTo>
                  <a:cubicBezTo>
                    <a:pt x="954" y="2314"/>
                    <a:pt x="2004" y="4556"/>
                    <a:pt x="3173" y="6750"/>
                  </a:cubicBezTo>
                  <a:lnTo>
                    <a:pt x="46222" y="49824"/>
                  </a:lnTo>
                  <a:cubicBezTo>
                    <a:pt x="48417" y="50945"/>
                    <a:pt x="50635" y="51994"/>
                    <a:pt x="52924" y="5292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663" name="Google Shape;663;p31"/>
          <p:cNvSpPr/>
          <p:nvPr/>
        </p:nvSpPr>
        <p:spPr>
          <a:xfrm>
            <a:off x="1202229" y="5331467"/>
            <a:ext cx="668000" cy="668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64" name="Google Shape;664;p31"/>
          <p:cNvSpPr txBox="1">
            <a:spLocks noGrp="1"/>
          </p:cNvSpPr>
          <p:nvPr>
            <p:ph type="title"/>
          </p:nvPr>
        </p:nvSpPr>
        <p:spPr>
          <a:xfrm>
            <a:off x="3223633" y="2691584"/>
            <a:ext cx="7572400" cy="130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4000"/>
              <a:buNone/>
              <a:defRPr sz="5333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3600"/>
              <a:buNone/>
              <a:defRPr sz="4800">
                <a:solidFill>
                  <a:srgbClr val="34343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3600"/>
              <a:buNone/>
              <a:defRPr sz="4800">
                <a:solidFill>
                  <a:srgbClr val="34343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3600"/>
              <a:buNone/>
              <a:defRPr sz="4800">
                <a:solidFill>
                  <a:srgbClr val="34343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3600"/>
              <a:buNone/>
              <a:defRPr sz="4800">
                <a:solidFill>
                  <a:srgbClr val="34343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3600"/>
              <a:buNone/>
              <a:defRPr sz="4800">
                <a:solidFill>
                  <a:srgbClr val="34343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3600"/>
              <a:buNone/>
              <a:defRPr sz="4800">
                <a:solidFill>
                  <a:srgbClr val="34343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3600"/>
              <a:buNone/>
              <a:defRPr sz="4800">
                <a:solidFill>
                  <a:srgbClr val="34343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3600"/>
              <a:buNone/>
              <a:defRPr sz="4800">
                <a:solidFill>
                  <a:srgbClr val="343434"/>
                </a:solidFill>
              </a:defRPr>
            </a:lvl9pPr>
          </a:lstStyle>
          <a:p>
            <a:endParaRPr/>
          </a:p>
        </p:txBody>
      </p:sp>
      <p:sp>
        <p:nvSpPr>
          <p:cNvPr id="665" name="Google Shape;665;p31"/>
          <p:cNvSpPr txBox="1">
            <a:spLocks noGrp="1"/>
          </p:cNvSpPr>
          <p:nvPr>
            <p:ph type="subTitle" idx="1"/>
          </p:nvPr>
        </p:nvSpPr>
        <p:spPr>
          <a:xfrm>
            <a:off x="3223633" y="3993217"/>
            <a:ext cx="7572400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9pPr>
          </a:lstStyle>
          <a:p>
            <a:endParaRPr/>
          </a:p>
        </p:txBody>
      </p:sp>
      <p:sp>
        <p:nvSpPr>
          <p:cNvPr id="666" name="Google Shape;666;p31"/>
          <p:cNvSpPr/>
          <p:nvPr/>
        </p:nvSpPr>
        <p:spPr>
          <a:xfrm rot="-6727045">
            <a:off x="7088455" y="5098182"/>
            <a:ext cx="4229435" cy="6384935"/>
          </a:xfrm>
          <a:custGeom>
            <a:avLst/>
            <a:gdLst/>
            <a:ahLst/>
            <a:cxnLst/>
            <a:rect l="l" t="t" r="r" b="b"/>
            <a:pathLst>
              <a:path w="126885" h="191551" extrusionOk="0">
                <a:moveTo>
                  <a:pt x="16464" y="0"/>
                </a:moveTo>
                <a:cubicBezTo>
                  <a:pt x="14016" y="0"/>
                  <a:pt x="11533" y="624"/>
                  <a:pt x="9255" y="1936"/>
                </a:cubicBezTo>
                <a:cubicBezTo>
                  <a:pt x="2362" y="5919"/>
                  <a:pt x="1" y="14743"/>
                  <a:pt x="3984" y="21636"/>
                </a:cubicBezTo>
                <a:lnTo>
                  <a:pt x="97907" y="184344"/>
                </a:lnTo>
                <a:cubicBezTo>
                  <a:pt x="100593" y="188966"/>
                  <a:pt x="105447" y="191551"/>
                  <a:pt x="110431" y="191551"/>
                </a:cubicBezTo>
                <a:cubicBezTo>
                  <a:pt x="112880" y="191551"/>
                  <a:pt x="115360" y="190927"/>
                  <a:pt x="117631" y="189615"/>
                </a:cubicBezTo>
                <a:cubicBezTo>
                  <a:pt x="124524" y="185632"/>
                  <a:pt x="126885" y="176807"/>
                  <a:pt x="122902" y="169914"/>
                </a:cubicBezTo>
                <a:lnTo>
                  <a:pt x="28955" y="7207"/>
                </a:lnTo>
                <a:cubicBezTo>
                  <a:pt x="26284" y="2584"/>
                  <a:pt x="21447" y="0"/>
                  <a:pt x="16464" y="0"/>
                </a:cubicBezTo>
                <a:close/>
              </a:path>
            </a:pathLst>
          </a:custGeom>
          <a:solidFill>
            <a:srgbClr val="FF721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67" name="Google Shape;667;p31"/>
          <p:cNvSpPr/>
          <p:nvPr/>
        </p:nvSpPr>
        <p:spPr>
          <a:xfrm>
            <a:off x="10546164" y="5389233"/>
            <a:ext cx="314000" cy="314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68" name="Google Shape;668;p31"/>
          <p:cNvSpPr txBox="1">
            <a:spLocks noGrp="1"/>
          </p:cNvSpPr>
          <p:nvPr>
            <p:ph type="title" idx="2" hasCustomPrompt="1"/>
          </p:nvPr>
        </p:nvSpPr>
        <p:spPr>
          <a:xfrm>
            <a:off x="3223633" y="1807967"/>
            <a:ext cx="7572400" cy="105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7210"/>
              </a:buClr>
              <a:buSzPts val="4000"/>
              <a:buNone/>
              <a:defRPr sz="5333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7210"/>
              </a:buClr>
              <a:buSzPts val="4000"/>
              <a:buNone/>
              <a:defRPr sz="5333">
                <a:solidFill>
                  <a:srgbClr val="FF7210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7210"/>
              </a:buClr>
              <a:buSzPts val="4000"/>
              <a:buNone/>
              <a:defRPr sz="5333">
                <a:solidFill>
                  <a:srgbClr val="FF7210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7210"/>
              </a:buClr>
              <a:buSzPts val="4000"/>
              <a:buNone/>
              <a:defRPr sz="5333">
                <a:solidFill>
                  <a:srgbClr val="FF7210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7210"/>
              </a:buClr>
              <a:buSzPts val="4000"/>
              <a:buNone/>
              <a:defRPr sz="5333">
                <a:solidFill>
                  <a:srgbClr val="FF7210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7210"/>
              </a:buClr>
              <a:buSzPts val="4000"/>
              <a:buNone/>
              <a:defRPr sz="5333">
                <a:solidFill>
                  <a:srgbClr val="FF7210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7210"/>
              </a:buClr>
              <a:buSzPts val="4000"/>
              <a:buNone/>
              <a:defRPr sz="5333">
                <a:solidFill>
                  <a:srgbClr val="FF7210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7210"/>
              </a:buClr>
              <a:buSzPts val="4000"/>
              <a:buNone/>
              <a:defRPr sz="5333">
                <a:solidFill>
                  <a:srgbClr val="FF7210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7210"/>
              </a:buClr>
              <a:buSzPts val="4000"/>
              <a:buNone/>
              <a:defRPr sz="5333">
                <a:solidFill>
                  <a:srgbClr val="FF7210"/>
                </a:solidFill>
              </a:defRPr>
            </a:lvl9pPr>
          </a:lstStyle>
          <a:p>
            <a:r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310150439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4">
  <p:cSld name="Section header 4">
    <p:bg>
      <p:bgPr>
        <a:solidFill>
          <a:schemeClr val="accent1"/>
        </a:solidFill>
        <a:effectLst/>
      </p:bgPr>
    </p:bg>
    <p:spTree>
      <p:nvGrpSpPr>
        <p:cNvPr id="1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32"/>
          <p:cNvSpPr/>
          <p:nvPr/>
        </p:nvSpPr>
        <p:spPr>
          <a:xfrm>
            <a:off x="-1922624" y="843471"/>
            <a:ext cx="5018800" cy="5018800"/>
          </a:xfrm>
          <a:prstGeom prst="donut">
            <a:avLst>
              <a:gd name="adj" fmla="val 17842"/>
            </a:avLst>
          </a:prstGeom>
          <a:solidFill>
            <a:srgbClr val="00BBC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</p:txBody>
      </p:sp>
      <p:sp>
        <p:nvSpPr>
          <p:cNvPr id="671" name="Google Shape;671;p32"/>
          <p:cNvSpPr/>
          <p:nvPr/>
        </p:nvSpPr>
        <p:spPr>
          <a:xfrm>
            <a:off x="1538636" y="782391"/>
            <a:ext cx="592400" cy="5924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72" name="Google Shape;672;p32"/>
          <p:cNvSpPr txBox="1">
            <a:spLocks noGrp="1"/>
          </p:cNvSpPr>
          <p:nvPr>
            <p:ph type="title"/>
          </p:nvPr>
        </p:nvSpPr>
        <p:spPr>
          <a:xfrm>
            <a:off x="3223633" y="2671851"/>
            <a:ext cx="7572400" cy="132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4000"/>
              <a:buNone/>
              <a:defRPr sz="5333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3600"/>
              <a:buNone/>
              <a:defRPr sz="4800">
                <a:solidFill>
                  <a:srgbClr val="F0F7ED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3600"/>
              <a:buNone/>
              <a:defRPr sz="4800">
                <a:solidFill>
                  <a:srgbClr val="F0F7ED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3600"/>
              <a:buNone/>
              <a:defRPr sz="4800">
                <a:solidFill>
                  <a:srgbClr val="F0F7ED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3600"/>
              <a:buNone/>
              <a:defRPr sz="4800">
                <a:solidFill>
                  <a:srgbClr val="F0F7ED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3600"/>
              <a:buNone/>
              <a:defRPr sz="4800">
                <a:solidFill>
                  <a:srgbClr val="F0F7ED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3600"/>
              <a:buNone/>
              <a:defRPr sz="4800">
                <a:solidFill>
                  <a:srgbClr val="F0F7ED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3600"/>
              <a:buNone/>
              <a:defRPr sz="4800">
                <a:solidFill>
                  <a:srgbClr val="F0F7ED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3600"/>
              <a:buNone/>
              <a:defRPr sz="4800">
                <a:solidFill>
                  <a:srgbClr val="F0F7ED"/>
                </a:solidFill>
              </a:defRPr>
            </a:lvl9pPr>
          </a:lstStyle>
          <a:p>
            <a:endParaRPr/>
          </a:p>
        </p:txBody>
      </p:sp>
      <p:sp>
        <p:nvSpPr>
          <p:cNvPr id="673" name="Google Shape;673;p32"/>
          <p:cNvSpPr txBox="1">
            <a:spLocks noGrp="1"/>
          </p:cNvSpPr>
          <p:nvPr>
            <p:ph type="subTitle" idx="1"/>
          </p:nvPr>
        </p:nvSpPr>
        <p:spPr>
          <a:xfrm>
            <a:off x="3223633" y="3993217"/>
            <a:ext cx="7572400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200"/>
              <a:buNone/>
              <a:defRPr sz="1867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200"/>
              <a:buNone/>
              <a:defRPr>
                <a:solidFill>
                  <a:srgbClr val="F0F7ED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200"/>
              <a:buNone/>
              <a:defRPr>
                <a:solidFill>
                  <a:srgbClr val="F0F7ED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200"/>
              <a:buNone/>
              <a:defRPr>
                <a:solidFill>
                  <a:srgbClr val="F0F7ED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200"/>
              <a:buNone/>
              <a:defRPr>
                <a:solidFill>
                  <a:srgbClr val="F0F7ED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200"/>
              <a:buNone/>
              <a:defRPr>
                <a:solidFill>
                  <a:srgbClr val="F0F7ED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200"/>
              <a:buNone/>
              <a:defRPr>
                <a:solidFill>
                  <a:srgbClr val="F0F7ED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200"/>
              <a:buNone/>
              <a:defRPr>
                <a:solidFill>
                  <a:srgbClr val="F0F7ED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200"/>
              <a:buNone/>
              <a:defRPr>
                <a:solidFill>
                  <a:srgbClr val="F0F7ED"/>
                </a:solidFill>
              </a:defRPr>
            </a:lvl9pPr>
          </a:lstStyle>
          <a:p>
            <a:endParaRPr/>
          </a:p>
        </p:txBody>
      </p:sp>
      <p:sp>
        <p:nvSpPr>
          <p:cNvPr id="674" name="Google Shape;674;p32"/>
          <p:cNvSpPr/>
          <p:nvPr/>
        </p:nvSpPr>
        <p:spPr>
          <a:xfrm>
            <a:off x="290567" y="3875033"/>
            <a:ext cx="592400" cy="592400"/>
          </a:xfrm>
          <a:prstGeom prst="ellipse">
            <a:avLst/>
          </a:prstGeom>
          <a:solidFill>
            <a:srgbClr val="34343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75" name="Google Shape;675;p32"/>
          <p:cNvSpPr/>
          <p:nvPr/>
        </p:nvSpPr>
        <p:spPr>
          <a:xfrm>
            <a:off x="9771599" y="5997633"/>
            <a:ext cx="1546000" cy="1546000"/>
          </a:xfrm>
          <a:prstGeom prst="donut">
            <a:avLst>
              <a:gd name="adj" fmla="val 17842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676" name="Google Shape;676;p32"/>
          <p:cNvGrpSpPr/>
          <p:nvPr/>
        </p:nvGrpSpPr>
        <p:grpSpPr>
          <a:xfrm>
            <a:off x="10790105" y="5415841"/>
            <a:ext cx="1647651" cy="1648048"/>
            <a:chOff x="1347125" y="349025"/>
            <a:chExt cx="4978800" cy="4980000"/>
          </a:xfrm>
        </p:grpSpPr>
        <p:sp>
          <p:nvSpPr>
            <p:cNvPr id="677" name="Google Shape;677;p32"/>
            <p:cNvSpPr/>
            <p:nvPr/>
          </p:nvSpPr>
          <p:spPr>
            <a:xfrm>
              <a:off x="4756525" y="523725"/>
              <a:ext cx="1394100" cy="1393475"/>
            </a:xfrm>
            <a:custGeom>
              <a:avLst/>
              <a:gdLst/>
              <a:ahLst/>
              <a:cxnLst/>
              <a:rect l="l" t="t" r="r" b="b"/>
              <a:pathLst>
                <a:path w="55764" h="55739" extrusionOk="0">
                  <a:moveTo>
                    <a:pt x="1" y="0"/>
                  </a:moveTo>
                  <a:lnTo>
                    <a:pt x="55763" y="55739"/>
                  </a:lnTo>
                  <a:cubicBezTo>
                    <a:pt x="54928" y="53568"/>
                    <a:pt x="53998" y="51446"/>
                    <a:pt x="52973" y="49371"/>
                  </a:cubicBezTo>
                  <a:lnTo>
                    <a:pt x="6417" y="2815"/>
                  </a:lnTo>
                  <a:cubicBezTo>
                    <a:pt x="4318" y="1789"/>
                    <a:pt x="2195" y="859"/>
                    <a:pt x="1" y="0"/>
                  </a:cubicBezTo>
                  <a:close/>
                </a:path>
              </a:pathLst>
            </a:custGeom>
            <a:solidFill>
              <a:srgbClr val="FF72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8" name="Google Shape;678;p32"/>
            <p:cNvSpPr/>
            <p:nvPr/>
          </p:nvSpPr>
          <p:spPr>
            <a:xfrm>
              <a:off x="4312325" y="393150"/>
              <a:ext cx="1968875" cy="1968875"/>
            </a:xfrm>
            <a:custGeom>
              <a:avLst/>
              <a:gdLst/>
              <a:ahLst/>
              <a:cxnLst/>
              <a:rect l="l" t="t" r="r" b="b"/>
              <a:pathLst>
                <a:path w="78755" h="78755" extrusionOk="0">
                  <a:moveTo>
                    <a:pt x="0" y="0"/>
                  </a:moveTo>
                  <a:lnTo>
                    <a:pt x="78754" y="78754"/>
                  </a:lnTo>
                  <a:cubicBezTo>
                    <a:pt x="78492" y="77204"/>
                    <a:pt x="78158" y="75654"/>
                    <a:pt x="77753" y="74151"/>
                  </a:cubicBezTo>
                  <a:lnTo>
                    <a:pt x="4627" y="1026"/>
                  </a:lnTo>
                  <a:cubicBezTo>
                    <a:pt x="3125" y="620"/>
                    <a:pt x="1551" y="286"/>
                    <a:pt x="0" y="0"/>
                  </a:cubicBezTo>
                  <a:close/>
                </a:path>
              </a:pathLst>
            </a:custGeom>
            <a:solidFill>
              <a:srgbClr val="FF72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9" name="Google Shape;679;p32"/>
            <p:cNvSpPr/>
            <p:nvPr/>
          </p:nvSpPr>
          <p:spPr>
            <a:xfrm>
              <a:off x="3955175" y="350200"/>
              <a:ext cx="2370750" cy="2370175"/>
            </a:xfrm>
            <a:custGeom>
              <a:avLst/>
              <a:gdLst/>
              <a:ahLst/>
              <a:cxnLst/>
              <a:rect l="l" t="t" r="r" b="b"/>
              <a:pathLst>
                <a:path w="94830" h="94807" extrusionOk="0">
                  <a:moveTo>
                    <a:pt x="0" y="1"/>
                  </a:moveTo>
                  <a:lnTo>
                    <a:pt x="94829" y="94806"/>
                  </a:lnTo>
                  <a:lnTo>
                    <a:pt x="94829" y="94806"/>
                  </a:lnTo>
                  <a:cubicBezTo>
                    <a:pt x="94734" y="93542"/>
                    <a:pt x="94662" y="92254"/>
                    <a:pt x="94567" y="90966"/>
                  </a:cubicBezTo>
                  <a:lnTo>
                    <a:pt x="3840" y="239"/>
                  </a:lnTo>
                  <a:cubicBezTo>
                    <a:pt x="2576" y="120"/>
                    <a:pt x="1288" y="49"/>
                    <a:pt x="0" y="1"/>
                  </a:cubicBezTo>
                  <a:close/>
                </a:path>
              </a:pathLst>
            </a:custGeom>
            <a:solidFill>
              <a:srgbClr val="FF72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0" name="Google Shape;680;p32"/>
            <p:cNvSpPr/>
            <p:nvPr/>
          </p:nvSpPr>
          <p:spPr>
            <a:xfrm>
              <a:off x="3646300" y="349025"/>
              <a:ext cx="2679625" cy="2679625"/>
            </a:xfrm>
            <a:custGeom>
              <a:avLst/>
              <a:gdLst/>
              <a:ahLst/>
              <a:cxnLst/>
              <a:rect l="l" t="t" r="r" b="b"/>
              <a:pathLst>
                <a:path w="107185" h="107185" extrusionOk="0">
                  <a:moveTo>
                    <a:pt x="3387" y="0"/>
                  </a:moveTo>
                  <a:cubicBezTo>
                    <a:pt x="2266" y="48"/>
                    <a:pt x="1145" y="119"/>
                    <a:pt x="1" y="215"/>
                  </a:cubicBezTo>
                  <a:lnTo>
                    <a:pt x="106969" y="107184"/>
                  </a:lnTo>
                  <a:cubicBezTo>
                    <a:pt x="107065" y="106063"/>
                    <a:pt x="107160" y="104942"/>
                    <a:pt x="107184" y="103797"/>
                  </a:cubicBezTo>
                  <a:lnTo>
                    <a:pt x="3387" y="0"/>
                  </a:lnTo>
                  <a:close/>
                </a:path>
              </a:pathLst>
            </a:custGeom>
            <a:solidFill>
              <a:srgbClr val="FF72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1" name="Google Shape;681;p32"/>
            <p:cNvSpPr/>
            <p:nvPr/>
          </p:nvSpPr>
          <p:spPr>
            <a:xfrm>
              <a:off x="3370225" y="377650"/>
              <a:ext cx="2926475" cy="2927650"/>
            </a:xfrm>
            <a:custGeom>
              <a:avLst/>
              <a:gdLst/>
              <a:ahLst/>
              <a:cxnLst/>
              <a:rect l="l" t="t" r="r" b="b"/>
              <a:pathLst>
                <a:path w="117059" h="117106" extrusionOk="0">
                  <a:moveTo>
                    <a:pt x="3006" y="0"/>
                  </a:moveTo>
                  <a:cubicBezTo>
                    <a:pt x="1980" y="191"/>
                    <a:pt x="979" y="358"/>
                    <a:pt x="1" y="549"/>
                  </a:cubicBezTo>
                  <a:lnTo>
                    <a:pt x="116558" y="117106"/>
                  </a:lnTo>
                  <a:cubicBezTo>
                    <a:pt x="116748" y="116104"/>
                    <a:pt x="116939" y="115055"/>
                    <a:pt x="117058" y="114053"/>
                  </a:cubicBezTo>
                  <a:lnTo>
                    <a:pt x="3006" y="0"/>
                  </a:lnTo>
                  <a:close/>
                </a:path>
              </a:pathLst>
            </a:custGeom>
            <a:solidFill>
              <a:srgbClr val="FF72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2" name="Google Shape;682;p32"/>
            <p:cNvSpPr/>
            <p:nvPr/>
          </p:nvSpPr>
          <p:spPr>
            <a:xfrm>
              <a:off x="3118025" y="433675"/>
              <a:ext cx="3123825" cy="3123250"/>
            </a:xfrm>
            <a:custGeom>
              <a:avLst/>
              <a:gdLst/>
              <a:ahLst/>
              <a:cxnLst/>
              <a:rect l="l" t="t" r="r" b="b"/>
              <a:pathLst>
                <a:path w="124953" h="124930" extrusionOk="0">
                  <a:moveTo>
                    <a:pt x="2815" y="1"/>
                  </a:moveTo>
                  <a:cubicBezTo>
                    <a:pt x="1861" y="239"/>
                    <a:pt x="930" y="526"/>
                    <a:pt x="0" y="788"/>
                  </a:cubicBezTo>
                  <a:lnTo>
                    <a:pt x="124141" y="124930"/>
                  </a:lnTo>
                  <a:cubicBezTo>
                    <a:pt x="124427" y="124023"/>
                    <a:pt x="124690" y="123093"/>
                    <a:pt x="124952" y="122163"/>
                  </a:cubicBezTo>
                  <a:lnTo>
                    <a:pt x="2815" y="1"/>
                  </a:lnTo>
                  <a:close/>
                </a:path>
              </a:pathLst>
            </a:custGeom>
            <a:solidFill>
              <a:srgbClr val="FF72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3" name="Google Shape;683;p32"/>
            <p:cNvSpPr/>
            <p:nvPr/>
          </p:nvSpPr>
          <p:spPr>
            <a:xfrm>
              <a:off x="2887275" y="510600"/>
              <a:ext cx="3277050" cy="3277675"/>
            </a:xfrm>
            <a:custGeom>
              <a:avLst/>
              <a:gdLst/>
              <a:ahLst/>
              <a:cxnLst/>
              <a:rect l="l" t="t" r="r" b="b"/>
              <a:pathLst>
                <a:path w="131082" h="131107" extrusionOk="0">
                  <a:moveTo>
                    <a:pt x="2552" y="1"/>
                  </a:moveTo>
                  <a:cubicBezTo>
                    <a:pt x="2242" y="120"/>
                    <a:pt x="1980" y="215"/>
                    <a:pt x="1670" y="358"/>
                  </a:cubicBezTo>
                  <a:cubicBezTo>
                    <a:pt x="1097" y="573"/>
                    <a:pt x="549" y="812"/>
                    <a:pt x="0" y="1026"/>
                  </a:cubicBezTo>
                  <a:lnTo>
                    <a:pt x="130080" y="131107"/>
                  </a:lnTo>
                  <a:cubicBezTo>
                    <a:pt x="130461" y="130248"/>
                    <a:pt x="130795" y="129389"/>
                    <a:pt x="131082" y="128531"/>
                  </a:cubicBezTo>
                  <a:lnTo>
                    <a:pt x="2552" y="1"/>
                  </a:lnTo>
                  <a:close/>
                </a:path>
              </a:pathLst>
            </a:custGeom>
            <a:solidFill>
              <a:srgbClr val="FF72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4" name="Google Shape;684;p32"/>
            <p:cNvSpPr/>
            <p:nvPr/>
          </p:nvSpPr>
          <p:spPr>
            <a:xfrm>
              <a:off x="2673800" y="606600"/>
              <a:ext cx="3395125" cy="3395125"/>
            </a:xfrm>
            <a:custGeom>
              <a:avLst/>
              <a:gdLst/>
              <a:ahLst/>
              <a:cxnLst/>
              <a:rect l="l" t="t" r="r" b="b"/>
              <a:pathLst>
                <a:path w="135805" h="135805" extrusionOk="0">
                  <a:moveTo>
                    <a:pt x="2362" y="1"/>
                  </a:moveTo>
                  <a:cubicBezTo>
                    <a:pt x="1551" y="358"/>
                    <a:pt x="764" y="764"/>
                    <a:pt x="1" y="1217"/>
                  </a:cubicBezTo>
                  <a:lnTo>
                    <a:pt x="134612" y="135805"/>
                  </a:lnTo>
                  <a:cubicBezTo>
                    <a:pt x="135041" y="135018"/>
                    <a:pt x="135447" y="134255"/>
                    <a:pt x="135805" y="133444"/>
                  </a:cubicBezTo>
                  <a:lnTo>
                    <a:pt x="2362" y="1"/>
                  </a:lnTo>
                  <a:close/>
                </a:path>
              </a:pathLst>
            </a:custGeom>
            <a:solidFill>
              <a:srgbClr val="FF72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5" name="Google Shape;685;p32"/>
            <p:cNvSpPr/>
            <p:nvPr/>
          </p:nvSpPr>
          <p:spPr>
            <a:xfrm>
              <a:off x="2475850" y="718100"/>
              <a:ext cx="3482175" cy="3481600"/>
            </a:xfrm>
            <a:custGeom>
              <a:avLst/>
              <a:gdLst/>
              <a:ahLst/>
              <a:cxnLst/>
              <a:rect l="l" t="t" r="r" b="b"/>
              <a:pathLst>
                <a:path w="139287" h="139264" extrusionOk="0">
                  <a:moveTo>
                    <a:pt x="2195" y="1"/>
                  </a:moveTo>
                  <a:cubicBezTo>
                    <a:pt x="1455" y="430"/>
                    <a:pt x="740" y="859"/>
                    <a:pt x="0" y="1384"/>
                  </a:cubicBezTo>
                  <a:lnTo>
                    <a:pt x="137879" y="139263"/>
                  </a:lnTo>
                  <a:cubicBezTo>
                    <a:pt x="138380" y="138572"/>
                    <a:pt x="138833" y="137832"/>
                    <a:pt x="139286" y="137069"/>
                  </a:cubicBezTo>
                  <a:lnTo>
                    <a:pt x="2195" y="1"/>
                  </a:lnTo>
                  <a:close/>
                </a:path>
              </a:pathLst>
            </a:custGeom>
            <a:solidFill>
              <a:srgbClr val="FF72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6" name="Google Shape;686;p32"/>
            <p:cNvSpPr/>
            <p:nvPr/>
          </p:nvSpPr>
          <p:spPr>
            <a:xfrm>
              <a:off x="2292800" y="843925"/>
              <a:ext cx="3538225" cy="3538825"/>
            </a:xfrm>
            <a:custGeom>
              <a:avLst/>
              <a:gdLst/>
              <a:ahLst/>
              <a:cxnLst/>
              <a:rect l="l" t="t" r="r" b="b"/>
              <a:pathLst>
                <a:path w="141529" h="141553" extrusionOk="0">
                  <a:moveTo>
                    <a:pt x="2004" y="0"/>
                  </a:moveTo>
                  <a:cubicBezTo>
                    <a:pt x="1312" y="549"/>
                    <a:pt x="668" y="1049"/>
                    <a:pt x="0" y="1574"/>
                  </a:cubicBezTo>
                  <a:lnTo>
                    <a:pt x="139978" y="141552"/>
                  </a:lnTo>
                  <a:cubicBezTo>
                    <a:pt x="140503" y="140861"/>
                    <a:pt x="141004" y="140193"/>
                    <a:pt x="141528" y="139525"/>
                  </a:cubicBezTo>
                  <a:lnTo>
                    <a:pt x="2004" y="0"/>
                  </a:lnTo>
                  <a:close/>
                </a:path>
              </a:pathLst>
            </a:custGeom>
            <a:solidFill>
              <a:srgbClr val="FF72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7" name="Google Shape;687;p32"/>
            <p:cNvSpPr/>
            <p:nvPr/>
          </p:nvSpPr>
          <p:spPr>
            <a:xfrm>
              <a:off x="2124050" y="985825"/>
              <a:ext cx="3565650" cy="3565075"/>
            </a:xfrm>
            <a:custGeom>
              <a:avLst/>
              <a:gdLst/>
              <a:ahLst/>
              <a:cxnLst/>
              <a:rect l="l" t="t" r="r" b="b"/>
              <a:pathLst>
                <a:path w="142626" h="142603" extrusionOk="0">
                  <a:moveTo>
                    <a:pt x="1885" y="0"/>
                  </a:moveTo>
                  <a:cubicBezTo>
                    <a:pt x="1241" y="549"/>
                    <a:pt x="621" y="1145"/>
                    <a:pt x="1" y="1718"/>
                  </a:cubicBezTo>
                  <a:lnTo>
                    <a:pt x="140885" y="142602"/>
                  </a:lnTo>
                  <a:cubicBezTo>
                    <a:pt x="141481" y="141982"/>
                    <a:pt x="142077" y="141386"/>
                    <a:pt x="142626" y="140742"/>
                  </a:cubicBezTo>
                  <a:lnTo>
                    <a:pt x="1885" y="0"/>
                  </a:lnTo>
                  <a:close/>
                </a:path>
              </a:pathLst>
            </a:custGeom>
            <a:solidFill>
              <a:srgbClr val="FF72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8" name="Google Shape;688;p32"/>
            <p:cNvSpPr/>
            <p:nvPr/>
          </p:nvSpPr>
          <p:spPr>
            <a:xfrm>
              <a:off x="1970825" y="1141450"/>
              <a:ext cx="3563250" cy="3563875"/>
            </a:xfrm>
            <a:custGeom>
              <a:avLst/>
              <a:gdLst/>
              <a:ahLst/>
              <a:cxnLst/>
              <a:rect l="l" t="t" r="r" b="b"/>
              <a:pathLst>
                <a:path w="142530" h="142555" extrusionOk="0">
                  <a:moveTo>
                    <a:pt x="1693" y="0"/>
                  </a:moveTo>
                  <a:cubicBezTo>
                    <a:pt x="1097" y="621"/>
                    <a:pt x="525" y="1264"/>
                    <a:pt x="0" y="1885"/>
                  </a:cubicBezTo>
                  <a:lnTo>
                    <a:pt x="140669" y="142555"/>
                  </a:lnTo>
                  <a:cubicBezTo>
                    <a:pt x="141290" y="141982"/>
                    <a:pt x="141934" y="141434"/>
                    <a:pt x="142530" y="140837"/>
                  </a:cubicBezTo>
                  <a:lnTo>
                    <a:pt x="1693" y="0"/>
                  </a:lnTo>
                  <a:close/>
                </a:path>
              </a:pathLst>
            </a:custGeom>
            <a:solidFill>
              <a:srgbClr val="FF72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9" name="Google Shape;689;p32"/>
            <p:cNvSpPr/>
            <p:nvPr/>
          </p:nvSpPr>
          <p:spPr>
            <a:xfrm>
              <a:off x="1830100" y="1311375"/>
              <a:ext cx="3534050" cy="3534075"/>
            </a:xfrm>
            <a:custGeom>
              <a:avLst/>
              <a:gdLst/>
              <a:ahLst/>
              <a:cxnLst/>
              <a:rect l="l" t="t" r="r" b="b"/>
              <a:pathLst>
                <a:path w="141362" h="141363" extrusionOk="0">
                  <a:moveTo>
                    <a:pt x="1551" y="1"/>
                  </a:moveTo>
                  <a:cubicBezTo>
                    <a:pt x="1026" y="692"/>
                    <a:pt x="525" y="1336"/>
                    <a:pt x="0" y="2028"/>
                  </a:cubicBezTo>
                  <a:lnTo>
                    <a:pt x="139334" y="141362"/>
                  </a:lnTo>
                  <a:cubicBezTo>
                    <a:pt x="140026" y="140838"/>
                    <a:pt x="140717" y="140337"/>
                    <a:pt x="141361" y="139812"/>
                  </a:cubicBezTo>
                  <a:lnTo>
                    <a:pt x="1551" y="1"/>
                  </a:lnTo>
                  <a:close/>
                </a:path>
              </a:pathLst>
            </a:custGeom>
            <a:solidFill>
              <a:srgbClr val="FF72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0" name="Google Shape;690;p32"/>
            <p:cNvSpPr/>
            <p:nvPr/>
          </p:nvSpPr>
          <p:spPr>
            <a:xfrm>
              <a:off x="1704875" y="1495025"/>
              <a:ext cx="3476225" cy="3475050"/>
            </a:xfrm>
            <a:custGeom>
              <a:avLst/>
              <a:gdLst/>
              <a:ahLst/>
              <a:cxnLst/>
              <a:rect l="l" t="t" r="r" b="b"/>
              <a:pathLst>
                <a:path w="139049" h="139002" extrusionOk="0">
                  <a:moveTo>
                    <a:pt x="1384" y="1"/>
                  </a:moveTo>
                  <a:cubicBezTo>
                    <a:pt x="907" y="740"/>
                    <a:pt x="454" y="1479"/>
                    <a:pt x="1" y="2219"/>
                  </a:cubicBezTo>
                  <a:lnTo>
                    <a:pt x="136783" y="139001"/>
                  </a:lnTo>
                  <a:cubicBezTo>
                    <a:pt x="137546" y="138572"/>
                    <a:pt x="138309" y="138119"/>
                    <a:pt x="139048" y="137666"/>
                  </a:cubicBezTo>
                  <a:lnTo>
                    <a:pt x="1384" y="1"/>
                  </a:lnTo>
                  <a:close/>
                </a:path>
              </a:pathLst>
            </a:custGeom>
            <a:solidFill>
              <a:srgbClr val="FF72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1" name="Google Shape;691;p32"/>
            <p:cNvSpPr/>
            <p:nvPr/>
          </p:nvSpPr>
          <p:spPr>
            <a:xfrm>
              <a:off x="1594575" y="1694175"/>
              <a:ext cx="3386775" cy="3386800"/>
            </a:xfrm>
            <a:custGeom>
              <a:avLst/>
              <a:gdLst/>
              <a:ahLst/>
              <a:cxnLst/>
              <a:rect l="l" t="t" r="r" b="b"/>
              <a:pathLst>
                <a:path w="135471" h="135472" extrusionOk="0">
                  <a:moveTo>
                    <a:pt x="1193" y="1"/>
                  </a:moveTo>
                  <a:cubicBezTo>
                    <a:pt x="764" y="788"/>
                    <a:pt x="382" y="1575"/>
                    <a:pt x="1" y="2386"/>
                  </a:cubicBezTo>
                  <a:lnTo>
                    <a:pt x="133085" y="135471"/>
                  </a:lnTo>
                  <a:cubicBezTo>
                    <a:pt x="133896" y="135090"/>
                    <a:pt x="134683" y="134684"/>
                    <a:pt x="135471" y="134255"/>
                  </a:cubicBezTo>
                  <a:lnTo>
                    <a:pt x="1193" y="1"/>
                  </a:lnTo>
                  <a:close/>
                </a:path>
              </a:pathLst>
            </a:custGeom>
            <a:solidFill>
              <a:srgbClr val="FF72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2" name="Google Shape;692;p32"/>
            <p:cNvSpPr/>
            <p:nvPr/>
          </p:nvSpPr>
          <p:spPr>
            <a:xfrm>
              <a:off x="1500975" y="1909425"/>
              <a:ext cx="3264525" cy="3265150"/>
            </a:xfrm>
            <a:custGeom>
              <a:avLst/>
              <a:gdLst/>
              <a:ahLst/>
              <a:cxnLst/>
              <a:rect l="l" t="t" r="r" b="b"/>
              <a:pathLst>
                <a:path w="130581" h="130606" extrusionOk="0">
                  <a:moveTo>
                    <a:pt x="978" y="1"/>
                  </a:moveTo>
                  <a:cubicBezTo>
                    <a:pt x="644" y="859"/>
                    <a:pt x="310" y="1718"/>
                    <a:pt x="0" y="2577"/>
                  </a:cubicBezTo>
                  <a:lnTo>
                    <a:pt x="128029" y="130606"/>
                  </a:lnTo>
                  <a:cubicBezTo>
                    <a:pt x="128625" y="130367"/>
                    <a:pt x="129174" y="130177"/>
                    <a:pt x="129746" y="129938"/>
                  </a:cubicBezTo>
                  <a:cubicBezTo>
                    <a:pt x="130032" y="129843"/>
                    <a:pt x="130318" y="129723"/>
                    <a:pt x="130581" y="129604"/>
                  </a:cubicBezTo>
                  <a:lnTo>
                    <a:pt x="978" y="1"/>
                  </a:lnTo>
                  <a:close/>
                </a:path>
              </a:pathLst>
            </a:custGeom>
            <a:solidFill>
              <a:srgbClr val="FF72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3" name="Google Shape;693;p32"/>
            <p:cNvSpPr/>
            <p:nvPr/>
          </p:nvSpPr>
          <p:spPr>
            <a:xfrm>
              <a:off x="1425825" y="2142575"/>
              <a:ext cx="3107150" cy="3107125"/>
            </a:xfrm>
            <a:custGeom>
              <a:avLst/>
              <a:gdLst/>
              <a:ahLst/>
              <a:cxnLst/>
              <a:rect l="l" t="t" r="r" b="b"/>
              <a:pathLst>
                <a:path w="124286" h="124285" extrusionOk="0">
                  <a:moveTo>
                    <a:pt x="788" y="0"/>
                  </a:moveTo>
                  <a:cubicBezTo>
                    <a:pt x="478" y="930"/>
                    <a:pt x="239" y="1861"/>
                    <a:pt x="1" y="2791"/>
                  </a:cubicBezTo>
                  <a:lnTo>
                    <a:pt x="121495" y="124285"/>
                  </a:lnTo>
                  <a:cubicBezTo>
                    <a:pt x="122425" y="124023"/>
                    <a:pt x="123355" y="123784"/>
                    <a:pt x="124285" y="123498"/>
                  </a:cubicBezTo>
                  <a:lnTo>
                    <a:pt x="788" y="0"/>
                  </a:lnTo>
                  <a:close/>
                </a:path>
              </a:pathLst>
            </a:custGeom>
            <a:solidFill>
              <a:srgbClr val="FF72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4" name="Google Shape;694;p32"/>
            <p:cNvSpPr/>
            <p:nvPr/>
          </p:nvSpPr>
          <p:spPr>
            <a:xfrm>
              <a:off x="1372175" y="2395975"/>
              <a:ext cx="2906775" cy="2906800"/>
            </a:xfrm>
            <a:custGeom>
              <a:avLst/>
              <a:gdLst/>
              <a:ahLst/>
              <a:cxnLst/>
              <a:rect l="l" t="t" r="r" b="b"/>
              <a:pathLst>
                <a:path w="116271" h="116272" extrusionOk="0">
                  <a:moveTo>
                    <a:pt x="501" y="1"/>
                  </a:moveTo>
                  <a:cubicBezTo>
                    <a:pt x="334" y="1002"/>
                    <a:pt x="143" y="2052"/>
                    <a:pt x="0" y="3054"/>
                  </a:cubicBezTo>
                  <a:lnTo>
                    <a:pt x="113218" y="116272"/>
                  </a:lnTo>
                  <a:cubicBezTo>
                    <a:pt x="114220" y="116129"/>
                    <a:pt x="115269" y="115962"/>
                    <a:pt x="116271" y="115771"/>
                  </a:cubicBezTo>
                  <a:lnTo>
                    <a:pt x="501" y="1"/>
                  </a:lnTo>
                  <a:close/>
                </a:path>
              </a:pathLst>
            </a:custGeom>
            <a:solidFill>
              <a:srgbClr val="FF72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5" name="Google Shape;695;p32"/>
            <p:cNvSpPr/>
            <p:nvPr/>
          </p:nvSpPr>
          <p:spPr>
            <a:xfrm>
              <a:off x="1347125" y="2675025"/>
              <a:ext cx="2653375" cy="2654000"/>
            </a:xfrm>
            <a:custGeom>
              <a:avLst/>
              <a:gdLst/>
              <a:ahLst/>
              <a:cxnLst/>
              <a:rect l="l" t="t" r="r" b="b"/>
              <a:pathLst>
                <a:path w="106135" h="106160" extrusionOk="0">
                  <a:moveTo>
                    <a:pt x="144" y="1"/>
                  </a:moveTo>
                  <a:cubicBezTo>
                    <a:pt x="72" y="1146"/>
                    <a:pt x="1" y="2290"/>
                    <a:pt x="1" y="3459"/>
                  </a:cubicBezTo>
                  <a:lnTo>
                    <a:pt x="102676" y="106159"/>
                  </a:lnTo>
                  <a:cubicBezTo>
                    <a:pt x="103821" y="106111"/>
                    <a:pt x="104966" y="106064"/>
                    <a:pt x="106135" y="105992"/>
                  </a:cubicBezTo>
                  <a:lnTo>
                    <a:pt x="144" y="1"/>
                  </a:lnTo>
                  <a:close/>
                </a:path>
              </a:pathLst>
            </a:custGeom>
            <a:solidFill>
              <a:srgbClr val="FF72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6" name="Google Shape;696;p32"/>
            <p:cNvSpPr/>
            <p:nvPr/>
          </p:nvSpPr>
          <p:spPr>
            <a:xfrm>
              <a:off x="1349525" y="2987475"/>
              <a:ext cx="2337350" cy="2337375"/>
            </a:xfrm>
            <a:custGeom>
              <a:avLst/>
              <a:gdLst/>
              <a:ahLst/>
              <a:cxnLst/>
              <a:rect l="l" t="t" r="r" b="b"/>
              <a:pathLst>
                <a:path w="93494" h="93495" extrusionOk="0">
                  <a:moveTo>
                    <a:pt x="0" y="0"/>
                  </a:moveTo>
                  <a:lnTo>
                    <a:pt x="0" y="0"/>
                  </a:lnTo>
                  <a:cubicBezTo>
                    <a:pt x="72" y="1288"/>
                    <a:pt x="167" y="2600"/>
                    <a:pt x="334" y="3912"/>
                  </a:cubicBezTo>
                  <a:lnTo>
                    <a:pt x="89606" y="93184"/>
                  </a:lnTo>
                  <a:cubicBezTo>
                    <a:pt x="90894" y="93327"/>
                    <a:pt x="92182" y="93446"/>
                    <a:pt x="93493" y="9349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72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7" name="Google Shape;697;p32"/>
            <p:cNvSpPr/>
            <p:nvPr/>
          </p:nvSpPr>
          <p:spPr>
            <a:xfrm>
              <a:off x="1398400" y="3351200"/>
              <a:ext cx="1924750" cy="1924750"/>
            </a:xfrm>
            <a:custGeom>
              <a:avLst/>
              <a:gdLst/>
              <a:ahLst/>
              <a:cxnLst/>
              <a:rect l="l" t="t" r="r" b="b"/>
              <a:pathLst>
                <a:path w="76990" h="76990" extrusionOk="0">
                  <a:moveTo>
                    <a:pt x="1" y="0"/>
                  </a:moveTo>
                  <a:lnTo>
                    <a:pt x="1" y="0"/>
                  </a:lnTo>
                  <a:cubicBezTo>
                    <a:pt x="335" y="1550"/>
                    <a:pt x="716" y="3125"/>
                    <a:pt x="1122" y="4675"/>
                  </a:cubicBezTo>
                  <a:lnTo>
                    <a:pt x="72339" y="75892"/>
                  </a:lnTo>
                  <a:cubicBezTo>
                    <a:pt x="73889" y="76298"/>
                    <a:pt x="75439" y="76679"/>
                    <a:pt x="76990" y="76989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FF72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8" name="Google Shape;698;p32"/>
            <p:cNvSpPr/>
            <p:nvPr/>
          </p:nvSpPr>
          <p:spPr>
            <a:xfrm>
              <a:off x="1543300" y="3809125"/>
              <a:ext cx="1323125" cy="1323125"/>
            </a:xfrm>
            <a:custGeom>
              <a:avLst/>
              <a:gdLst/>
              <a:ahLst/>
              <a:cxnLst/>
              <a:rect l="l" t="t" r="r" b="b"/>
              <a:pathLst>
                <a:path w="52925" h="52925" extrusionOk="0">
                  <a:moveTo>
                    <a:pt x="0" y="0"/>
                  </a:moveTo>
                  <a:lnTo>
                    <a:pt x="0" y="0"/>
                  </a:lnTo>
                  <a:cubicBezTo>
                    <a:pt x="954" y="2314"/>
                    <a:pt x="2004" y="4556"/>
                    <a:pt x="3173" y="6750"/>
                  </a:cubicBezTo>
                  <a:lnTo>
                    <a:pt x="46222" y="49824"/>
                  </a:lnTo>
                  <a:cubicBezTo>
                    <a:pt x="48417" y="50945"/>
                    <a:pt x="50635" y="51994"/>
                    <a:pt x="52924" y="5292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72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699" name="Google Shape;699;p32"/>
          <p:cNvSpPr/>
          <p:nvPr/>
        </p:nvSpPr>
        <p:spPr>
          <a:xfrm>
            <a:off x="11404735" y="284473"/>
            <a:ext cx="321200" cy="321200"/>
          </a:xfrm>
          <a:prstGeom prst="ellipse">
            <a:avLst/>
          </a:prstGeom>
          <a:solidFill>
            <a:srgbClr val="00BBC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00" name="Google Shape;700;p32"/>
          <p:cNvSpPr txBox="1">
            <a:spLocks noGrp="1"/>
          </p:cNvSpPr>
          <p:nvPr>
            <p:ph type="title" idx="2" hasCustomPrompt="1"/>
          </p:nvPr>
        </p:nvSpPr>
        <p:spPr>
          <a:xfrm>
            <a:off x="3223633" y="1807967"/>
            <a:ext cx="7572400" cy="105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7210"/>
              </a:buClr>
              <a:buSzPts val="4000"/>
              <a:buNone/>
              <a:defRPr sz="5333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7210"/>
              </a:buClr>
              <a:buSzPts val="4000"/>
              <a:buNone/>
              <a:defRPr sz="5333">
                <a:solidFill>
                  <a:srgbClr val="FF7210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7210"/>
              </a:buClr>
              <a:buSzPts val="4000"/>
              <a:buNone/>
              <a:defRPr sz="5333">
                <a:solidFill>
                  <a:srgbClr val="FF7210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7210"/>
              </a:buClr>
              <a:buSzPts val="4000"/>
              <a:buNone/>
              <a:defRPr sz="5333">
                <a:solidFill>
                  <a:srgbClr val="FF7210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7210"/>
              </a:buClr>
              <a:buSzPts val="4000"/>
              <a:buNone/>
              <a:defRPr sz="5333">
                <a:solidFill>
                  <a:srgbClr val="FF7210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7210"/>
              </a:buClr>
              <a:buSzPts val="4000"/>
              <a:buNone/>
              <a:defRPr sz="5333">
                <a:solidFill>
                  <a:srgbClr val="FF7210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7210"/>
              </a:buClr>
              <a:buSzPts val="4000"/>
              <a:buNone/>
              <a:defRPr sz="5333">
                <a:solidFill>
                  <a:srgbClr val="FF7210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7210"/>
              </a:buClr>
              <a:buSzPts val="4000"/>
              <a:buNone/>
              <a:defRPr sz="5333">
                <a:solidFill>
                  <a:srgbClr val="FF7210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7210"/>
              </a:buClr>
              <a:buSzPts val="4000"/>
              <a:buNone/>
              <a:defRPr sz="5333">
                <a:solidFill>
                  <a:srgbClr val="FF7210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01" name="Google Shape;701;p32"/>
          <p:cNvSpPr/>
          <p:nvPr/>
        </p:nvSpPr>
        <p:spPr>
          <a:xfrm>
            <a:off x="-723968" y="3993067"/>
            <a:ext cx="1546000" cy="1546000"/>
          </a:xfrm>
          <a:prstGeom prst="donut">
            <a:avLst>
              <a:gd name="adj" fmla="val 17842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77646657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ly title 4">
  <p:cSld name="Only title 4">
    <p:bg>
      <p:bgPr>
        <a:solidFill>
          <a:schemeClr val="accent1"/>
        </a:solidFill>
        <a:effectLst/>
      </p:bgPr>
    </p:bg>
    <p:spTree>
      <p:nvGrpSpPr>
        <p:cNvPr id="1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3" name="Google Shape;703;p33"/>
          <p:cNvGrpSpPr/>
          <p:nvPr/>
        </p:nvGrpSpPr>
        <p:grpSpPr>
          <a:xfrm>
            <a:off x="10626389" y="5072912"/>
            <a:ext cx="2290248" cy="2290800"/>
            <a:chOff x="1347125" y="349025"/>
            <a:chExt cx="4978800" cy="4980000"/>
          </a:xfrm>
        </p:grpSpPr>
        <p:sp>
          <p:nvSpPr>
            <p:cNvPr id="704" name="Google Shape;704;p33"/>
            <p:cNvSpPr/>
            <p:nvPr/>
          </p:nvSpPr>
          <p:spPr>
            <a:xfrm>
              <a:off x="4756525" y="523725"/>
              <a:ext cx="1394100" cy="1393475"/>
            </a:xfrm>
            <a:custGeom>
              <a:avLst/>
              <a:gdLst/>
              <a:ahLst/>
              <a:cxnLst/>
              <a:rect l="l" t="t" r="r" b="b"/>
              <a:pathLst>
                <a:path w="55764" h="55739" extrusionOk="0">
                  <a:moveTo>
                    <a:pt x="1" y="0"/>
                  </a:moveTo>
                  <a:lnTo>
                    <a:pt x="55763" y="55739"/>
                  </a:lnTo>
                  <a:cubicBezTo>
                    <a:pt x="54928" y="53568"/>
                    <a:pt x="53998" y="51446"/>
                    <a:pt x="52973" y="49371"/>
                  </a:cubicBezTo>
                  <a:lnTo>
                    <a:pt x="6417" y="2815"/>
                  </a:lnTo>
                  <a:cubicBezTo>
                    <a:pt x="4318" y="1789"/>
                    <a:pt x="2195" y="859"/>
                    <a:pt x="1" y="0"/>
                  </a:cubicBez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5" name="Google Shape;705;p33"/>
            <p:cNvSpPr/>
            <p:nvPr/>
          </p:nvSpPr>
          <p:spPr>
            <a:xfrm>
              <a:off x="4312325" y="393150"/>
              <a:ext cx="1968875" cy="1968875"/>
            </a:xfrm>
            <a:custGeom>
              <a:avLst/>
              <a:gdLst/>
              <a:ahLst/>
              <a:cxnLst/>
              <a:rect l="l" t="t" r="r" b="b"/>
              <a:pathLst>
                <a:path w="78755" h="78755" extrusionOk="0">
                  <a:moveTo>
                    <a:pt x="0" y="0"/>
                  </a:moveTo>
                  <a:lnTo>
                    <a:pt x="78754" y="78754"/>
                  </a:lnTo>
                  <a:cubicBezTo>
                    <a:pt x="78492" y="77204"/>
                    <a:pt x="78158" y="75654"/>
                    <a:pt x="77753" y="74151"/>
                  </a:cubicBezTo>
                  <a:lnTo>
                    <a:pt x="4627" y="1026"/>
                  </a:lnTo>
                  <a:cubicBezTo>
                    <a:pt x="3125" y="620"/>
                    <a:pt x="1551" y="286"/>
                    <a:pt x="0" y="0"/>
                  </a:cubicBez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6" name="Google Shape;706;p33"/>
            <p:cNvSpPr/>
            <p:nvPr/>
          </p:nvSpPr>
          <p:spPr>
            <a:xfrm>
              <a:off x="3955175" y="350200"/>
              <a:ext cx="2370750" cy="2370175"/>
            </a:xfrm>
            <a:custGeom>
              <a:avLst/>
              <a:gdLst/>
              <a:ahLst/>
              <a:cxnLst/>
              <a:rect l="l" t="t" r="r" b="b"/>
              <a:pathLst>
                <a:path w="94830" h="94807" extrusionOk="0">
                  <a:moveTo>
                    <a:pt x="0" y="1"/>
                  </a:moveTo>
                  <a:lnTo>
                    <a:pt x="94829" y="94806"/>
                  </a:lnTo>
                  <a:lnTo>
                    <a:pt x="94829" y="94806"/>
                  </a:lnTo>
                  <a:cubicBezTo>
                    <a:pt x="94734" y="93542"/>
                    <a:pt x="94662" y="92254"/>
                    <a:pt x="94567" y="90966"/>
                  </a:cubicBezTo>
                  <a:lnTo>
                    <a:pt x="3840" y="239"/>
                  </a:lnTo>
                  <a:cubicBezTo>
                    <a:pt x="2576" y="120"/>
                    <a:pt x="1288" y="49"/>
                    <a:pt x="0" y="1"/>
                  </a:cubicBez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7" name="Google Shape;707;p33"/>
            <p:cNvSpPr/>
            <p:nvPr/>
          </p:nvSpPr>
          <p:spPr>
            <a:xfrm>
              <a:off x="3646300" y="349025"/>
              <a:ext cx="2679625" cy="2679625"/>
            </a:xfrm>
            <a:custGeom>
              <a:avLst/>
              <a:gdLst/>
              <a:ahLst/>
              <a:cxnLst/>
              <a:rect l="l" t="t" r="r" b="b"/>
              <a:pathLst>
                <a:path w="107185" h="107185" extrusionOk="0">
                  <a:moveTo>
                    <a:pt x="3387" y="0"/>
                  </a:moveTo>
                  <a:cubicBezTo>
                    <a:pt x="2266" y="48"/>
                    <a:pt x="1145" y="119"/>
                    <a:pt x="1" y="215"/>
                  </a:cubicBezTo>
                  <a:lnTo>
                    <a:pt x="106969" y="107184"/>
                  </a:lnTo>
                  <a:cubicBezTo>
                    <a:pt x="107065" y="106063"/>
                    <a:pt x="107160" y="104942"/>
                    <a:pt x="107184" y="103797"/>
                  </a:cubicBezTo>
                  <a:lnTo>
                    <a:pt x="3387" y="0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8" name="Google Shape;708;p33"/>
            <p:cNvSpPr/>
            <p:nvPr/>
          </p:nvSpPr>
          <p:spPr>
            <a:xfrm>
              <a:off x="3370225" y="377650"/>
              <a:ext cx="2926475" cy="2927650"/>
            </a:xfrm>
            <a:custGeom>
              <a:avLst/>
              <a:gdLst/>
              <a:ahLst/>
              <a:cxnLst/>
              <a:rect l="l" t="t" r="r" b="b"/>
              <a:pathLst>
                <a:path w="117059" h="117106" extrusionOk="0">
                  <a:moveTo>
                    <a:pt x="3006" y="0"/>
                  </a:moveTo>
                  <a:cubicBezTo>
                    <a:pt x="1980" y="191"/>
                    <a:pt x="979" y="358"/>
                    <a:pt x="1" y="549"/>
                  </a:cubicBezTo>
                  <a:lnTo>
                    <a:pt x="116558" y="117106"/>
                  </a:lnTo>
                  <a:cubicBezTo>
                    <a:pt x="116748" y="116104"/>
                    <a:pt x="116939" y="115055"/>
                    <a:pt x="117058" y="114053"/>
                  </a:cubicBezTo>
                  <a:lnTo>
                    <a:pt x="3006" y="0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9" name="Google Shape;709;p33"/>
            <p:cNvSpPr/>
            <p:nvPr/>
          </p:nvSpPr>
          <p:spPr>
            <a:xfrm>
              <a:off x="3118025" y="433675"/>
              <a:ext cx="3123825" cy="3123250"/>
            </a:xfrm>
            <a:custGeom>
              <a:avLst/>
              <a:gdLst/>
              <a:ahLst/>
              <a:cxnLst/>
              <a:rect l="l" t="t" r="r" b="b"/>
              <a:pathLst>
                <a:path w="124953" h="124930" extrusionOk="0">
                  <a:moveTo>
                    <a:pt x="2815" y="1"/>
                  </a:moveTo>
                  <a:cubicBezTo>
                    <a:pt x="1861" y="239"/>
                    <a:pt x="930" y="526"/>
                    <a:pt x="0" y="788"/>
                  </a:cubicBezTo>
                  <a:lnTo>
                    <a:pt x="124141" y="124930"/>
                  </a:lnTo>
                  <a:cubicBezTo>
                    <a:pt x="124427" y="124023"/>
                    <a:pt x="124690" y="123093"/>
                    <a:pt x="124952" y="122163"/>
                  </a:cubicBezTo>
                  <a:lnTo>
                    <a:pt x="2815" y="1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0" name="Google Shape;710;p33"/>
            <p:cNvSpPr/>
            <p:nvPr/>
          </p:nvSpPr>
          <p:spPr>
            <a:xfrm>
              <a:off x="2887275" y="510600"/>
              <a:ext cx="3277050" cy="3277675"/>
            </a:xfrm>
            <a:custGeom>
              <a:avLst/>
              <a:gdLst/>
              <a:ahLst/>
              <a:cxnLst/>
              <a:rect l="l" t="t" r="r" b="b"/>
              <a:pathLst>
                <a:path w="131082" h="131107" extrusionOk="0">
                  <a:moveTo>
                    <a:pt x="2552" y="1"/>
                  </a:moveTo>
                  <a:cubicBezTo>
                    <a:pt x="2242" y="120"/>
                    <a:pt x="1980" y="215"/>
                    <a:pt x="1670" y="358"/>
                  </a:cubicBezTo>
                  <a:cubicBezTo>
                    <a:pt x="1097" y="573"/>
                    <a:pt x="549" y="812"/>
                    <a:pt x="0" y="1026"/>
                  </a:cubicBezTo>
                  <a:lnTo>
                    <a:pt x="130080" y="131107"/>
                  </a:lnTo>
                  <a:cubicBezTo>
                    <a:pt x="130461" y="130248"/>
                    <a:pt x="130795" y="129389"/>
                    <a:pt x="131082" y="128531"/>
                  </a:cubicBezTo>
                  <a:lnTo>
                    <a:pt x="2552" y="1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1" name="Google Shape;711;p33"/>
            <p:cNvSpPr/>
            <p:nvPr/>
          </p:nvSpPr>
          <p:spPr>
            <a:xfrm>
              <a:off x="2673800" y="606600"/>
              <a:ext cx="3395125" cy="3395125"/>
            </a:xfrm>
            <a:custGeom>
              <a:avLst/>
              <a:gdLst/>
              <a:ahLst/>
              <a:cxnLst/>
              <a:rect l="l" t="t" r="r" b="b"/>
              <a:pathLst>
                <a:path w="135805" h="135805" extrusionOk="0">
                  <a:moveTo>
                    <a:pt x="2362" y="1"/>
                  </a:moveTo>
                  <a:cubicBezTo>
                    <a:pt x="1551" y="358"/>
                    <a:pt x="764" y="764"/>
                    <a:pt x="1" y="1217"/>
                  </a:cubicBezTo>
                  <a:lnTo>
                    <a:pt x="134612" y="135805"/>
                  </a:lnTo>
                  <a:cubicBezTo>
                    <a:pt x="135041" y="135018"/>
                    <a:pt x="135447" y="134255"/>
                    <a:pt x="135805" y="133444"/>
                  </a:cubicBezTo>
                  <a:lnTo>
                    <a:pt x="2362" y="1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2" name="Google Shape;712;p33"/>
            <p:cNvSpPr/>
            <p:nvPr/>
          </p:nvSpPr>
          <p:spPr>
            <a:xfrm>
              <a:off x="2475850" y="718100"/>
              <a:ext cx="3482175" cy="3481600"/>
            </a:xfrm>
            <a:custGeom>
              <a:avLst/>
              <a:gdLst/>
              <a:ahLst/>
              <a:cxnLst/>
              <a:rect l="l" t="t" r="r" b="b"/>
              <a:pathLst>
                <a:path w="139287" h="139264" extrusionOk="0">
                  <a:moveTo>
                    <a:pt x="2195" y="1"/>
                  </a:moveTo>
                  <a:cubicBezTo>
                    <a:pt x="1455" y="430"/>
                    <a:pt x="740" y="859"/>
                    <a:pt x="0" y="1384"/>
                  </a:cubicBezTo>
                  <a:lnTo>
                    <a:pt x="137879" y="139263"/>
                  </a:lnTo>
                  <a:cubicBezTo>
                    <a:pt x="138380" y="138572"/>
                    <a:pt x="138833" y="137832"/>
                    <a:pt x="139286" y="137069"/>
                  </a:cubicBezTo>
                  <a:lnTo>
                    <a:pt x="2195" y="1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3" name="Google Shape;713;p33"/>
            <p:cNvSpPr/>
            <p:nvPr/>
          </p:nvSpPr>
          <p:spPr>
            <a:xfrm>
              <a:off x="2292800" y="843925"/>
              <a:ext cx="3538225" cy="3538825"/>
            </a:xfrm>
            <a:custGeom>
              <a:avLst/>
              <a:gdLst/>
              <a:ahLst/>
              <a:cxnLst/>
              <a:rect l="l" t="t" r="r" b="b"/>
              <a:pathLst>
                <a:path w="141529" h="141553" extrusionOk="0">
                  <a:moveTo>
                    <a:pt x="2004" y="0"/>
                  </a:moveTo>
                  <a:cubicBezTo>
                    <a:pt x="1312" y="549"/>
                    <a:pt x="668" y="1049"/>
                    <a:pt x="0" y="1574"/>
                  </a:cubicBezTo>
                  <a:lnTo>
                    <a:pt x="139978" y="141552"/>
                  </a:lnTo>
                  <a:cubicBezTo>
                    <a:pt x="140503" y="140861"/>
                    <a:pt x="141004" y="140193"/>
                    <a:pt x="141528" y="139525"/>
                  </a:cubicBezTo>
                  <a:lnTo>
                    <a:pt x="2004" y="0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4" name="Google Shape;714;p33"/>
            <p:cNvSpPr/>
            <p:nvPr/>
          </p:nvSpPr>
          <p:spPr>
            <a:xfrm>
              <a:off x="2124050" y="985825"/>
              <a:ext cx="3565650" cy="3565075"/>
            </a:xfrm>
            <a:custGeom>
              <a:avLst/>
              <a:gdLst/>
              <a:ahLst/>
              <a:cxnLst/>
              <a:rect l="l" t="t" r="r" b="b"/>
              <a:pathLst>
                <a:path w="142626" h="142603" extrusionOk="0">
                  <a:moveTo>
                    <a:pt x="1885" y="0"/>
                  </a:moveTo>
                  <a:cubicBezTo>
                    <a:pt x="1241" y="549"/>
                    <a:pt x="621" y="1145"/>
                    <a:pt x="1" y="1718"/>
                  </a:cubicBezTo>
                  <a:lnTo>
                    <a:pt x="140885" y="142602"/>
                  </a:lnTo>
                  <a:cubicBezTo>
                    <a:pt x="141481" y="141982"/>
                    <a:pt x="142077" y="141386"/>
                    <a:pt x="142626" y="140742"/>
                  </a:cubicBezTo>
                  <a:lnTo>
                    <a:pt x="1885" y="0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5" name="Google Shape;715;p33"/>
            <p:cNvSpPr/>
            <p:nvPr/>
          </p:nvSpPr>
          <p:spPr>
            <a:xfrm>
              <a:off x="1970825" y="1141450"/>
              <a:ext cx="3563250" cy="3563875"/>
            </a:xfrm>
            <a:custGeom>
              <a:avLst/>
              <a:gdLst/>
              <a:ahLst/>
              <a:cxnLst/>
              <a:rect l="l" t="t" r="r" b="b"/>
              <a:pathLst>
                <a:path w="142530" h="142555" extrusionOk="0">
                  <a:moveTo>
                    <a:pt x="1693" y="0"/>
                  </a:moveTo>
                  <a:cubicBezTo>
                    <a:pt x="1097" y="621"/>
                    <a:pt x="525" y="1264"/>
                    <a:pt x="0" y="1885"/>
                  </a:cubicBezTo>
                  <a:lnTo>
                    <a:pt x="140669" y="142555"/>
                  </a:lnTo>
                  <a:cubicBezTo>
                    <a:pt x="141290" y="141982"/>
                    <a:pt x="141934" y="141434"/>
                    <a:pt x="142530" y="140837"/>
                  </a:cubicBezTo>
                  <a:lnTo>
                    <a:pt x="1693" y="0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6" name="Google Shape;716;p33"/>
            <p:cNvSpPr/>
            <p:nvPr/>
          </p:nvSpPr>
          <p:spPr>
            <a:xfrm>
              <a:off x="1830100" y="1311375"/>
              <a:ext cx="3534050" cy="3534075"/>
            </a:xfrm>
            <a:custGeom>
              <a:avLst/>
              <a:gdLst/>
              <a:ahLst/>
              <a:cxnLst/>
              <a:rect l="l" t="t" r="r" b="b"/>
              <a:pathLst>
                <a:path w="141362" h="141363" extrusionOk="0">
                  <a:moveTo>
                    <a:pt x="1551" y="1"/>
                  </a:moveTo>
                  <a:cubicBezTo>
                    <a:pt x="1026" y="692"/>
                    <a:pt x="525" y="1336"/>
                    <a:pt x="0" y="2028"/>
                  </a:cubicBezTo>
                  <a:lnTo>
                    <a:pt x="139334" y="141362"/>
                  </a:lnTo>
                  <a:cubicBezTo>
                    <a:pt x="140026" y="140838"/>
                    <a:pt x="140717" y="140337"/>
                    <a:pt x="141361" y="139812"/>
                  </a:cubicBezTo>
                  <a:lnTo>
                    <a:pt x="1551" y="1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7" name="Google Shape;717;p33"/>
            <p:cNvSpPr/>
            <p:nvPr/>
          </p:nvSpPr>
          <p:spPr>
            <a:xfrm>
              <a:off x="1704875" y="1495025"/>
              <a:ext cx="3476225" cy="3475050"/>
            </a:xfrm>
            <a:custGeom>
              <a:avLst/>
              <a:gdLst/>
              <a:ahLst/>
              <a:cxnLst/>
              <a:rect l="l" t="t" r="r" b="b"/>
              <a:pathLst>
                <a:path w="139049" h="139002" extrusionOk="0">
                  <a:moveTo>
                    <a:pt x="1384" y="1"/>
                  </a:moveTo>
                  <a:cubicBezTo>
                    <a:pt x="907" y="740"/>
                    <a:pt x="454" y="1479"/>
                    <a:pt x="1" y="2219"/>
                  </a:cubicBezTo>
                  <a:lnTo>
                    <a:pt x="136783" y="139001"/>
                  </a:lnTo>
                  <a:cubicBezTo>
                    <a:pt x="137546" y="138572"/>
                    <a:pt x="138309" y="138119"/>
                    <a:pt x="139048" y="137666"/>
                  </a:cubicBezTo>
                  <a:lnTo>
                    <a:pt x="1384" y="1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8" name="Google Shape;718;p33"/>
            <p:cNvSpPr/>
            <p:nvPr/>
          </p:nvSpPr>
          <p:spPr>
            <a:xfrm>
              <a:off x="1594575" y="1694175"/>
              <a:ext cx="3386775" cy="3386800"/>
            </a:xfrm>
            <a:custGeom>
              <a:avLst/>
              <a:gdLst/>
              <a:ahLst/>
              <a:cxnLst/>
              <a:rect l="l" t="t" r="r" b="b"/>
              <a:pathLst>
                <a:path w="135471" h="135472" extrusionOk="0">
                  <a:moveTo>
                    <a:pt x="1193" y="1"/>
                  </a:moveTo>
                  <a:cubicBezTo>
                    <a:pt x="764" y="788"/>
                    <a:pt x="382" y="1575"/>
                    <a:pt x="1" y="2386"/>
                  </a:cubicBezTo>
                  <a:lnTo>
                    <a:pt x="133085" y="135471"/>
                  </a:lnTo>
                  <a:cubicBezTo>
                    <a:pt x="133896" y="135090"/>
                    <a:pt x="134683" y="134684"/>
                    <a:pt x="135471" y="134255"/>
                  </a:cubicBezTo>
                  <a:lnTo>
                    <a:pt x="1193" y="1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9" name="Google Shape;719;p33"/>
            <p:cNvSpPr/>
            <p:nvPr/>
          </p:nvSpPr>
          <p:spPr>
            <a:xfrm>
              <a:off x="1500975" y="1909425"/>
              <a:ext cx="3264525" cy="3265150"/>
            </a:xfrm>
            <a:custGeom>
              <a:avLst/>
              <a:gdLst/>
              <a:ahLst/>
              <a:cxnLst/>
              <a:rect l="l" t="t" r="r" b="b"/>
              <a:pathLst>
                <a:path w="130581" h="130606" extrusionOk="0">
                  <a:moveTo>
                    <a:pt x="978" y="1"/>
                  </a:moveTo>
                  <a:cubicBezTo>
                    <a:pt x="644" y="859"/>
                    <a:pt x="310" y="1718"/>
                    <a:pt x="0" y="2577"/>
                  </a:cubicBezTo>
                  <a:lnTo>
                    <a:pt x="128029" y="130606"/>
                  </a:lnTo>
                  <a:cubicBezTo>
                    <a:pt x="128625" y="130367"/>
                    <a:pt x="129174" y="130177"/>
                    <a:pt x="129746" y="129938"/>
                  </a:cubicBezTo>
                  <a:cubicBezTo>
                    <a:pt x="130032" y="129843"/>
                    <a:pt x="130318" y="129723"/>
                    <a:pt x="130581" y="129604"/>
                  </a:cubicBezTo>
                  <a:lnTo>
                    <a:pt x="978" y="1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0" name="Google Shape;720;p33"/>
            <p:cNvSpPr/>
            <p:nvPr/>
          </p:nvSpPr>
          <p:spPr>
            <a:xfrm>
              <a:off x="1425825" y="2142575"/>
              <a:ext cx="3107150" cy="3107125"/>
            </a:xfrm>
            <a:custGeom>
              <a:avLst/>
              <a:gdLst/>
              <a:ahLst/>
              <a:cxnLst/>
              <a:rect l="l" t="t" r="r" b="b"/>
              <a:pathLst>
                <a:path w="124286" h="124285" extrusionOk="0">
                  <a:moveTo>
                    <a:pt x="788" y="0"/>
                  </a:moveTo>
                  <a:cubicBezTo>
                    <a:pt x="478" y="930"/>
                    <a:pt x="239" y="1861"/>
                    <a:pt x="1" y="2791"/>
                  </a:cubicBezTo>
                  <a:lnTo>
                    <a:pt x="121495" y="124285"/>
                  </a:lnTo>
                  <a:cubicBezTo>
                    <a:pt x="122425" y="124023"/>
                    <a:pt x="123355" y="123784"/>
                    <a:pt x="124285" y="123498"/>
                  </a:cubicBezTo>
                  <a:lnTo>
                    <a:pt x="788" y="0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1" name="Google Shape;721;p33"/>
            <p:cNvSpPr/>
            <p:nvPr/>
          </p:nvSpPr>
          <p:spPr>
            <a:xfrm>
              <a:off x="1372175" y="2395975"/>
              <a:ext cx="2906775" cy="2906800"/>
            </a:xfrm>
            <a:custGeom>
              <a:avLst/>
              <a:gdLst/>
              <a:ahLst/>
              <a:cxnLst/>
              <a:rect l="l" t="t" r="r" b="b"/>
              <a:pathLst>
                <a:path w="116271" h="116272" extrusionOk="0">
                  <a:moveTo>
                    <a:pt x="501" y="1"/>
                  </a:moveTo>
                  <a:cubicBezTo>
                    <a:pt x="334" y="1002"/>
                    <a:pt x="143" y="2052"/>
                    <a:pt x="0" y="3054"/>
                  </a:cubicBezTo>
                  <a:lnTo>
                    <a:pt x="113218" y="116272"/>
                  </a:lnTo>
                  <a:cubicBezTo>
                    <a:pt x="114220" y="116129"/>
                    <a:pt x="115269" y="115962"/>
                    <a:pt x="116271" y="115771"/>
                  </a:cubicBezTo>
                  <a:lnTo>
                    <a:pt x="501" y="1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2" name="Google Shape;722;p33"/>
            <p:cNvSpPr/>
            <p:nvPr/>
          </p:nvSpPr>
          <p:spPr>
            <a:xfrm>
              <a:off x="1347125" y="2675025"/>
              <a:ext cx="2653375" cy="2654000"/>
            </a:xfrm>
            <a:custGeom>
              <a:avLst/>
              <a:gdLst/>
              <a:ahLst/>
              <a:cxnLst/>
              <a:rect l="l" t="t" r="r" b="b"/>
              <a:pathLst>
                <a:path w="106135" h="106160" extrusionOk="0">
                  <a:moveTo>
                    <a:pt x="144" y="1"/>
                  </a:moveTo>
                  <a:cubicBezTo>
                    <a:pt x="72" y="1146"/>
                    <a:pt x="1" y="2290"/>
                    <a:pt x="1" y="3459"/>
                  </a:cubicBezTo>
                  <a:lnTo>
                    <a:pt x="102676" y="106159"/>
                  </a:lnTo>
                  <a:cubicBezTo>
                    <a:pt x="103821" y="106111"/>
                    <a:pt x="104966" y="106064"/>
                    <a:pt x="106135" y="105992"/>
                  </a:cubicBezTo>
                  <a:lnTo>
                    <a:pt x="144" y="1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3" name="Google Shape;723;p33"/>
            <p:cNvSpPr/>
            <p:nvPr/>
          </p:nvSpPr>
          <p:spPr>
            <a:xfrm>
              <a:off x="1349525" y="2987475"/>
              <a:ext cx="2337350" cy="2337375"/>
            </a:xfrm>
            <a:custGeom>
              <a:avLst/>
              <a:gdLst/>
              <a:ahLst/>
              <a:cxnLst/>
              <a:rect l="l" t="t" r="r" b="b"/>
              <a:pathLst>
                <a:path w="93494" h="93495" extrusionOk="0">
                  <a:moveTo>
                    <a:pt x="0" y="0"/>
                  </a:moveTo>
                  <a:lnTo>
                    <a:pt x="0" y="0"/>
                  </a:lnTo>
                  <a:cubicBezTo>
                    <a:pt x="72" y="1288"/>
                    <a:pt x="167" y="2600"/>
                    <a:pt x="334" y="3912"/>
                  </a:cubicBezTo>
                  <a:lnTo>
                    <a:pt x="89606" y="93184"/>
                  </a:lnTo>
                  <a:cubicBezTo>
                    <a:pt x="90894" y="93327"/>
                    <a:pt x="92182" y="93446"/>
                    <a:pt x="93493" y="9349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4" name="Google Shape;724;p33"/>
            <p:cNvSpPr/>
            <p:nvPr/>
          </p:nvSpPr>
          <p:spPr>
            <a:xfrm>
              <a:off x="1398400" y="3351200"/>
              <a:ext cx="1924750" cy="1924750"/>
            </a:xfrm>
            <a:custGeom>
              <a:avLst/>
              <a:gdLst/>
              <a:ahLst/>
              <a:cxnLst/>
              <a:rect l="l" t="t" r="r" b="b"/>
              <a:pathLst>
                <a:path w="76990" h="76990" extrusionOk="0">
                  <a:moveTo>
                    <a:pt x="1" y="0"/>
                  </a:moveTo>
                  <a:lnTo>
                    <a:pt x="1" y="0"/>
                  </a:lnTo>
                  <a:cubicBezTo>
                    <a:pt x="335" y="1550"/>
                    <a:pt x="716" y="3125"/>
                    <a:pt x="1122" y="4675"/>
                  </a:cubicBezTo>
                  <a:lnTo>
                    <a:pt x="72339" y="75892"/>
                  </a:lnTo>
                  <a:cubicBezTo>
                    <a:pt x="73889" y="76298"/>
                    <a:pt x="75439" y="76679"/>
                    <a:pt x="76990" y="76989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5" name="Google Shape;725;p33"/>
            <p:cNvSpPr/>
            <p:nvPr/>
          </p:nvSpPr>
          <p:spPr>
            <a:xfrm>
              <a:off x="1543300" y="3809125"/>
              <a:ext cx="1323125" cy="1323125"/>
            </a:xfrm>
            <a:custGeom>
              <a:avLst/>
              <a:gdLst/>
              <a:ahLst/>
              <a:cxnLst/>
              <a:rect l="l" t="t" r="r" b="b"/>
              <a:pathLst>
                <a:path w="52925" h="52925" extrusionOk="0">
                  <a:moveTo>
                    <a:pt x="0" y="0"/>
                  </a:moveTo>
                  <a:lnTo>
                    <a:pt x="0" y="0"/>
                  </a:lnTo>
                  <a:cubicBezTo>
                    <a:pt x="954" y="2314"/>
                    <a:pt x="2004" y="4556"/>
                    <a:pt x="3173" y="6750"/>
                  </a:cubicBezTo>
                  <a:lnTo>
                    <a:pt x="46222" y="49824"/>
                  </a:lnTo>
                  <a:cubicBezTo>
                    <a:pt x="48417" y="50945"/>
                    <a:pt x="50635" y="51994"/>
                    <a:pt x="52924" y="5292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726" name="Google Shape;726;p33"/>
          <p:cNvGrpSpPr/>
          <p:nvPr/>
        </p:nvGrpSpPr>
        <p:grpSpPr>
          <a:xfrm>
            <a:off x="-53681" y="-358003"/>
            <a:ext cx="1013684" cy="1013928"/>
            <a:chOff x="1347125" y="349025"/>
            <a:chExt cx="4978800" cy="4980000"/>
          </a:xfrm>
        </p:grpSpPr>
        <p:sp>
          <p:nvSpPr>
            <p:cNvPr id="727" name="Google Shape;727;p33"/>
            <p:cNvSpPr/>
            <p:nvPr/>
          </p:nvSpPr>
          <p:spPr>
            <a:xfrm>
              <a:off x="4756525" y="523725"/>
              <a:ext cx="1394100" cy="1393475"/>
            </a:xfrm>
            <a:custGeom>
              <a:avLst/>
              <a:gdLst/>
              <a:ahLst/>
              <a:cxnLst/>
              <a:rect l="l" t="t" r="r" b="b"/>
              <a:pathLst>
                <a:path w="55764" h="55739" extrusionOk="0">
                  <a:moveTo>
                    <a:pt x="1" y="0"/>
                  </a:moveTo>
                  <a:lnTo>
                    <a:pt x="55763" y="55739"/>
                  </a:lnTo>
                  <a:cubicBezTo>
                    <a:pt x="54928" y="53568"/>
                    <a:pt x="53998" y="51446"/>
                    <a:pt x="52973" y="49371"/>
                  </a:cubicBezTo>
                  <a:lnTo>
                    <a:pt x="6417" y="2815"/>
                  </a:lnTo>
                  <a:cubicBezTo>
                    <a:pt x="4318" y="1789"/>
                    <a:pt x="2195" y="859"/>
                    <a:pt x="1" y="0"/>
                  </a:cubicBez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8" name="Google Shape;728;p33"/>
            <p:cNvSpPr/>
            <p:nvPr/>
          </p:nvSpPr>
          <p:spPr>
            <a:xfrm>
              <a:off x="4312325" y="393150"/>
              <a:ext cx="1968875" cy="1968875"/>
            </a:xfrm>
            <a:custGeom>
              <a:avLst/>
              <a:gdLst/>
              <a:ahLst/>
              <a:cxnLst/>
              <a:rect l="l" t="t" r="r" b="b"/>
              <a:pathLst>
                <a:path w="78755" h="78755" extrusionOk="0">
                  <a:moveTo>
                    <a:pt x="0" y="0"/>
                  </a:moveTo>
                  <a:lnTo>
                    <a:pt x="78754" y="78754"/>
                  </a:lnTo>
                  <a:cubicBezTo>
                    <a:pt x="78492" y="77204"/>
                    <a:pt x="78158" y="75654"/>
                    <a:pt x="77753" y="74151"/>
                  </a:cubicBezTo>
                  <a:lnTo>
                    <a:pt x="4627" y="1026"/>
                  </a:lnTo>
                  <a:cubicBezTo>
                    <a:pt x="3125" y="620"/>
                    <a:pt x="1551" y="286"/>
                    <a:pt x="0" y="0"/>
                  </a:cubicBez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9" name="Google Shape;729;p33"/>
            <p:cNvSpPr/>
            <p:nvPr/>
          </p:nvSpPr>
          <p:spPr>
            <a:xfrm>
              <a:off x="3955175" y="350200"/>
              <a:ext cx="2370750" cy="2370175"/>
            </a:xfrm>
            <a:custGeom>
              <a:avLst/>
              <a:gdLst/>
              <a:ahLst/>
              <a:cxnLst/>
              <a:rect l="l" t="t" r="r" b="b"/>
              <a:pathLst>
                <a:path w="94830" h="94807" extrusionOk="0">
                  <a:moveTo>
                    <a:pt x="0" y="1"/>
                  </a:moveTo>
                  <a:lnTo>
                    <a:pt x="94829" y="94806"/>
                  </a:lnTo>
                  <a:lnTo>
                    <a:pt x="94829" y="94806"/>
                  </a:lnTo>
                  <a:cubicBezTo>
                    <a:pt x="94734" y="93542"/>
                    <a:pt x="94662" y="92254"/>
                    <a:pt x="94567" y="90966"/>
                  </a:cubicBezTo>
                  <a:lnTo>
                    <a:pt x="3840" y="239"/>
                  </a:lnTo>
                  <a:cubicBezTo>
                    <a:pt x="2576" y="120"/>
                    <a:pt x="1288" y="49"/>
                    <a:pt x="0" y="1"/>
                  </a:cubicBez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0" name="Google Shape;730;p33"/>
            <p:cNvSpPr/>
            <p:nvPr/>
          </p:nvSpPr>
          <p:spPr>
            <a:xfrm>
              <a:off x="3646300" y="349025"/>
              <a:ext cx="2679625" cy="2679625"/>
            </a:xfrm>
            <a:custGeom>
              <a:avLst/>
              <a:gdLst/>
              <a:ahLst/>
              <a:cxnLst/>
              <a:rect l="l" t="t" r="r" b="b"/>
              <a:pathLst>
                <a:path w="107185" h="107185" extrusionOk="0">
                  <a:moveTo>
                    <a:pt x="3387" y="0"/>
                  </a:moveTo>
                  <a:cubicBezTo>
                    <a:pt x="2266" y="48"/>
                    <a:pt x="1145" y="119"/>
                    <a:pt x="1" y="215"/>
                  </a:cubicBezTo>
                  <a:lnTo>
                    <a:pt x="106969" y="107184"/>
                  </a:lnTo>
                  <a:cubicBezTo>
                    <a:pt x="107065" y="106063"/>
                    <a:pt x="107160" y="104942"/>
                    <a:pt x="107184" y="103797"/>
                  </a:cubicBezTo>
                  <a:lnTo>
                    <a:pt x="3387" y="0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1" name="Google Shape;731;p33"/>
            <p:cNvSpPr/>
            <p:nvPr/>
          </p:nvSpPr>
          <p:spPr>
            <a:xfrm>
              <a:off x="3370225" y="377650"/>
              <a:ext cx="2926475" cy="2927650"/>
            </a:xfrm>
            <a:custGeom>
              <a:avLst/>
              <a:gdLst/>
              <a:ahLst/>
              <a:cxnLst/>
              <a:rect l="l" t="t" r="r" b="b"/>
              <a:pathLst>
                <a:path w="117059" h="117106" extrusionOk="0">
                  <a:moveTo>
                    <a:pt x="3006" y="0"/>
                  </a:moveTo>
                  <a:cubicBezTo>
                    <a:pt x="1980" y="191"/>
                    <a:pt x="979" y="358"/>
                    <a:pt x="1" y="549"/>
                  </a:cubicBezTo>
                  <a:lnTo>
                    <a:pt x="116558" y="117106"/>
                  </a:lnTo>
                  <a:cubicBezTo>
                    <a:pt x="116748" y="116104"/>
                    <a:pt x="116939" y="115055"/>
                    <a:pt x="117058" y="114053"/>
                  </a:cubicBezTo>
                  <a:lnTo>
                    <a:pt x="3006" y="0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2" name="Google Shape;732;p33"/>
            <p:cNvSpPr/>
            <p:nvPr/>
          </p:nvSpPr>
          <p:spPr>
            <a:xfrm>
              <a:off x="3118025" y="433675"/>
              <a:ext cx="3123825" cy="3123250"/>
            </a:xfrm>
            <a:custGeom>
              <a:avLst/>
              <a:gdLst/>
              <a:ahLst/>
              <a:cxnLst/>
              <a:rect l="l" t="t" r="r" b="b"/>
              <a:pathLst>
                <a:path w="124953" h="124930" extrusionOk="0">
                  <a:moveTo>
                    <a:pt x="2815" y="1"/>
                  </a:moveTo>
                  <a:cubicBezTo>
                    <a:pt x="1861" y="239"/>
                    <a:pt x="930" y="526"/>
                    <a:pt x="0" y="788"/>
                  </a:cubicBezTo>
                  <a:lnTo>
                    <a:pt x="124141" y="124930"/>
                  </a:lnTo>
                  <a:cubicBezTo>
                    <a:pt x="124427" y="124023"/>
                    <a:pt x="124690" y="123093"/>
                    <a:pt x="124952" y="122163"/>
                  </a:cubicBezTo>
                  <a:lnTo>
                    <a:pt x="2815" y="1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3" name="Google Shape;733;p33"/>
            <p:cNvSpPr/>
            <p:nvPr/>
          </p:nvSpPr>
          <p:spPr>
            <a:xfrm>
              <a:off x="2887275" y="510600"/>
              <a:ext cx="3277050" cy="3277675"/>
            </a:xfrm>
            <a:custGeom>
              <a:avLst/>
              <a:gdLst/>
              <a:ahLst/>
              <a:cxnLst/>
              <a:rect l="l" t="t" r="r" b="b"/>
              <a:pathLst>
                <a:path w="131082" h="131107" extrusionOk="0">
                  <a:moveTo>
                    <a:pt x="2552" y="1"/>
                  </a:moveTo>
                  <a:cubicBezTo>
                    <a:pt x="2242" y="120"/>
                    <a:pt x="1980" y="215"/>
                    <a:pt x="1670" y="358"/>
                  </a:cubicBezTo>
                  <a:cubicBezTo>
                    <a:pt x="1097" y="573"/>
                    <a:pt x="549" y="812"/>
                    <a:pt x="0" y="1026"/>
                  </a:cubicBezTo>
                  <a:lnTo>
                    <a:pt x="130080" y="131107"/>
                  </a:lnTo>
                  <a:cubicBezTo>
                    <a:pt x="130461" y="130248"/>
                    <a:pt x="130795" y="129389"/>
                    <a:pt x="131082" y="128531"/>
                  </a:cubicBezTo>
                  <a:lnTo>
                    <a:pt x="2552" y="1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4" name="Google Shape;734;p33"/>
            <p:cNvSpPr/>
            <p:nvPr/>
          </p:nvSpPr>
          <p:spPr>
            <a:xfrm>
              <a:off x="2673800" y="606600"/>
              <a:ext cx="3395125" cy="3395125"/>
            </a:xfrm>
            <a:custGeom>
              <a:avLst/>
              <a:gdLst/>
              <a:ahLst/>
              <a:cxnLst/>
              <a:rect l="l" t="t" r="r" b="b"/>
              <a:pathLst>
                <a:path w="135805" h="135805" extrusionOk="0">
                  <a:moveTo>
                    <a:pt x="2362" y="1"/>
                  </a:moveTo>
                  <a:cubicBezTo>
                    <a:pt x="1551" y="358"/>
                    <a:pt x="764" y="764"/>
                    <a:pt x="1" y="1217"/>
                  </a:cubicBezTo>
                  <a:lnTo>
                    <a:pt x="134612" y="135805"/>
                  </a:lnTo>
                  <a:cubicBezTo>
                    <a:pt x="135041" y="135018"/>
                    <a:pt x="135447" y="134255"/>
                    <a:pt x="135805" y="133444"/>
                  </a:cubicBezTo>
                  <a:lnTo>
                    <a:pt x="2362" y="1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5" name="Google Shape;735;p33"/>
            <p:cNvSpPr/>
            <p:nvPr/>
          </p:nvSpPr>
          <p:spPr>
            <a:xfrm>
              <a:off x="2475850" y="718100"/>
              <a:ext cx="3482175" cy="3481600"/>
            </a:xfrm>
            <a:custGeom>
              <a:avLst/>
              <a:gdLst/>
              <a:ahLst/>
              <a:cxnLst/>
              <a:rect l="l" t="t" r="r" b="b"/>
              <a:pathLst>
                <a:path w="139287" h="139264" extrusionOk="0">
                  <a:moveTo>
                    <a:pt x="2195" y="1"/>
                  </a:moveTo>
                  <a:cubicBezTo>
                    <a:pt x="1455" y="430"/>
                    <a:pt x="740" y="859"/>
                    <a:pt x="0" y="1384"/>
                  </a:cubicBezTo>
                  <a:lnTo>
                    <a:pt x="137879" y="139263"/>
                  </a:lnTo>
                  <a:cubicBezTo>
                    <a:pt x="138380" y="138572"/>
                    <a:pt x="138833" y="137832"/>
                    <a:pt x="139286" y="137069"/>
                  </a:cubicBezTo>
                  <a:lnTo>
                    <a:pt x="2195" y="1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6" name="Google Shape;736;p33"/>
            <p:cNvSpPr/>
            <p:nvPr/>
          </p:nvSpPr>
          <p:spPr>
            <a:xfrm>
              <a:off x="2292800" y="843925"/>
              <a:ext cx="3538225" cy="3538825"/>
            </a:xfrm>
            <a:custGeom>
              <a:avLst/>
              <a:gdLst/>
              <a:ahLst/>
              <a:cxnLst/>
              <a:rect l="l" t="t" r="r" b="b"/>
              <a:pathLst>
                <a:path w="141529" h="141553" extrusionOk="0">
                  <a:moveTo>
                    <a:pt x="2004" y="0"/>
                  </a:moveTo>
                  <a:cubicBezTo>
                    <a:pt x="1312" y="549"/>
                    <a:pt x="668" y="1049"/>
                    <a:pt x="0" y="1574"/>
                  </a:cubicBezTo>
                  <a:lnTo>
                    <a:pt x="139978" y="141552"/>
                  </a:lnTo>
                  <a:cubicBezTo>
                    <a:pt x="140503" y="140861"/>
                    <a:pt x="141004" y="140193"/>
                    <a:pt x="141528" y="139525"/>
                  </a:cubicBezTo>
                  <a:lnTo>
                    <a:pt x="2004" y="0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7" name="Google Shape;737;p33"/>
            <p:cNvSpPr/>
            <p:nvPr/>
          </p:nvSpPr>
          <p:spPr>
            <a:xfrm>
              <a:off x="2124050" y="985825"/>
              <a:ext cx="3565650" cy="3565075"/>
            </a:xfrm>
            <a:custGeom>
              <a:avLst/>
              <a:gdLst/>
              <a:ahLst/>
              <a:cxnLst/>
              <a:rect l="l" t="t" r="r" b="b"/>
              <a:pathLst>
                <a:path w="142626" h="142603" extrusionOk="0">
                  <a:moveTo>
                    <a:pt x="1885" y="0"/>
                  </a:moveTo>
                  <a:cubicBezTo>
                    <a:pt x="1241" y="549"/>
                    <a:pt x="621" y="1145"/>
                    <a:pt x="1" y="1718"/>
                  </a:cubicBezTo>
                  <a:lnTo>
                    <a:pt x="140885" y="142602"/>
                  </a:lnTo>
                  <a:cubicBezTo>
                    <a:pt x="141481" y="141982"/>
                    <a:pt x="142077" y="141386"/>
                    <a:pt x="142626" y="140742"/>
                  </a:cubicBezTo>
                  <a:lnTo>
                    <a:pt x="1885" y="0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8" name="Google Shape;738;p33"/>
            <p:cNvSpPr/>
            <p:nvPr/>
          </p:nvSpPr>
          <p:spPr>
            <a:xfrm>
              <a:off x="1970825" y="1141450"/>
              <a:ext cx="3563250" cy="3563875"/>
            </a:xfrm>
            <a:custGeom>
              <a:avLst/>
              <a:gdLst/>
              <a:ahLst/>
              <a:cxnLst/>
              <a:rect l="l" t="t" r="r" b="b"/>
              <a:pathLst>
                <a:path w="142530" h="142555" extrusionOk="0">
                  <a:moveTo>
                    <a:pt x="1693" y="0"/>
                  </a:moveTo>
                  <a:cubicBezTo>
                    <a:pt x="1097" y="621"/>
                    <a:pt x="525" y="1264"/>
                    <a:pt x="0" y="1885"/>
                  </a:cubicBezTo>
                  <a:lnTo>
                    <a:pt x="140669" y="142555"/>
                  </a:lnTo>
                  <a:cubicBezTo>
                    <a:pt x="141290" y="141982"/>
                    <a:pt x="141934" y="141434"/>
                    <a:pt x="142530" y="140837"/>
                  </a:cubicBezTo>
                  <a:lnTo>
                    <a:pt x="1693" y="0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9" name="Google Shape;739;p33"/>
            <p:cNvSpPr/>
            <p:nvPr/>
          </p:nvSpPr>
          <p:spPr>
            <a:xfrm>
              <a:off x="1830100" y="1311375"/>
              <a:ext cx="3534050" cy="3534075"/>
            </a:xfrm>
            <a:custGeom>
              <a:avLst/>
              <a:gdLst/>
              <a:ahLst/>
              <a:cxnLst/>
              <a:rect l="l" t="t" r="r" b="b"/>
              <a:pathLst>
                <a:path w="141362" h="141363" extrusionOk="0">
                  <a:moveTo>
                    <a:pt x="1551" y="1"/>
                  </a:moveTo>
                  <a:cubicBezTo>
                    <a:pt x="1026" y="692"/>
                    <a:pt x="525" y="1336"/>
                    <a:pt x="0" y="2028"/>
                  </a:cubicBezTo>
                  <a:lnTo>
                    <a:pt x="139334" y="141362"/>
                  </a:lnTo>
                  <a:cubicBezTo>
                    <a:pt x="140026" y="140838"/>
                    <a:pt x="140717" y="140337"/>
                    <a:pt x="141361" y="139812"/>
                  </a:cubicBezTo>
                  <a:lnTo>
                    <a:pt x="1551" y="1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0" name="Google Shape;740;p33"/>
            <p:cNvSpPr/>
            <p:nvPr/>
          </p:nvSpPr>
          <p:spPr>
            <a:xfrm>
              <a:off x="1704875" y="1495025"/>
              <a:ext cx="3476225" cy="3475050"/>
            </a:xfrm>
            <a:custGeom>
              <a:avLst/>
              <a:gdLst/>
              <a:ahLst/>
              <a:cxnLst/>
              <a:rect l="l" t="t" r="r" b="b"/>
              <a:pathLst>
                <a:path w="139049" h="139002" extrusionOk="0">
                  <a:moveTo>
                    <a:pt x="1384" y="1"/>
                  </a:moveTo>
                  <a:cubicBezTo>
                    <a:pt x="907" y="740"/>
                    <a:pt x="454" y="1479"/>
                    <a:pt x="1" y="2219"/>
                  </a:cubicBezTo>
                  <a:lnTo>
                    <a:pt x="136783" y="139001"/>
                  </a:lnTo>
                  <a:cubicBezTo>
                    <a:pt x="137546" y="138572"/>
                    <a:pt x="138309" y="138119"/>
                    <a:pt x="139048" y="137666"/>
                  </a:cubicBezTo>
                  <a:lnTo>
                    <a:pt x="1384" y="1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1" name="Google Shape;741;p33"/>
            <p:cNvSpPr/>
            <p:nvPr/>
          </p:nvSpPr>
          <p:spPr>
            <a:xfrm>
              <a:off x="1594575" y="1694175"/>
              <a:ext cx="3386775" cy="3386800"/>
            </a:xfrm>
            <a:custGeom>
              <a:avLst/>
              <a:gdLst/>
              <a:ahLst/>
              <a:cxnLst/>
              <a:rect l="l" t="t" r="r" b="b"/>
              <a:pathLst>
                <a:path w="135471" h="135472" extrusionOk="0">
                  <a:moveTo>
                    <a:pt x="1193" y="1"/>
                  </a:moveTo>
                  <a:cubicBezTo>
                    <a:pt x="764" y="788"/>
                    <a:pt x="382" y="1575"/>
                    <a:pt x="1" y="2386"/>
                  </a:cubicBezTo>
                  <a:lnTo>
                    <a:pt x="133085" y="135471"/>
                  </a:lnTo>
                  <a:cubicBezTo>
                    <a:pt x="133896" y="135090"/>
                    <a:pt x="134683" y="134684"/>
                    <a:pt x="135471" y="134255"/>
                  </a:cubicBezTo>
                  <a:lnTo>
                    <a:pt x="1193" y="1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2" name="Google Shape;742;p33"/>
            <p:cNvSpPr/>
            <p:nvPr/>
          </p:nvSpPr>
          <p:spPr>
            <a:xfrm>
              <a:off x="1500975" y="1909425"/>
              <a:ext cx="3264525" cy="3265150"/>
            </a:xfrm>
            <a:custGeom>
              <a:avLst/>
              <a:gdLst/>
              <a:ahLst/>
              <a:cxnLst/>
              <a:rect l="l" t="t" r="r" b="b"/>
              <a:pathLst>
                <a:path w="130581" h="130606" extrusionOk="0">
                  <a:moveTo>
                    <a:pt x="978" y="1"/>
                  </a:moveTo>
                  <a:cubicBezTo>
                    <a:pt x="644" y="859"/>
                    <a:pt x="310" y="1718"/>
                    <a:pt x="0" y="2577"/>
                  </a:cubicBezTo>
                  <a:lnTo>
                    <a:pt x="128029" y="130606"/>
                  </a:lnTo>
                  <a:cubicBezTo>
                    <a:pt x="128625" y="130367"/>
                    <a:pt x="129174" y="130177"/>
                    <a:pt x="129746" y="129938"/>
                  </a:cubicBezTo>
                  <a:cubicBezTo>
                    <a:pt x="130032" y="129843"/>
                    <a:pt x="130318" y="129723"/>
                    <a:pt x="130581" y="129604"/>
                  </a:cubicBezTo>
                  <a:lnTo>
                    <a:pt x="978" y="1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3" name="Google Shape;743;p33"/>
            <p:cNvSpPr/>
            <p:nvPr/>
          </p:nvSpPr>
          <p:spPr>
            <a:xfrm>
              <a:off x="1425825" y="2142575"/>
              <a:ext cx="3107150" cy="3107125"/>
            </a:xfrm>
            <a:custGeom>
              <a:avLst/>
              <a:gdLst/>
              <a:ahLst/>
              <a:cxnLst/>
              <a:rect l="l" t="t" r="r" b="b"/>
              <a:pathLst>
                <a:path w="124286" h="124285" extrusionOk="0">
                  <a:moveTo>
                    <a:pt x="788" y="0"/>
                  </a:moveTo>
                  <a:cubicBezTo>
                    <a:pt x="478" y="930"/>
                    <a:pt x="239" y="1861"/>
                    <a:pt x="1" y="2791"/>
                  </a:cubicBezTo>
                  <a:lnTo>
                    <a:pt x="121495" y="124285"/>
                  </a:lnTo>
                  <a:cubicBezTo>
                    <a:pt x="122425" y="124023"/>
                    <a:pt x="123355" y="123784"/>
                    <a:pt x="124285" y="123498"/>
                  </a:cubicBezTo>
                  <a:lnTo>
                    <a:pt x="788" y="0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4" name="Google Shape;744;p33"/>
            <p:cNvSpPr/>
            <p:nvPr/>
          </p:nvSpPr>
          <p:spPr>
            <a:xfrm>
              <a:off x="1372175" y="2395975"/>
              <a:ext cx="2906775" cy="2906800"/>
            </a:xfrm>
            <a:custGeom>
              <a:avLst/>
              <a:gdLst/>
              <a:ahLst/>
              <a:cxnLst/>
              <a:rect l="l" t="t" r="r" b="b"/>
              <a:pathLst>
                <a:path w="116271" h="116272" extrusionOk="0">
                  <a:moveTo>
                    <a:pt x="501" y="1"/>
                  </a:moveTo>
                  <a:cubicBezTo>
                    <a:pt x="334" y="1002"/>
                    <a:pt x="143" y="2052"/>
                    <a:pt x="0" y="3054"/>
                  </a:cubicBezTo>
                  <a:lnTo>
                    <a:pt x="113218" y="116272"/>
                  </a:lnTo>
                  <a:cubicBezTo>
                    <a:pt x="114220" y="116129"/>
                    <a:pt x="115269" y="115962"/>
                    <a:pt x="116271" y="115771"/>
                  </a:cubicBezTo>
                  <a:lnTo>
                    <a:pt x="501" y="1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5" name="Google Shape;745;p33"/>
            <p:cNvSpPr/>
            <p:nvPr/>
          </p:nvSpPr>
          <p:spPr>
            <a:xfrm>
              <a:off x="1347125" y="2675025"/>
              <a:ext cx="2653375" cy="2654000"/>
            </a:xfrm>
            <a:custGeom>
              <a:avLst/>
              <a:gdLst/>
              <a:ahLst/>
              <a:cxnLst/>
              <a:rect l="l" t="t" r="r" b="b"/>
              <a:pathLst>
                <a:path w="106135" h="106160" extrusionOk="0">
                  <a:moveTo>
                    <a:pt x="144" y="1"/>
                  </a:moveTo>
                  <a:cubicBezTo>
                    <a:pt x="72" y="1146"/>
                    <a:pt x="1" y="2290"/>
                    <a:pt x="1" y="3459"/>
                  </a:cubicBezTo>
                  <a:lnTo>
                    <a:pt x="102676" y="106159"/>
                  </a:lnTo>
                  <a:cubicBezTo>
                    <a:pt x="103821" y="106111"/>
                    <a:pt x="104966" y="106064"/>
                    <a:pt x="106135" y="105992"/>
                  </a:cubicBezTo>
                  <a:lnTo>
                    <a:pt x="144" y="1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6" name="Google Shape;746;p33"/>
            <p:cNvSpPr/>
            <p:nvPr/>
          </p:nvSpPr>
          <p:spPr>
            <a:xfrm>
              <a:off x="1349525" y="2987475"/>
              <a:ext cx="2337350" cy="2337375"/>
            </a:xfrm>
            <a:custGeom>
              <a:avLst/>
              <a:gdLst/>
              <a:ahLst/>
              <a:cxnLst/>
              <a:rect l="l" t="t" r="r" b="b"/>
              <a:pathLst>
                <a:path w="93494" h="93495" extrusionOk="0">
                  <a:moveTo>
                    <a:pt x="0" y="0"/>
                  </a:moveTo>
                  <a:lnTo>
                    <a:pt x="0" y="0"/>
                  </a:lnTo>
                  <a:cubicBezTo>
                    <a:pt x="72" y="1288"/>
                    <a:pt x="167" y="2600"/>
                    <a:pt x="334" y="3912"/>
                  </a:cubicBezTo>
                  <a:lnTo>
                    <a:pt x="89606" y="93184"/>
                  </a:lnTo>
                  <a:cubicBezTo>
                    <a:pt x="90894" y="93327"/>
                    <a:pt x="92182" y="93446"/>
                    <a:pt x="93493" y="9349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7" name="Google Shape;747;p33"/>
            <p:cNvSpPr/>
            <p:nvPr/>
          </p:nvSpPr>
          <p:spPr>
            <a:xfrm>
              <a:off x="1398400" y="3351200"/>
              <a:ext cx="1924750" cy="1924750"/>
            </a:xfrm>
            <a:custGeom>
              <a:avLst/>
              <a:gdLst/>
              <a:ahLst/>
              <a:cxnLst/>
              <a:rect l="l" t="t" r="r" b="b"/>
              <a:pathLst>
                <a:path w="76990" h="76990" extrusionOk="0">
                  <a:moveTo>
                    <a:pt x="1" y="0"/>
                  </a:moveTo>
                  <a:lnTo>
                    <a:pt x="1" y="0"/>
                  </a:lnTo>
                  <a:cubicBezTo>
                    <a:pt x="335" y="1550"/>
                    <a:pt x="716" y="3125"/>
                    <a:pt x="1122" y="4675"/>
                  </a:cubicBezTo>
                  <a:lnTo>
                    <a:pt x="72339" y="75892"/>
                  </a:lnTo>
                  <a:cubicBezTo>
                    <a:pt x="73889" y="76298"/>
                    <a:pt x="75439" y="76679"/>
                    <a:pt x="76990" y="76989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8" name="Google Shape;748;p33"/>
            <p:cNvSpPr/>
            <p:nvPr/>
          </p:nvSpPr>
          <p:spPr>
            <a:xfrm>
              <a:off x="1543300" y="3809125"/>
              <a:ext cx="1323125" cy="1323125"/>
            </a:xfrm>
            <a:custGeom>
              <a:avLst/>
              <a:gdLst/>
              <a:ahLst/>
              <a:cxnLst/>
              <a:rect l="l" t="t" r="r" b="b"/>
              <a:pathLst>
                <a:path w="52925" h="52925" extrusionOk="0">
                  <a:moveTo>
                    <a:pt x="0" y="0"/>
                  </a:moveTo>
                  <a:lnTo>
                    <a:pt x="0" y="0"/>
                  </a:lnTo>
                  <a:cubicBezTo>
                    <a:pt x="954" y="2314"/>
                    <a:pt x="2004" y="4556"/>
                    <a:pt x="3173" y="6750"/>
                  </a:cubicBezTo>
                  <a:lnTo>
                    <a:pt x="46222" y="49824"/>
                  </a:lnTo>
                  <a:cubicBezTo>
                    <a:pt x="48417" y="50945"/>
                    <a:pt x="50635" y="51994"/>
                    <a:pt x="52924" y="5292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749" name="Google Shape;749;p33"/>
          <p:cNvSpPr/>
          <p:nvPr/>
        </p:nvSpPr>
        <p:spPr>
          <a:xfrm>
            <a:off x="11522700" y="4872867"/>
            <a:ext cx="344400" cy="344400"/>
          </a:xfrm>
          <a:prstGeom prst="ellipse">
            <a:avLst/>
          </a:prstGeom>
          <a:solidFill>
            <a:srgbClr val="F0F7E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50" name="Google Shape;750;p33"/>
          <p:cNvSpPr/>
          <p:nvPr/>
        </p:nvSpPr>
        <p:spPr>
          <a:xfrm>
            <a:off x="187467" y="506800"/>
            <a:ext cx="213200" cy="213200"/>
          </a:xfrm>
          <a:prstGeom prst="ellipse">
            <a:avLst/>
          </a:prstGeom>
          <a:solidFill>
            <a:srgbClr val="00BBC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51" name="Google Shape;751;p33"/>
          <p:cNvSpPr/>
          <p:nvPr/>
        </p:nvSpPr>
        <p:spPr>
          <a:xfrm>
            <a:off x="10168000" y="5494200"/>
            <a:ext cx="1064000" cy="1064000"/>
          </a:xfrm>
          <a:prstGeom prst="ellipse">
            <a:avLst/>
          </a:prstGeom>
          <a:solidFill>
            <a:srgbClr val="FF721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52" name="Google Shape;752;p33"/>
          <p:cNvSpPr txBox="1">
            <a:spLocks noGrp="1"/>
          </p:cNvSpPr>
          <p:nvPr>
            <p:ph type="title"/>
          </p:nvPr>
        </p:nvSpPr>
        <p:spPr>
          <a:xfrm>
            <a:off x="1432200" y="525600"/>
            <a:ext cx="9327600" cy="68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2700"/>
              <a:buNone/>
              <a:defRPr sz="3600">
                <a:solidFill>
                  <a:srgbClr val="F0F7ED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400"/>
              <a:buNone/>
              <a:defRPr sz="1867">
                <a:solidFill>
                  <a:srgbClr val="F0F7ED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400"/>
              <a:buNone/>
              <a:defRPr sz="1867">
                <a:solidFill>
                  <a:srgbClr val="F0F7ED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400"/>
              <a:buNone/>
              <a:defRPr sz="1867">
                <a:solidFill>
                  <a:srgbClr val="F0F7ED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400"/>
              <a:buNone/>
              <a:defRPr sz="1867">
                <a:solidFill>
                  <a:srgbClr val="F0F7ED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400"/>
              <a:buNone/>
              <a:defRPr sz="1867">
                <a:solidFill>
                  <a:srgbClr val="F0F7ED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400"/>
              <a:buNone/>
              <a:defRPr sz="1867">
                <a:solidFill>
                  <a:srgbClr val="F0F7ED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400"/>
              <a:buNone/>
              <a:defRPr sz="1867">
                <a:solidFill>
                  <a:srgbClr val="F0F7ED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400"/>
              <a:buNone/>
              <a:defRPr sz="1867">
                <a:solidFill>
                  <a:srgbClr val="F0F7ED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1236812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text 3">
  <p:cSld name="Title &amp; text 3">
    <p:spTree>
      <p:nvGrpSpPr>
        <p:cNvPr id="1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34"/>
          <p:cNvSpPr txBox="1">
            <a:spLocks noGrp="1"/>
          </p:cNvSpPr>
          <p:nvPr>
            <p:ph type="title"/>
          </p:nvPr>
        </p:nvSpPr>
        <p:spPr>
          <a:xfrm>
            <a:off x="960000" y="2588400"/>
            <a:ext cx="4392000" cy="168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BBC1"/>
              </a:buClr>
              <a:buSzPts val="2700"/>
              <a:buNone/>
              <a:defRPr sz="360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9pPr>
          </a:lstStyle>
          <a:p>
            <a:endParaRPr/>
          </a:p>
        </p:txBody>
      </p:sp>
      <p:sp>
        <p:nvSpPr>
          <p:cNvPr id="755" name="Google Shape;755;p34"/>
          <p:cNvSpPr txBox="1">
            <a:spLocks noGrp="1"/>
          </p:cNvSpPr>
          <p:nvPr>
            <p:ph type="subTitle" idx="1"/>
          </p:nvPr>
        </p:nvSpPr>
        <p:spPr>
          <a:xfrm>
            <a:off x="6785367" y="1319600"/>
            <a:ext cx="3184400" cy="75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9pPr>
          </a:lstStyle>
          <a:p>
            <a:endParaRPr/>
          </a:p>
        </p:txBody>
      </p:sp>
      <p:sp>
        <p:nvSpPr>
          <p:cNvPr id="756" name="Google Shape;756;p34"/>
          <p:cNvSpPr txBox="1">
            <a:spLocks noGrp="1"/>
          </p:cNvSpPr>
          <p:nvPr>
            <p:ph type="subTitle" idx="2"/>
          </p:nvPr>
        </p:nvSpPr>
        <p:spPr>
          <a:xfrm>
            <a:off x="6785367" y="2508367"/>
            <a:ext cx="3184400" cy="75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9pPr>
          </a:lstStyle>
          <a:p>
            <a:endParaRPr/>
          </a:p>
        </p:txBody>
      </p:sp>
      <p:sp>
        <p:nvSpPr>
          <p:cNvPr id="757" name="Google Shape;757;p34"/>
          <p:cNvSpPr txBox="1">
            <a:spLocks noGrp="1"/>
          </p:cNvSpPr>
          <p:nvPr>
            <p:ph type="subTitle" idx="3"/>
          </p:nvPr>
        </p:nvSpPr>
        <p:spPr>
          <a:xfrm>
            <a:off x="6785367" y="3676017"/>
            <a:ext cx="3184400" cy="75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9pPr>
          </a:lstStyle>
          <a:p>
            <a:endParaRPr/>
          </a:p>
        </p:txBody>
      </p:sp>
      <p:sp>
        <p:nvSpPr>
          <p:cNvPr id="758" name="Google Shape;758;p34"/>
          <p:cNvSpPr txBox="1">
            <a:spLocks noGrp="1"/>
          </p:cNvSpPr>
          <p:nvPr>
            <p:ph type="subTitle" idx="4"/>
          </p:nvPr>
        </p:nvSpPr>
        <p:spPr>
          <a:xfrm>
            <a:off x="6785367" y="4962933"/>
            <a:ext cx="3184400" cy="75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9pPr>
          </a:lstStyle>
          <a:p>
            <a:endParaRPr/>
          </a:p>
        </p:txBody>
      </p:sp>
      <p:grpSp>
        <p:nvGrpSpPr>
          <p:cNvPr id="759" name="Google Shape;759;p34"/>
          <p:cNvGrpSpPr/>
          <p:nvPr/>
        </p:nvGrpSpPr>
        <p:grpSpPr>
          <a:xfrm>
            <a:off x="10681305" y="-698855"/>
            <a:ext cx="2290248" cy="2290800"/>
            <a:chOff x="1347125" y="349025"/>
            <a:chExt cx="4978800" cy="4980000"/>
          </a:xfrm>
        </p:grpSpPr>
        <p:sp>
          <p:nvSpPr>
            <p:cNvPr id="760" name="Google Shape;760;p34"/>
            <p:cNvSpPr/>
            <p:nvPr/>
          </p:nvSpPr>
          <p:spPr>
            <a:xfrm>
              <a:off x="4756525" y="523725"/>
              <a:ext cx="1394100" cy="1393475"/>
            </a:xfrm>
            <a:custGeom>
              <a:avLst/>
              <a:gdLst/>
              <a:ahLst/>
              <a:cxnLst/>
              <a:rect l="l" t="t" r="r" b="b"/>
              <a:pathLst>
                <a:path w="55764" h="55739" extrusionOk="0">
                  <a:moveTo>
                    <a:pt x="1" y="0"/>
                  </a:moveTo>
                  <a:lnTo>
                    <a:pt x="55763" y="55739"/>
                  </a:lnTo>
                  <a:cubicBezTo>
                    <a:pt x="54928" y="53568"/>
                    <a:pt x="53998" y="51446"/>
                    <a:pt x="52973" y="49371"/>
                  </a:cubicBezTo>
                  <a:lnTo>
                    <a:pt x="6417" y="2815"/>
                  </a:lnTo>
                  <a:cubicBezTo>
                    <a:pt x="4318" y="1789"/>
                    <a:pt x="2195" y="859"/>
                    <a:pt x="1" y="0"/>
                  </a:cubicBez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61" name="Google Shape;761;p34"/>
            <p:cNvSpPr/>
            <p:nvPr/>
          </p:nvSpPr>
          <p:spPr>
            <a:xfrm>
              <a:off x="4312325" y="393150"/>
              <a:ext cx="1968875" cy="1968875"/>
            </a:xfrm>
            <a:custGeom>
              <a:avLst/>
              <a:gdLst/>
              <a:ahLst/>
              <a:cxnLst/>
              <a:rect l="l" t="t" r="r" b="b"/>
              <a:pathLst>
                <a:path w="78755" h="78755" extrusionOk="0">
                  <a:moveTo>
                    <a:pt x="0" y="0"/>
                  </a:moveTo>
                  <a:lnTo>
                    <a:pt x="78754" y="78754"/>
                  </a:lnTo>
                  <a:cubicBezTo>
                    <a:pt x="78492" y="77204"/>
                    <a:pt x="78158" y="75654"/>
                    <a:pt x="77753" y="74151"/>
                  </a:cubicBezTo>
                  <a:lnTo>
                    <a:pt x="4627" y="1026"/>
                  </a:lnTo>
                  <a:cubicBezTo>
                    <a:pt x="3125" y="620"/>
                    <a:pt x="1551" y="286"/>
                    <a:pt x="0" y="0"/>
                  </a:cubicBez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62" name="Google Shape;762;p34"/>
            <p:cNvSpPr/>
            <p:nvPr/>
          </p:nvSpPr>
          <p:spPr>
            <a:xfrm>
              <a:off x="3955175" y="350200"/>
              <a:ext cx="2370750" cy="2370175"/>
            </a:xfrm>
            <a:custGeom>
              <a:avLst/>
              <a:gdLst/>
              <a:ahLst/>
              <a:cxnLst/>
              <a:rect l="l" t="t" r="r" b="b"/>
              <a:pathLst>
                <a:path w="94830" h="94807" extrusionOk="0">
                  <a:moveTo>
                    <a:pt x="0" y="1"/>
                  </a:moveTo>
                  <a:lnTo>
                    <a:pt x="94829" y="94806"/>
                  </a:lnTo>
                  <a:lnTo>
                    <a:pt x="94829" y="94806"/>
                  </a:lnTo>
                  <a:cubicBezTo>
                    <a:pt x="94734" y="93542"/>
                    <a:pt x="94662" y="92254"/>
                    <a:pt x="94567" y="90966"/>
                  </a:cubicBezTo>
                  <a:lnTo>
                    <a:pt x="3840" y="239"/>
                  </a:lnTo>
                  <a:cubicBezTo>
                    <a:pt x="2576" y="120"/>
                    <a:pt x="1288" y="49"/>
                    <a:pt x="0" y="1"/>
                  </a:cubicBez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63" name="Google Shape;763;p34"/>
            <p:cNvSpPr/>
            <p:nvPr/>
          </p:nvSpPr>
          <p:spPr>
            <a:xfrm>
              <a:off x="3646300" y="349025"/>
              <a:ext cx="2679625" cy="2679625"/>
            </a:xfrm>
            <a:custGeom>
              <a:avLst/>
              <a:gdLst/>
              <a:ahLst/>
              <a:cxnLst/>
              <a:rect l="l" t="t" r="r" b="b"/>
              <a:pathLst>
                <a:path w="107185" h="107185" extrusionOk="0">
                  <a:moveTo>
                    <a:pt x="3387" y="0"/>
                  </a:moveTo>
                  <a:cubicBezTo>
                    <a:pt x="2266" y="48"/>
                    <a:pt x="1145" y="119"/>
                    <a:pt x="1" y="215"/>
                  </a:cubicBezTo>
                  <a:lnTo>
                    <a:pt x="106969" y="107184"/>
                  </a:lnTo>
                  <a:cubicBezTo>
                    <a:pt x="107065" y="106063"/>
                    <a:pt x="107160" y="104942"/>
                    <a:pt x="107184" y="103797"/>
                  </a:cubicBezTo>
                  <a:lnTo>
                    <a:pt x="3387" y="0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64" name="Google Shape;764;p34"/>
            <p:cNvSpPr/>
            <p:nvPr/>
          </p:nvSpPr>
          <p:spPr>
            <a:xfrm>
              <a:off x="3370225" y="377650"/>
              <a:ext cx="2926475" cy="2927650"/>
            </a:xfrm>
            <a:custGeom>
              <a:avLst/>
              <a:gdLst/>
              <a:ahLst/>
              <a:cxnLst/>
              <a:rect l="l" t="t" r="r" b="b"/>
              <a:pathLst>
                <a:path w="117059" h="117106" extrusionOk="0">
                  <a:moveTo>
                    <a:pt x="3006" y="0"/>
                  </a:moveTo>
                  <a:cubicBezTo>
                    <a:pt x="1980" y="191"/>
                    <a:pt x="979" y="358"/>
                    <a:pt x="1" y="549"/>
                  </a:cubicBezTo>
                  <a:lnTo>
                    <a:pt x="116558" y="117106"/>
                  </a:lnTo>
                  <a:cubicBezTo>
                    <a:pt x="116748" y="116104"/>
                    <a:pt x="116939" y="115055"/>
                    <a:pt x="117058" y="114053"/>
                  </a:cubicBezTo>
                  <a:lnTo>
                    <a:pt x="3006" y="0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65" name="Google Shape;765;p34"/>
            <p:cNvSpPr/>
            <p:nvPr/>
          </p:nvSpPr>
          <p:spPr>
            <a:xfrm>
              <a:off x="3118025" y="433675"/>
              <a:ext cx="3123825" cy="3123250"/>
            </a:xfrm>
            <a:custGeom>
              <a:avLst/>
              <a:gdLst/>
              <a:ahLst/>
              <a:cxnLst/>
              <a:rect l="l" t="t" r="r" b="b"/>
              <a:pathLst>
                <a:path w="124953" h="124930" extrusionOk="0">
                  <a:moveTo>
                    <a:pt x="2815" y="1"/>
                  </a:moveTo>
                  <a:cubicBezTo>
                    <a:pt x="1861" y="239"/>
                    <a:pt x="930" y="526"/>
                    <a:pt x="0" y="788"/>
                  </a:cubicBezTo>
                  <a:lnTo>
                    <a:pt x="124141" y="124930"/>
                  </a:lnTo>
                  <a:cubicBezTo>
                    <a:pt x="124427" y="124023"/>
                    <a:pt x="124690" y="123093"/>
                    <a:pt x="124952" y="122163"/>
                  </a:cubicBezTo>
                  <a:lnTo>
                    <a:pt x="2815" y="1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66" name="Google Shape;766;p34"/>
            <p:cNvSpPr/>
            <p:nvPr/>
          </p:nvSpPr>
          <p:spPr>
            <a:xfrm>
              <a:off x="2887275" y="510600"/>
              <a:ext cx="3277050" cy="3277675"/>
            </a:xfrm>
            <a:custGeom>
              <a:avLst/>
              <a:gdLst/>
              <a:ahLst/>
              <a:cxnLst/>
              <a:rect l="l" t="t" r="r" b="b"/>
              <a:pathLst>
                <a:path w="131082" h="131107" extrusionOk="0">
                  <a:moveTo>
                    <a:pt x="2552" y="1"/>
                  </a:moveTo>
                  <a:cubicBezTo>
                    <a:pt x="2242" y="120"/>
                    <a:pt x="1980" y="215"/>
                    <a:pt x="1670" y="358"/>
                  </a:cubicBezTo>
                  <a:cubicBezTo>
                    <a:pt x="1097" y="573"/>
                    <a:pt x="549" y="812"/>
                    <a:pt x="0" y="1026"/>
                  </a:cubicBezTo>
                  <a:lnTo>
                    <a:pt x="130080" y="131107"/>
                  </a:lnTo>
                  <a:cubicBezTo>
                    <a:pt x="130461" y="130248"/>
                    <a:pt x="130795" y="129389"/>
                    <a:pt x="131082" y="128531"/>
                  </a:cubicBezTo>
                  <a:lnTo>
                    <a:pt x="2552" y="1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67" name="Google Shape;767;p34"/>
            <p:cNvSpPr/>
            <p:nvPr/>
          </p:nvSpPr>
          <p:spPr>
            <a:xfrm>
              <a:off x="2673800" y="606600"/>
              <a:ext cx="3395125" cy="3395125"/>
            </a:xfrm>
            <a:custGeom>
              <a:avLst/>
              <a:gdLst/>
              <a:ahLst/>
              <a:cxnLst/>
              <a:rect l="l" t="t" r="r" b="b"/>
              <a:pathLst>
                <a:path w="135805" h="135805" extrusionOk="0">
                  <a:moveTo>
                    <a:pt x="2362" y="1"/>
                  </a:moveTo>
                  <a:cubicBezTo>
                    <a:pt x="1551" y="358"/>
                    <a:pt x="764" y="764"/>
                    <a:pt x="1" y="1217"/>
                  </a:cubicBezTo>
                  <a:lnTo>
                    <a:pt x="134612" y="135805"/>
                  </a:lnTo>
                  <a:cubicBezTo>
                    <a:pt x="135041" y="135018"/>
                    <a:pt x="135447" y="134255"/>
                    <a:pt x="135805" y="133444"/>
                  </a:cubicBezTo>
                  <a:lnTo>
                    <a:pt x="2362" y="1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68" name="Google Shape;768;p34"/>
            <p:cNvSpPr/>
            <p:nvPr/>
          </p:nvSpPr>
          <p:spPr>
            <a:xfrm>
              <a:off x="2475850" y="718100"/>
              <a:ext cx="3482175" cy="3481600"/>
            </a:xfrm>
            <a:custGeom>
              <a:avLst/>
              <a:gdLst/>
              <a:ahLst/>
              <a:cxnLst/>
              <a:rect l="l" t="t" r="r" b="b"/>
              <a:pathLst>
                <a:path w="139287" h="139264" extrusionOk="0">
                  <a:moveTo>
                    <a:pt x="2195" y="1"/>
                  </a:moveTo>
                  <a:cubicBezTo>
                    <a:pt x="1455" y="430"/>
                    <a:pt x="740" y="859"/>
                    <a:pt x="0" y="1384"/>
                  </a:cubicBezTo>
                  <a:lnTo>
                    <a:pt x="137879" y="139263"/>
                  </a:lnTo>
                  <a:cubicBezTo>
                    <a:pt x="138380" y="138572"/>
                    <a:pt x="138833" y="137832"/>
                    <a:pt x="139286" y="137069"/>
                  </a:cubicBezTo>
                  <a:lnTo>
                    <a:pt x="2195" y="1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69" name="Google Shape;769;p34"/>
            <p:cNvSpPr/>
            <p:nvPr/>
          </p:nvSpPr>
          <p:spPr>
            <a:xfrm>
              <a:off x="2292800" y="843925"/>
              <a:ext cx="3538225" cy="3538825"/>
            </a:xfrm>
            <a:custGeom>
              <a:avLst/>
              <a:gdLst/>
              <a:ahLst/>
              <a:cxnLst/>
              <a:rect l="l" t="t" r="r" b="b"/>
              <a:pathLst>
                <a:path w="141529" h="141553" extrusionOk="0">
                  <a:moveTo>
                    <a:pt x="2004" y="0"/>
                  </a:moveTo>
                  <a:cubicBezTo>
                    <a:pt x="1312" y="549"/>
                    <a:pt x="668" y="1049"/>
                    <a:pt x="0" y="1574"/>
                  </a:cubicBezTo>
                  <a:lnTo>
                    <a:pt x="139978" y="141552"/>
                  </a:lnTo>
                  <a:cubicBezTo>
                    <a:pt x="140503" y="140861"/>
                    <a:pt x="141004" y="140193"/>
                    <a:pt x="141528" y="139525"/>
                  </a:cubicBezTo>
                  <a:lnTo>
                    <a:pt x="2004" y="0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70" name="Google Shape;770;p34"/>
            <p:cNvSpPr/>
            <p:nvPr/>
          </p:nvSpPr>
          <p:spPr>
            <a:xfrm>
              <a:off x="2124050" y="985825"/>
              <a:ext cx="3565650" cy="3565075"/>
            </a:xfrm>
            <a:custGeom>
              <a:avLst/>
              <a:gdLst/>
              <a:ahLst/>
              <a:cxnLst/>
              <a:rect l="l" t="t" r="r" b="b"/>
              <a:pathLst>
                <a:path w="142626" h="142603" extrusionOk="0">
                  <a:moveTo>
                    <a:pt x="1885" y="0"/>
                  </a:moveTo>
                  <a:cubicBezTo>
                    <a:pt x="1241" y="549"/>
                    <a:pt x="621" y="1145"/>
                    <a:pt x="1" y="1718"/>
                  </a:cubicBezTo>
                  <a:lnTo>
                    <a:pt x="140885" y="142602"/>
                  </a:lnTo>
                  <a:cubicBezTo>
                    <a:pt x="141481" y="141982"/>
                    <a:pt x="142077" y="141386"/>
                    <a:pt x="142626" y="140742"/>
                  </a:cubicBezTo>
                  <a:lnTo>
                    <a:pt x="1885" y="0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71" name="Google Shape;771;p34"/>
            <p:cNvSpPr/>
            <p:nvPr/>
          </p:nvSpPr>
          <p:spPr>
            <a:xfrm>
              <a:off x="1970825" y="1141450"/>
              <a:ext cx="3563250" cy="3563875"/>
            </a:xfrm>
            <a:custGeom>
              <a:avLst/>
              <a:gdLst/>
              <a:ahLst/>
              <a:cxnLst/>
              <a:rect l="l" t="t" r="r" b="b"/>
              <a:pathLst>
                <a:path w="142530" h="142555" extrusionOk="0">
                  <a:moveTo>
                    <a:pt x="1693" y="0"/>
                  </a:moveTo>
                  <a:cubicBezTo>
                    <a:pt x="1097" y="621"/>
                    <a:pt x="525" y="1264"/>
                    <a:pt x="0" y="1885"/>
                  </a:cubicBezTo>
                  <a:lnTo>
                    <a:pt x="140669" y="142555"/>
                  </a:lnTo>
                  <a:cubicBezTo>
                    <a:pt x="141290" y="141982"/>
                    <a:pt x="141934" y="141434"/>
                    <a:pt x="142530" y="140837"/>
                  </a:cubicBezTo>
                  <a:lnTo>
                    <a:pt x="1693" y="0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72" name="Google Shape;772;p34"/>
            <p:cNvSpPr/>
            <p:nvPr/>
          </p:nvSpPr>
          <p:spPr>
            <a:xfrm>
              <a:off x="1830100" y="1311375"/>
              <a:ext cx="3534050" cy="3534075"/>
            </a:xfrm>
            <a:custGeom>
              <a:avLst/>
              <a:gdLst/>
              <a:ahLst/>
              <a:cxnLst/>
              <a:rect l="l" t="t" r="r" b="b"/>
              <a:pathLst>
                <a:path w="141362" h="141363" extrusionOk="0">
                  <a:moveTo>
                    <a:pt x="1551" y="1"/>
                  </a:moveTo>
                  <a:cubicBezTo>
                    <a:pt x="1026" y="692"/>
                    <a:pt x="525" y="1336"/>
                    <a:pt x="0" y="2028"/>
                  </a:cubicBezTo>
                  <a:lnTo>
                    <a:pt x="139334" y="141362"/>
                  </a:lnTo>
                  <a:cubicBezTo>
                    <a:pt x="140026" y="140838"/>
                    <a:pt x="140717" y="140337"/>
                    <a:pt x="141361" y="139812"/>
                  </a:cubicBezTo>
                  <a:lnTo>
                    <a:pt x="1551" y="1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73" name="Google Shape;773;p34"/>
            <p:cNvSpPr/>
            <p:nvPr/>
          </p:nvSpPr>
          <p:spPr>
            <a:xfrm>
              <a:off x="1704875" y="1495025"/>
              <a:ext cx="3476225" cy="3475050"/>
            </a:xfrm>
            <a:custGeom>
              <a:avLst/>
              <a:gdLst/>
              <a:ahLst/>
              <a:cxnLst/>
              <a:rect l="l" t="t" r="r" b="b"/>
              <a:pathLst>
                <a:path w="139049" h="139002" extrusionOk="0">
                  <a:moveTo>
                    <a:pt x="1384" y="1"/>
                  </a:moveTo>
                  <a:cubicBezTo>
                    <a:pt x="907" y="740"/>
                    <a:pt x="454" y="1479"/>
                    <a:pt x="1" y="2219"/>
                  </a:cubicBezTo>
                  <a:lnTo>
                    <a:pt x="136783" y="139001"/>
                  </a:lnTo>
                  <a:cubicBezTo>
                    <a:pt x="137546" y="138572"/>
                    <a:pt x="138309" y="138119"/>
                    <a:pt x="139048" y="137666"/>
                  </a:cubicBezTo>
                  <a:lnTo>
                    <a:pt x="1384" y="1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74" name="Google Shape;774;p34"/>
            <p:cNvSpPr/>
            <p:nvPr/>
          </p:nvSpPr>
          <p:spPr>
            <a:xfrm>
              <a:off x="1594575" y="1694175"/>
              <a:ext cx="3386775" cy="3386800"/>
            </a:xfrm>
            <a:custGeom>
              <a:avLst/>
              <a:gdLst/>
              <a:ahLst/>
              <a:cxnLst/>
              <a:rect l="l" t="t" r="r" b="b"/>
              <a:pathLst>
                <a:path w="135471" h="135472" extrusionOk="0">
                  <a:moveTo>
                    <a:pt x="1193" y="1"/>
                  </a:moveTo>
                  <a:cubicBezTo>
                    <a:pt x="764" y="788"/>
                    <a:pt x="382" y="1575"/>
                    <a:pt x="1" y="2386"/>
                  </a:cubicBezTo>
                  <a:lnTo>
                    <a:pt x="133085" y="135471"/>
                  </a:lnTo>
                  <a:cubicBezTo>
                    <a:pt x="133896" y="135090"/>
                    <a:pt x="134683" y="134684"/>
                    <a:pt x="135471" y="134255"/>
                  </a:cubicBezTo>
                  <a:lnTo>
                    <a:pt x="1193" y="1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75" name="Google Shape;775;p34"/>
            <p:cNvSpPr/>
            <p:nvPr/>
          </p:nvSpPr>
          <p:spPr>
            <a:xfrm>
              <a:off x="1500975" y="1909425"/>
              <a:ext cx="3264525" cy="3265150"/>
            </a:xfrm>
            <a:custGeom>
              <a:avLst/>
              <a:gdLst/>
              <a:ahLst/>
              <a:cxnLst/>
              <a:rect l="l" t="t" r="r" b="b"/>
              <a:pathLst>
                <a:path w="130581" h="130606" extrusionOk="0">
                  <a:moveTo>
                    <a:pt x="978" y="1"/>
                  </a:moveTo>
                  <a:cubicBezTo>
                    <a:pt x="644" y="859"/>
                    <a:pt x="310" y="1718"/>
                    <a:pt x="0" y="2577"/>
                  </a:cubicBezTo>
                  <a:lnTo>
                    <a:pt x="128029" y="130606"/>
                  </a:lnTo>
                  <a:cubicBezTo>
                    <a:pt x="128625" y="130367"/>
                    <a:pt x="129174" y="130177"/>
                    <a:pt x="129746" y="129938"/>
                  </a:cubicBezTo>
                  <a:cubicBezTo>
                    <a:pt x="130032" y="129843"/>
                    <a:pt x="130318" y="129723"/>
                    <a:pt x="130581" y="129604"/>
                  </a:cubicBezTo>
                  <a:lnTo>
                    <a:pt x="978" y="1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76" name="Google Shape;776;p34"/>
            <p:cNvSpPr/>
            <p:nvPr/>
          </p:nvSpPr>
          <p:spPr>
            <a:xfrm>
              <a:off x="1425825" y="2142575"/>
              <a:ext cx="3107150" cy="3107125"/>
            </a:xfrm>
            <a:custGeom>
              <a:avLst/>
              <a:gdLst/>
              <a:ahLst/>
              <a:cxnLst/>
              <a:rect l="l" t="t" r="r" b="b"/>
              <a:pathLst>
                <a:path w="124286" h="124285" extrusionOk="0">
                  <a:moveTo>
                    <a:pt x="788" y="0"/>
                  </a:moveTo>
                  <a:cubicBezTo>
                    <a:pt x="478" y="930"/>
                    <a:pt x="239" y="1861"/>
                    <a:pt x="1" y="2791"/>
                  </a:cubicBezTo>
                  <a:lnTo>
                    <a:pt x="121495" y="124285"/>
                  </a:lnTo>
                  <a:cubicBezTo>
                    <a:pt x="122425" y="124023"/>
                    <a:pt x="123355" y="123784"/>
                    <a:pt x="124285" y="123498"/>
                  </a:cubicBezTo>
                  <a:lnTo>
                    <a:pt x="788" y="0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77" name="Google Shape;777;p34"/>
            <p:cNvSpPr/>
            <p:nvPr/>
          </p:nvSpPr>
          <p:spPr>
            <a:xfrm>
              <a:off x="1372175" y="2395975"/>
              <a:ext cx="2906775" cy="2906800"/>
            </a:xfrm>
            <a:custGeom>
              <a:avLst/>
              <a:gdLst/>
              <a:ahLst/>
              <a:cxnLst/>
              <a:rect l="l" t="t" r="r" b="b"/>
              <a:pathLst>
                <a:path w="116271" h="116272" extrusionOk="0">
                  <a:moveTo>
                    <a:pt x="501" y="1"/>
                  </a:moveTo>
                  <a:cubicBezTo>
                    <a:pt x="334" y="1002"/>
                    <a:pt x="143" y="2052"/>
                    <a:pt x="0" y="3054"/>
                  </a:cubicBezTo>
                  <a:lnTo>
                    <a:pt x="113218" y="116272"/>
                  </a:lnTo>
                  <a:cubicBezTo>
                    <a:pt x="114220" y="116129"/>
                    <a:pt x="115269" y="115962"/>
                    <a:pt x="116271" y="115771"/>
                  </a:cubicBezTo>
                  <a:lnTo>
                    <a:pt x="501" y="1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78" name="Google Shape;778;p34"/>
            <p:cNvSpPr/>
            <p:nvPr/>
          </p:nvSpPr>
          <p:spPr>
            <a:xfrm>
              <a:off x="1347125" y="2675025"/>
              <a:ext cx="2653375" cy="2654000"/>
            </a:xfrm>
            <a:custGeom>
              <a:avLst/>
              <a:gdLst/>
              <a:ahLst/>
              <a:cxnLst/>
              <a:rect l="l" t="t" r="r" b="b"/>
              <a:pathLst>
                <a:path w="106135" h="106160" extrusionOk="0">
                  <a:moveTo>
                    <a:pt x="144" y="1"/>
                  </a:moveTo>
                  <a:cubicBezTo>
                    <a:pt x="72" y="1146"/>
                    <a:pt x="1" y="2290"/>
                    <a:pt x="1" y="3459"/>
                  </a:cubicBezTo>
                  <a:lnTo>
                    <a:pt x="102676" y="106159"/>
                  </a:lnTo>
                  <a:cubicBezTo>
                    <a:pt x="103821" y="106111"/>
                    <a:pt x="104966" y="106064"/>
                    <a:pt x="106135" y="105992"/>
                  </a:cubicBezTo>
                  <a:lnTo>
                    <a:pt x="144" y="1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79" name="Google Shape;779;p34"/>
            <p:cNvSpPr/>
            <p:nvPr/>
          </p:nvSpPr>
          <p:spPr>
            <a:xfrm>
              <a:off x="1349525" y="2987475"/>
              <a:ext cx="2337350" cy="2337375"/>
            </a:xfrm>
            <a:custGeom>
              <a:avLst/>
              <a:gdLst/>
              <a:ahLst/>
              <a:cxnLst/>
              <a:rect l="l" t="t" r="r" b="b"/>
              <a:pathLst>
                <a:path w="93494" h="93495" extrusionOk="0">
                  <a:moveTo>
                    <a:pt x="0" y="0"/>
                  </a:moveTo>
                  <a:lnTo>
                    <a:pt x="0" y="0"/>
                  </a:lnTo>
                  <a:cubicBezTo>
                    <a:pt x="72" y="1288"/>
                    <a:pt x="167" y="2600"/>
                    <a:pt x="334" y="3912"/>
                  </a:cubicBezTo>
                  <a:lnTo>
                    <a:pt x="89606" y="93184"/>
                  </a:lnTo>
                  <a:cubicBezTo>
                    <a:pt x="90894" y="93327"/>
                    <a:pt x="92182" y="93446"/>
                    <a:pt x="93493" y="9349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80" name="Google Shape;780;p34"/>
            <p:cNvSpPr/>
            <p:nvPr/>
          </p:nvSpPr>
          <p:spPr>
            <a:xfrm>
              <a:off x="1398400" y="3351200"/>
              <a:ext cx="1924750" cy="1924750"/>
            </a:xfrm>
            <a:custGeom>
              <a:avLst/>
              <a:gdLst/>
              <a:ahLst/>
              <a:cxnLst/>
              <a:rect l="l" t="t" r="r" b="b"/>
              <a:pathLst>
                <a:path w="76990" h="76990" extrusionOk="0">
                  <a:moveTo>
                    <a:pt x="1" y="0"/>
                  </a:moveTo>
                  <a:lnTo>
                    <a:pt x="1" y="0"/>
                  </a:lnTo>
                  <a:cubicBezTo>
                    <a:pt x="335" y="1550"/>
                    <a:pt x="716" y="3125"/>
                    <a:pt x="1122" y="4675"/>
                  </a:cubicBezTo>
                  <a:lnTo>
                    <a:pt x="72339" y="75892"/>
                  </a:lnTo>
                  <a:cubicBezTo>
                    <a:pt x="73889" y="76298"/>
                    <a:pt x="75439" y="76679"/>
                    <a:pt x="76990" y="76989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81" name="Google Shape;781;p34"/>
            <p:cNvSpPr/>
            <p:nvPr/>
          </p:nvSpPr>
          <p:spPr>
            <a:xfrm>
              <a:off x="1543300" y="3809125"/>
              <a:ext cx="1323125" cy="1323125"/>
            </a:xfrm>
            <a:custGeom>
              <a:avLst/>
              <a:gdLst/>
              <a:ahLst/>
              <a:cxnLst/>
              <a:rect l="l" t="t" r="r" b="b"/>
              <a:pathLst>
                <a:path w="52925" h="52925" extrusionOk="0">
                  <a:moveTo>
                    <a:pt x="0" y="0"/>
                  </a:moveTo>
                  <a:lnTo>
                    <a:pt x="0" y="0"/>
                  </a:lnTo>
                  <a:cubicBezTo>
                    <a:pt x="954" y="2314"/>
                    <a:pt x="2004" y="4556"/>
                    <a:pt x="3173" y="6750"/>
                  </a:cubicBezTo>
                  <a:lnTo>
                    <a:pt x="46222" y="49824"/>
                  </a:lnTo>
                  <a:cubicBezTo>
                    <a:pt x="48417" y="50945"/>
                    <a:pt x="50635" y="51994"/>
                    <a:pt x="52924" y="5292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782" name="Google Shape;782;p34"/>
          <p:cNvSpPr/>
          <p:nvPr/>
        </p:nvSpPr>
        <p:spPr>
          <a:xfrm>
            <a:off x="11554651" y="720000"/>
            <a:ext cx="1148000" cy="1148000"/>
          </a:xfrm>
          <a:prstGeom prst="ellipse">
            <a:avLst/>
          </a:prstGeom>
          <a:solidFill>
            <a:srgbClr val="00BBC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83" name="Google Shape;783;p34"/>
          <p:cNvSpPr/>
          <p:nvPr/>
        </p:nvSpPr>
        <p:spPr>
          <a:xfrm>
            <a:off x="9912017" y="230124"/>
            <a:ext cx="432800" cy="432800"/>
          </a:xfrm>
          <a:prstGeom prst="ellipse">
            <a:avLst/>
          </a:prstGeom>
          <a:solidFill>
            <a:srgbClr val="00BBC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84" name="Google Shape;784;p34"/>
          <p:cNvSpPr/>
          <p:nvPr/>
        </p:nvSpPr>
        <p:spPr>
          <a:xfrm rot="-6727045">
            <a:off x="-3031179" y="5407682"/>
            <a:ext cx="4229435" cy="6384935"/>
          </a:xfrm>
          <a:custGeom>
            <a:avLst/>
            <a:gdLst/>
            <a:ahLst/>
            <a:cxnLst/>
            <a:rect l="l" t="t" r="r" b="b"/>
            <a:pathLst>
              <a:path w="126885" h="191551" extrusionOk="0">
                <a:moveTo>
                  <a:pt x="16464" y="0"/>
                </a:moveTo>
                <a:cubicBezTo>
                  <a:pt x="14016" y="0"/>
                  <a:pt x="11533" y="624"/>
                  <a:pt x="9255" y="1936"/>
                </a:cubicBezTo>
                <a:cubicBezTo>
                  <a:pt x="2362" y="5919"/>
                  <a:pt x="1" y="14743"/>
                  <a:pt x="3984" y="21636"/>
                </a:cubicBezTo>
                <a:lnTo>
                  <a:pt x="97907" y="184344"/>
                </a:lnTo>
                <a:cubicBezTo>
                  <a:pt x="100593" y="188966"/>
                  <a:pt x="105447" y="191551"/>
                  <a:pt x="110431" y="191551"/>
                </a:cubicBezTo>
                <a:cubicBezTo>
                  <a:pt x="112880" y="191551"/>
                  <a:pt x="115360" y="190927"/>
                  <a:pt x="117631" y="189615"/>
                </a:cubicBezTo>
                <a:cubicBezTo>
                  <a:pt x="124524" y="185632"/>
                  <a:pt x="126885" y="176807"/>
                  <a:pt x="122902" y="169914"/>
                </a:cubicBezTo>
                <a:lnTo>
                  <a:pt x="28955" y="7207"/>
                </a:lnTo>
                <a:cubicBezTo>
                  <a:pt x="26284" y="2584"/>
                  <a:pt x="21447" y="0"/>
                  <a:pt x="16464" y="0"/>
                </a:cubicBezTo>
                <a:close/>
              </a:path>
            </a:pathLst>
          </a:custGeom>
          <a:solidFill>
            <a:srgbClr val="FF721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85" name="Google Shape;785;p34"/>
          <p:cNvSpPr/>
          <p:nvPr/>
        </p:nvSpPr>
        <p:spPr>
          <a:xfrm>
            <a:off x="1586067" y="6373667"/>
            <a:ext cx="334800" cy="334800"/>
          </a:xfrm>
          <a:prstGeom prst="ellipse">
            <a:avLst/>
          </a:prstGeom>
          <a:solidFill>
            <a:srgbClr val="FF721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35156244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two columns 2">
  <p:cSld name="Title &amp; two columns 2">
    <p:spTree>
      <p:nvGrpSpPr>
        <p:cNvPr id="1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36"/>
          <p:cNvSpPr txBox="1">
            <a:spLocks noGrp="1"/>
          </p:cNvSpPr>
          <p:nvPr>
            <p:ph type="subTitle" idx="1"/>
          </p:nvPr>
        </p:nvSpPr>
        <p:spPr>
          <a:xfrm>
            <a:off x="1406667" y="3299697"/>
            <a:ext cx="2727200" cy="148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9pPr>
          </a:lstStyle>
          <a:p>
            <a:endParaRPr/>
          </a:p>
        </p:txBody>
      </p:sp>
      <p:sp>
        <p:nvSpPr>
          <p:cNvPr id="795" name="Google Shape;795;p36"/>
          <p:cNvSpPr txBox="1">
            <a:spLocks noGrp="1"/>
          </p:cNvSpPr>
          <p:nvPr>
            <p:ph type="subTitle" idx="2"/>
          </p:nvPr>
        </p:nvSpPr>
        <p:spPr>
          <a:xfrm>
            <a:off x="8032533" y="3299697"/>
            <a:ext cx="2727200" cy="148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9pPr>
          </a:lstStyle>
          <a:p>
            <a:endParaRPr/>
          </a:p>
        </p:txBody>
      </p:sp>
      <p:sp>
        <p:nvSpPr>
          <p:cNvPr id="796" name="Google Shape;796;p36"/>
          <p:cNvSpPr txBox="1">
            <a:spLocks noGrp="1"/>
          </p:cNvSpPr>
          <p:nvPr>
            <p:ph type="title"/>
          </p:nvPr>
        </p:nvSpPr>
        <p:spPr>
          <a:xfrm>
            <a:off x="1432200" y="512064"/>
            <a:ext cx="9327600" cy="68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BBC1"/>
              </a:buClr>
              <a:buSzPts val="2700"/>
              <a:buNone/>
              <a:defRPr sz="3600">
                <a:solidFill>
                  <a:srgbClr val="00BBC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9pPr>
          </a:lstStyle>
          <a:p>
            <a:endParaRPr/>
          </a:p>
        </p:txBody>
      </p:sp>
      <p:sp>
        <p:nvSpPr>
          <p:cNvPr id="797" name="Google Shape;797;p36"/>
          <p:cNvSpPr txBox="1">
            <a:spLocks noGrp="1"/>
          </p:cNvSpPr>
          <p:nvPr>
            <p:ph type="subTitle" idx="3"/>
          </p:nvPr>
        </p:nvSpPr>
        <p:spPr>
          <a:xfrm>
            <a:off x="1406667" y="2666147"/>
            <a:ext cx="2727200" cy="4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98" name="Google Shape;798;p36"/>
          <p:cNvSpPr txBox="1">
            <a:spLocks noGrp="1"/>
          </p:cNvSpPr>
          <p:nvPr>
            <p:ph type="subTitle" idx="4"/>
          </p:nvPr>
        </p:nvSpPr>
        <p:spPr>
          <a:xfrm>
            <a:off x="8032533" y="2666147"/>
            <a:ext cx="2727200" cy="4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8464422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body 2">
  <p:cSld name="Title &amp; body 2">
    <p:spTree>
      <p:nvGrpSpPr>
        <p:cNvPr id="1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37"/>
          <p:cNvSpPr txBox="1">
            <a:spLocks noGrp="1"/>
          </p:cNvSpPr>
          <p:nvPr>
            <p:ph type="title"/>
          </p:nvPr>
        </p:nvSpPr>
        <p:spPr>
          <a:xfrm>
            <a:off x="1432200" y="525600"/>
            <a:ext cx="9327600" cy="68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BBC1"/>
              </a:buClr>
              <a:buSzPts val="2700"/>
              <a:buNone/>
              <a:defRPr sz="3600">
                <a:solidFill>
                  <a:srgbClr val="00BBC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9pPr>
          </a:lstStyle>
          <a:p>
            <a:endParaRPr/>
          </a:p>
        </p:txBody>
      </p:sp>
      <p:sp>
        <p:nvSpPr>
          <p:cNvPr id="801" name="Google Shape;801;p37"/>
          <p:cNvSpPr txBox="1">
            <a:spLocks noGrp="1"/>
          </p:cNvSpPr>
          <p:nvPr>
            <p:ph type="subTitle" idx="1"/>
          </p:nvPr>
        </p:nvSpPr>
        <p:spPr>
          <a:xfrm>
            <a:off x="1432200" y="1535533"/>
            <a:ext cx="9327600" cy="445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Char char="●"/>
              <a:defRPr>
                <a:solidFill>
                  <a:srgbClr val="343434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Char char="○"/>
              <a:defRPr>
                <a:solidFill>
                  <a:srgbClr val="343434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Char char="■"/>
              <a:defRPr>
                <a:solidFill>
                  <a:srgbClr val="343434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Char char="●"/>
              <a:defRPr>
                <a:solidFill>
                  <a:srgbClr val="343434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Char char="○"/>
              <a:defRPr>
                <a:solidFill>
                  <a:srgbClr val="343434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Char char="■"/>
              <a:defRPr>
                <a:solidFill>
                  <a:srgbClr val="343434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Char char="●"/>
              <a:defRPr>
                <a:solidFill>
                  <a:srgbClr val="343434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Char char="○"/>
              <a:defRPr>
                <a:solidFill>
                  <a:srgbClr val="343434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Char char="■"/>
              <a:defRPr>
                <a:solidFill>
                  <a:srgbClr val="343434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138185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slideLayout" Target="../slideLayouts/slideLayout37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29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28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Relationship Id="rId27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C39028-96BE-4614-9405-013D1118DD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A9771F-DD59-4070-8659-8F65788882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E51CAF-F5DD-4A19-AE88-104A089532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E2E732-3E64-47DB-8640-4229D2F824D8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AE81AB-63C2-4672-BB3C-9DF3D8FC2C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C05DB8-E570-49B9-9A1B-2B265B2605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CB041C-0839-4238-94E9-E84C39054D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35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ED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Font typeface="Roboto"/>
              <a:buNone/>
              <a:defRPr sz="2700" b="1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Font typeface="Roboto"/>
              <a:buNone/>
              <a:defRPr sz="2700" b="1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Font typeface="Roboto"/>
              <a:buNone/>
              <a:defRPr sz="2700" b="1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Font typeface="Roboto"/>
              <a:buNone/>
              <a:defRPr sz="2700" b="1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Font typeface="Roboto"/>
              <a:buNone/>
              <a:defRPr sz="2700" b="1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Font typeface="Roboto"/>
              <a:buNone/>
              <a:defRPr sz="2700" b="1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Font typeface="Roboto"/>
              <a:buNone/>
              <a:defRPr sz="2700" b="1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Font typeface="Roboto"/>
              <a:buNone/>
              <a:defRPr sz="2700" b="1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Font typeface="Roboto"/>
              <a:buNone/>
              <a:defRPr sz="2700" b="1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uli"/>
              <a:buChar char="●"/>
              <a:defRPr sz="12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uli"/>
              <a:buChar char="○"/>
              <a:defRPr sz="12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uli"/>
              <a:buChar char="■"/>
              <a:defRPr sz="12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uli"/>
              <a:buChar char="●"/>
              <a:defRPr sz="12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uli"/>
              <a:buChar char="○"/>
              <a:defRPr sz="12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uli"/>
              <a:buChar char="■"/>
              <a:defRPr sz="12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uli"/>
              <a:buChar char="●"/>
              <a:defRPr sz="12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uli"/>
              <a:buChar char="○"/>
              <a:defRPr sz="12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uli"/>
              <a:buChar char="■"/>
              <a:defRPr sz="12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60034873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5" r:id="rId12"/>
    <p:sldLayoutId id="2147483676" r:id="rId13"/>
    <p:sldLayoutId id="2147483677" r:id="rId14"/>
    <p:sldLayoutId id="2147483679" r:id="rId15"/>
    <p:sldLayoutId id="2147483680" r:id="rId16"/>
    <p:sldLayoutId id="2147483684" r:id="rId17"/>
    <p:sldLayoutId id="2147483685" r:id="rId18"/>
    <p:sldLayoutId id="2147483686" r:id="rId19"/>
    <p:sldLayoutId id="2147483687" r:id="rId20"/>
    <p:sldLayoutId id="2147483688" r:id="rId21"/>
    <p:sldLayoutId id="2147483689" r:id="rId22"/>
    <p:sldLayoutId id="2147483690" r:id="rId23"/>
    <p:sldLayoutId id="2147483691" r:id="rId24"/>
    <p:sldLayoutId id="2147483692" r:id="rId25"/>
    <p:sldLayoutId id="2147483693" r:id="rId26"/>
    <p:sldLayoutId id="2147483695" r:id="rId27"/>
    <p:sldLayoutId id="2147483696" r:id="rId2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7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6" name="Google Shape;3476;p55"/>
          <p:cNvSpPr/>
          <p:nvPr/>
        </p:nvSpPr>
        <p:spPr>
          <a:xfrm>
            <a:off x="9402009" y="1162471"/>
            <a:ext cx="5018800" cy="5018800"/>
          </a:xfrm>
          <a:prstGeom prst="donut">
            <a:avLst>
              <a:gd name="adj" fmla="val 17842"/>
            </a:avLst>
          </a:prstGeom>
          <a:solidFill>
            <a:srgbClr val="FF721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grpSp>
        <p:nvGrpSpPr>
          <p:cNvPr id="3477" name="Google Shape;3477;p55"/>
          <p:cNvGrpSpPr/>
          <p:nvPr/>
        </p:nvGrpSpPr>
        <p:grpSpPr>
          <a:xfrm>
            <a:off x="2742864" y="237777"/>
            <a:ext cx="1186945" cy="1187232"/>
            <a:chOff x="1347125" y="349025"/>
            <a:chExt cx="4978800" cy="4980000"/>
          </a:xfrm>
        </p:grpSpPr>
        <p:sp>
          <p:nvSpPr>
            <p:cNvPr id="3478" name="Google Shape;3478;p55"/>
            <p:cNvSpPr/>
            <p:nvPr/>
          </p:nvSpPr>
          <p:spPr>
            <a:xfrm>
              <a:off x="4756525" y="523725"/>
              <a:ext cx="1394100" cy="1393475"/>
            </a:xfrm>
            <a:custGeom>
              <a:avLst/>
              <a:gdLst/>
              <a:ahLst/>
              <a:cxnLst/>
              <a:rect l="l" t="t" r="r" b="b"/>
              <a:pathLst>
                <a:path w="55764" h="55739" extrusionOk="0">
                  <a:moveTo>
                    <a:pt x="1" y="0"/>
                  </a:moveTo>
                  <a:lnTo>
                    <a:pt x="55763" y="55739"/>
                  </a:lnTo>
                  <a:cubicBezTo>
                    <a:pt x="54928" y="53568"/>
                    <a:pt x="53998" y="51446"/>
                    <a:pt x="52973" y="49371"/>
                  </a:cubicBezTo>
                  <a:lnTo>
                    <a:pt x="6417" y="2815"/>
                  </a:lnTo>
                  <a:cubicBezTo>
                    <a:pt x="4318" y="1789"/>
                    <a:pt x="2195" y="859"/>
                    <a:pt x="1" y="0"/>
                  </a:cubicBez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479" name="Google Shape;3479;p55"/>
            <p:cNvSpPr/>
            <p:nvPr/>
          </p:nvSpPr>
          <p:spPr>
            <a:xfrm>
              <a:off x="4312325" y="393150"/>
              <a:ext cx="1968875" cy="1968875"/>
            </a:xfrm>
            <a:custGeom>
              <a:avLst/>
              <a:gdLst/>
              <a:ahLst/>
              <a:cxnLst/>
              <a:rect l="l" t="t" r="r" b="b"/>
              <a:pathLst>
                <a:path w="78755" h="78755" extrusionOk="0">
                  <a:moveTo>
                    <a:pt x="0" y="0"/>
                  </a:moveTo>
                  <a:lnTo>
                    <a:pt x="78754" y="78754"/>
                  </a:lnTo>
                  <a:cubicBezTo>
                    <a:pt x="78492" y="77204"/>
                    <a:pt x="78158" y="75654"/>
                    <a:pt x="77753" y="74151"/>
                  </a:cubicBezTo>
                  <a:lnTo>
                    <a:pt x="4627" y="1026"/>
                  </a:lnTo>
                  <a:cubicBezTo>
                    <a:pt x="3125" y="620"/>
                    <a:pt x="1551" y="286"/>
                    <a:pt x="0" y="0"/>
                  </a:cubicBez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480" name="Google Shape;3480;p55"/>
            <p:cNvSpPr/>
            <p:nvPr/>
          </p:nvSpPr>
          <p:spPr>
            <a:xfrm>
              <a:off x="3955175" y="350200"/>
              <a:ext cx="2370750" cy="2370175"/>
            </a:xfrm>
            <a:custGeom>
              <a:avLst/>
              <a:gdLst/>
              <a:ahLst/>
              <a:cxnLst/>
              <a:rect l="l" t="t" r="r" b="b"/>
              <a:pathLst>
                <a:path w="94830" h="94807" extrusionOk="0">
                  <a:moveTo>
                    <a:pt x="0" y="1"/>
                  </a:moveTo>
                  <a:lnTo>
                    <a:pt x="94829" y="94806"/>
                  </a:lnTo>
                  <a:lnTo>
                    <a:pt x="94829" y="94806"/>
                  </a:lnTo>
                  <a:cubicBezTo>
                    <a:pt x="94734" y="93542"/>
                    <a:pt x="94662" y="92254"/>
                    <a:pt x="94567" y="90966"/>
                  </a:cubicBezTo>
                  <a:lnTo>
                    <a:pt x="3840" y="239"/>
                  </a:lnTo>
                  <a:cubicBezTo>
                    <a:pt x="2576" y="120"/>
                    <a:pt x="1288" y="49"/>
                    <a:pt x="0" y="1"/>
                  </a:cubicBez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481" name="Google Shape;3481;p55"/>
            <p:cNvSpPr/>
            <p:nvPr/>
          </p:nvSpPr>
          <p:spPr>
            <a:xfrm>
              <a:off x="3646300" y="349025"/>
              <a:ext cx="2679625" cy="2679625"/>
            </a:xfrm>
            <a:custGeom>
              <a:avLst/>
              <a:gdLst/>
              <a:ahLst/>
              <a:cxnLst/>
              <a:rect l="l" t="t" r="r" b="b"/>
              <a:pathLst>
                <a:path w="107185" h="107185" extrusionOk="0">
                  <a:moveTo>
                    <a:pt x="3387" y="0"/>
                  </a:moveTo>
                  <a:cubicBezTo>
                    <a:pt x="2266" y="48"/>
                    <a:pt x="1145" y="119"/>
                    <a:pt x="1" y="215"/>
                  </a:cubicBezTo>
                  <a:lnTo>
                    <a:pt x="106969" y="107184"/>
                  </a:lnTo>
                  <a:cubicBezTo>
                    <a:pt x="107065" y="106063"/>
                    <a:pt x="107160" y="104942"/>
                    <a:pt x="107184" y="103797"/>
                  </a:cubicBezTo>
                  <a:lnTo>
                    <a:pt x="3387" y="0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482" name="Google Shape;3482;p55"/>
            <p:cNvSpPr/>
            <p:nvPr/>
          </p:nvSpPr>
          <p:spPr>
            <a:xfrm>
              <a:off x="3370225" y="377650"/>
              <a:ext cx="2926475" cy="2927650"/>
            </a:xfrm>
            <a:custGeom>
              <a:avLst/>
              <a:gdLst/>
              <a:ahLst/>
              <a:cxnLst/>
              <a:rect l="l" t="t" r="r" b="b"/>
              <a:pathLst>
                <a:path w="117059" h="117106" extrusionOk="0">
                  <a:moveTo>
                    <a:pt x="3006" y="0"/>
                  </a:moveTo>
                  <a:cubicBezTo>
                    <a:pt x="1980" y="191"/>
                    <a:pt x="979" y="358"/>
                    <a:pt x="1" y="549"/>
                  </a:cubicBezTo>
                  <a:lnTo>
                    <a:pt x="116558" y="117106"/>
                  </a:lnTo>
                  <a:cubicBezTo>
                    <a:pt x="116748" y="116104"/>
                    <a:pt x="116939" y="115055"/>
                    <a:pt x="117058" y="114053"/>
                  </a:cubicBezTo>
                  <a:lnTo>
                    <a:pt x="3006" y="0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483" name="Google Shape;3483;p55"/>
            <p:cNvSpPr/>
            <p:nvPr/>
          </p:nvSpPr>
          <p:spPr>
            <a:xfrm>
              <a:off x="3118025" y="433675"/>
              <a:ext cx="3123825" cy="3123250"/>
            </a:xfrm>
            <a:custGeom>
              <a:avLst/>
              <a:gdLst/>
              <a:ahLst/>
              <a:cxnLst/>
              <a:rect l="l" t="t" r="r" b="b"/>
              <a:pathLst>
                <a:path w="124953" h="124930" extrusionOk="0">
                  <a:moveTo>
                    <a:pt x="2815" y="1"/>
                  </a:moveTo>
                  <a:cubicBezTo>
                    <a:pt x="1861" y="239"/>
                    <a:pt x="930" y="526"/>
                    <a:pt x="0" y="788"/>
                  </a:cubicBezTo>
                  <a:lnTo>
                    <a:pt x="124141" y="124930"/>
                  </a:lnTo>
                  <a:cubicBezTo>
                    <a:pt x="124427" y="124023"/>
                    <a:pt x="124690" y="123093"/>
                    <a:pt x="124952" y="122163"/>
                  </a:cubicBezTo>
                  <a:lnTo>
                    <a:pt x="2815" y="1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484" name="Google Shape;3484;p55"/>
            <p:cNvSpPr/>
            <p:nvPr/>
          </p:nvSpPr>
          <p:spPr>
            <a:xfrm>
              <a:off x="2887275" y="510600"/>
              <a:ext cx="3277050" cy="3277675"/>
            </a:xfrm>
            <a:custGeom>
              <a:avLst/>
              <a:gdLst/>
              <a:ahLst/>
              <a:cxnLst/>
              <a:rect l="l" t="t" r="r" b="b"/>
              <a:pathLst>
                <a:path w="131082" h="131107" extrusionOk="0">
                  <a:moveTo>
                    <a:pt x="2552" y="1"/>
                  </a:moveTo>
                  <a:cubicBezTo>
                    <a:pt x="2242" y="120"/>
                    <a:pt x="1980" y="215"/>
                    <a:pt x="1670" y="358"/>
                  </a:cubicBezTo>
                  <a:cubicBezTo>
                    <a:pt x="1097" y="573"/>
                    <a:pt x="549" y="812"/>
                    <a:pt x="0" y="1026"/>
                  </a:cubicBezTo>
                  <a:lnTo>
                    <a:pt x="130080" y="131107"/>
                  </a:lnTo>
                  <a:cubicBezTo>
                    <a:pt x="130461" y="130248"/>
                    <a:pt x="130795" y="129389"/>
                    <a:pt x="131082" y="128531"/>
                  </a:cubicBezTo>
                  <a:lnTo>
                    <a:pt x="2552" y="1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485" name="Google Shape;3485;p55"/>
            <p:cNvSpPr/>
            <p:nvPr/>
          </p:nvSpPr>
          <p:spPr>
            <a:xfrm>
              <a:off x="2673800" y="606600"/>
              <a:ext cx="3395125" cy="3395125"/>
            </a:xfrm>
            <a:custGeom>
              <a:avLst/>
              <a:gdLst/>
              <a:ahLst/>
              <a:cxnLst/>
              <a:rect l="l" t="t" r="r" b="b"/>
              <a:pathLst>
                <a:path w="135805" h="135805" extrusionOk="0">
                  <a:moveTo>
                    <a:pt x="2362" y="1"/>
                  </a:moveTo>
                  <a:cubicBezTo>
                    <a:pt x="1551" y="358"/>
                    <a:pt x="764" y="764"/>
                    <a:pt x="1" y="1217"/>
                  </a:cubicBezTo>
                  <a:lnTo>
                    <a:pt x="134612" y="135805"/>
                  </a:lnTo>
                  <a:cubicBezTo>
                    <a:pt x="135041" y="135018"/>
                    <a:pt x="135447" y="134255"/>
                    <a:pt x="135805" y="133444"/>
                  </a:cubicBezTo>
                  <a:lnTo>
                    <a:pt x="2362" y="1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486" name="Google Shape;3486;p55"/>
            <p:cNvSpPr/>
            <p:nvPr/>
          </p:nvSpPr>
          <p:spPr>
            <a:xfrm>
              <a:off x="2475850" y="718100"/>
              <a:ext cx="3482175" cy="3481600"/>
            </a:xfrm>
            <a:custGeom>
              <a:avLst/>
              <a:gdLst/>
              <a:ahLst/>
              <a:cxnLst/>
              <a:rect l="l" t="t" r="r" b="b"/>
              <a:pathLst>
                <a:path w="139287" h="139264" extrusionOk="0">
                  <a:moveTo>
                    <a:pt x="2195" y="1"/>
                  </a:moveTo>
                  <a:cubicBezTo>
                    <a:pt x="1455" y="430"/>
                    <a:pt x="740" y="859"/>
                    <a:pt x="0" y="1384"/>
                  </a:cubicBezTo>
                  <a:lnTo>
                    <a:pt x="137879" y="139263"/>
                  </a:lnTo>
                  <a:cubicBezTo>
                    <a:pt x="138380" y="138572"/>
                    <a:pt x="138833" y="137832"/>
                    <a:pt x="139286" y="137069"/>
                  </a:cubicBezTo>
                  <a:lnTo>
                    <a:pt x="2195" y="1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487" name="Google Shape;3487;p55"/>
            <p:cNvSpPr/>
            <p:nvPr/>
          </p:nvSpPr>
          <p:spPr>
            <a:xfrm>
              <a:off x="2292800" y="843925"/>
              <a:ext cx="3538225" cy="3538825"/>
            </a:xfrm>
            <a:custGeom>
              <a:avLst/>
              <a:gdLst/>
              <a:ahLst/>
              <a:cxnLst/>
              <a:rect l="l" t="t" r="r" b="b"/>
              <a:pathLst>
                <a:path w="141529" h="141553" extrusionOk="0">
                  <a:moveTo>
                    <a:pt x="2004" y="0"/>
                  </a:moveTo>
                  <a:cubicBezTo>
                    <a:pt x="1312" y="549"/>
                    <a:pt x="668" y="1049"/>
                    <a:pt x="0" y="1574"/>
                  </a:cubicBezTo>
                  <a:lnTo>
                    <a:pt x="139978" y="141552"/>
                  </a:lnTo>
                  <a:cubicBezTo>
                    <a:pt x="140503" y="140861"/>
                    <a:pt x="141004" y="140193"/>
                    <a:pt x="141528" y="139525"/>
                  </a:cubicBezTo>
                  <a:lnTo>
                    <a:pt x="2004" y="0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488" name="Google Shape;3488;p55"/>
            <p:cNvSpPr/>
            <p:nvPr/>
          </p:nvSpPr>
          <p:spPr>
            <a:xfrm>
              <a:off x="2124050" y="985825"/>
              <a:ext cx="3565650" cy="3565075"/>
            </a:xfrm>
            <a:custGeom>
              <a:avLst/>
              <a:gdLst/>
              <a:ahLst/>
              <a:cxnLst/>
              <a:rect l="l" t="t" r="r" b="b"/>
              <a:pathLst>
                <a:path w="142626" h="142603" extrusionOk="0">
                  <a:moveTo>
                    <a:pt x="1885" y="0"/>
                  </a:moveTo>
                  <a:cubicBezTo>
                    <a:pt x="1241" y="549"/>
                    <a:pt x="621" y="1145"/>
                    <a:pt x="1" y="1718"/>
                  </a:cubicBezTo>
                  <a:lnTo>
                    <a:pt x="140885" y="142602"/>
                  </a:lnTo>
                  <a:cubicBezTo>
                    <a:pt x="141481" y="141982"/>
                    <a:pt x="142077" y="141386"/>
                    <a:pt x="142626" y="140742"/>
                  </a:cubicBezTo>
                  <a:lnTo>
                    <a:pt x="1885" y="0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489" name="Google Shape;3489;p55"/>
            <p:cNvSpPr/>
            <p:nvPr/>
          </p:nvSpPr>
          <p:spPr>
            <a:xfrm>
              <a:off x="1970825" y="1141450"/>
              <a:ext cx="3563250" cy="3563875"/>
            </a:xfrm>
            <a:custGeom>
              <a:avLst/>
              <a:gdLst/>
              <a:ahLst/>
              <a:cxnLst/>
              <a:rect l="l" t="t" r="r" b="b"/>
              <a:pathLst>
                <a:path w="142530" h="142555" extrusionOk="0">
                  <a:moveTo>
                    <a:pt x="1693" y="0"/>
                  </a:moveTo>
                  <a:cubicBezTo>
                    <a:pt x="1097" y="621"/>
                    <a:pt x="525" y="1264"/>
                    <a:pt x="0" y="1885"/>
                  </a:cubicBezTo>
                  <a:lnTo>
                    <a:pt x="140669" y="142555"/>
                  </a:lnTo>
                  <a:cubicBezTo>
                    <a:pt x="141290" y="141982"/>
                    <a:pt x="141934" y="141434"/>
                    <a:pt x="142530" y="140837"/>
                  </a:cubicBezTo>
                  <a:lnTo>
                    <a:pt x="1693" y="0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490" name="Google Shape;3490;p55"/>
            <p:cNvSpPr/>
            <p:nvPr/>
          </p:nvSpPr>
          <p:spPr>
            <a:xfrm>
              <a:off x="1830100" y="1311375"/>
              <a:ext cx="3534050" cy="3534075"/>
            </a:xfrm>
            <a:custGeom>
              <a:avLst/>
              <a:gdLst/>
              <a:ahLst/>
              <a:cxnLst/>
              <a:rect l="l" t="t" r="r" b="b"/>
              <a:pathLst>
                <a:path w="141362" h="141363" extrusionOk="0">
                  <a:moveTo>
                    <a:pt x="1551" y="1"/>
                  </a:moveTo>
                  <a:cubicBezTo>
                    <a:pt x="1026" y="692"/>
                    <a:pt x="525" y="1336"/>
                    <a:pt x="0" y="2028"/>
                  </a:cubicBezTo>
                  <a:lnTo>
                    <a:pt x="139334" y="141362"/>
                  </a:lnTo>
                  <a:cubicBezTo>
                    <a:pt x="140026" y="140838"/>
                    <a:pt x="140717" y="140337"/>
                    <a:pt x="141361" y="139812"/>
                  </a:cubicBezTo>
                  <a:lnTo>
                    <a:pt x="1551" y="1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491" name="Google Shape;3491;p55"/>
            <p:cNvSpPr/>
            <p:nvPr/>
          </p:nvSpPr>
          <p:spPr>
            <a:xfrm>
              <a:off x="1704875" y="1495025"/>
              <a:ext cx="3476225" cy="3475050"/>
            </a:xfrm>
            <a:custGeom>
              <a:avLst/>
              <a:gdLst/>
              <a:ahLst/>
              <a:cxnLst/>
              <a:rect l="l" t="t" r="r" b="b"/>
              <a:pathLst>
                <a:path w="139049" h="139002" extrusionOk="0">
                  <a:moveTo>
                    <a:pt x="1384" y="1"/>
                  </a:moveTo>
                  <a:cubicBezTo>
                    <a:pt x="907" y="740"/>
                    <a:pt x="454" y="1479"/>
                    <a:pt x="1" y="2219"/>
                  </a:cubicBezTo>
                  <a:lnTo>
                    <a:pt x="136783" y="139001"/>
                  </a:lnTo>
                  <a:cubicBezTo>
                    <a:pt x="137546" y="138572"/>
                    <a:pt x="138309" y="138119"/>
                    <a:pt x="139048" y="137666"/>
                  </a:cubicBezTo>
                  <a:lnTo>
                    <a:pt x="1384" y="1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492" name="Google Shape;3492;p55"/>
            <p:cNvSpPr/>
            <p:nvPr/>
          </p:nvSpPr>
          <p:spPr>
            <a:xfrm>
              <a:off x="1594575" y="1694175"/>
              <a:ext cx="3386775" cy="3386800"/>
            </a:xfrm>
            <a:custGeom>
              <a:avLst/>
              <a:gdLst/>
              <a:ahLst/>
              <a:cxnLst/>
              <a:rect l="l" t="t" r="r" b="b"/>
              <a:pathLst>
                <a:path w="135471" h="135472" extrusionOk="0">
                  <a:moveTo>
                    <a:pt x="1193" y="1"/>
                  </a:moveTo>
                  <a:cubicBezTo>
                    <a:pt x="764" y="788"/>
                    <a:pt x="382" y="1575"/>
                    <a:pt x="1" y="2386"/>
                  </a:cubicBezTo>
                  <a:lnTo>
                    <a:pt x="133085" y="135471"/>
                  </a:lnTo>
                  <a:cubicBezTo>
                    <a:pt x="133896" y="135090"/>
                    <a:pt x="134683" y="134684"/>
                    <a:pt x="135471" y="134255"/>
                  </a:cubicBezTo>
                  <a:lnTo>
                    <a:pt x="1193" y="1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493" name="Google Shape;3493;p55"/>
            <p:cNvSpPr/>
            <p:nvPr/>
          </p:nvSpPr>
          <p:spPr>
            <a:xfrm>
              <a:off x="1500975" y="1909425"/>
              <a:ext cx="3264525" cy="3265150"/>
            </a:xfrm>
            <a:custGeom>
              <a:avLst/>
              <a:gdLst/>
              <a:ahLst/>
              <a:cxnLst/>
              <a:rect l="l" t="t" r="r" b="b"/>
              <a:pathLst>
                <a:path w="130581" h="130606" extrusionOk="0">
                  <a:moveTo>
                    <a:pt x="978" y="1"/>
                  </a:moveTo>
                  <a:cubicBezTo>
                    <a:pt x="644" y="859"/>
                    <a:pt x="310" y="1718"/>
                    <a:pt x="0" y="2577"/>
                  </a:cubicBezTo>
                  <a:lnTo>
                    <a:pt x="128029" y="130606"/>
                  </a:lnTo>
                  <a:cubicBezTo>
                    <a:pt x="128625" y="130367"/>
                    <a:pt x="129174" y="130177"/>
                    <a:pt x="129746" y="129938"/>
                  </a:cubicBezTo>
                  <a:cubicBezTo>
                    <a:pt x="130032" y="129843"/>
                    <a:pt x="130318" y="129723"/>
                    <a:pt x="130581" y="129604"/>
                  </a:cubicBezTo>
                  <a:lnTo>
                    <a:pt x="978" y="1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494" name="Google Shape;3494;p55"/>
            <p:cNvSpPr/>
            <p:nvPr/>
          </p:nvSpPr>
          <p:spPr>
            <a:xfrm>
              <a:off x="1425825" y="2142575"/>
              <a:ext cx="3107150" cy="3107125"/>
            </a:xfrm>
            <a:custGeom>
              <a:avLst/>
              <a:gdLst/>
              <a:ahLst/>
              <a:cxnLst/>
              <a:rect l="l" t="t" r="r" b="b"/>
              <a:pathLst>
                <a:path w="124286" h="124285" extrusionOk="0">
                  <a:moveTo>
                    <a:pt x="788" y="0"/>
                  </a:moveTo>
                  <a:cubicBezTo>
                    <a:pt x="478" y="930"/>
                    <a:pt x="239" y="1861"/>
                    <a:pt x="1" y="2791"/>
                  </a:cubicBezTo>
                  <a:lnTo>
                    <a:pt x="121495" y="124285"/>
                  </a:lnTo>
                  <a:cubicBezTo>
                    <a:pt x="122425" y="124023"/>
                    <a:pt x="123355" y="123784"/>
                    <a:pt x="124285" y="123498"/>
                  </a:cubicBezTo>
                  <a:lnTo>
                    <a:pt x="788" y="0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495" name="Google Shape;3495;p55"/>
            <p:cNvSpPr/>
            <p:nvPr/>
          </p:nvSpPr>
          <p:spPr>
            <a:xfrm>
              <a:off x="1372175" y="2395975"/>
              <a:ext cx="2906775" cy="2906800"/>
            </a:xfrm>
            <a:custGeom>
              <a:avLst/>
              <a:gdLst/>
              <a:ahLst/>
              <a:cxnLst/>
              <a:rect l="l" t="t" r="r" b="b"/>
              <a:pathLst>
                <a:path w="116271" h="116272" extrusionOk="0">
                  <a:moveTo>
                    <a:pt x="501" y="1"/>
                  </a:moveTo>
                  <a:cubicBezTo>
                    <a:pt x="334" y="1002"/>
                    <a:pt x="143" y="2052"/>
                    <a:pt x="0" y="3054"/>
                  </a:cubicBezTo>
                  <a:lnTo>
                    <a:pt x="113218" y="116272"/>
                  </a:lnTo>
                  <a:cubicBezTo>
                    <a:pt x="114220" y="116129"/>
                    <a:pt x="115269" y="115962"/>
                    <a:pt x="116271" y="115771"/>
                  </a:cubicBezTo>
                  <a:lnTo>
                    <a:pt x="501" y="1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496" name="Google Shape;3496;p55"/>
            <p:cNvSpPr/>
            <p:nvPr/>
          </p:nvSpPr>
          <p:spPr>
            <a:xfrm>
              <a:off x="1347125" y="2675025"/>
              <a:ext cx="2653375" cy="2654000"/>
            </a:xfrm>
            <a:custGeom>
              <a:avLst/>
              <a:gdLst/>
              <a:ahLst/>
              <a:cxnLst/>
              <a:rect l="l" t="t" r="r" b="b"/>
              <a:pathLst>
                <a:path w="106135" h="106160" extrusionOk="0">
                  <a:moveTo>
                    <a:pt x="144" y="1"/>
                  </a:moveTo>
                  <a:cubicBezTo>
                    <a:pt x="72" y="1146"/>
                    <a:pt x="1" y="2290"/>
                    <a:pt x="1" y="3459"/>
                  </a:cubicBezTo>
                  <a:lnTo>
                    <a:pt x="102676" y="106159"/>
                  </a:lnTo>
                  <a:cubicBezTo>
                    <a:pt x="103821" y="106111"/>
                    <a:pt x="104966" y="106064"/>
                    <a:pt x="106135" y="105992"/>
                  </a:cubicBezTo>
                  <a:lnTo>
                    <a:pt x="144" y="1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497" name="Google Shape;3497;p55"/>
            <p:cNvSpPr/>
            <p:nvPr/>
          </p:nvSpPr>
          <p:spPr>
            <a:xfrm>
              <a:off x="1349525" y="2987475"/>
              <a:ext cx="2337350" cy="2337375"/>
            </a:xfrm>
            <a:custGeom>
              <a:avLst/>
              <a:gdLst/>
              <a:ahLst/>
              <a:cxnLst/>
              <a:rect l="l" t="t" r="r" b="b"/>
              <a:pathLst>
                <a:path w="93494" h="93495" extrusionOk="0">
                  <a:moveTo>
                    <a:pt x="0" y="0"/>
                  </a:moveTo>
                  <a:lnTo>
                    <a:pt x="0" y="0"/>
                  </a:lnTo>
                  <a:cubicBezTo>
                    <a:pt x="72" y="1288"/>
                    <a:pt x="167" y="2600"/>
                    <a:pt x="334" y="3912"/>
                  </a:cubicBezTo>
                  <a:lnTo>
                    <a:pt x="89606" y="93184"/>
                  </a:lnTo>
                  <a:cubicBezTo>
                    <a:pt x="90894" y="93327"/>
                    <a:pt x="92182" y="93446"/>
                    <a:pt x="93493" y="9349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498" name="Google Shape;3498;p55"/>
            <p:cNvSpPr/>
            <p:nvPr/>
          </p:nvSpPr>
          <p:spPr>
            <a:xfrm>
              <a:off x="1398400" y="3351200"/>
              <a:ext cx="1924750" cy="1924750"/>
            </a:xfrm>
            <a:custGeom>
              <a:avLst/>
              <a:gdLst/>
              <a:ahLst/>
              <a:cxnLst/>
              <a:rect l="l" t="t" r="r" b="b"/>
              <a:pathLst>
                <a:path w="76990" h="76990" extrusionOk="0">
                  <a:moveTo>
                    <a:pt x="1" y="0"/>
                  </a:moveTo>
                  <a:lnTo>
                    <a:pt x="1" y="0"/>
                  </a:lnTo>
                  <a:cubicBezTo>
                    <a:pt x="335" y="1550"/>
                    <a:pt x="716" y="3125"/>
                    <a:pt x="1122" y="4675"/>
                  </a:cubicBezTo>
                  <a:lnTo>
                    <a:pt x="72339" y="75892"/>
                  </a:lnTo>
                  <a:cubicBezTo>
                    <a:pt x="73889" y="76298"/>
                    <a:pt x="75439" y="76679"/>
                    <a:pt x="76990" y="76989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499" name="Google Shape;3499;p55"/>
            <p:cNvSpPr/>
            <p:nvPr/>
          </p:nvSpPr>
          <p:spPr>
            <a:xfrm>
              <a:off x="1543300" y="3809125"/>
              <a:ext cx="1323125" cy="1323125"/>
            </a:xfrm>
            <a:custGeom>
              <a:avLst/>
              <a:gdLst/>
              <a:ahLst/>
              <a:cxnLst/>
              <a:rect l="l" t="t" r="r" b="b"/>
              <a:pathLst>
                <a:path w="52925" h="52925" extrusionOk="0">
                  <a:moveTo>
                    <a:pt x="0" y="0"/>
                  </a:moveTo>
                  <a:lnTo>
                    <a:pt x="0" y="0"/>
                  </a:lnTo>
                  <a:cubicBezTo>
                    <a:pt x="954" y="2314"/>
                    <a:pt x="2004" y="4556"/>
                    <a:pt x="3173" y="6750"/>
                  </a:cubicBezTo>
                  <a:lnTo>
                    <a:pt x="46222" y="49824"/>
                  </a:lnTo>
                  <a:cubicBezTo>
                    <a:pt x="48417" y="50945"/>
                    <a:pt x="50635" y="51994"/>
                    <a:pt x="52924" y="5292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3501" name="Google Shape;3501;p55"/>
          <p:cNvSpPr/>
          <p:nvPr/>
        </p:nvSpPr>
        <p:spPr>
          <a:xfrm flipH="1">
            <a:off x="10094257" y="5904641"/>
            <a:ext cx="1013736" cy="392403"/>
          </a:xfrm>
          <a:custGeom>
            <a:avLst/>
            <a:gdLst/>
            <a:ahLst/>
            <a:cxnLst/>
            <a:rect l="l" t="t" r="r" b="b"/>
            <a:pathLst>
              <a:path w="8874" h="3435" extrusionOk="0">
                <a:moveTo>
                  <a:pt x="1" y="0"/>
                </a:moveTo>
                <a:lnTo>
                  <a:pt x="1" y="3435"/>
                </a:lnTo>
                <a:lnTo>
                  <a:pt x="8873" y="3435"/>
                </a:lnTo>
                <a:lnTo>
                  <a:pt x="8873" y="0"/>
                </a:lnTo>
                <a:close/>
              </a:path>
            </a:pathLst>
          </a:custGeom>
          <a:solidFill>
            <a:srgbClr val="34343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3502" name="Google Shape;3502;p55"/>
          <p:cNvSpPr/>
          <p:nvPr/>
        </p:nvSpPr>
        <p:spPr>
          <a:xfrm flipH="1">
            <a:off x="7898286" y="2926607"/>
            <a:ext cx="5402937" cy="3057088"/>
          </a:xfrm>
          <a:custGeom>
            <a:avLst/>
            <a:gdLst/>
            <a:ahLst/>
            <a:cxnLst/>
            <a:rect l="l" t="t" r="r" b="b"/>
            <a:pathLst>
              <a:path w="47296" h="26761" extrusionOk="0">
                <a:moveTo>
                  <a:pt x="2696" y="1"/>
                </a:moveTo>
                <a:cubicBezTo>
                  <a:pt x="1193" y="1"/>
                  <a:pt x="0" y="1193"/>
                  <a:pt x="0" y="2672"/>
                </a:cubicBezTo>
                <a:lnTo>
                  <a:pt x="0" y="24090"/>
                </a:lnTo>
                <a:cubicBezTo>
                  <a:pt x="0" y="25568"/>
                  <a:pt x="1193" y="26761"/>
                  <a:pt x="2696" y="26761"/>
                </a:cubicBezTo>
                <a:lnTo>
                  <a:pt x="44601" y="26761"/>
                </a:lnTo>
                <a:cubicBezTo>
                  <a:pt x="46103" y="26761"/>
                  <a:pt x="47296" y="25568"/>
                  <a:pt x="47296" y="24090"/>
                </a:cubicBezTo>
                <a:lnTo>
                  <a:pt x="47296" y="2672"/>
                </a:lnTo>
                <a:cubicBezTo>
                  <a:pt x="47296" y="1193"/>
                  <a:pt x="46103" y="1"/>
                  <a:pt x="44601" y="1"/>
                </a:cubicBezTo>
                <a:close/>
              </a:path>
            </a:pathLst>
          </a:custGeom>
          <a:solidFill>
            <a:srgbClr val="34343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3503" name="Google Shape;3503;p55"/>
          <p:cNvSpPr/>
          <p:nvPr/>
        </p:nvSpPr>
        <p:spPr>
          <a:xfrm flipH="1">
            <a:off x="8039940" y="3062891"/>
            <a:ext cx="5116889" cy="2781891"/>
          </a:xfrm>
          <a:custGeom>
            <a:avLst/>
            <a:gdLst/>
            <a:ahLst/>
            <a:cxnLst/>
            <a:rect l="l" t="t" r="r" b="b"/>
            <a:pathLst>
              <a:path w="44792" h="24352" extrusionOk="0">
                <a:moveTo>
                  <a:pt x="1694" y="0"/>
                </a:moveTo>
                <a:cubicBezTo>
                  <a:pt x="740" y="0"/>
                  <a:pt x="1" y="763"/>
                  <a:pt x="1" y="1694"/>
                </a:cubicBezTo>
                <a:lnTo>
                  <a:pt x="1" y="22658"/>
                </a:lnTo>
                <a:cubicBezTo>
                  <a:pt x="1" y="23612"/>
                  <a:pt x="764" y="24352"/>
                  <a:pt x="1694" y="24352"/>
                </a:cubicBezTo>
                <a:lnTo>
                  <a:pt x="43098" y="24352"/>
                </a:lnTo>
                <a:cubicBezTo>
                  <a:pt x="44028" y="24352"/>
                  <a:pt x="44768" y="23612"/>
                  <a:pt x="44791" y="22658"/>
                </a:cubicBezTo>
                <a:lnTo>
                  <a:pt x="44791" y="1694"/>
                </a:lnTo>
                <a:cubicBezTo>
                  <a:pt x="44791" y="740"/>
                  <a:pt x="44028" y="0"/>
                  <a:pt x="43098" y="0"/>
                </a:cubicBezTo>
                <a:close/>
              </a:path>
            </a:pathLst>
          </a:custGeom>
          <a:solidFill>
            <a:srgbClr val="F0F7E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3504" name="Google Shape;3504;p55"/>
          <p:cNvSpPr/>
          <p:nvPr/>
        </p:nvSpPr>
        <p:spPr>
          <a:xfrm flipH="1">
            <a:off x="8042680" y="3245441"/>
            <a:ext cx="5114147" cy="2422275"/>
          </a:xfrm>
          <a:custGeom>
            <a:avLst/>
            <a:gdLst/>
            <a:ahLst/>
            <a:cxnLst/>
            <a:rect l="l" t="t" r="r" b="b"/>
            <a:pathLst>
              <a:path w="44768" h="21204" extrusionOk="0">
                <a:moveTo>
                  <a:pt x="1" y="0"/>
                </a:moveTo>
                <a:lnTo>
                  <a:pt x="1" y="21203"/>
                </a:lnTo>
                <a:lnTo>
                  <a:pt x="44768" y="21203"/>
                </a:lnTo>
                <a:lnTo>
                  <a:pt x="44768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3505" name="Google Shape;3505;p55"/>
          <p:cNvSpPr/>
          <p:nvPr/>
        </p:nvSpPr>
        <p:spPr>
          <a:xfrm flipH="1">
            <a:off x="9080750" y="6296932"/>
            <a:ext cx="3035268" cy="117321"/>
          </a:xfrm>
          <a:custGeom>
            <a:avLst/>
            <a:gdLst/>
            <a:ahLst/>
            <a:cxnLst/>
            <a:rect l="l" t="t" r="r" b="b"/>
            <a:pathLst>
              <a:path w="26570" h="1027" extrusionOk="0">
                <a:moveTo>
                  <a:pt x="501" y="1"/>
                </a:moveTo>
                <a:cubicBezTo>
                  <a:pt x="215" y="1"/>
                  <a:pt x="0" y="239"/>
                  <a:pt x="0" y="502"/>
                </a:cubicBezTo>
                <a:cubicBezTo>
                  <a:pt x="0" y="812"/>
                  <a:pt x="239" y="1026"/>
                  <a:pt x="501" y="1026"/>
                </a:cubicBezTo>
                <a:lnTo>
                  <a:pt x="26069" y="1026"/>
                </a:lnTo>
                <a:cubicBezTo>
                  <a:pt x="26331" y="1026"/>
                  <a:pt x="26546" y="788"/>
                  <a:pt x="26570" y="502"/>
                </a:cubicBezTo>
                <a:cubicBezTo>
                  <a:pt x="26570" y="215"/>
                  <a:pt x="26331" y="1"/>
                  <a:pt x="26069" y="1"/>
                </a:cubicBezTo>
                <a:close/>
              </a:path>
            </a:pathLst>
          </a:custGeom>
          <a:solidFill>
            <a:srgbClr val="34343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3506" name="Google Shape;3506;p55"/>
          <p:cNvSpPr/>
          <p:nvPr/>
        </p:nvSpPr>
        <p:spPr>
          <a:xfrm flipH="1">
            <a:off x="10631055" y="3615911"/>
            <a:ext cx="877452" cy="885677"/>
          </a:xfrm>
          <a:custGeom>
            <a:avLst/>
            <a:gdLst/>
            <a:ahLst/>
            <a:cxnLst/>
            <a:rect l="l" t="t" r="r" b="b"/>
            <a:pathLst>
              <a:path w="7681" h="7753" extrusionOk="0">
                <a:moveTo>
                  <a:pt x="3841" y="1647"/>
                </a:moveTo>
                <a:cubicBezTo>
                  <a:pt x="4246" y="1647"/>
                  <a:pt x="4652" y="1766"/>
                  <a:pt x="4962" y="1957"/>
                </a:cubicBezTo>
                <a:cubicBezTo>
                  <a:pt x="5654" y="2338"/>
                  <a:pt x="6107" y="3078"/>
                  <a:pt x="6107" y="3912"/>
                </a:cubicBezTo>
                <a:cubicBezTo>
                  <a:pt x="6107" y="4509"/>
                  <a:pt x="5868" y="5057"/>
                  <a:pt x="5510" y="5439"/>
                </a:cubicBezTo>
                <a:cubicBezTo>
                  <a:pt x="5081" y="5892"/>
                  <a:pt x="4485" y="6178"/>
                  <a:pt x="3841" y="6178"/>
                </a:cubicBezTo>
                <a:cubicBezTo>
                  <a:pt x="2625" y="6178"/>
                  <a:pt x="1599" y="5200"/>
                  <a:pt x="1575" y="3984"/>
                </a:cubicBezTo>
                <a:lnTo>
                  <a:pt x="1575" y="3912"/>
                </a:lnTo>
                <a:cubicBezTo>
                  <a:pt x="1575" y="2958"/>
                  <a:pt x="2171" y="2124"/>
                  <a:pt x="3006" y="1790"/>
                </a:cubicBezTo>
                <a:cubicBezTo>
                  <a:pt x="3268" y="1718"/>
                  <a:pt x="3531" y="1647"/>
                  <a:pt x="3841" y="1647"/>
                </a:cubicBezTo>
                <a:close/>
                <a:moveTo>
                  <a:pt x="3841" y="1"/>
                </a:moveTo>
                <a:cubicBezTo>
                  <a:pt x="3340" y="72"/>
                  <a:pt x="2887" y="168"/>
                  <a:pt x="2434" y="311"/>
                </a:cubicBezTo>
                <a:cubicBezTo>
                  <a:pt x="1003" y="859"/>
                  <a:pt x="1" y="2267"/>
                  <a:pt x="1" y="3912"/>
                </a:cubicBezTo>
                <a:cubicBezTo>
                  <a:pt x="1" y="6035"/>
                  <a:pt x="1718" y="7752"/>
                  <a:pt x="3841" y="7752"/>
                </a:cubicBezTo>
                <a:cubicBezTo>
                  <a:pt x="4962" y="7752"/>
                  <a:pt x="5987" y="7275"/>
                  <a:pt x="6703" y="6488"/>
                </a:cubicBezTo>
                <a:cubicBezTo>
                  <a:pt x="7323" y="5797"/>
                  <a:pt x="7681" y="4890"/>
                  <a:pt x="7681" y="3889"/>
                </a:cubicBezTo>
                <a:cubicBezTo>
                  <a:pt x="7681" y="2457"/>
                  <a:pt x="6918" y="1241"/>
                  <a:pt x="5773" y="549"/>
                </a:cubicBezTo>
                <a:cubicBezTo>
                  <a:pt x="5200" y="216"/>
                  <a:pt x="4533" y="1"/>
                  <a:pt x="3841" y="1"/>
                </a:cubicBezTo>
                <a:close/>
              </a:path>
            </a:pathLst>
          </a:custGeom>
          <a:solidFill>
            <a:srgbClr val="00BBC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3507" name="Google Shape;3507;p55"/>
          <p:cNvSpPr/>
          <p:nvPr/>
        </p:nvSpPr>
        <p:spPr>
          <a:xfrm flipH="1">
            <a:off x="10745406" y="4062804"/>
            <a:ext cx="768471" cy="444152"/>
          </a:xfrm>
          <a:custGeom>
            <a:avLst/>
            <a:gdLst/>
            <a:ahLst/>
            <a:cxnLst/>
            <a:rect l="l" t="t" r="r" b="b"/>
            <a:pathLst>
              <a:path w="6727" h="3888" extrusionOk="0">
                <a:moveTo>
                  <a:pt x="0" y="0"/>
                </a:moveTo>
                <a:cubicBezTo>
                  <a:pt x="0" y="2123"/>
                  <a:pt x="1741" y="3840"/>
                  <a:pt x="3864" y="3888"/>
                </a:cubicBezTo>
                <a:cubicBezTo>
                  <a:pt x="4985" y="3888"/>
                  <a:pt x="6011" y="3363"/>
                  <a:pt x="6726" y="2600"/>
                </a:cubicBezTo>
                <a:lnTo>
                  <a:pt x="5534" y="1527"/>
                </a:lnTo>
                <a:cubicBezTo>
                  <a:pt x="5104" y="1980"/>
                  <a:pt x="4508" y="2266"/>
                  <a:pt x="3864" y="2266"/>
                </a:cubicBezTo>
                <a:cubicBezTo>
                  <a:pt x="2624" y="2266"/>
                  <a:pt x="1622" y="1288"/>
                  <a:pt x="1598" y="72"/>
                </a:cubicBezTo>
                <a:lnTo>
                  <a:pt x="1598" y="0"/>
                </a:lnTo>
                <a:close/>
              </a:path>
            </a:pathLst>
          </a:custGeom>
          <a:solidFill>
            <a:srgbClr val="00899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3508" name="Google Shape;3508;p55"/>
          <p:cNvSpPr/>
          <p:nvPr/>
        </p:nvSpPr>
        <p:spPr>
          <a:xfrm flipH="1">
            <a:off x="10742779" y="4656721"/>
            <a:ext cx="1656660" cy="703127"/>
          </a:xfrm>
          <a:custGeom>
            <a:avLst/>
            <a:gdLst/>
            <a:ahLst/>
            <a:cxnLst/>
            <a:rect l="l" t="t" r="r" b="b"/>
            <a:pathLst>
              <a:path w="14502" h="6155" extrusionOk="0">
                <a:moveTo>
                  <a:pt x="526" y="1"/>
                </a:moveTo>
                <a:cubicBezTo>
                  <a:pt x="239" y="1"/>
                  <a:pt x="1" y="239"/>
                  <a:pt x="1" y="502"/>
                </a:cubicBezTo>
                <a:cubicBezTo>
                  <a:pt x="1" y="764"/>
                  <a:pt x="239" y="1002"/>
                  <a:pt x="526" y="1002"/>
                </a:cubicBezTo>
                <a:lnTo>
                  <a:pt x="14001" y="1002"/>
                </a:lnTo>
                <a:cubicBezTo>
                  <a:pt x="14263" y="1002"/>
                  <a:pt x="14502" y="764"/>
                  <a:pt x="14502" y="502"/>
                </a:cubicBezTo>
                <a:cubicBezTo>
                  <a:pt x="14502" y="239"/>
                  <a:pt x="14263" y="1"/>
                  <a:pt x="14001" y="1"/>
                </a:cubicBezTo>
                <a:close/>
                <a:moveTo>
                  <a:pt x="526" y="1718"/>
                </a:moveTo>
                <a:cubicBezTo>
                  <a:pt x="239" y="1718"/>
                  <a:pt x="1" y="1956"/>
                  <a:pt x="1" y="2219"/>
                </a:cubicBezTo>
                <a:cubicBezTo>
                  <a:pt x="1" y="2481"/>
                  <a:pt x="239" y="2744"/>
                  <a:pt x="526" y="2744"/>
                </a:cubicBezTo>
                <a:lnTo>
                  <a:pt x="14001" y="2744"/>
                </a:lnTo>
                <a:cubicBezTo>
                  <a:pt x="14263" y="2744"/>
                  <a:pt x="14502" y="2481"/>
                  <a:pt x="14502" y="2219"/>
                </a:cubicBezTo>
                <a:cubicBezTo>
                  <a:pt x="14502" y="1933"/>
                  <a:pt x="14263" y="1718"/>
                  <a:pt x="14001" y="1718"/>
                </a:cubicBezTo>
                <a:close/>
                <a:moveTo>
                  <a:pt x="526" y="3411"/>
                </a:moveTo>
                <a:cubicBezTo>
                  <a:pt x="239" y="3411"/>
                  <a:pt x="1" y="3650"/>
                  <a:pt x="1" y="3936"/>
                </a:cubicBezTo>
                <a:cubicBezTo>
                  <a:pt x="1" y="4198"/>
                  <a:pt x="239" y="4437"/>
                  <a:pt x="526" y="4437"/>
                </a:cubicBezTo>
                <a:lnTo>
                  <a:pt x="14001" y="4437"/>
                </a:lnTo>
                <a:cubicBezTo>
                  <a:pt x="14263" y="4437"/>
                  <a:pt x="14502" y="4198"/>
                  <a:pt x="14502" y="3936"/>
                </a:cubicBezTo>
                <a:cubicBezTo>
                  <a:pt x="14502" y="3650"/>
                  <a:pt x="14263" y="3411"/>
                  <a:pt x="14001" y="3411"/>
                </a:cubicBezTo>
                <a:close/>
                <a:moveTo>
                  <a:pt x="526" y="5152"/>
                </a:moveTo>
                <a:cubicBezTo>
                  <a:pt x="239" y="5152"/>
                  <a:pt x="1" y="5391"/>
                  <a:pt x="1" y="5653"/>
                </a:cubicBezTo>
                <a:cubicBezTo>
                  <a:pt x="1" y="5916"/>
                  <a:pt x="239" y="6154"/>
                  <a:pt x="526" y="6154"/>
                </a:cubicBezTo>
                <a:lnTo>
                  <a:pt x="14001" y="6154"/>
                </a:lnTo>
                <a:cubicBezTo>
                  <a:pt x="14263" y="6154"/>
                  <a:pt x="14502" y="5916"/>
                  <a:pt x="14502" y="5653"/>
                </a:cubicBezTo>
                <a:cubicBezTo>
                  <a:pt x="14502" y="5367"/>
                  <a:pt x="14263" y="5152"/>
                  <a:pt x="14001" y="5152"/>
                </a:cubicBezTo>
                <a:close/>
              </a:path>
            </a:pathLst>
          </a:custGeom>
          <a:solidFill>
            <a:srgbClr val="00BBC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3509" name="Google Shape;3509;p55"/>
          <p:cNvSpPr/>
          <p:nvPr/>
        </p:nvSpPr>
        <p:spPr>
          <a:xfrm flipH="1">
            <a:off x="8489461" y="3703187"/>
            <a:ext cx="1763015" cy="1697443"/>
          </a:xfrm>
          <a:custGeom>
            <a:avLst/>
            <a:gdLst/>
            <a:ahLst/>
            <a:cxnLst/>
            <a:rect l="l" t="t" r="r" b="b"/>
            <a:pathLst>
              <a:path w="15433" h="14859" extrusionOk="0">
                <a:moveTo>
                  <a:pt x="2076" y="0"/>
                </a:moveTo>
                <a:cubicBezTo>
                  <a:pt x="931" y="0"/>
                  <a:pt x="1" y="906"/>
                  <a:pt x="1" y="2075"/>
                </a:cubicBezTo>
                <a:lnTo>
                  <a:pt x="1" y="12784"/>
                </a:lnTo>
                <a:cubicBezTo>
                  <a:pt x="1" y="13953"/>
                  <a:pt x="931" y="14859"/>
                  <a:pt x="2076" y="14859"/>
                </a:cubicBezTo>
                <a:lnTo>
                  <a:pt x="13357" y="14859"/>
                </a:lnTo>
                <a:cubicBezTo>
                  <a:pt x="14526" y="14859"/>
                  <a:pt x="15432" y="13905"/>
                  <a:pt x="15432" y="12784"/>
                </a:cubicBezTo>
                <a:lnTo>
                  <a:pt x="15432" y="2075"/>
                </a:lnTo>
                <a:cubicBezTo>
                  <a:pt x="15432" y="906"/>
                  <a:pt x="14526" y="0"/>
                  <a:pt x="13357" y="0"/>
                </a:cubicBezTo>
                <a:close/>
              </a:path>
            </a:pathLst>
          </a:custGeom>
          <a:solidFill>
            <a:srgbClr val="00BBC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3510" name="Google Shape;3510;p55"/>
          <p:cNvSpPr/>
          <p:nvPr/>
        </p:nvSpPr>
        <p:spPr>
          <a:xfrm flipH="1">
            <a:off x="8620262" y="3833873"/>
            <a:ext cx="1498671" cy="626816"/>
          </a:xfrm>
          <a:custGeom>
            <a:avLst/>
            <a:gdLst/>
            <a:ahLst/>
            <a:cxnLst/>
            <a:rect l="l" t="t" r="r" b="b"/>
            <a:pathLst>
              <a:path w="13119" h="5487" extrusionOk="0">
                <a:moveTo>
                  <a:pt x="6512" y="335"/>
                </a:moveTo>
                <a:cubicBezTo>
                  <a:pt x="6369" y="335"/>
                  <a:pt x="6273" y="454"/>
                  <a:pt x="6273" y="573"/>
                </a:cubicBezTo>
                <a:cubicBezTo>
                  <a:pt x="6273" y="716"/>
                  <a:pt x="6393" y="812"/>
                  <a:pt x="6512" y="812"/>
                </a:cubicBezTo>
                <a:lnTo>
                  <a:pt x="12880" y="812"/>
                </a:lnTo>
                <a:cubicBezTo>
                  <a:pt x="12890" y="814"/>
                  <a:pt x="12900" y="815"/>
                  <a:pt x="12911" y="815"/>
                </a:cubicBezTo>
                <a:cubicBezTo>
                  <a:pt x="13019" y="815"/>
                  <a:pt x="13118" y="704"/>
                  <a:pt x="13118" y="573"/>
                </a:cubicBezTo>
                <a:cubicBezTo>
                  <a:pt x="13118" y="430"/>
                  <a:pt x="12999" y="335"/>
                  <a:pt x="12880" y="335"/>
                </a:cubicBezTo>
                <a:close/>
                <a:moveTo>
                  <a:pt x="12911" y="1787"/>
                </a:moveTo>
                <a:cubicBezTo>
                  <a:pt x="12900" y="1787"/>
                  <a:pt x="12890" y="1788"/>
                  <a:pt x="12880" y="1790"/>
                </a:cubicBezTo>
                <a:lnTo>
                  <a:pt x="6512" y="1790"/>
                </a:lnTo>
                <a:cubicBezTo>
                  <a:pt x="6393" y="1790"/>
                  <a:pt x="6273" y="1885"/>
                  <a:pt x="6273" y="2028"/>
                </a:cubicBezTo>
                <a:cubicBezTo>
                  <a:pt x="6273" y="2147"/>
                  <a:pt x="6369" y="2267"/>
                  <a:pt x="6512" y="2267"/>
                </a:cubicBezTo>
                <a:lnTo>
                  <a:pt x="12880" y="2267"/>
                </a:lnTo>
                <a:cubicBezTo>
                  <a:pt x="12999" y="2267"/>
                  <a:pt x="13118" y="2195"/>
                  <a:pt x="13118" y="2028"/>
                </a:cubicBezTo>
                <a:cubicBezTo>
                  <a:pt x="13118" y="1897"/>
                  <a:pt x="13019" y="1787"/>
                  <a:pt x="12911" y="1787"/>
                </a:cubicBezTo>
                <a:close/>
                <a:moveTo>
                  <a:pt x="6512" y="3221"/>
                </a:moveTo>
                <a:cubicBezTo>
                  <a:pt x="6393" y="3221"/>
                  <a:pt x="6273" y="3316"/>
                  <a:pt x="6273" y="3459"/>
                </a:cubicBezTo>
                <a:cubicBezTo>
                  <a:pt x="6273" y="3578"/>
                  <a:pt x="6369" y="3698"/>
                  <a:pt x="6512" y="3698"/>
                </a:cubicBezTo>
                <a:lnTo>
                  <a:pt x="12880" y="3698"/>
                </a:lnTo>
                <a:cubicBezTo>
                  <a:pt x="12999" y="3698"/>
                  <a:pt x="13118" y="3626"/>
                  <a:pt x="13118" y="3459"/>
                </a:cubicBezTo>
                <a:cubicBezTo>
                  <a:pt x="13118" y="3316"/>
                  <a:pt x="12999" y="3221"/>
                  <a:pt x="12880" y="3221"/>
                </a:cubicBezTo>
                <a:close/>
                <a:moveTo>
                  <a:pt x="6512" y="4652"/>
                </a:moveTo>
                <a:cubicBezTo>
                  <a:pt x="6393" y="4652"/>
                  <a:pt x="6273" y="4747"/>
                  <a:pt x="6273" y="4890"/>
                </a:cubicBezTo>
                <a:cubicBezTo>
                  <a:pt x="6273" y="5010"/>
                  <a:pt x="6369" y="5129"/>
                  <a:pt x="6512" y="5129"/>
                </a:cubicBezTo>
                <a:lnTo>
                  <a:pt x="12880" y="5129"/>
                </a:lnTo>
                <a:cubicBezTo>
                  <a:pt x="12999" y="5129"/>
                  <a:pt x="13118" y="5057"/>
                  <a:pt x="13118" y="4890"/>
                </a:cubicBezTo>
                <a:cubicBezTo>
                  <a:pt x="13118" y="4771"/>
                  <a:pt x="12999" y="4652"/>
                  <a:pt x="12880" y="4652"/>
                </a:cubicBezTo>
                <a:close/>
                <a:moveTo>
                  <a:pt x="1217" y="1"/>
                </a:moveTo>
                <a:cubicBezTo>
                  <a:pt x="525" y="1"/>
                  <a:pt x="1" y="549"/>
                  <a:pt x="1" y="1241"/>
                </a:cubicBezTo>
                <a:lnTo>
                  <a:pt x="1" y="4270"/>
                </a:lnTo>
                <a:cubicBezTo>
                  <a:pt x="1" y="4962"/>
                  <a:pt x="525" y="5487"/>
                  <a:pt x="1217" y="5487"/>
                </a:cubicBezTo>
                <a:lnTo>
                  <a:pt x="4246" y="5487"/>
                </a:lnTo>
                <a:cubicBezTo>
                  <a:pt x="4938" y="5487"/>
                  <a:pt x="5486" y="4938"/>
                  <a:pt x="5486" y="4270"/>
                </a:cubicBezTo>
                <a:lnTo>
                  <a:pt x="5486" y="1241"/>
                </a:lnTo>
                <a:cubicBezTo>
                  <a:pt x="5486" y="549"/>
                  <a:pt x="4938" y="1"/>
                  <a:pt x="4246" y="1"/>
                </a:cubicBezTo>
                <a:close/>
              </a:path>
            </a:pathLst>
          </a:custGeom>
          <a:solidFill>
            <a:srgbClr val="F0F7E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3511" name="Google Shape;3511;p55"/>
          <p:cNvSpPr/>
          <p:nvPr/>
        </p:nvSpPr>
        <p:spPr>
          <a:xfrm flipH="1">
            <a:off x="8620262" y="4637643"/>
            <a:ext cx="1498671" cy="626816"/>
          </a:xfrm>
          <a:custGeom>
            <a:avLst/>
            <a:gdLst/>
            <a:ahLst/>
            <a:cxnLst/>
            <a:rect l="l" t="t" r="r" b="b"/>
            <a:pathLst>
              <a:path w="13119" h="5487" extrusionOk="0">
                <a:moveTo>
                  <a:pt x="6512" y="359"/>
                </a:moveTo>
                <a:cubicBezTo>
                  <a:pt x="6369" y="359"/>
                  <a:pt x="6273" y="478"/>
                  <a:pt x="6273" y="597"/>
                </a:cubicBezTo>
                <a:cubicBezTo>
                  <a:pt x="6273" y="764"/>
                  <a:pt x="6393" y="836"/>
                  <a:pt x="6512" y="836"/>
                </a:cubicBezTo>
                <a:lnTo>
                  <a:pt x="12880" y="836"/>
                </a:lnTo>
                <a:cubicBezTo>
                  <a:pt x="12999" y="836"/>
                  <a:pt x="13118" y="716"/>
                  <a:pt x="13118" y="597"/>
                </a:cubicBezTo>
                <a:cubicBezTo>
                  <a:pt x="13118" y="454"/>
                  <a:pt x="12999" y="359"/>
                  <a:pt x="12880" y="359"/>
                </a:cubicBezTo>
                <a:close/>
                <a:moveTo>
                  <a:pt x="6512" y="1790"/>
                </a:moveTo>
                <a:cubicBezTo>
                  <a:pt x="6393" y="1790"/>
                  <a:pt x="6273" y="1885"/>
                  <a:pt x="6273" y="2028"/>
                </a:cubicBezTo>
                <a:cubicBezTo>
                  <a:pt x="6273" y="2147"/>
                  <a:pt x="6369" y="2267"/>
                  <a:pt x="6512" y="2267"/>
                </a:cubicBezTo>
                <a:lnTo>
                  <a:pt x="12880" y="2267"/>
                </a:lnTo>
                <a:cubicBezTo>
                  <a:pt x="12999" y="2267"/>
                  <a:pt x="13118" y="2195"/>
                  <a:pt x="13118" y="2028"/>
                </a:cubicBezTo>
                <a:cubicBezTo>
                  <a:pt x="13118" y="1885"/>
                  <a:pt x="12999" y="1790"/>
                  <a:pt x="12880" y="1790"/>
                </a:cubicBezTo>
                <a:close/>
                <a:moveTo>
                  <a:pt x="12933" y="3258"/>
                </a:moveTo>
                <a:cubicBezTo>
                  <a:pt x="12916" y="3258"/>
                  <a:pt x="12898" y="3261"/>
                  <a:pt x="12880" y="3268"/>
                </a:cubicBezTo>
                <a:lnTo>
                  <a:pt x="6512" y="3268"/>
                </a:lnTo>
                <a:cubicBezTo>
                  <a:pt x="6393" y="3268"/>
                  <a:pt x="6273" y="3340"/>
                  <a:pt x="6273" y="3507"/>
                </a:cubicBezTo>
                <a:cubicBezTo>
                  <a:pt x="6273" y="3626"/>
                  <a:pt x="6369" y="3745"/>
                  <a:pt x="6512" y="3745"/>
                </a:cubicBezTo>
                <a:lnTo>
                  <a:pt x="12880" y="3745"/>
                </a:lnTo>
                <a:cubicBezTo>
                  <a:pt x="12999" y="3745"/>
                  <a:pt x="13118" y="3650"/>
                  <a:pt x="13118" y="3507"/>
                </a:cubicBezTo>
                <a:cubicBezTo>
                  <a:pt x="13118" y="3365"/>
                  <a:pt x="13032" y="3258"/>
                  <a:pt x="12933" y="3258"/>
                </a:cubicBezTo>
                <a:close/>
                <a:moveTo>
                  <a:pt x="6512" y="4699"/>
                </a:moveTo>
                <a:cubicBezTo>
                  <a:pt x="6393" y="4699"/>
                  <a:pt x="6273" y="4771"/>
                  <a:pt x="6273" y="4938"/>
                </a:cubicBezTo>
                <a:cubicBezTo>
                  <a:pt x="6273" y="5057"/>
                  <a:pt x="6369" y="5176"/>
                  <a:pt x="6512" y="5176"/>
                </a:cubicBezTo>
                <a:lnTo>
                  <a:pt x="12880" y="5176"/>
                </a:lnTo>
                <a:cubicBezTo>
                  <a:pt x="12999" y="5176"/>
                  <a:pt x="13118" y="5081"/>
                  <a:pt x="13118" y="4938"/>
                </a:cubicBezTo>
                <a:cubicBezTo>
                  <a:pt x="13118" y="4771"/>
                  <a:pt x="12999" y="4699"/>
                  <a:pt x="12880" y="4699"/>
                </a:cubicBezTo>
                <a:close/>
                <a:moveTo>
                  <a:pt x="1217" y="1"/>
                </a:moveTo>
                <a:cubicBezTo>
                  <a:pt x="525" y="1"/>
                  <a:pt x="1" y="549"/>
                  <a:pt x="1" y="1241"/>
                </a:cubicBezTo>
                <a:lnTo>
                  <a:pt x="1" y="4270"/>
                </a:lnTo>
                <a:cubicBezTo>
                  <a:pt x="1" y="4962"/>
                  <a:pt x="525" y="5486"/>
                  <a:pt x="1217" y="5486"/>
                </a:cubicBezTo>
                <a:lnTo>
                  <a:pt x="4246" y="5486"/>
                </a:lnTo>
                <a:cubicBezTo>
                  <a:pt x="4938" y="5486"/>
                  <a:pt x="5486" y="4962"/>
                  <a:pt x="5486" y="4270"/>
                </a:cubicBezTo>
                <a:lnTo>
                  <a:pt x="5486" y="1241"/>
                </a:lnTo>
                <a:cubicBezTo>
                  <a:pt x="5486" y="549"/>
                  <a:pt x="4938" y="1"/>
                  <a:pt x="4246" y="1"/>
                </a:cubicBezTo>
                <a:close/>
              </a:path>
            </a:pathLst>
          </a:custGeom>
          <a:solidFill>
            <a:srgbClr val="F0F7E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3512" name="Google Shape;3512;p55"/>
          <p:cNvSpPr/>
          <p:nvPr/>
        </p:nvSpPr>
        <p:spPr>
          <a:xfrm flipH="1">
            <a:off x="7108111" y="3994719"/>
            <a:ext cx="1550420" cy="2419532"/>
          </a:xfrm>
          <a:custGeom>
            <a:avLst/>
            <a:gdLst/>
            <a:ahLst/>
            <a:cxnLst/>
            <a:rect l="l" t="t" r="r" b="b"/>
            <a:pathLst>
              <a:path w="13572" h="21180" extrusionOk="0">
                <a:moveTo>
                  <a:pt x="2385" y="0"/>
                </a:moveTo>
                <a:cubicBezTo>
                  <a:pt x="1074" y="0"/>
                  <a:pt x="0" y="1073"/>
                  <a:pt x="0" y="2385"/>
                </a:cubicBezTo>
                <a:lnTo>
                  <a:pt x="0" y="18794"/>
                </a:lnTo>
                <a:cubicBezTo>
                  <a:pt x="0" y="20106"/>
                  <a:pt x="1074" y="21179"/>
                  <a:pt x="2385" y="21179"/>
                </a:cubicBezTo>
                <a:lnTo>
                  <a:pt x="11186" y="21179"/>
                </a:lnTo>
                <a:cubicBezTo>
                  <a:pt x="12498" y="21179"/>
                  <a:pt x="13571" y="20106"/>
                  <a:pt x="13571" y="18794"/>
                </a:cubicBezTo>
                <a:lnTo>
                  <a:pt x="13571" y="2385"/>
                </a:lnTo>
                <a:cubicBezTo>
                  <a:pt x="13571" y="1073"/>
                  <a:pt x="12498" y="0"/>
                  <a:pt x="11186" y="0"/>
                </a:cubicBezTo>
                <a:close/>
              </a:path>
            </a:pathLst>
          </a:custGeom>
          <a:solidFill>
            <a:srgbClr val="343434"/>
          </a:solidFill>
          <a:ln w="38100" cap="flat" cmpd="sng">
            <a:solidFill>
              <a:srgbClr val="34343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3513" name="Google Shape;3513;p55"/>
          <p:cNvSpPr/>
          <p:nvPr/>
        </p:nvSpPr>
        <p:spPr>
          <a:xfrm flipH="1">
            <a:off x="7135337" y="4160833"/>
            <a:ext cx="1498680" cy="2087219"/>
          </a:xfrm>
          <a:custGeom>
            <a:avLst/>
            <a:gdLst/>
            <a:ahLst/>
            <a:cxnLst/>
            <a:rect l="l" t="t" r="r" b="b"/>
            <a:pathLst>
              <a:path w="13548" h="18271" extrusionOk="0">
                <a:moveTo>
                  <a:pt x="0" y="1"/>
                </a:moveTo>
                <a:lnTo>
                  <a:pt x="0" y="18270"/>
                </a:lnTo>
                <a:lnTo>
                  <a:pt x="13547" y="18270"/>
                </a:lnTo>
                <a:lnTo>
                  <a:pt x="13547" y="1"/>
                </a:lnTo>
                <a:close/>
              </a:path>
            </a:pathLst>
          </a:custGeom>
          <a:solidFill>
            <a:srgbClr val="FFFFFF"/>
          </a:solidFill>
          <a:ln w="19050" cap="flat" cmpd="sng">
            <a:solidFill>
              <a:srgbClr val="34343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3514" name="Google Shape;3514;p55"/>
          <p:cNvSpPr/>
          <p:nvPr/>
        </p:nvSpPr>
        <p:spPr>
          <a:xfrm flipH="1">
            <a:off x="7222576" y="4253466"/>
            <a:ext cx="1324232" cy="62831"/>
          </a:xfrm>
          <a:custGeom>
            <a:avLst/>
            <a:gdLst/>
            <a:ahLst/>
            <a:cxnLst/>
            <a:rect l="l" t="t" r="r" b="b"/>
            <a:pathLst>
              <a:path w="11592" h="550" extrusionOk="0">
                <a:moveTo>
                  <a:pt x="263" y="1"/>
                </a:moveTo>
                <a:cubicBezTo>
                  <a:pt x="120" y="1"/>
                  <a:pt x="0" y="120"/>
                  <a:pt x="0" y="263"/>
                </a:cubicBezTo>
                <a:cubicBezTo>
                  <a:pt x="0" y="430"/>
                  <a:pt x="120" y="549"/>
                  <a:pt x="263" y="549"/>
                </a:cubicBezTo>
                <a:lnTo>
                  <a:pt x="11329" y="549"/>
                </a:lnTo>
                <a:cubicBezTo>
                  <a:pt x="11472" y="549"/>
                  <a:pt x="11592" y="430"/>
                  <a:pt x="11592" y="263"/>
                </a:cubicBezTo>
                <a:cubicBezTo>
                  <a:pt x="11592" y="120"/>
                  <a:pt x="11472" y="1"/>
                  <a:pt x="11329" y="1"/>
                </a:cubicBezTo>
                <a:close/>
              </a:path>
            </a:pathLst>
          </a:custGeom>
          <a:solidFill>
            <a:srgbClr val="F0F7E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3515" name="Google Shape;3515;p55"/>
          <p:cNvSpPr/>
          <p:nvPr/>
        </p:nvSpPr>
        <p:spPr>
          <a:xfrm flipH="1">
            <a:off x="7222576" y="4387008"/>
            <a:ext cx="1324232" cy="60088"/>
          </a:xfrm>
          <a:custGeom>
            <a:avLst/>
            <a:gdLst/>
            <a:ahLst/>
            <a:cxnLst/>
            <a:rect l="l" t="t" r="r" b="b"/>
            <a:pathLst>
              <a:path w="11592" h="526" extrusionOk="0">
                <a:moveTo>
                  <a:pt x="263" y="1"/>
                </a:moveTo>
                <a:cubicBezTo>
                  <a:pt x="120" y="1"/>
                  <a:pt x="0" y="120"/>
                  <a:pt x="0" y="263"/>
                </a:cubicBezTo>
                <a:cubicBezTo>
                  <a:pt x="0" y="406"/>
                  <a:pt x="120" y="525"/>
                  <a:pt x="263" y="525"/>
                </a:cubicBezTo>
                <a:lnTo>
                  <a:pt x="11329" y="525"/>
                </a:lnTo>
                <a:cubicBezTo>
                  <a:pt x="11472" y="525"/>
                  <a:pt x="11592" y="406"/>
                  <a:pt x="11592" y="263"/>
                </a:cubicBezTo>
                <a:cubicBezTo>
                  <a:pt x="11592" y="120"/>
                  <a:pt x="11472" y="1"/>
                  <a:pt x="11329" y="1"/>
                </a:cubicBezTo>
                <a:close/>
              </a:path>
            </a:pathLst>
          </a:custGeom>
          <a:solidFill>
            <a:srgbClr val="F0F7E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3516" name="Google Shape;3516;p55"/>
          <p:cNvSpPr/>
          <p:nvPr/>
        </p:nvSpPr>
        <p:spPr>
          <a:xfrm flipH="1">
            <a:off x="7222576" y="4515067"/>
            <a:ext cx="1324232" cy="62831"/>
          </a:xfrm>
          <a:custGeom>
            <a:avLst/>
            <a:gdLst/>
            <a:ahLst/>
            <a:cxnLst/>
            <a:rect l="l" t="t" r="r" b="b"/>
            <a:pathLst>
              <a:path w="11592" h="550" extrusionOk="0">
                <a:moveTo>
                  <a:pt x="263" y="1"/>
                </a:moveTo>
                <a:cubicBezTo>
                  <a:pt x="120" y="1"/>
                  <a:pt x="0" y="120"/>
                  <a:pt x="0" y="287"/>
                </a:cubicBezTo>
                <a:cubicBezTo>
                  <a:pt x="0" y="430"/>
                  <a:pt x="120" y="549"/>
                  <a:pt x="263" y="549"/>
                </a:cubicBezTo>
                <a:lnTo>
                  <a:pt x="11329" y="549"/>
                </a:lnTo>
                <a:cubicBezTo>
                  <a:pt x="11472" y="549"/>
                  <a:pt x="11592" y="430"/>
                  <a:pt x="11592" y="287"/>
                </a:cubicBezTo>
                <a:cubicBezTo>
                  <a:pt x="11592" y="120"/>
                  <a:pt x="11472" y="1"/>
                  <a:pt x="11329" y="1"/>
                </a:cubicBezTo>
                <a:close/>
              </a:path>
            </a:pathLst>
          </a:custGeom>
          <a:solidFill>
            <a:srgbClr val="F0F7E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3517" name="Google Shape;3517;p55"/>
          <p:cNvSpPr/>
          <p:nvPr/>
        </p:nvSpPr>
        <p:spPr>
          <a:xfrm flipH="1">
            <a:off x="7222576" y="4648610"/>
            <a:ext cx="1324232" cy="62716"/>
          </a:xfrm>
          <a:custGeom>
            <a:avLst/>
            <a:gdLst/>
            <a:ahLst/>
            <a:cxnLst/>
            <a:rect l="l" t="t" r="r" b="b"/>
            <a:pathLst>
              <a:path w="11592" h="549" extrusionOk="0">
                <a:moveTo>
                  <a:pt x="263" y="0"/>
                </a:moveTo>
                <a:cubicBezTo>
                  <a:pt x="120" y="0"/>
                  <a:pt x="0" y="119"/>
                  <a:pt x="0" y="263"/>
                </a:cubicBezTo>
                <a:cubicBezTo>
                  <a:pt x="0" y="430"/>
                  <a:pt x="120" y="549"/>
                  <a:pt x="263" y="549"/>
                </a:cubicBezTo>
                <a:lnTo>
                  <a:pt x="11329" y="549"/>
                </a:lnTo>
                <a:cubicBezTo>
                  <a:pt x="11472" y="549"/>
                  <a:pt x="11592" y="430"/>
                  <a:pt x="11592" y="263"/>
                </a:cubicBezTo>
                <a:cubicBezTo>
                  <a:pt x="11592" y="119"/>
                  <a:pt x="11472" y="0"/>
                  <a:pt x="11329" y="0"/>
                </a:cubicBezTo>
                <a:close/>
              </a:path>
            </a:pathLst>
          </a:custGeom>
          <a:solidFill>
            <a:srgbClr val="F0F7E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3518" name="Google Shape;3518;p55"/>
          <p:cNvSpPr/>
          <p:nvPr/>
        </p:nvSpPr>
        <p:spPr>
          <a:xfrm flipH="1">
            <a:off x="7222576" y="4773927"/>
            <a:ext cx="1326973" cy="1013621"/>
          </a:xfrm>
          <a:custGeom>
            <a:avLst/>
            <a:gdLst/>
            <a:ahLst/>
            <a:cxnLst/>
            <a:rect l="l" t="t" r="r" b="b"/>
            <a:pathLst>
              <a:path w="11616" h="8873" extrusionOk="0">
                <a:moveTo>
                  <a:pt x="1360" y="0"/>
                </a:moveTo>
                <a:cubicBezTo>
                  <a:pt x="597" y="0"/>
                  <a:pt x="0" y="644"/>
                  <a:pt x="0" y="1384"/>
                </a:cubicBezTo>
                <a:lnTo>
                  <a:pt x="0" y="7489"/>
                </a:lnTo>
                <a:cubicBezTo>
                  <a:pt x="0" y="8276"/>
                  <a:pt x="621" y="8873"/>
                  <a:pt x="1360" y="8873"/>
                </a:cubicBezTo>
                <a:lnTo>
                  <a:pt x="10256" y="8873"/>
                </a:lnTo>
                <a:cubicBezTo>
                  <a:pt x="11019" y="8873"/>
                  <a:pt x="11616" y="8276"/>
                  <a:pt x="11616" y="7489"/>
                </a:cubicBezTo>
                <a:lnTo>
                  <a:pt x="11616" y="1384"/>
                </a:lnTo>
                <a:cubicBezTo>
                  <a:pt x="11616" y="597"/>
                  <a:pt x="10995" y="0"/>
                  <a:pt x="10256" y="0"/>
                </a:cubicBezTo>
                <a:close/>
              </a:path>
            </a:pathLst>
          </a:custGeom>
          <a:solidFill>
            <a:srgbClr val="F0F7E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3519" name="Google Shape;3519;p55"/>
          <p:cNvSpPr/>
          <p:nvPr/>
        </p:nvSpPr>
        <p:spPr>
          <a:xfrm flipH="1">
            <a:off x="7222576" y="5861005"/>
            <a:ext cx="1326973" cy="275311"/>
          </a:xfrm>
          <a:custGeom>
            <a:avLst/>
            <a:gdLst/>
            <a:ahLst/>
            <a:cxnLst/>
            <a:rect l="l" t="t" r="r" b="b"/>
            <a:pathLst>
              <a:path w="11616" h="2410" extrusionOk="0">
                <a:moveTo>
                  <a:pt x="263" y="1"/>
                </a:moveTo>
                <a:cubicBezTo>
                  <a:pt x="120" y="1"/>
                  <a:pt x="0" y="120"/>
                  <a:pt x="0" y="263"/>
                </a:cubicBezTo>
                <a:cubicBezTo>
                  <a:pt x="0" y="430"/>
                  <a:pt x="120" y="549"/>
                  <a:pt x="263" y="549"/>
                </a:cubicBezTo>
                <a:lnTo>
                  <a:pt x="11353" y="549"/>
                </a:lnTo>
                <a:cubicBezTo>
                  <a:pt x="11496" y="549"/>
                  <a:pt x="11616" y="430"/>
                  <a:pt x="11616" y="263"/>
                </a:cubicBezTo>
                <a:cubicBezTo>
                  <a:pt x="11616" y="120"/>
                  <a:pt x="11496" y="1"/>
                  <a:pt x="11353" y="1"/>
                </a:cubicBezTo>
                <a:close/>
                <a:moveTo>
                  <a:pt x="716" y="1050"/>
                </a:moveTo>
                <a:cubicBezTo>
                  <a:pt x="334" y="1050"/>
                  <a:pt x="24" y="1336"/>
                  <a:pt x="24" y="1742"/>
                </a:cubicBezTo>
                <a:cubicBezTo>
                  <a:pt x="24" y="2123"/>
                  <a:pt x="334" y="2410"/>
                  <a:pt x="716" y="2410"/>
                </a:cubicBezTo>
                <a:lnTo>
                  <a:pt x="10948" y="2410"/>
                </a:lnTo>
                <a:cubicBezTo>
                  <a:pt x="11329" y="2410"/>
                  <a:pt x="11616" y="2123"/>
                  <a:pt x="11616" y="1742"/>
                </a:cubicBezTo>
                <a:cubicBezTo>
                  <a:pt x="11616" y="1336"/>
                  <a:pt x="11329" y="1050"/>
                  <a:pt x="10948" y="1050"/>
                </a:cubicBezTo>
                <a:close/>
              </a:path>
            </a:pathLst>
          </a:custGeom>
          <a:solidFill>
            <a:srgbClr val="F0F7E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grpSp>
        <p:nvGrpSpPr>
          <p:cNvPr id="3520" name="Google Shape;3520;p55"/>
          <p:cNvGrpSpPr/>
          <p:nvPr/>
        </p:nvGrpSpPr>
        <p:grpSpPr>
          <a:xfrm>
            <a:off x="6615761" y="2846280"/>
            <a:ext cx="1269740" cy="1854176"/>
            <a:chOff x="5038020" y="2134710"/>
            <a:chExt cx="952305" cy="1390632"/>
          </a:xfrm>
        </p:grpSpPr>
        <p:sp>
          <p:nvSpPr>
            <p:cNvPr id="3521" name="Google Shape;3521;p55"/>
            <p:cNvSpPr/>
            <p:nvPr/>
          </p:nvSpPr>
          <p:spPr>
            <a:xfrm flipH="1">
              <a:off x="5046402" y="3383800"/>
              <a:ext cx="177623" cy="87998"/>
            </a:xfrm>
            <a:custGeom>
              <a:avLst/>
              <a:gdLst/>
              <a:ahLst/>
              <a:cxnLst/>
              <a:rect l="l" t="t" r="r" b="b"/>
              <a:pathLst>
                <a:path w="2243" h="1437" extrusionOk="0">
                  <a:moveTo>
                    <a:pt x="501" y="0"/>
                  </a:moveTo>
                  <a:lnTo>
                    <a:pt x="0" y="191"/>
                  </a:lnTo>
                  <a:cubicBezTo>
                    <a:pt x="0" y="191"/>
                    <a:pt x="215" y="692"/>
                    <a:pt x="263" y="883"/>
                  </a:cubicBezTo>
                  <a:lnTo>
                    <a:pt x="263" y="1026"/>
                  </a:lnTo>
                  <a:lnTo>
                    <a:pt x="263" y="1169"/>
                  </a:lnTo>
                  <a:cubicBezTo>
                    <a:pt x="263" y="1264"/>
                    <a:pt x="287" y="1407"/>
                    <a:pt x="382" y="1407"/>
                  </a:cubicBezTo>
                  <a:cubicBezTo>
                    <a:pt x="382" y="1431"/>
                    <a:pt x="382" y="1431"/>
                    <a:pt x="406" y="1431"/>
                  </a:cubicBezTo>
                  <a:cubicBezTo>
                    <a:pt x="412" y="1435"/>
                    <a:pt x="423" y="1436"/>
                    <a:pt x="436" y="1436"/>
                  </a:cubicBezTo>
                  <a:cubicBezTo>
                    <a:pt x="522" y="1436"/>
                    <a:pt x="729" y="1377"/>
                    <a:pt x="811" y="1336"/>
                  </a:cubicBezTo>
                  <a:cubicBezTo>
                    <a:pt x="883" y="1336"/>
                    <a:pt x="978" y="1312"/>
                    <a:pt x="1074" y="1288"/>
                  </a:cubicBezTo>
                  <a:cubicBezTo>
                    <a:pt x="1455" y="1240"/>
                    <a:pt x="1694" y="1074"/>
                    <a:pt x="1694" y="1074"/>
                  </a:cubicBezTo>
                  <a:cubicBezTo>
                    <a:pt x="2242" y="787"/>
                    <a:pt x="2147" y="692"/>
                    <a:pt x="2147" y="692"/>
                  </a:cubicBezTo>
                  <a:cubicBezTo>
                    <a:pt x="2052" y="668"/>
                    <a:pt x="2004" y="668"/>
                    <a:pt x="1956" y="668"/>
                  </a:cubicBezTo>
                  <a:cubicBezTo>
                    <a:pt x="1932" y="668"/>
                    <a:pt x="1455" y="740"/>
                    <a:pt x="1455" y="740"/>
                  </a:cubicBezTo>
                  <a:cubicBezTo>
                    <a:pt x="1455" y="740"/>
                    <a:pt x="1002" y="716"/>
                    <a:pt x="740" y="692"/>
                  </a:cubicBezTo>
                  <a:cubicBezTo>
                    <a:pt x="597" y="477"/>
                    <a:pt x="501" y="0"/>
                    <a:pt x="501" y="0"/>
                  </a:cubicBezTo>
                  <a:close/>
                </a:path>
              </a:pathLst>
            </a:custGeom>
            <a:solidFill>
              <a:srgbClr val="FFD1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522" name="Google Shape;3522;p55"/>
            <p:cNvSpPr/>
            <p:nvPr/>
          </p:nvSpPr>
          <p:spPr>
            <a:xfrm flipH="1">
              <a:off x="5038020" y="3420644"/>
              <a:ext cx="165615" cy="66571"/>
            </a:xfrm>
            <a:custGeom>
              <a:avLst/>
              <a:gdLst/>
              <a:ahLst/>
              <a:cxnLst/>
              <a:rect l="l" t="t" r="r" b="b"/>
              <a:pathLst>
                <a:path w="1933" h="777" extrusionOk="0">
                  <a:moveTo>
                    <a:pt x="1670" y="0"/>
                  </a:moveTo>
                  <a:cubicBezTo>
                    <a:pt x="1647" y="0"/>
                    <a:pt x="1170" y="95"/>
                    <a:pt x="1170" y="95"/>
                  </a:cubicBezTo>
                  <a:cubicBezTo>
                    <a:pt x="1170" y="95"/>
                    <a:pt x="955" y="95"/>
                    <a:pt x="740" y="48"/>
                  </a:cubicBezTo>
                  <a:cubicBezTo>
                    <a:pt x="552" y="194"/>
                    <a:pt x="383" y="267"/>
                    <a:pt x="152" y="267"/>
                  </a:cubicBezTo>
                  <a:cubicBezTo>
                    <a:pt x="119" y="267"/>
                    <a:pt x="84" y="265"/>
                    <a:pt x="49" y="262"/>
                  </a:cubicBezTo>
                  <a:lnTo>
                    <a:pt x="1" y="262"/>
                  </a:lnTo>
                  <a:lnTo>
                    <a:pt x="1" y="358"/>
                  </a:lnTo>
                  <a:lnTo>
                    <a:pt x="1" y="453"/>
                  </a:lnTo>
                  <a:cubicBezTo>
                    <a:pt x="1" y="525"/>
                    <a:pt x="1" y="692"/>
                    <a:pt x="96" y="739"/>
                  </a:cubicBezTo>
                  <a:cubicBezTo>
                    <a:pt x="96" y="763"/>
                    <a:pt x="96" y="763"/>
                    <a:pt x="120" y="763"/>
                  </a:cubicBezTo>
                  <a:cubicBezTo>
                    <a:pt x="125" y="773"/>
                    <a:pt x="139" y="776"/>
                    <a:pt x="158" y="776"/>
                  </a:cubicBezTo>
                  <a:cubicBezTo>
                    <a:pt x="240" y="776"/>
                    <a:pt x="425" y="711"/>
                    <a:pt x="502" y="692"/>
                  </a:cubicBezTo>
                  <a:cubicBezTo>
                    <a:pt x="597" y="692"/>
                    <a:pt x="693" y="644"/>
                    <a:pt x="764" y="620"/>
                  </a:cubicBezTo>
                  <a:cubicBezTo>
                    <a:pt x="1170" y="572"/>
                    <a:pt x="1408" y="406"/>
                    <a:pt x="1408" y="406"/>
                  </a:cubicBezTo>
                  <a:cubicBezTo>
                    <a:pt x="1933" y="119"/>
                    <a:pt x="1837" y="24"/>
                    <a:pt x="1837" y="24"/>
                  </a:cubicBezTo>
                  <a:cubicBezTo>
                    <a:pt x="1766" y="0"/>
                    <a:pt x="1694" y="0"/>
                    <a:pt x="1670" y="0"/>
                  </a:cubicBez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523" name="Google Shape;3523;p55"/>
            <p:cNvSpPr/>
            <p:nvPr/>
          </p:nvSpPr>
          <p:spPr>
            <a:xfrm flipH="1">
              <a:off x="5085225" y="3414475"/>
              <a:ext cx="167675" cy="106252"/>
            </a:xfrm>
            <a:custGeom>
              <a:avLst/>
              <a:gdLst/>
              <a:ahLst/>
              <a:cxnLst/>
              <a:rect l="l" t="t" r="r" b="b"/>
              <a:pathLst>
                <a:path w="2243" h="1437" extrusionOk="0">
                  <a:moveTo>
                    <a:pt x="501" y="0"/>
                  </a:moveTo>
                  <a:lnTo>
                    <a:pt x="0" y="191"/>
                  </a:lnTo>
                  <a:cubicBezTo>
                    <a:pt x="0" y="191"/>
                    <a:pt x="215" y="692"/>
                    <a:pt x="263" y="859"/>
                  </a:cubicBezTo>
                  <a:lnTo>
                    <a:pt x="263" y="1026"/>
                  </a:lnTo>
                  <a:lnTo>
                    <a:pt x="263" y="1169"/>
                  </a:lnTo>
                  <a:cubicBezTo>
                    <a:pt x="310" y="1264"/>
                    <a:pt x="310" y="1408"/>
                    <a:pt x="382" y="1408"/>
                  </a:cubicBezTo>
                  <a:cubicBezTo>
                    <a:pt x="382" y="1431"/>
                    <a:pt x="382" y="1431"/>
                    <a:pt x="430" y="1431"/>
                  </a:cubicBezTo>
                  <a:cubicBezTo>
                    <a:pt x="433" y="1435"/>
                    <a:pt x="441" y="1436"/>
                    <a:pt x="452" y="1436"/>
                  </a:cubicBezTo>
                  <a:cubicBezTo>
                    <a:pt x="522" y="1436"/>
                    <a:pt x="729" y="1377"/>
                    <a:pt x="811" y="1336"/>
                  </a:cubicBezTo>
                  <a:cubicBezTo>
                    <a:pt x="883" y="1336"/>
                    <a:pt x="978" y="1312"/>
                    <a:pt x="1074" y="1288"/>
                  </a:cubicBezTo>
                  <a:cubicBezTo>
                    <a:pt x="1455" y="1217"/>
                    <a:pt x="1694" y="1074"/>
                    <a:pt x="1694" y="1074"/>
                  </a:cubicBezTo>
                  <a:cubicBezTo>
                    <a:pt x="2242" y="787"/>
                    <a:pt x="2147" y="692"/>
                    <a:pt x="2147" y="692"/>
                  </a:cubicBezTo>
                  <a:cubicBezTo>
                    <a:pt x="2051" y="644"/>
                    <a:pt x="2004" y="644"/>
                    <a:pt x="1980" y="644"/>
                  </a:cubicBezTo>
                  <a:cubicBezTo>
                    <a:pt x="1932" y="644"/>
                    <a:pt x="1455" y="740"/>
                    <a:pt x="1455" y="740"/>
                  </a:cubicBezTo>
                  <a:cubicBezTo>
                    <a:pt x="1455" y="740"/>
                    <a:pt x="1026" y="716"/>
                    <a:pt x="740" y="692"/>
                  </a:cubicBezTo>
                  <a:cubicBezTo>
                    <a:pt x="597" y="477"/>
                    <a:pt x="501" y="0"/>
                    <a:pt x="501" y="0"/>
                  </a:cubicBezTo>
                  <a:close/>
                </a:path>
              </a:pathLst>
            </a:custGeom>
            <a:solidFill>
              <a:srgbClr val="FFD1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524" name="Google Shape;3524;p55"/>
            <p:cNvSpPr/>
            <p:nvPr/>
          </p:nvSpPr>
          <p:spPr>
            <a:xfrm flipH="1">
              <a:off x="5072719" y="3459456"/>
              <a:ext cx="167671" cy="65886"/>
            </a:xfrm>
            <a:custGeom>
              <a:avLst/>
              <a:gdLst/>
              <a:ahLst/>
              <a:cxnLst/>
              <a:rect l="l" t="t" r="r" b="b"/>
              <a:pathLst>
                <a:path w="1957" h="769" extrusionOk="0">
                  <a:moveTo>
                    <a:pt x="1670" y="0"/>
                  </a:moveTo>
                  <a:cubicBezTo>
                    <a:pt x="1646" y="0"/>
                    <a:pt x="1169" y="72"/>
                    <a:pt x="1169" y="72"/>
                  </a:cubicBezTo>
                  <a:cubicBezTo>
                    <a:pt x="1169" y="72"/>
                    <a:pt x="955" y="72"/>
                    <a:pt x="764" y="48"/>
                  </a:cubicBezTo>
                  <a:cubicBezTo>
                    <a:pt x="571" y="176"/>
                    <a:pt x="379" y="266"/>
                    <a:pt x="152" y="266"/>
                  </a:cubicBezTo>
                  <a:cubicBezTo>
                    <a:pt x="126" y="266"/>
                    <a:pt x="99" y="265"/>
                    <a:pt x="72" y="263"/>
                  </a:cubicBezTo>
                  <a:lnTo>
                    <a:pt x="1" y="263"/>
                  </a:lnTo>
                  <a:lnTo>
                    <a:pt x="1" y="358"/>
                  </a:lnTo>
                  <a:lnTo>
                    <a:pt x="1" y="430"/>
                  </a:lnTo>
                  <a:cubicBezTo>
                    <a:pt x="1" y="525"/>
                    <a:pt x="1" y="668"/>
                    <a:pt x="96" y="740"/>
                  </a:cubicBezTo>
                  <a:cubicBezTo>
                    <a:pt x="96" y="763"/>
                    <a:pt x="96" y="763"/>
                    <a:pt x="120" y="763"/>
                  </a:cubicBezTo>
                  <a:cubicBezTo>
                    <a:pt x="126" y="767"/>
                    <a:pt x="137" y="768"/>
                    <a:pt x="150" y="768"/>
                  </a:cubicBezTo>
                  <a:cubicBezTo>
                    <a:pt x="236" y="768"/>
                    <a:pt x="443" y="709"/>
                    <a:pt x="525" y="668"/>
                  </a:cubicBezTo>
                  <a:cubicBezTo>
                    <a:pt x="597" y="668"/>
                    <a:pt x="692" y="644"/>
                    <a:pt x="788" y="620"/>
                  </a:cubicBezTo>
                  <a:cubicBezTo>
                    <a:pt x="1169" y="549"/>
                    <a:pt x="1408" y="406"/>
                    <a:pt x="1408" y="406"/>
                  </a:cubicBezTo>
                  <a:cubicBezTo>
                    <a:pt x="1956" y="119"/>
                    <a:pt x="1861" y="24"/>
                    <a:pt x="1861" y="24"/>
                  </a:cubicBezTo>
                  <a:cubicBezTo>
                    <a:pt x="1766" y="0"/>
                    <a:pt x="1718" y="0"/>
                    <a:pt x="1670" y="0"/>
                  </a:cubicBez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525" name="Google Shape;3525;p55"/>
            <p:cNvSpPr/>
            <p:nvPr/>
          </p:nvSpPr>
          <p:spPr>
            <a:xfrm flipH="1">
              <a:off x="5162681" y="2789201"/>
              <a:ext cx="827645" cy="664172"/>
            </a:xfrm>
            <a:custGeom>
              <a:avLst/>
              <a:gdLst/>
              <a:ahLst/>
              <a:cxnLst/>
              <a:rect l="l" t="t" r="r" b="b"/>
              <a:pathLst>
                <a:path w="9660" h="7752" extrusionOk="0">
                  <a:moveTo>
                    <a:pt x="2362" y="0"/>
                  </a:moveTo>
                  <a:lnTo>
                    <a:pt x="525" y="453"/>
                  </a:lnTo>
                  <a:cubicBezTo>
                    <a:pt x="1" y="2004"/>
                    <a:pt x="525" y="2409"/>
                    <a:pt x="1479" y="2743"/>
                  </a:cubicBezTo>
                  <a:cubicBezTo>
                    <a:pt x="1557" y="2766"/>
                    <a:pt x="1733" y="2774"/>
                    <a:pt x="1973" y="2774"/>
                  </a:cubicBezTo>
                  <a:cubicBezTo>
                    <a:pt x="2535" y="2774"/>
                    <a:pt x="3449" y="2730"/>
                    <a:pt x="4278" y="2730"/>
                  </a:cubicBezTo>
                  <a:cubicBezTo>
                    <a:pt x="4948" y="2730"/>
                    <a:pt x="5564" y="2759"/>
                    <a:pt x="5892" y="2862"/>
                  </a:cubicBezTo>
                  <a:cubicBezTo>
                    <a:pt x="6822" y="3172"/>
                    <a:pt x="8801" y="7752"/>
                    <a:pt x="8801" y="7752"/>
                  </a:cubicBezTo>
                  <a:lnTo>
                    <a:pt x="9660" y="7251"/>
                  </a:lnTo>
                  <a:cubicBezTo>
                    <a:pt x="9660" y="7251"/>
                    <a:pt x="7728" y="1884"/>
                    <a:pt x="7418" y="1694"/>
                  </a:cubicBezTo>
                  <a:cubicBezTo>
                    <a:pt x="6965" y="1407"/>
                    <a:pt x="4413" y="1145"/>
                    <a:pt x="3673" y="954"/>
                  </a:cubicBezTo>
                  <a:cubicBezTo>
                    <a:pt x="2910" y="740"/>
                    <a:pt x="2362" y="0"/>
                    <a:pt x="2362" y="0"/>
                  </a:cubicBezTo>
                  <a:close/>
                </a:path>
              </a:pathLst>
            </a:custGeom>
            <a:solidFill>
              <a:srgbClr val="FF721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526" name="Google Shape;3526;p55"/>
            <p:cNvSpPr/>
            <p:nvPr/>
          </p:nvSpPr>
          <p:spPr>
            <a:xfrm flipH="1">
              <a:off x="5454841" y="2507151"/>
              <a:ext cx="466000" cy="367042"/>
            </a:xfrm>
            <a:custGeom>
              <a:avLst/>
              <a:gdLst/>
              <a:ahLst/>
              <a:cxnLst/>
              <a:rect l="l" t="t" r="r" b="b"/>
              <a:pathLst>
                <a:path w="5439" h="4284" extrusionOk="0">
                  <a:moveTo>
                    <a:pt x="859" y="1"/>
                  </a:moveTo>
                  <a:lnTo>
                    <a:pt x="0" y="192"/>
                  </a:lnTo>
                  <a:cubicBezTo>
                    <a:pt x="0" y="192"/>
                    <a:pt x="191" y="2362"/>
                    <a:pt x="430" y="2815"/>
                  </a:cubicBezTo>
                  <a:cubicBezTo>
                    <a:pt x="668" y="3268"/>
                    <a:pt x="3650" y="4270"/>
                    <a:pt x="3888" y="4270"/>
                  </a:cubicBezTo>
                  <a:cubicBezTo>
                    <a:pt x="3917" y="4275"/>
                    <a:pt x="3946" y="4277"/>
                    <a:pt x="3977" y="4277"/>
                  </a:cubicBezTo>
                  <a:cubicBezTo>
                    <a:pt x="4251" y="4277"/>
                    <a:pt x="4580" y="4103"/>
                    <a:pt x="4580" y="4103"/>
                  </a:cubicBezTo>
                  <a:cubicBezTo>
                    <a:pt x="4580" y="4103"/>
                    <a:pt x="5085" y="4284"/>
                    <a:pt x="5263" y="4284"/>
                  </a:cubicBezTo>
                  <a:cubicBezTo>
                    <a:pt x="5290" y="4284"/>
                    <a:pt x="5310" y="4279"/>
                    <a:pt x="5319" y="4270"/>
                  </a:cubicBezTo>
                  <a:cubicBezTo>
                    <a:pt x="5438" y="4222"/>
                    <a:pt x="4723" y="3745"/>
                    <a:pt x="4484" y="3674"/>
                  </a:cubicBezTo>
                  <a:cubicBezTo>
                    <a:pt x="4458" y="3669"/>
                    <a:pt x="4431" y="3667"/>
                    <a:pt x="4403" y="3667"/>
                  </a:cubicBezTo>
                  <a:cubicBezTo>
                    <a:pt x="4149" y="3667"/>
                    <a:pt x="3840" y="3841"/>
                    <a:pt x="3840" y="3841"/>
                  </a:cubicBezTo>
                  <a:cubicBezTo>
                    <a:pt x="3840" y="3841"/>
                    <a:pt x="1551" y="2887"/>
                    <a:pt x="1312" y="2458"/>
                  </a:cubicBezTo>
                  <a:cubicBezTo>
                    <a:pt x="1026" y="2052"/>
                    <a:pt x="859" y="1"/>
                    <a:pt x="859" y="1"/>
                  </a:cubicBezTo>
                  <a:close/>
                </a:path>
              </a:pathLst>
            </a:custGeom>
            <a:solidFill>
              <a:srgbClr val="FFD1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527" name="Google Shape;3527;p55"/>
            <p:cNvSpPr/>
            <p:nvPr/>
          </p:nvSpPr>
          <p:spPr>
            <a:xfrm flipH="1">
              <a:off x="5826767" y="2341707"/>
              <a:ext cx="71626" cy="77709"/>
            </a:xfrm>
            <a:custGeom>
              <a:avLst/>
              <a:gdLst/>
              <a:ahLst/>
              <a:cxnLst/>
              <a:rect l="l" t="t" r="r" b="b"/>
              <a:pathLst>
                <a:path w="836" h="907" extrusionOk="0">
                  <a:moveTo>
                    <a:pt x="287" y="0"/>
                  </a:moveTo>
                  <a:lnTo>
                    <a:pt x="1" y="763"/>
                  </a:lnTo>
                  <a:lnTo>
                    <a:pt x="716" y="906"/>
                  </a:lnTo>
                  <a:lnTo>
                    <a:pt x="836" y="72"/>
                  </a:lnTo>
                  <a:lnTo>
                    <a:pt x="287" y="0"/>
                  </a:lnTo>
                  <a:close/>
                </a:path>
              </a:pathLst>
            </a:custGeom>
            <a:solidFill>
              <a:srgbClr val="FFCCC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528" name="Google Shape;3528;p55"/>
            <p:cNvSpPr/>
            <p:nvPr/>
          </p:nvSpPr>
          <p:spPr>
            <a:xfrm flipH="1">
              <a:off x="5749143" y="2201025"/>
              <a:ext cx="157390" cy="175468"/>
            </a:xfrm>
            <a:custGeom>
              <a:avLst/>
              <a:gdLst/>
              <a:ahLst/>
              <a:cxnLst/>
              <a:rect l="l" t="t" r="r" b="b"/>
              <a:pathLst>
                <a:path w="1837" h="2048" extrusionOk="0">
                  <a:moveTo>
                    <a:pt x="748" y="1"/>
                  </a:moveTo>
                  <a:cubicBezTo>
                    <a:pt x="614" y="1"/>
                    <a:pt x="488" y="65"/>
                    <a:pt x="406" y="163"/>
                  </a:cubicBezTo>
                  <a:lnTo>
                    <a:pt x="144" y="497"/>
                  </a:lnTo>
                  <a:cubicBezTo>
                    <a:pt x="48" y="616"/>
                    <a:pt x="0" y="760"/>
                    <a:pt x="48" y="903"/>
                  </a:cubicBezTo>
                  <a:lnTo>
                    <a:pt x="96" y="1117"/>
                  </a:lnTo>
                  <a:cubicBezTo>
                    <a:pt x="96" y="1141"/>
                    <a:pt x="96" y="1165"/>
                    <a:pt x="120" y="1213"/>
                  </a:cubicBezTo>
                  <a:cubicBezTo>
                    <a:pt x="144" y="1380"/>
                    <a:pt x="215" y="1594"/>
                    <a:pt x="334" y="1737"/>
                  </a:cubicBezTo>
                  <a:cubicBezTo>
                    <a:pt x="454" y="1928"/>
                    <a:pt x="621" y="2047"/>
                    <a:pt x="835" y="2047"/>
                  </a:cubicBezTo>
                  <a:cubicBezTo>
                    <a:pt x="1026" y="2047"/>
                    <a:pt x="1193" y="1976"/>
                    <a:pt x="1336" y="1833"/>
                  </a:cubicBezTo>
                  <a:cubicBezTo>
                    <a:pt x="1503" y="1714"/>
                    <a:pt x="1575" y="1523"/>
                    <a:pt x="1646" y="1356"/>
                  </a:cubicBezTo>
                  <a:cubicBezTo>
                    <a:pt x="1741" y="1093"/>
                    <a:pt x="1837" y="736"/>
                    <a:pt x="1694" y="497"/>
                  </a:cubicBezTo>
                  <a:cubicBezTo>
                    <a:pt x="1598" y="378"/>
                    <a:pt x="1217" y="163"/>
                    <a:pt x="931" y="44"/>
                  </a:cubicBezTo>
                  <a:cubicBezTo>
                    <a:pt x="871" y="14"/>
                    <a:pt x="808" y="1"/>
                    <a:pt x="748" y="1"/>
                  </a:cubicBezTo>
                  <a:close/>
                </a:path>
              </a:pathLst>
            </a:custGeom>
            <a:solidFill>
              <a:srgbClr val="FFD1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529" name="Google Shape;3529;p55"/>
            <p:cNvSpPr/>
            <p:nvPr/>
          </p:nvSpPr>
          <p:spPr>
            <a:xfrm flipH="1">
              <a:off x="5706219" y="2134710"/>
              <a:ext cx="255490" cy="192774"/>
            </a:xfrm>
            <a:custGeom>
              <a:avLst/>
              <a:gdLst/>
              <a:ahLst/>
              <a:cxnLst/>
              <a:rect l="l" t="t" r="r" b="b"/>
              <a:pathLst>
                <a:path w="2982" h="2250" extrusionOk="0">
                  <a:moveTo>
                    <a:pt x="1429" y="0"/>
                  </a:moveTo>
                  <a:cubicBezTo>
                    <a:pt x="1199" y="0"/>
                    <a:pt x="970" y="99"/>
                    <a:pt x="764" y="365"/>
                  </a:cubicBezTo>
                  <a:cubicBezTo>
                    <a:pt x="0" y="627"/>
                    <a:pt x="358" y="1653"/>
                    <a:pt x="549" y="1891"/>
                  </a:cubicBezTo>
                  <a:cubicBezTo>
                    <a:pt x="668" y="2034"/>
                    <a:pt x="668" y="2154"/>
                    <a:pt x="835" y="2249"/>
                  </a:cubicBezTo>
                  <a:cubicBezTo>
                    <a:pt x="788" y="2058"/>
                    <a:pt x="978" y="1844"/>
                    <a:pt x="1098" y="1701"/>
                  </a:cubicBezTo>
                  <a:cubicBezTo>
                    <a:pt x="1026" y="1653"/>
                    <a:pt x="978" y="1581"/>
                    <a:pt x="954" y="1486"/>
                  </a:cubicBezTo>
                  <a:cubicBezTo>
                    <a:pt x="883" y="1414"/>
                    <a:pt x="883" y="1319"/>
                    <a:pt x="907" y="1224"/>
                  </a:cubicBezTo>
                  <a:cubicBezTo>
                    <a:pt x="948" y="1162"/>
                    <a:pt x="1007" y="1100"/>
                    <a:pt x="1084" y="1100"/>
                  </a:cubicBezTo>
                  <a:cubicBezTo>
                    <a:pt x="1096" y="1100"/>
                    <a:pt x="1109" y="1101"/>
                    <a:pt x="1121" y="1104"/>
                  </a:cubicBezTo>
                  <a:cubicBezTo>
                    <a:pt x="1217" y="1104"/>
                    <a:pt x="1241" y="1462"/>
                    <a:pt x="1265" y="1462"/>
                  </a:cubicBezTo>
                  <a:cubicBezTo>
                    <a:pt x="1267" y="1463"/>
                    <a:pt x="1270" y="1463"/>
                    <a:pt x="1273" y="1463"/>
                  </a:cubicBezTo>
                  <a:cubicBezTo>
                    <a:pt x="1341" y="1463"/>
                    <a:pt x="1426" y="1222"/>
                    <a:pt x="1473" y="1222"/>
                  </a:cubicBezTo>
                  <a:cubicBezTo>
                    <a:pt x="1475" y="1222"/>
                    <a:pt x="1477" y="1223"/>
                    <a:pt x="1479" y="1224"/>
                  </a:cubicBezTo>
                  <a:cubicBezTo>
                    <a:pt x="1575" y="1271"/>
                    <a:pt x="1670" y="1319"/>
                    <a:pt x="1742" y="1367"/>
                  </a:cubicBezTo>
                  <a:cubicBezTo>
                    <a:pt x="1881" y="1436"/>
                    <a:pt x="2008" y="1481"/>
                    <a:pt x="2150" y="1481"/>
                  </a:cubicBezTo>
                  <a:cubicBezTo>
                    <a:pt x="2202" y="1481"/>
                    <a:pt x="2256" y="1475"/>
                    <a:pt x="2314" y="1462"/>
                  </a:cubicBezTo>
                  <a:cubicBezTo>
                    <a:pt x="2767" y="1414"/>
                    <a:pt x="2982" y="1057"/>
                    <a:pt x="2982" y="842"/>
                  </a:cubicBezTo>
                  <a:lnTo>
                    <a:pt x="2982" y="842"/>
                  </a:lnTo>
                  <a:cubicBezTo>
                    <a:pt x="2976" y="845"/>
                    <a:pt x="2970" y="846"/>
                    <a:pt x="2963" y="846"/>
                  </a:cubicBezTo>
                  <a:cubicBezTo>
                    <a:pt x="2785" y="846"/>
                    <a:pt x="2101" y="0"/>
                    <a:pt x="1429" y="0"/>
                  </a:cubicBez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530" name="Google Shape;3530;p55"/>
            <p:cNvSpPr/>
            <p:nvPr/>
          </p:nvSpPr>
          <p:spPr>
            <a:xfrm flipH="1">
              <a:off x="5187184" y="2762641"/>
              <a:ext cx="795002" cy="709153"/>
            </a:xfrm>
            <a:custGeom>
              <a:avLst/>
              <a:gdLst/>
              <a:ahLst/>
              <a:cxnLst/>
              <a:rect l="l" t="t" r="r" b="b"/>
              <a:pathLst>
                <a:path w="9279" h="8277" extrusionOk="0">
                  <a:moveTo>
                    <a:pt x="2338" y="0"/>
                  </a:moveTo>
                  <a:lnTo>
                    <a:pt x="526" y="501"/>
                  </a:lnTo>
                  <a:cubicBezTo>
                    <a:pt x="1" y="2051"/>
                    <a:pt x="168" y="2958"/>
                    <a:pt x="1122" y="3292"/>
                  </a:cubicBezTo>
                  <a:cubicBezTo>
                    <a:pt x="1504" y="3411"/>
                    <a:pt x="5892" y="3435"/>
                    <a:pt x="5892" y="3435"/>
                  </a:cubicBezTo>
                  <a:lnTo>
                    <a:pt x="8420" y="8276"/>
                  </a:lnTo>
                  <a:lnTo>
                    <a:pt x="9279" y="7752"/>
                  </a:lnTo>
                  <a:cubicBezTo>
                    <a:pt x="9279" y="7752"/>
                    <a:pt x="7180" y="2361"/>
                    <a:pt x="6941" y="2147"/>
                  </a:cubicBezTo>
                  <a:cubicBezTo>
                    <a:pt x="6703" y="1956"/>
                    <a:pt x="4127" y="1598"/>
                    <a:pt x="3388" y="1407"/>
                  </a:cubicBezTo>
                  <a:cubicBezTo>
                    <a:pt x="2648" y="1193"/>
                    <a:pt x="2338" y="0"/>
                    <a:pt x="2338" y="0"/>
                  </a:cubicBezTo>
                  <a:close/>
                </a:path>
              </a:pathLst>
            </a:custGeom>
            <a:solidFill>
              <a:srgbClr val="FF721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531" name="Google Shape;3531;p55"/>
            <p:cNvSpPr/>
            <p:nvPr/>
          </p:nvSpPr>
          <p:spPr>
            <a:xfrm flipH="1">
              <a:off x="5673490" y="2389001"/>
              <a:ext cx="314779" cy="544138"/>
            </a:xfrm>
            <a:custGeom>
              <a:avLst/>
              <a:gdLst/>
              <a:ahLst/>
              <a:cxnLst/>
              <a:rect l="l" t="t" r="r" b="b"/>
              <a:pathLst>
                <a:path w="3674" h="6351" extrusionOk="0">
                  <a:moveTo>
                    <a:pt x="1244" y="0"/>
                  </a:moveTo>
                  <a:cubicBezTo>
                    <a:pt x="727" y="0"/>
                    <a:pt x="263" y="583"/>
                    <a:pt x="143" y="1952"/>
                  </a:cubicBezTo>
                  <a:cubicBezTo>
                    <a:pt x="0" y="3813"/>
                    <a:pt x="120" y="6245"/>
                    <a:pt x="120" y="6245"/>
                  </a:cubicBezTo>
                  <a:cubicBezTo>
                    <a:pt x="406" y="6318"/>
                    <a:pt x="696" y="6350"/>
                    <a:pt x="984" y="6350"/>
                  </a:cubicBezTo>
                  <a:cubicBezTo>
                    <a:pt x="1921" y="6350"/>
                    <a:pt x="2853" y="6014"/>
                    <a:pt x="3673" y="5649"/>
                  </a:cubicBezTo>
                  <a:cubicBezTo>
                    <a:pt x="3673" y="5649"/>
                    <a:pt x="2695" y="4409"/>
                    <a:pt x="2481" y="3216"/>
                  </a:cubicBezTo>
                  <a:cubicBezTo>
                    <a:pt x="2242" y="2191"/>
                    <a:pt x="2409" y="736"/>
                    <a:pt x="1861" y="259"/>
                  </a:cubicBezTo>
                  <a:cubicBezTo>
                    <a:pt x="1659" y="91"/>
                    <a:pt x="1447" y="0"/>
                    <a:pt x="1244" y="0"/>
                  </a:cubicBezTo>
                  <a:close/>
                </a:path>
              </a:pathLst>
            </a:custGeom>
            <a:solidFill>
              <a:srgbClr val="D0D1D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532" name="Google Shape;3532;p55"/>
            <p:cNvSpPr/>
            <p:nvPr/>
          </p:nvSpPr>
          <p:spPr>
            <a:xfrm flipH="1">
              <a:off x="5493653" y="2535595"/>
              <a:ext cx="416992" cy="352734"/>
            </a:xfrm>
            <a:custGeom>
              <a:avLst/>
              <a:gdLst/>
              <a:ahLst/>
              <a:cxnLst/>
              <a:rect l="l" t="t" r="r" b="b"/>
              <a:pathLst>
                <a:path w="4867" h="4117" extrusionOk="0">
                  <a:moveTo>
                    <a:pt x="423" y="1"/>
                  </a:moveTo>
                  <a:cubicBezTo>
                    <a:pt x="409" y="1"/>
                    <a:pt x="396" y="1"/>
                    <a:pt x="382" y="3"/>
                  </a:cubicBezTo>
                  <a:cubicBezTo>
                    <a:pt x="144" y="51"/>
                    <a:pt x="1" y="241"/>
                    <a:pt x="25" y="480"/>
                  </a:cubicBezTo>
                  <a:cubicBezTo>
                    <a:pt x="72" y="1148"/>
                    <a:pt x="263" y="2388"/>
                    <a:pt x="430" y="2722"/>
                  </a:cubicBezTo>
                  <a:cubicBezTo>
                    <a:pt x="669" y="3175"/>
                    <a:pt x="3054" y="4057"/>
                    <a:pt x="3340" y="4105"/>
                  </a:cubicBezTo>
                  <a:cubicBezTo>
                    <a:pt x="3483" y="4105"/>
                    <a:pt x="3721" y="4034"/>
                    <a:pt x="3864" y="3986"/>
                  </a:cubicBezTo>
                  <a:cubicBezTo>
                    <a:pt x="3912" y="3962"/>
                    <a:pt x="3966" y="3950"/>
                    <a:pt x="4019" y="3950"/>
                  </a:cubicBezTo>
                  <a:cubicBezTo>
                    <a:pt x="4073" y="3950"/>
                    <a:pt x="4127" y="3962"/>
                    <a:pt x="4175" y="3986"/>
                  </a:cubicBezTo>
                  <a:cubicBezTo>
                    <a:pt x="4335" y="4026"/>
                    <a:pt x="4595" y="4116"/>
                    <a:pt x="4717" y="4116"/>
                  </a:cubicBezTo>
                  <a:cubicBezTo>
                    <a:pt x="4741" y="4116"/>
                    <a:pt x="4759" y="4113"/>
                    <a:pt x="4771" y="4105"/>
                  </a:cubicBezTo>
                  <a:cubicBezTo>
                    <a:pt x="4866" y="4034"/>
                    <a:pt x="4175" y="3557"/>
                    <a:pt x="3936" y="3509"/>
                  </a:cubicBezTo>
                  <a:cubicBezTo>
                    <a:pt x="3897" y="3498"/>
                    <a:pt x="3857" y="3493"/>
                    <a:pt x="3816" y="3493"/>
                  </a:cubicBezTo>
                  <a:cubicBezTo>
                    <a:pt x="3682" y="3493"/>
                    <a:pt x="3539" y="3544"/>
                    <a:pt x="3411" y="3580"/>
                  </a:cubicBezTo>
                  <a:cubicBezTo>
                    <a:pt x="3358" y="3602"/>
                    <a:pt x="3304" y="3614"/>
                    <a:pt x="3250" y="3614"/>
                  </a:cubicBezTo>
                  <a:cubicBezTo>
                    <a:pt x="3185" y="3614"/>
                    <a:pt x="3119" y="3596"/>
                    <a:pt x="3054" y="3557"/>
                  </a:cubicBezTo>
                  <a:cubicBezTo>
                    <a:pt x="2624" y="3318"/>
                    <a:pt x="1503" y="2722"/>
                    <a:pt x="1312" y="2388"/>
                  </a:cubicBezTo>
                  <a:cubicBezTo>
                    <a:pt x="1122" y="2102"/>
                    <a:pt x="979" y="1052"/>
                    <a:pt x="907" y="432"/>
                  </a:cubicBezTo>
                  <a:cubicBezTo>
                    <a:pt x="862" y="185"/>
                    <a:pt x="647" y="1"/>
                    <a:pt x="423" y="1"/>
                  </a:cubicBezTo>
                  <a:close/>
                </a:path>
              </a:pathLst>
            </a:custGeom>
            <a:solidFill>
              <a:srgbClr val="FFD1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533" name="Google Shape;3533;p55"/>
            <p:cNvSpPr/>
            <p:nvPr/>
          </p:nvSpPr>
          <p:spPr>
            <a:xfrm flipH="1">
              <a:off x="5806290" y="2417789"/>
              <a:ext cx="161588" cy="187634"/>
            </a:xfrm>
            <a:custGeom>
              <a:avLst/>
              <a:gdLst/>
              <a:ahLst/>
              <a:cxnLst/>
              <a:rect l="l" t="t" r="r" b="b"/>
              <a:pathLst>
                <a:path w="1886" h="2190" extrusionOk="0">
                  <a:moveTo>
                    <a:pt x="1033" y="1"/>
                  </a:moveTo>
                  <a:cubicBezTo>
                    <a:pt x="993" y="1"/>
                    <a:pt x="951" y="6"/>
                    <a:pt x="907" y="18"/>
                  </a:cubicBezTo>
                  <a:cubicBezTo>
                    <a:pt x="1" y="257"/>
                    <a:pt x="430" y="2093"/>
                    <a:pt x="430" y="2093"/>
                  </a:cubicBezTo>
                  <a:cubicBezTo>
                    <a:pt x="596" y="2162"/>
                    <a:pt x="777" y="2190"/>
                    <a:pt x="971" y="2190"/>
                  </a:cubicBezTo>
                  <a:cubicBezTo>
                    <a:pt x="1253" y="2190"/>
                    <a:pt x="1561" y="2130"/>
                    <a:pt x="1885" y="2046"/>
                  </a:cubicBezTo>
                  <a:cubicBezTo>
                    <a:pt x="1750" y="1618"/>
                    <a:pt x="1700" y="1"/>
                    <a:pt x="1033" y="1"/>
                  </a:cubicBezTo>
                  <a:close/>
                </a:path>
              </a:pathLst>
            </a:custGeom>
            <a:solidFill>
              <a:srgbClr val="D0D1D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534" name="Google Shape;3534;p55"/>
            <p:cNvSpPr/>
            <p:nvPr/>
          </p:nvSpPr>
          <p:spPr>
            <a:xfrm flipH="1">
              <a:off x="5317928" y="2590943"/>
              <a:ext cx="376124" cy="310752"/>
            </a:xfrm>
            <a:custGeom>
              <a:avLst/>
              <a:gdLst/>
              <a:ahLst/>
              <a:cxnLst/>
              <a:rect l="l" t="t" r="r" b="b"/>
              <a:pathLst>
                <a:path w="4390" h="3627" extrusionOk="0">
                  <a:moveTo>
                    <a:pt x="4199" y="1"/>
                  </a:moveTo>
                  <a:cubicBezTo>
                    <a:pt x="4079" y="1"/>
                    <a:pt x="3984" y="48"/>
                    <a:pt x="3960" y="168"/>
                  </a:cubicBezTo>
                  <a:lnTo>
                    <a:pt x="3483" y="3221"/>
                  </a:lnTo>
                  <a:lnTo>
                    <a:pt x="215" y="3221"/>
                  </a:lnTo>
                  <a:cubicBezTo>
                    <a:pt x="96" y="3221"/>
                    <a:pt x="1" y="3292"/>
                    <a:pt x="1" y="3411"/>
                  </a:cubicBezTo>
                  <a:cubicBezTo>
                    <a:pt x="1" y="3531"/>
                    <a:pt x="96" y="3626"/>
                    <a:pt x="215" y="3626"/>
                  </a:cubicBezTo>
                  <a:lnTo>
                    <a:pt x="3674" y="3626"/>
                  </a:lnTo>
                  <a:cubicBezTo>
                    <a:pt x="3793" y="3626"/>
                    <a:pt x="3841" y="3531"/>
                    <a:pt x="3912" y="3459"/>
                  </a:cubicBezTo>
                  <a:lnTo>
                    <a:pt x="4389" y="239"/>
                  </a:lnTo>
                  <a:cubicBezTo>
                    <a:pt x="4389" y="120"/>
                    <a:pt x="4318" y="25"/>
                    <a:pt x="4199" y="1"/>
                  </a:cubicBez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3535" name="Google Shape;3535;p55"/>
          <p:cNvSpPr txBox="1">
            <a:spLocks noGrp="1"/>
          </p:cNvSpPr>
          <p:nvPr>
            <p:ph type="subTitle" idx="1"/>
          </p:nvPr>
        </p:nvSpPr>
        <p:spPr>
          <a:xfrm>
            <a:off x="226297" y="3342868"/>
            <a:ext cx="6443955" cy="1776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" sz="3600" b="1" dirty="0">
                <a:solidFill>
                  <a:schemeClr val="bg1"/>
                </a:solidFill>
              </a:rPr>
              <a:t>Seminar </a:t>
            </a:r>
            <a:r>
              <a:rPr lang="ro-RO" sz="3600" b="1" dirty="0">
                <a:solidFill>
                  <a:schemeClr val="bg1"/>
                </a:solidFill>
              </a:rPr>
              <a:t>5</a:t>
            </a:r>
            <a:r>
              <a:rPr lang="en" sz="3600" b="1" dirty="0">
                <a:solidFill>
                  <a:schemeClr val="bg1"/>
                </a:solidFill>
              </a:rPr>
              <a:t> </a:t>
            </a:r>
            <a:r>
              <a:rPr lang="ro-RO" sz="3600" b="1" dirty="0">
                <a:solidFill>
                  <a:schemeClr val="bg1"/>
                </a:solidFill>
              </a:rPr>
              <a:t>- </a:t>
            </a:r>
            <a:r>
              <a:rPr lang="ro-RO" sz="3600" dirty="0">
                <a:solidFill>
                  <a:schemeClr val="bg1"/>
                </a:solidFill>
              </a:rPr>
              <a:t>Limbajul UML</a:t>
            </a:r>
          </a:p>
          <a:p>
            <a:pPr marL="0" indent="0"/>
            <a:r>
              <a:rPr lang="en-US" sz="3600" dirty="0" err="1">
                <a:solidFill>
                  <a:schemeClr val="bg1"/>
                </a:solidFill>
              </a:rPr>
              <a:t>Diagrama</a:t>
            </a:r>
            <a:r>
              <a:rPr lang="en-US" sz="3600" dirty="0">
                <a:solidFill>
                  <a:schemeClr val="bg1"/>
                </a:solidFill>
              </a:rPr>
              <a:t> </a:t>
            </a:r>
            <a:r>
              <a:rPr lang="ro-RO" sz="3600" dirty="0">
                <a:solidFill>
                  <a:schemeClr val="bg1"/>
                </a:solidFill>
              </a:rPr>
              <a:t>de activitate</a:t>
            </a:r>
            <a:endParaRPr lang="en-US" sz="3600" dirty="0">
              <a:solidFill>
                <a:schemeClr val="bg1"/>
              </a:solidFill>
            </a:endParaRPr>
          </a:p>
        </p:txBody>
      </p:sp>
      <p:sp>
        <p:nvSpPr>
          <p:cNvPr id="3536" name="Google Shape;3536;p55"/>
          <p:cNvSpPr txBox="1">
            <a:spLocks noGrp="1"/>
          </p:cNvSpPr>
          <p:nvPr>
            <p:ph type="title"/>
          </p:nvPr>
        </p:nvSpPr>
        <p:spPr>
          <a:xfrm>
            <a:off x="191348" y="1594804"/>
            <a:ext cx="7450606" cy="17760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ro-RO" sz="4800" dirty="0"/>
              <a:t>Analiza </a:t>
            </a:r>
            <a:r>
              <a:rPr lang="ro-RO" sz="4800"/>
              <a:t>și p</a:t>
            </a:r>
            <a:r>
              <a:rPr lang="en" sz="4800"/>
              <a:t>roiectarea </a:t>
            </a:r>
            <a:r>
              <a:rPr lang="en" sz="4800" dirty="0"/>
              <a:t>sistemelor informatice</a:t>
            </a:r>
            <a:endParaRPr sz="4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5" name="Google Shape;3635;p60"/>
          <p:cNvSpPr txBox="1">
            <a:spLocks noGrp="1"/>
          </p:cNvSpPr>
          <p:nvPr>
            <p:ph type="title"/>
          </p:nvPr>
        </p:nvSpPr>
        <p:spPr>
          <a:xfrm>
            <a:off x="132758" y="2885476"/>
            <a:ext cx="4413924" cy="16812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ro-RO" sz="3200" dirty="0"/>
              <a:t>Diagrama de activitate</a:t>
            </a:r>
            <a:endParaRPr sz="3200" dirty="0"/>
          </a:p>
        </p:txBody>
      </p:sp>
      <p:sp>
        <p:nvSpPr>
          <p:cNvPr id="4" name="Google Shape;3636;p60">
            <a:extLst>
              <a:ext uri="{FF2B5EF4-FFF2-40B4-BE49-F238E27FC236}">
                <a16:creationId xmlns:a16="http://schemas.microsoft.com/office/drawing/2014/main" id="{6914E581-8B4B-4070-80A1-5AB6CF5F9123}"/>
              </a:ext>
            </a:extLst>
          </p:cNvPr>
          <p:cNvSpPr/>
          <p:nvPr/>
        </p:nvSpPr>
        <p:spPr>
          <a:xfrm>
            <a:off x="4450839" y="2018673"/>
            <a:ext cx="729600" cy="730000"/>
          </a:xfrm>
          <a:prstGeom prst="ellipse">
            <a:avLst/>
          </a:prstGeom>
          <a:noFill/>
          <a:ln w="19050" cap="flat" cmpd="sng">
            <a:solidFill>
              <a:srgbClr val="FF7210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6" name="Google Shape;3638;p60">
            <a:extLst>
              <a:ext uri="{FF2B5EF4-FFF2-40B4-BE49-F238E27FC236}">
                <a16:creationId xmlns:a16="http://schemas.microsoft.com/office/drawing/2014/main" id="{FC9697B8-25E2-4C5A-9A57-EB442DDA474F}"/>
              </a:ext>
            </a:extLst>
          </p:cNvPr>
          <p:cNvSpPr/>
          <p:nvPr/>
        </p:nvSpPr>
        <p:spPr>
          <a:xfrm>
            <a:off x="4449835" y="5118165"/>
            <a:ext cx="729600" cy="730000"/>
          </a:xfrm>
          <a:prstGeom prst="ellipse">
            <a:avLst/>
          </a:prstGeom>
          <a:noFill/>
          <a:ln w="19050" cap="flat" cmpd="sng">
            <a:solidFill>
              <a:srgbClr val="FF7210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8" name="Google Shape;3640;p60">
            <a:extLst>
              <a:ext uri="{FF2B5EF4-FFF2-40B4-BE49-F238E27FC236}">
                <a16:creationId xmlns:a16="http://schemas.microsoft.com/office/drawing/2014/main" id="{0C7DD4CD-5B18-4C78-B7BB-A2A770D0A37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453412" y="1873898"/>
            <a:ext cx="6116588" cy="973559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algn="just">
              <a:spcAft>
                <a:spcPts val="965"/>
              </a:spcAft>
            </a:pPr>
            <a:r>
              <a:rPr lang="ro-RO" sz="2400" dirty="0">
                <a:latin typeface="Calibri" pitchFamily="34" charset="0"/>
              </a:rPr>
              <a:t>Ajută la reprezentarea vizuală a secvenţelor de acţiuni prin care se doreşte </a:t>
            </a:r>
            <a:r>
              <a:rPr lang="ro-RO" sz="2400" dirty="0">
                <a:solidFill>
                  <a:schemeClr val="bg2"/>
                </a:solidFill>
                <a:latin typeface="Calibri" pitchFamily="34" charset="0"/>
              </a:rPr>
              <a:t>obţinerea unui </a:t>
            </a:r>
            <a:r>
              <a:rPr lang="ro-RO" sz="2400" dirty="0">
                <a:solidFill>
                  <a:srgbClr val="FC8B3A"/>
                </a:solidFill>
                <a:latin typeface="Calibri" pitchFamily="34" charset="0"/>
              </a:rPr>
              <a:t>rezultat</a:t>
            </a:r>
            <a:r>
              <a:rPr lang="en-US" sz="2400" dirty="0">
                <a:solidFill>
                  <a:srgbClr val="FC8B3A"/>
                </a:solidFill>
                <a:latin typeface="Calibri" pitchFamily="34" charset="0"/>
              </a:rPr>
              <a:t>.</a:t>
            </a:r>
            <a:endParaRPr lang="en-US" sz="2200" b="1" dirty="0">
              <a:solidFill>
                <a:srgbClr val="FC8B3A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9" name="Google Shape;3641;p60">
            <a:extLst>
              <a:ext uri="{FF2B5EF4-FFF2-40B4-BE49-F238E27FC236}">
                <a16:creationId xmlns:a16="http://schemas.microsoft.com/office/drawing/2014/main" id="{E89A066B-5EF5-4351-ACC9-B2A1FCD48A36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5450400" y="3456967"/>
            <a:ext cx="6122612" cy="872787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algn="just">
              <a:spcAft>
                <a:spcPts val="965"/>
              </a:spcAft>
              <a:tabLst>
                <a:tab pos="88900" algn="l"/>
              </a:tabLst>
            </a:pPr>
            <a:r>
              <a:rPr lang="en-US" sz="2400" dirty="0">
                <a:latin typeface="Calibri" pitchFamily="34" charset="0"/>
              </a:rPr>
              <a:t>Se </a:t>
            </a:r>
            <a:r>
              <a:rPr lang="en-US" sz="2400" dirty="0" err="1">
                <a:latin typeface="Calibri" pitchFamily="34" charset="0"/>
              </a:rPr>
              <a:t>poate</a:t>
            </a:r>
            <a:r>
              <a:rPr lang="en-US" sz="2400" dirty="0">
                <a:latin typeface="Calibri" pitchFamily="34" charset="0"/>
              </a:rPr>
              <a:t> </a:t>
            </a:r>
            <a:r>
              <a:rPr lang="en-US" sz="2400" dirty="0" err="1">
                <a:latin typeface="Calibri" pitchFamily="34" charset="0"/>
              </a:rPr>
              <a:t>realiza</a:t>
            </a:r>
            <a:r>
              <a:rPr lang="en-US" sz="2400" dirty="0">
                <a:latin typeface="Calibri" pitchFamily="34" charset="0"/>
              </a:rPr>
              <a:t> </a:t>
            </a:r>
            <a:r>
              <a:rPr lang="en-US" sz="2400" dirty="0" err="1">
                <a:latin typeface="Calibri" pitchFamily="34" charset="0"/>
              </a:rPr>
              <a:t>pentru</a:t>
            </a:r>
            <a:r>
              <a:rPr lang="en-US" sz="2400" dirty="0">
                <a:latin typeface="Calibri" pitchFamily="34" charset="0"/>
              </a:rPr>
              <a:t> </a:t>
            </a:r>
            <a:r>
              <a:rPr lang="en-US" sz="2400" dirty="0" err="1">
                <a:solidFill>
                  <a:schemeClr val="bg2"/>
                </a:solidFill>
                <a:latin typeface="Calibri" pitchFamily="34" charset="0"/>
              </a:rPr>
              <a:t>unul</a:t>
            </a:r>
            <a:r>
              <a:rPr lang="en-US" sz="2400" dirty="0">
                <a:solidFill>
                  <a:schemeClr val="bg2"/>
                </a:solidFill>
                <a:latin typeface="Calibri" pitchFamily="34" charset="0"/>
              </a:rPr>
              <a:t> </a:t>
            </a:r>
            <a:r>
              <a:rPr lang="en-US" sz="2400" dirty="0" err="1">
                <a:solidFill>
                  <a:schemeClr val="bg2"/>
                </a:solidFill>
                <a:latin typeface="Calibri" pitchFamily="34" charset="0"/>
              </a:rPr>
              <a:t>sau</a:t>
            </a:r>
            <a:r>
              <a:rPr lang="en-US" sz="2400" dirty="0">
                <a:solidFill>
                  <a:schemeClr val="bg2"/>
                </a:solidFill>
                <a:latin typeface="Calibri" pitchFamily="34" charset="0"/>
              </a:rPr>
              <a:t> </a:t>
            </a:r>
            <a:r>
              <a:rPr lang="en-US" sz="2400" dirty="0" err="1">
                <a:solidFill>
                  <a:schemeClr val="bg2"/>
                </a:solidFill>
                <a:latin typeface="Calibri" pitchFamily="34" charset="0"/>
              </a:rPr>
              <a:t>mai</a:t>
            </a:r>
            <a:r>
              <a:rPr lang="en-US" sz="2400" dirty="0">
                <a:solidFill>
                  <a:schemeClr val="bg2"/>
                </a:solidFill>
                <a:latin typeface="Calibri" pitchFamily="34" charset="0"/>
              </a:rPr>
              <a:t> </a:t>
            </a:r>
            <a:r>
              <a:rPr lang="en-US" sz="2400" dirty="0" err="1">
                <a:solidFill>
                  <a:schemeClr val="bg2"/>
                </a:solidFill>
                <a:latin typeface="Calibri" pitchFamily="34" charset="0"/>
              </a:rPr>
              <a:t>multe</a:t>
            </a:r>
            <a:r>
              <a:rPr lang="en-US" sz="2400" dirty="0">
                <a:solidFill>
                  <a:schemeClr val="bg2"/>
                </a:solidFill>
                <a:latin typeface="Calibri" pitchFamily="34" charset="0"/>
              </a:rPr>
              <a:t> </a:t>
            </a:r>
            <a:r>
              <a:rPr lang="en-US" sz="2400" dirty="0" err="1">
                <a:solidFill>
                  <a:srgbClr val="FC8B3A"/>
                </a:solidFill>
                <a:latin typeface="Calibri" pitchFamily="34" charset="0"/>
              </a:rPr>
              <a:t>cazuri</a:t>
            </a:r>
            <a:r>
              <a:rPr lang="en-US" sz="2400" dirty="0">
                <a:solidFill>
                  <a:srgbClr val="FC8B3A"/>
                </a:solidFill>
                <a:latin typeface="Calibri" pitchFamily="34" charset="0"/>
              </a:rPr>
              <a:t> de </a:t>
            </a:r>
            <a:r>
              <a:rPr lang="en-US" sz="2400" dirty="0" err="1">
                <a:solidFill>
                  <a:srgbClr val="FC8B3A"/>
                </a:solidFill>
                <a:latin typeface="Calibri" pitchFamily="34" charset="0"/>
              </a:rPr>
              <a:t>utilizare</a:t>
            </a:r>
            <a:r>
              <a:rPr lang="en-US" sz="2400" dirty="0">
                <a:solidFill>
                  <a:srgbClr val="FC8B3A"/>
                </a:solidFill>
                <a:latin typeface="Calibri" pitchFamily="34" charset="0"/>
              </a:rPr>
              <a:t> </a:t>
            </a:r>
            <a:r>
              <a:rPr lang="en-US" sz="2400" dirty="0" err="1">
                <a:latin typeface="Calibri" pitchFamily="34" charset="0"/>
              </a:rPr>
              <a:t>sau</a:t>
            </a:r>
            <a:r>
              <a:rPr lang="en-US" sz="2400" dirty="0">
                <a:latin typeface="Calibri" pitchFamily="34" charset="0"/>
              </a:rPr>
              <a:t> </a:t>
            </a:r>
            <a:r>
              <a:rPr lang="en-US" sz="2400" dirty="0" err="1">
                <a:latin typeface="Calibri" pitchFamily="34" charset="0"/>
              </a:rPr>
              <a:t>pentru</a:t>
            </a:r>
            <a:r>
              <a:rPr lang="en-US" sz="2400" dirty="0">
                <a:latin typeface="Calibri" pitchFamily="34" charset="0"/>
              </a:rPr>
              <a:t> </a:t>
            </a:r>
            <a:r>
              <a:rPr lang="en-US" sz="2400" dirty="0" err="1">
                <a:latin typeface="Calibri" pitchFamily="34" charset="0"/>
              </a:rPr>
              <a:t>descrierea</a:t>
            </a:r>
            <a:r>
              <a:rPr lang="en-US" sz="2400" dirty="0">
                <a:latin typeface="Calibri" pitchFamily="34" charset="0"/>
              </a:rPr>
              <a:t> </a:t>
            </a:r>
            <a:r>
              <a:rPr lang="en-US" sz="2400" dirty="0" err="1">
                <a:latin typeface="Calibri" pitchFamily="34" charset="0"/>
              </a:rPr>
              <a:t>unor</a:t>
            </a:r>
            <a:r>
              <a:rPr lang="en-US" sz="2400" dirty="0">
                <a:latin typeface="Calibri" pitchFamily="34" charset="0"/>
              </a:rPr>
              <a:t> </a:t>
            </a:r>
            <a:r>
              <a:rPr lang="en-US" sz="2400" dirty="0">
                <a:solidFill>
                  <a:srgbClr val="FC8B3A"/>
                </a:solidFill>
                <a:latin typeface="Calibri" pitchFamily="34" charset="0"/>
              </a:rPr>
              <a:t>opera</a:t>
            </a:r>
            <a:r>
              <a:rPr lang="ro-RO" sz="2400" dirty="0">
                <a:solidFill>
                  <a:srgbClr val="FC8B3A"/>
                </a:solidFill>
                <a:latin typeface="Calibri" pitchFamily="34" charset="0"/>
              </a:rPr>
              <a:t>ţ</a:t>
            </a:r>
            <a:r>
              <a:rPr lang="en-US" sz="2400" dirty="0">
                <a:solidFill>
                  <a:srgbClr val="FC8B3A"/>
                </a:solidFill>
                <a:latin typeface="Calibri" pitchFamily="34" charset="0"/>
              </a:rPr>
              <a:t>ii </a:t>
            </a:r>
            <a:r>
              <a:rPr lang="en-US" sz="2400" dirty="0" err="1">
                <a:solidFill>
                  <a:srgbClr val="FC8B3A"/>
                </a:solidFill>
                <a:latin typeface="Calibri" pitchFamily="34" charset="0"/>
              </a:rPr>
              <a:t>complexe</a:t>
            </a:r>
            <a:r>
              <a:rPr lang="en-US" sz="2400" dirty="0">
                <a:latin typeface="Calibri" pitchFamily="34" charset="0"/>
              </a:rPr>
              <a:t>.</a:t>
            </a:r>
          </a:p>
        </p:txBody>
      </p:sp>
      <p:sp>
        <p:nvSpPr>
          <p:cNvPr id="10" name="Google Shape;3642;p60">
            <a:extLst>
              <a:ext uri="{FF2B5EF4-FFF2-40B4-BE49-F238E27FC236}">
                <a16:creationId xmlns:a16="http://schemas.microsoft.com/office/drawing/2014/main" id="{A43A058B-ED65-4672-8D8D-C4EF5230D72C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5447388" y="4997070"/>
            <a:ext cx="6027955" cy="904399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 algn="just"/>
            <a:r>
              <a:rPr lang="en-US" sz="2400" dirty="0" err="1">
                <a:latin typeface="Calibri" pitchFamily="34" charset="0"/>
              </a:rPr>
              <a:t>Descrie</a:t>
            </a:r>
            <a:r>
              <a:rPr lang="en-US" sz="2400" dirty="0">
                <a:latin typeface="Calibri" pitchFamily="34" charset="0"/>
              </a:rPr>
              <a:t> </a:t>
            </a:r>
            <a:r>
              <a:rPr lang="en-US" sz="2400" dirty="0" err="1">
                <a:solidFill>
                  <a:srgbClr val="FC8B3A"/>
                </a:solidFill>
                <a:latin typeface="Calibri" pitchFamily="34" charset="0"/>
              </a:rPr>
              <a:t>fluxul</a:t>
            </a:r>
            <a:r>
              <a:rPr lang="en-US" sz="2400" dirty="0">
                <a:solidFill>
                  <a:srgbClr val="FC8B3A"/>
                </a:solidFill>
                <a:latin typeface="Calibri" pitchFamily="34" charset="0"/>
              </a:rPr>
              <a:t> de </a:t>
            </a:r>
            <a:r>
              <a:rPr lang="en-US" sz="2400" dirty="0" err="1">
                <a:solidFill>
                  <a:srgbClr val="FC8B3A"/>
                </a:solidFill>
                <a:latin typeface="Calibri" pitchFamily="34" charset="0"/>
              </a:rPr>
              <a:t>lucru</a:t>
            </a:r>
            <a:r>
              <a:rPr lang="en-US" sz="2400" dirty="0">
                <a:solidFill>
                  <a:srgbClr val="FC8B3A"/>
                </a:solidFill>
                <a:latin typeface="Calibri" pitchFamily="34" charset="0"/>
              </a:rPr>
              <a:t> </a:t>
            </a:r>
            <a:r>
              <a:rPr lang="en-US" sz="2400" dirty="0" err="1">
                <a:latin typeface="Calibri" pitchFamily="34" charset="0"/>
              </a:rPr>
              <a:t>dintr</a:t>
            </a:r>
            <a:r>
              <a:rPr lang="ro-RO" sz="2400" dirty="0">
                <a:latin typeface="Calibri" pitchFamily="34" charset="0"/>
              </a:rPr>
              <a:t>-un punct de </a:t>
            </a:r>
            <a:r>
              <a:rPr lang="ro-RO" sz="2400" dirty="0">
                <a:solidFill>
                  <a:srgbClr val="FC8B3A"/>
                </a:solidFill>
                <a:latin typeface="Calibri" pitchFamily="34" charset="0"/>
              </a:rPr>
              <a:t>plecare</a:t>
            </a:r>
            <a:r>
              <a:rPr lang="ro-RO" sz="2400" dirty="0">
                <a:latin typeface="Calibri" pitchFamily="34" charset="0"/>
              </a:rPr>
              <a:t> până într-un punct de </a:t>
            </a:r>
            <a:r>
              <a:rPr lang="ro-RO" sz="2400" dirty="0">
                <a:solidFill>
                  <a:srgbClr val="FC8B3A"/>
                </a:solidFill>
                <a:latin typeface="Calibri" pitchFamily="34" charset="0"/>
              </a:rPr>
              <a:t>terminare</a:t>
            </a:r>
            <a:r>
              <a:rPr lang="ro-RO" sz="2400" dirty="0">
                <a:latin typeface="Calibri" pitchFamily="34" charset="0"/>
              </a:rPr>
              <a:t>, detaliind căile de </a:t>
            </a:r>
            <a:r>
              <a:rPr lang="ro-RO" sz="2400" dirty="0">
                <a:solidFill>
                  <a:srgbClr val="FC8B3A"/>
                </a:solidFill>
                <a:latin typeface="Calibri" pitchFamily="34" charset="0"/>
              </a:rPr>
              <a:t>decizie </a:t>
            </a:r>
            <a:r>
              <a:rPr lang="ro-RO" sz="2400" dirty="0">
                <a:latin typeface="Calibri" pitchFamily="34" charset="0"/>
              </a:rPr>
              <a:t>care pot apărea într-o activitate</a:t>
            </a:r>
            <a:r>
              <a:rPr lang="en-US" sz="2400" dirty="0">
                <a:latin typeface="Calibri" pitchFamily="34" charset="0"/>
              </a:rPr>
              <a:t>.</a:t>
            </a:r>
            <a:endParaRPr lang="en-US" sz="2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7" name="Google Shape;3648;p60">
            <a:extLst>
              <a:ext uri="{FF2B5EF4-FFF2-40B4-BE49-F238E27FC236}">
                <a16:creationId xmlns:a16="http://schemas.microsoft.com/office/drawing/2014/main" id="{EB9FE152-63C3-4CF9-B00A-E596C9C0DB68}"/>
              </a:ext>
            </a:extLst>
          </p:cNvPr>
          <p:cNvCxnSpPr>
            <a:cxnSpLocks/>
            <a:stCxn id="4" idx="4"/>
          </p:cNvCxnSpPr>
          <p:nvPr/>
        </p:nvCxnSpPr>
        <p:spPr>
          <a:xfrm flipH="1">
            <a:off x="4814635" y="2748673"/>
            <a:ext cx="1004" cy="872786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18" name="Google Shape;3649;p60">
            <a:extLst>
              <a:ext uri="{FF2B5EF4-FFF2-40B4-BE49-F238E27FC236}">
                <a16:creationId xmlns:a16="http://schemas.microsoft.com/office/drawing/2014/main" id="{E307DFB2-B0B5-4CDF-9EBD-4F8524A78E66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4814635" y="4171980"/>
            <a:ext cx="0" cy="946185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20" name="Google Shape;12935;p86">
            <a:extLst>
              <a:ext uri="{FF2B5EF4-FFF2-40B4-BE49-F238E27FC236}">
                <a16:creationId xmlns:a16="http://schemas.microsoft.com/office/drawing/2014/main" id="{6118C572-7436-463C-9E83-6567740239AD}"/>
              </a:ext>
            </a:extLst>
          </p:cNvPr>
          <p:cNvSpPr/>
          <p:nvPr/>
        </p:nvSpPr>
        <p:spPr>
          <a:xfrm>
            <a:off x="4690361" y="2173339"/>
            <a:ext cx="219821" cy="374678"/>
          </a:xfrm>
          <a:custGeom>
            <a:avLst/>
            <a:gdLst/>
            <a:ahLst/>
            <a:cxnLst/>
            <a:rect l="l" t="t" r="r" b="b"/>
            <a:pathLst>
              <a:path w="7468" h="12729" extrusionOk="0">
                <a:moveTo>
                  <a:pt x="3715" y="5763"/>
                </a:moveTo>
                <a:cubicBezTo>
                  <a:pt x="3853" y="5763"/>
                  <a:pt x="3994" y="5833"/>
                  <a:pt x="4096" y="5955"/>
                </a:cubicBezTo>
                <a:cubicBezTo>
                  <a:pt x="4285" y="6239"/>
                  <a:pt x="4096" y="6585"/>
                  <a:pt x="3718" y="6585"/>
                </a:cubicBezTo>
                <a:cubicBezTo>
                  <a:pt x="3561" y="6585"/>
                  <a:pt x="3466" y="6491"/>
                  <a:pt x="3372" y="6396"/>
                </a:cubicBezTo>
                <a:cubicBezTo>
                  <a:pt x="3246" y="6239"/>
                  <a:pt x="3309" y="5955"/>
                  <a:pt x="3498" y="5829"/>
                </a:cubicBezTo>
                <a:cubicBezTo>
                  <a:pt x="3565" y="5784"/>
                  <a:pt x="3639" y="5763"/>
                  <a:pt x="3715" y="5763"/>
                </a:cubicBezTo>
                <a:close/>
                <a:moveTo>
                  <a:pt x="4128" y="1922"/>
                </a:moveTo>
                <a:lnTo>
                  <a:pt x="6554" y="6176"/>
                </a:lnTo>
                <a:lnTo>
                  <a:pt x="5104" y="9074"/>
                </a:lnTo>
                <a:lnTo>
                  <a:pt x="2300" y="9074"/>
                </a:lnTo>
                <a:cubicBezTo>
                  <a:pt x="1954" y="8349"/>
                  <a:pt x="977" y="6333"/>
                  <a:pt x="851" y="6176"/>
                </a:cubicBezTo>
                <a:lnTo>
                  <a:pt x="3309" y="1922"/>
                </a:lnTo>
                <a:lnTo>
                  <a:pt x="3309" y="5010"/>
                </a:lnTo>
                <a:cubicBezTo>
                  <a:pt x="2836" y="5167"/>
                  <a:pt x="2458" y="5640"/>
                  <a:pt x="2458" y="6176"/>
                </a:cubicBezTo>
                <a:cubicBezTo>
                  <a:pt x="2458" y="6837"/>
                  <a:pt x="3025" y="7436"/>
                  <a:pt x="3718" y="7436"/>
                </a:cubicBezTo>
                <a:cubicBezTo>
                  <a:pt x="4411" y="7436"/>
                  <a:pt x="4978" y="6900"/>
                  <a:pt x="4947" y="6176"/>
                </a:cubicBezTo>
                <a:cubicBezTo>
                  <a:pt x="4947" y="5640"/>
                  <a:pt x="4600" y="5199"/>
                  <a:pt x="4128" y="5010"/>
                </a:cubicBezTo>
                <a:lnTo>
                  <a:pt x="4128" y="1922"/>
                </a:lnTo>
                <a:close/>
                <a:moveTo>
                  <a:pt x="4947" y="9893"/>
                </a:moveTo>
                <a:lnTo>
                  <a:pt x="4947" y="11815"/>
                </a:lnTo>
                <a:lnTo>
                  <a:pt x="2458" y="11815"/>
                </a:lnTo>
                <a:lnTo>
                  <a:pt x="2458" y="9893"/>
                </a:lnTo>
                <a:close/>
                <a:moveTo>
                  <a:pt x="3592" y="1"/>
                </a:moveTo>
                <a:cubicBezTo>
                  <a:pt x="3529" y="32"/>
                  <a:pt x="3466" y="95"/>
                  <a:pt x="3435" y="127"/>
                </a:cubicBezTo>
                <a:cubicBezTo>
                  <a:pt x="3435" y="127"/>
                  <a:pt x="3435" y="158"/>
                  <a:pt x="3372" y="158"/>
                </a:cubicBezTo>
                <a:lnTo>
                  <a:pt x="3372" y="190"/>
                </a:lnTo>
                <a:lnTo>
                  <a:pt x="64" y="5987"/>
                </a:lnTo>
                <a:cubicBezTo>
                  <a:pt x="1" y="6113"/>
                  <a:pt x="1" y="6270"/>
                  <a:pt x="64" y="6396"/>
                </a:cubicBezTo>
                <a:lnTo>
                  <a:pt x="1670" y="9610"/>
                </a:lnTo>
                <a:lnTo>
                  <a:pt x="1670" y="12288"/>
                </a:lnTo>
                <a:cubicBezTo>
                  <a:pt x="1670" y="12540"/>
                  <a:pt x="1891" y="12729"/>
                  <a:pt x="2080" y="12729"/>
                </a:cubicBezTo>
                <a:lnTo>
                  <a:pt x="5388" y="12729"/>
                </a:lnTo>
                <a:cubicBezTo>
                  <a:pt x="5608" y="12729"/>
                  <a:pt x="5829" y="12540"/>
                  <a:pt x="5829" y="12288"/>
                </a:cubicBezTo>
                <a:lnTo>
                  <a:pt x="5829" y="9610"/>
                </a:lnTo>
                <a:lnTo>
                  <a:pt x="7436" y="6396"/>
                </a:lnTo>
                <a:cubicBezTo>
                  <a:pt x="7467" y="6239"/>
                  <a:pt x="7436" y="6113"/>
                  <a:pt x="7404" y="5987"/>
                </a:cubicBezTo>
                <a:lnTo>
                  <a:pt x="4096" y="190"/>
                </a:lnTo>
                <a:lnTo>
                  <a:pt x="4096" y="158"/>
                </a:lnTo>
                <a:cubicBezTo>
                  <a:pt x="4096" y="158"/>
                  <a:pt x="4096" y="127"/>
                  <a:pt x="4033" y="127"/>
                </a:cubicBezTo>
                <a:cubicBezTo>
                  <a:pt x="4002" y="95"/>
                  <a:pt x="3970" y="32"/>
                  <a:pt x="3876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2"/>
              </a:solidFill>
            </a:endParaRPr>
          </a:p>
        </p:txBody>
      </p:sp>
      <p:sp>
        <p:nvSpPr>
          <p:cNvPr id="21" name="Google Shape;3636;p60">
            <a:extLst>
              <a:ext uri="{FF2B5EF4-FFF2-40B4-BE49-F238E27FC236}">
                <a16:creationId xmlns:a16="http://schemas.microsoft.com/office/drawing/2014/main" id="{07B1A169-D0DD-4979-B22B-E240C96B7A7E}"/>
              </a:ext>
            </a:extLst>
          </p:cNvPr>
          <p:cNvSpPr/>
          <p:nvPr/>
        </p:nvSpPr>
        <p:spPr>
          <a:xfrm>
            <a:off x="4449835" y="3568419"/>
            <a:ext cx="729600" cy="730000"/>
          </a:xfrm>
          <a:prstGeom prst="ellipse">
            <a:avLst/>
          </a:prstGeom>
          <a:noFill/>
          <a:ln w="19050" cap="flat" cmpd="sng">
            <a:solidFill>
              <a:srgbClr val="FF7210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23" name="Google Shape;12900;p86">
            <a:extLst>
              <a:ext uri="{FF2B5EF4-FFF2-40B4-BE49-F238E27FC236}">
                <a16:creationId xmlns:a16="http://schemas.microsoft.com/office/drawing/2014/main" id="{2914637A-824D-48CF-BDFA-F28FDDED6B40}"/>
              </a:ext>
            </a:extLst>
          </p:cNvPr>
          <p:cNvSpPr/>
          <p:nvPr/>
        </p:nvSpPr>
        <p:spPr>
          <a:xfrm>
            <a:off x="4622932" y="3763240"/>
            <a:ext cx="373766" cy="340357"/>
          </a:xfrm>
          <a:custGeom>
            <a:avLst/>
            <a:gdLst/>
            <a:ahLst/>
            <a:cxnLst/>
            <a:rect l="l" t="t" r="r" b="b"/>
            <a:pathLst>
              <a:path w="12698" h="11563" extrusionOk="0">
                <a:moveTo>
                  <a:pt x="2490" y="820"/>
                </a:moveTo>
                <a:cubicBezTo>
                  <a:pt x="3529" y="914"/>
                  <a:pt x="4600" y="1292"/>
                  <a:pt x="5483" y="2017"/>
                </a:cubicBezTo>
                <a:lnTo>
                  <a:pt x="5798" y="2237"/>
                </a:lnTo>
                <a:lnTo>
                  <a:pt x="5798" y="10334"/>
                </a:lnTo>
                <a:lnTo>
                  <a:pt x="5766" y="10334"/>
                </a:lnTo>
                <a:cubicBezTo>
                  <a:pt x="4789" y="9609"/>
                  <a:pt x="3655" y="9168"/>
                  <a:pt x="2490" y="9105"/>
                </a:cubicBezTo>
                <a:lnTo>
                  <a:pt x="2490" y="820"/>
                </a:lnTo>
                <a:close/>
                <a:moveTo>
                  <a:pt x="9925" y="883"/>
                </a:moveTo>
                <a:lnTo>
                  <a:pt x="9925" y="9137"/>
                </a:lnTo>
                <a:cubicBezTo>
                  <a:pt x="8728" y="9200"/>
                  <a:pt x="7593" y="9609"/>
                  <a:pt x="6617" y="10334"/>
                </a:cubicBezTo>
                <a:lnTo>
                  <a:pt x="6617" y="2300"/>
                </a:lnTo>
                <a:lnTo>
                  <a:pt x="6932" y="2048"/>
                </a:lnTo>
                <a:cubicBezTo>
                  <a:pt x="7782" y="1355"/>
                  <a:pt x="8854" y="946"/>
                  <a:pt x="9925" y="883"/>
                </a:cubicBezTo>
                <a:close/>
                <a:moveTo>
                  <a:pt x="1702" y="2458"/>
                </a:moveTo>
                <a:lnTo>
                  <a:pt x="1702" y="9483"/>
                </a:lnTo>
                <a:cubicBezTo>
                  <a:pt x="1702" y="9735"/>
                  <a:pt x="1891" y="9924"/>
                  <a:pt x="2080" y="9924"/>
                </a:cubicBezTo>
                <a:cubicBezTo>
                  <a:pt x="3057" y="9924"/>
                  <a:pt x="4096" y="10208"/>
                  <a:pt x="4978" y="10744"/>
                </a:cubicBezTo>
                <a:lnTo>
                  <a:pt x="1261" y="10744"/>
                </a:lnTo>
                <a:cubicBezTo>
                  <a:pt x="1009" y="10744"/>
                  <a:pt x="851" y="10555"/>
                  <a:pt x="851" y="10334"/>
                </a:cubicBezTo>
                <a:lnTo>
                  <a:pt x="851" y="2867"/>
                </a:lnTo>
                <a:cubicBezTo>
                  <a:pt x="851" y="2647"/>
                  <a:pt x="1040" y="2489"/>
                  <a:pt x="1261" y="2458"/>
                </a:cubicBezTo>
                <a:close/>
                <a:moveTo>
                  <a:pt x="11406" y="2458"/>
                </a:moveTo>
                <a:cubicBezTo>
                  <a:pt x="11658" y="2458"/>
                  <a:pt x="11815" y="2647"/>
                  <a:pt x="11847" y="2867"/>
                </a:cubicBezTo>
                <a:lnTo>
                  <a:pt x="11847" y="10334"/>
                </a:lnTo>
                <a:cubicBezTo>
                  <a:pt x="11847" y="10555"/>
                  <a:pt x="11658" y="10712"/>
                  <a:pt x="11406" y="10744"/>
                </a:cubicBezTo>
                <a:lnTo>
                  <a:pt x="7436" y="10744"/>
                </a:lnTo>
                <a:cubicBezTo>
                  <a:pt x="8255" y="10239"/>
                  <a:pt x="9295" y="9924"/>
                  <a:pt x="10303" y="9924"/>
                </a:cubicBezTo>
                <a:cubicBezTo>
                  <a:pt x="10555" y="9924"/>
                  <a:pt x="10712" y="9735"/>
                  <a:pt x="10712" y="9483"/>
                </a:cubicBezTo>
                <a:lnTo>
                  <a:pt x="10712" y="2458"/>
                </a:lnTo>
                <a:close/>
                <a:moveTo>
                  <a:pt x="2080" y="0"/>
                </a:moveTo>
                <a:cubicBezTo>
                  <a:pt x="1828" y="0"/>
                  <a:pt x="1670" y="189"/>
                  <a:pt x="1670" y="410"/>
                </a:cubicBezTo>
                <a:lnTo>
                  <a:pt x="1670" y="1670"/>
                </a:lnTo>
                <a:lnTo>
                  <a:pt x="1261" y="1670"/>
                </a:lnTo>
                <a:cubicBezTo>
                  <a:pt x="568" y="1670"/>
                  <a:pt x="1" y="2206"/>
                  <a:pt x="32" y="2930"/>
                </a:cubicBezTo>
                <a:lnTo>
                  <a:pt x="32" y="10334"/>
                </a:lnTo>
                <a:cubicBezTo>
                  <a:pt x="32" y="10996"/>
                  <a:pt x="568" y="11563"/>
                  <a:pt x="1261" y="11563"/>
                </a:cubicBezTo>
                <a:lnTo>
                  <a:pt x="11437" y="11563"/>
                </a:lnTo>
                <a:cubicBezTo>
                  <a:pt x="12130" y="11563"/>
                  <a:pt x="12697" y="11027"/>
                  <a:pt x="12697" y="10334"/>
                </a:cubicBezTo>
                <a:lnTo>
                  <a:pt x="12697" y="2867"/>
                </a:lnTo>
                <a:cubicBezTo>
                  <a:pt x="12666" y="2206"/>
                  <a:pt x="12130" y="1670"/>
                  <a:pt x="11437" y="1670"/>
                </a:cubicBezTo>
                <a:lnTo>
                  <a:pt x="10744" y="1670"/>
                </a:lnTo>
                <a:lnTo>
                  <a:pt x="10744" y="410"/>
                </a:lnTo>
                <a:cubicBezTo>
                  <a:pt x="10744" y="158"/>
                  <a:pt x="10555" y="0"/>
                  <a:pt x="10334" y="0"/>
                </a:cubicBezTo>
                <a:cubicBezTo>
                  <a:pt x="8980" y="0"/>
                  <a:pt x="7562" y="473"/>
                  <a:pt x="6396" y="1387"/>
                </a:cubicBezTo>
                <a:lnTo>
                  <a:pt x="6207" y="1544"/>
                </a:lnTo>
                <a:lnTo>
                  <a:pt x="6018" y="1387"/>
                </a:lnTo>
                <a:cubicBezTo>
                  <a:pt x="4915" y="473"/>
                  <a:pt x="3498" y="0"/>
                  <a:pt x="208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13344;p87">
            <a:extLst>
              <a:ext uri="{FF2B5EF4-FFF2-40B4-BE49-F238E27FC236}">
                <a16:creationId xmlns:a16="http://schemas.microsoft.com/office/drawing/2014/main" id="{DC04067C-5167-4E7C-9AF3-BF3F9E76CE66}"/>
              </a:ext>
            </a:extLst>
          </p:cNvPr>
          <p:cNvSpPr/>
          <p:nvPr/>
        </p:nvSpPr>
        <p:spPr>
          <a:xfrm>
            <a:off x="4635558" y="5274557"/>
            <a:ext cx="348513" cy="349427"/>
          </a:xfrm>
          <a:custGeom>
            <a:avLst/>
            <a:gdLst/>
            <a:ahLst/>
            <a:cxnLst/>
            <a:rect l="l" t="t" r="r" b="b"/>
            <a:pathLst>
              <a:path w="11815" h="11846" extrusionOk="0">
                <a:moveTo>
                  <a:pt x="5829" y="693"/>
                </a:moveTo>
                <a:cubicBezTo>
                  <a:pt x="6238" y="693"/>
                  <a:pt x="6553" y="1008"/>
                  <a:pt x="6553" y="1418"/>
                </a:cubicBezTo>
                <a:cubicBezTo>
                  <a:pt x="6553" y="1796"/>
                  <a:pt x="6238" y="2111"/>
                  <a:pt x="5829" y="2111"/>
                </a:cubicBezTo>
                <a:cubicBezTo>
                  <a:pt x="5451" y="2111"/>
                  <a:pt x="5136" y="1796"/>
                  <a:pt x="5136" y="1418"/>
                </a:cubicBezTo>
                <a:cubicBezTo>
                  <a:pt x="5136" y="1008"/>
                  <a:pt x="5482" y="693"/>
                  <a:pt x="5829" y="693"/>
                </a:cubicBezTo>
                <a:close/>
                <a:moveTo>
                  <a:pt x="5829" y="2773"/>
                </a:moveTo>
                <a:cubicBezTo>
                  <a:pt x="6774" y="2773"/>
                  <a:pt x="7562" y="3560"/>
                  <a:pt x="7562" y="4568"/>
                </a:cubicBezTo>
                <a:lnTo>
                  <a:pt x="7562" y="4915"/>
                </a:lnTo>
                <a:lnTo>
                  <a:pt x="4096" y="4915"/>
                </a:lnTo>
                <a:lnTo>
                  <a:pt x="4096" y="4568"/>
                </a:lnTo>
                <a:cubicBezTo>
                  <a:pt x="4096" y="3560"/>
                  <a:pt x="4884" y="2773"/>
                  <a:pt x="5829" y="2773"/>
                </a:cubicBezTo>
                <a:close/>
                <a:moveTo>
                  <a:pt x="2363" y="6963"/>
                </a:moveTo>
                <a:cubicBezTo>
                  <a:pt x="2773" y="6963"/>
                  <a:pt x="3088" y="7278"/>
                  <a:pt x="3088" y="7656"/>
                </a:cubicBezTo>
                <a:cubicBezTo>
                  <a:pt x="3088" y="8065"/>
                  <a:pt x="2773" y="8380"/>
                  <a:pt x="2363" y="8380"/>
                </a:cubicBezTo>
                <a:cubicBezTo>
                  <a:pt x="1985" y="8380"/>
                  <a:pt x="1670" y="8065"/>
                  <a:pt x="1670" y="7656"/>
                </a:cubicBezTo>
                <a:cubicBezTo>
                  <a:pt x="1670" y="7278"/>
                  <a:pt x="1985" y="6963"/>
                  <a:pt x="2363" y="6963"/>
                </a:cubicBezTo>
                <a:close/>
                <a:moveTo>
                  <a:pt x="9357" y="6963"/>
                </a:moveTo>
                <a:cubicBezTo>
                  <a:pt x="9735" y="6963"/>
                  <a:pt x="10050" y="7278"/>
                  <a:pt x="10050" y="7656"/>
                </a:cubicBezTo>
                <a:cubicBezTo>
                  <a:pt x="10050" y="8065"/>
                  <a:pt x="9735" y="8380"/>
                  <a:pt x="9357" y="8380"/>
                </a:cubicBezTo>
                <a:cubicBezTo>
                  <a:pt x="8948" y="8380"/>
                  <a:pt x="8633" y="8065"/>
                  <a:pt x="8633" y="7656"/>
                </a:cubicBezTo>
                <a:cubicBezTo>
                  <a:pt x="8633" y="7278"/>
                  <a:pt x="8948" y="6963"/>
                  <a:pt x="9357" y="6963"/>
                </a:cubicBezTo>
                <a:close/>
                <a:moveTo>
                  <a:pt x="2363" y="9042"/>
                </a:moveTo>
                <a:cubicBezTo>
                  <a:pt x="3308" y="9042"/>
                  <a:pt x="4096" y="9830"/>
                  <a:pt x="4096" y="10806"/>
                </a:cubicBezTo>
                <a:lnTo>
                  <a:pt x="4096" y="11184"/>
                </a:lnTo>
                <a:lnTo>
                  <a:pt x="630" y="11184"/>
                </a:lnTo>
                <a:lnTo>
                  <a:pt x="630" y="10806"/>
                </a:lnTo>
                <a:cubicBezTo>
                  <a:pt x="630" y="9830"/>
                  <a:pt x="1418" y="9042"/>
                  <a:pt x="2363" y="9042"/>
                </a:cubicBezTo>
                <a:close/>
                <a:moveTo>
                  <a:pt x="9357" y="9042"/>
                </a:moveTo>
                <a:cubicBezTo>
                  <a:pt x="10302" y="9042"/>
                  <a:pt x="11090" y="9830"/>
                  <a:pt x="11090" y="10806"/>
                </a:cubicBezTo>
                <a:lnTo>
                  <a:pt x="11090" y="11184"/>
                </a:lnTo>
                <a:lnTo>
                  <a:pt x="7625" y="11184"/>
                </a:lnTo>
                <a:lnTo>
                  <a:pt x="7625" y="10806"/>
                </a:lnTo>
                <a:cubicBezTo>
                  <a:pt x="7625" y="9830"/>
                  <a:pt x="8412" y="9042"/>
                  <a:pt x="9357" y="9042"/>
                </a:cubicBezTo>
                <a:close/>
                <a:moveTo>
                  <a:pt x="5892" y="0"/>
                </a:moveTo>
                <a:cubicBezTo>
                  <a:pt x="5136" y="0"/>
                  <a:pt x="4506" y="630"/>
                  <a:pt x="4506" y="1355"/>
                </a:cubicBezTo>
                <a:cubicBezTo>
                  <a:pt x="4506" y="1733"/>
                  <a:pt x="4632" y="2016"/>
                  <a:pt x="4852" y="2300"/>
                </a:cubicBezTo>
                <a:cubicBezTo>
                  <a:pt x="4033" y="2710"/>
                  <a:pt x="3466" y="3529"/>
                  <a:pt x="3466" y="4505"/>
                </a:cubicBezTo>
                <a:lnTo>
                  <a:pt x="3466" y="5230"/>
                </a:lnTo>
                <a:cubicBezTo>
                  <a:pt x="3466" y="5419"/>
                  <a:pt x="3623" y="5577"/>
                  <a:pt x="3844" y="5577"/>
                </a:cubicBezTo>
                <a:lnTo>
                  <a:pt x="5577" y="5577"/>
                </a:lnTo>
                <a:lnTo>
                  <a:pt x="5577" y="7152"/>
                </a:lnTo>
                <a:lnTo>
                  <a:pt x="3875" y="8822"/>
                </a:lnTo>
                <a:cubicBezTo>
                  <a:pt x="3749" y="8696"/>
                  <a:pt x="3592" y="8601"/>
                  <a:pt x="3434" y="8569"/>
                </a:cubicBezTo>
                <a:cubicBezTo>
                  <a:pt x="3686" y="8349"/>
                  <a:pt x="3781" y="8034"/>
                  <a:pt x="3781" y="7624"/>
                </a:cubicBezTo>
                <a:cubicBezTo>
                  <a:pt x="3781" y="6868"/>
                  <a:pt x="3151" y="6238"/>
                  <a:pt x="2426" y="6238"/>
                </a:cubicBezTo>
                <a:cubicBezTo>
                  <a:pt x="1670" y="6238"/>
                  <a:pt x="1040" y="6868"/>
                  <a:pt x="1040" y="7624"/>
                </a:cubicBezTo>
                <a:cubicBezTo>
                  <a:pt x="1040" y="7971"/>
                  <a:pt x="1166" y="8286"/>
                  <a:pt x="1387" y="8569"/>
                </a:cubicBezTo>
                <a:cubicBezTo>
                  <a:pt x="567" y="8979"/>
                  <a:pt x="0" y="9798"/>
                  <a:pt x="0" y="10775"/>
                </a:cubicBezTo>
                <a:lnTo>
                  <a:pt x="0" y="11499"/>
                </a:lnTo>
                <a:cubicBezTo>
                  <a:pt x="0" y="11688"/>
                  <a:pt x="158" y="11846"/>
                  <a:pt x="378" y="11846"/>
                </a:cubicBezTo>
                <a:lnTo>
                  <a:pt x="4474" y="11846"/>
                </a:lnTo>
                <a:cubicBezTo>
                  <a:pt x="4663" y="11846"/>
                  <a:pt x="4821" y="11688"/>
                  <a:pt x="4821" y="11499"/>
                </a:cubicBezTo>
                <a:lnTo>
                  <a:pt x="4821" y="10775"/>
                </a:lnTo>
                <a:cubicBezTo>
                  <a:pt x="4821" y="10239"/>
                  <a:pt x="4632" y="9704"/>
                  <a:pt x="4348" y="9326"/>
                </a:cubicBezTo>
                <a:lnTo>
                  <a:pt x="5860" y="7782"/>
                </a:lnTo>
                <a:lnTo>
                  <a:pt x="7404" y="9326"/>
                </a:lnTo>
                <a:cubicBezTo>
                  <a:pt x="7089" y="9704"/>
                  <a:pt x="6931" y="10239"/>
                  <a:pt x="6931" y="10775"/>
                </a:cubicBezTo>
                <a:lnTo>
                  <a:pt x="6931" y="11499"/>
                </a:lnTo>
                <a:cubicBezTo>
                  <a:pt x="6931" y="11688"/>
                  <a:pt x="7089" y="11846"/>
                  <a:pt x="7309" y="11846"/>
                </a:cubicBezTo>
                <a:lnTo>
                  <a:pt x="11468" y="11846"/>
                </a:lnTo>
                <a:cubicBezTo>
                  <a:pt x="11657" y="11846"/>
                  <a:pt x="11815" y="11688"/>
                  <a:pt x="11815" y="11499"/>
                </a:cubicBezTo>
                <a:lnTo>
                  <a:pt x="11815" y="10775"/>
                </a:lnTo>
                <a:cubicBezTo>
                  <a:pt x="11783" y="9830"/>
                  <a:pt x="11185" y="8979"/>
                  <a:pt x="10365" y="8569"/>
                </a:cubicBezTo>
                <a:cubicBezTo>
                  <a:pt x="10586" y="8349"/>
                  <a:pt x="10712" y="8034"/>
                  <a:pt x="10712" y="7624"/>
                </a:cubicBezTo>
                <a:cubicBezTo>
                  <a:pt x="10712" y="6868"/>
                  <a:pt x="10082" y="6238"/>
                  <a:pt x="9357" y="6238"/>
                </a:cubicBezTo>
                <a:cubicBezTo>
                  <a:pt x="8601" y="6238"/>
                  <a:pt x="7971" y="6868"/>
                  <a:pt x="7971" y="7624"/>
                </a:cubicBezTo>
                <a:cubicBezTo>
                  <a:pt x="7971" y="7971"/>
                  <a:pt x="8097" y="8286"/>
                  <a:pt x="8318" y="8569"/>
                </a:cubicBezTo>
                <a:cubicBezTo>
                  <a:pt x="8160" y="8664"/>
                  <a:pt x="8034" y="8727"/>
                  <a:pt x="7877" y="8822"/>
                </a:cubicBezTo>
                <a:lnTo>
                  <a:pt x="6207" y="7152"/>
                </a:lnTo>
                <a:lnTo>
                  <a:pt x="6207" y="5577"/>
                </a:lnTo>
                <a:lnTo>
                  <a:pt x="7940" y="5577"/>
                </a:lnTo>
                <a:cubicBezTo>
                  <a:pt x="8129" y="5577"/>
                  <a:pt x="8286" y="5419"/>
                  <a:pt x="8286" y="5230"/>
                </a:cubicBezTo>
                <a:lnTo>
                  <a:pt x="8286" y="4505"/>
                </a:lnTo>
                <a:cubicBezTo>
                  <a:pt x="8286" y="3529"/>
                  <a:pt x="7688" y="2710"/>
                  <a:pt x="6900" y="2300"/>
                </a:cubicBezTo>
                <a:cubicBezTo>
                  <a:pt x="7152" y="2080"/>
                  <a:pt x="7246" y="1764"/>
                  <a:pt x="7246" y="1355"/>
                </a:cubicBezTo>
                <a:cubicBezTo>
                  <a:pt x="7246" y="630"/>
                  <a:pt x="6616" y="0"/>
                  <a:pt x="589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6328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3" name="Google Shape;3643;p60"/>
          <p:cNvSpPr txBox="1">
            <a:spLocks noGrp="1"/>
          </p:cNvSpPr>
          <p:nvPr>
            <p:ph type="subTitle" idx="4"/>
          </p:nvPr>
        </p:nvSpPr>
        <p:spPr>
          <a:xfrm>
            <a:off x="1014667" y="1584753"/>
            <a:ext cx="9369554" cy="3933178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38100" indent="-342900" algn="just">
              <a:spcAft>
                <a:spcPts val="1565"/>
              </a:spcAft>
              <a:buClr>
                <a:schemeClr val="accent5"/>
              </a:buClr>
              <a:buSzPct val="120000"/>
              <a:buFont typeface="Arial" panose="020B0604020202020204" pitchFamily="34" charset="0"/>
              <a:buChar char="•"/>
            </a:pPr>
            <a:r>
              <a:rPr lang="ro-RO" sz="2400" dirty="0">
                <a:latin typeface="Calibri" pitchFamily="34" charset="0"/>
              </a:rPr>
              <a:t>Activitatea - un </a:t>
            </a:r>
            <a:r>
              <a:rPr lang="ro-RO" sz="2400" dirty="0">
                <a:solidFill>
                  <a:srgbClr val="FC8B3A"/>
                </a:solidFill>
                <a:latin typeface="Calibri" pitchFamily="34" charset="0"/>
              </a:rPr>
              <a:t>comportament parametrizat </a:t>
            </a:r>
            <a:r>
              <a:rPr lang="ro-RO" sz="2400" dirty="0">
                <a:latin typeface="Calibri" pitchFamily="34" charset="0"/>
              </a:rPr>
              <a:t>reprezentat sub forma unui flux coordonat de acţiuni. </a:t>
            </a:r>
          </a:p>
          <a:p>
            <a:pPr marL="38100" indent="-342900" algn="just">
              <a:spcAft>
                <a:spcPts val="1565"/>
              </a:spcAft>
              <a:buClr>
                <a:schemeClr val="accent5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sz="2400" dirty="0" err="1"/>
              <a:t>Specifi</a:t>
            </a:r>
            <a:r>
              <a:rPr lang="ro-RO" sz="2400" dirty="0"/>
              <a:t>că comportamentul definit de utilizator la diferite niveluri de granularitate</a:t>
            </a:r>
            <a:endParaRPr lang="en-GB" sz="2400" dirty="0"/>
          </a:p>
          <a:p>
            <a:pPr marL="38100" indent="-342900" algn="just">
              <a:spcAft>
                <a:spcPts val="1565"/>
              </a:spcAft>
              <a:buClr>
                <a:schemeClr val="accent5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sz="2400" dirty="0"/>
              <a:t>O </a:t>
            </a:r>
            <a:r>
              <a:rPr lang="en-US" sz="2400" dirty="0" err="1"/>
              <a:t>activitate</a:t>
            </a:r>
            <a:r>
              <a:rPr lang="en-US" sz="2400" dirty="0"/>
              <a:t> </a:t>
            </a:r>
            <a:r>
              <a:rPr lang="en-US" sz="2400" dirty="0" err="1"/>
              <a:t>este</a:t>
            </a:r>
            <a:r>
              <a:rPr lang="en-US" sz="2400" dirty="0"/>
              <a:t> un </a:t>
            </a:r>
            <a:r>
              <a:rPr lang="en-US" sz="2400" dirty="0" err="1"/>
              <a:t>graf</a:t>
            </a:r>
            <a:r>
              <a:rPr lang="en-US" sz="2400" dirty="0"/>
              <a:t> </a:t>
            </a:r>
            <a:r>
              <a:rPr lang="en-US" sz="2400" dirty="0" err="1"/>
              <a:t>direcționat</a:t>
            </a:r>
            <a:endParaRPr lang="en-US" sz="2400" dirty="0"/>
          </a:p>
          <a:p>
            <a:pPr marL="952500" lvl="2" indent="-342900" algn="just">
              <a:spcAft>
                <a:spcPts val="1565"/>
              </a:spcAft>
              <a:buClr>
                <a:srgbClr val="FC8B3A"/>
              </a:buClr>
              <a:buSzPct val="120000"/>
              <a:buFont typeface="Wingdings" panose="05000000000000000000" pitchFamily="2" charset="2"/>
              <a:buChar char="Ø"/>
            </a:pPr>
            <a:r>
              <a:rPr lang="en-US" sz="2100" dirty="0" err="1">
                <a:solidFill>
                  <a:srgbClr val="000000"/>
                </a:solidFill>
                <a:latin typeface="Calibri" panose="020F0502020204030204" pitchFamily="34" charset="0"/>
              </a:rPr>
              <a:t>Nodurile</a:t>
            </a:r>
            <a:r>
              <a:rPr lang="en-US" sz="2100" dirty="0">
                <a:solidFill>
                  <a:srgbClr val="000000"/>
                </a:solidFill>
                <a:latin typeface="Calibri" panose="020F0502020204030204" pitchFamily="34" charset="0"/>
              </a:rPr>
              <a:t>: </a:t>
            </a:r>
            <a:r>
              <a:rPr lang="en-US" sz="2100" dirty="0" err="1">
                <a:solidFill>
                  <a:srgbClr val="000000"/>
                </a:solidFill>
                <a:latin typeface="Calibri" panose="020F0502020204030204" pitchFamily="34" charset="0"/>
              </a:rPr>
              <a:t>acțiuni</a:t>
            </a:r>
            <a:r>
              <a:rPr lang="en-US" sz="210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en-US" sz="2100" dirty="0" err="1">
                <a:solidFill>
                  <a:srgbClr val="000000"/>
                </a:solidFill>
                <a:latin typeface="Calibri" panose="020F0502020204030204" pitchFamily="34" charset="0"/>
              </a:rPr>
              <a:t>și</a:t>
            </a:r>
            <a:r>
              <a:rPr lang="en-US" sz="210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en-US" sz="2100" dirty="0" err="1">
                <a:solidFill>
                  <a:srgbClr val="000000"/>
                </a:solidFill>
                <a:latin typeface="Calibri" panose="020F0502020204030204" pitchFamily="34" charset="0"/>
              </a:rPr>
              <a:t>activități</a:t>
            </a:r>
            <a:endParaRPr lang="en-US" sz="21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952500" lvl="2" indent="-342900" algn="just">
              <a:spcAft>
                <a:spcPts val="1565"/>
              </a:spcAft>
              <a:buClr>
                <a:srgbClr val="FC8B3A"/>
              </a:buClr>
              <a:buSzPct val="120000"/>
              <a:buFont typeface="Wingdings" panose="05000000000000000000" pitchFamily="2" charset="2"/>
              <a:buChar char="Ø"/>
            </a:pPr>
            <a:r>
              <a:rPr lang="en-US" sz="2100" dirty="0">
                <a:solidFill>
                  <a:srgbClr val="000000"/>
                </a:solidFill>
                <a:latin typeface="Calibri" panose="020F0502020204030204" pitchFamily="34" charset="0"/>
              </a:rPr>
              <a:t>Arce: </a:t>
            </a:r>
            <a:r>
              <a:rPr lang="en-US" sz="2100" dirty="0" err="1">
                <a:solidFill>
                  <a:srgbClr val="000000"/>
                </a:solidFill>
                <a:latin typeface="Calibri" panose="020F0502020204030204" pitchFamily="34" charset="0"/>
              </a:rPr>
              <a:t>pentru</a:t>
            </a:r>
            <a:r>
              <a:rPr lang="en-US" sz="210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en-US" sz="2100" dirty="0" err="1">
                <a:solidFill>
                  <a:srgbClr val="000000"/>
                </a:solidFill>
                <a:latin typeface="Calibri" panose="020F0502020204030204" pitchFamily="34" charset="0"/>
              </a:rPr>
              <a:t>fluxul</a:t>
            </a:r>
            <a:r>
              <a:rPr lang="en-US" sz="2100" dirty="0">
                <a:solidFill>
                  <a:srgbClr val="000000"/>
                </a:solidFill>
                <a:latin typeface="Calibri" panose="020F0502020204030204" pitchFamily="34" charset="0"/>
              </a:rPr>
              <a:t> de control </a:t>
            </a:r>
            <a:r>
              <a:rPr lang="en-US" sz="2100" dirty="0" err="1">
                <a:solidFill>
                  <a:srgbClr val="000000"/>
                </a:solidFill>
                <a:latin typeface="Calibri" panose="020F0502020204030204" pitchFamily="34" charset="0"/>
              </a:rPr>
              <a:t>și</a:t>
            </a:r>
            <a:r>
              <a:rPr lang="en-US" sz="2100" dirty="0">
                <a:solidFill>
                  <a:srgbClr val="000000"/>
                </a:solidFill>
                <a:latin typeface="Calibri" panose="020F0502020204030204" pitchFamily="34" charset="0"/>
              </a:rPr>
              <a:t> de </a:t>
            </a:r>
            <a:r>
              <a:rPr lang="en-US" sz="2100" dirty="0" err="1">
                <a:solidFill>
                  <a:srgbClr val="000000"/>
                </a:solidFill>
                <a:latin typeface="Calibri" panose="020F0502020204030204" pitchFamily="34" charset="0"/>
              </a:rPr>
              <a:t>obiect</a:t>
            </a:r>
            <a:endParaRPr lang="en-US" sz="21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38100" indent="-342900" algn="just">
              <a:spcAft>
                <a:spcPts val="1565"/>
              </a:spcAft>
              <a:buClr>
                <a:schemeClr val="accent5"/>
              </a:buClr>
              <a:buSzPct val="120000"/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8100" marR="0" indent="-342900" algn="just">
              <a:spcBef>
                <a:spcPts val="0"/>
              </a:spcBef>
              <a:spcAft>
                <a:spcPts val="1565"/>
              </a:spcAft>
              <a:buClr>
                <a:schemeClr val="accent5"/>
              </a:buClr>
              <a:buSzPct val="120000"/>
              <a:buFont typeface="Arial" panose="020B0604020202020204" pitchFamily="34" charset="0"/>
              <a:buChar char="•"/>
            </a:pPr>
            <a:endParaRPr lang="it-IT" sz="24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indent="-342900" algn="just">
              <a:buClr>
                <a:schemeClr val="accent5"/>
              </a:buClr>
              <a:buSzPct val="120000"/>
              <a:buFont typeface="Arial" panose="020B0604020202020204" pitchFamily="34" charset="0"/>
              <a:buChar char="•"/>
            </a:pPr>
            <a:endParaRPr sz="2400" dirty="0"/>
          </a:p>
        </p:txBody>
      </p:sp>
      <p:sp>
        <p:nvSpPr>
          <p:cNvPr id="7" name="Google Shape;3957;p72">
            <a:extLst>
              <a:ext uri="{FF2B5EF4-FFF2-40B4-BE49-F238E27FC236}">
                <a16:creationId xmlns:a16="http://schemas.microsoft.com/office/drawing/2014/main" id="{73FFAB81-F0BD-408A-90E7-1083A66D2E90}"/>
              </a:ext>
            </a:extLst>
          </p:cNvPr>
          <p:cNvSpPr txBox="1">
            <a:spLocks/>
          </p:cNvSpPr>
          <p:nvPr/>
        </p:nvSpPr>
        <p:spPr>
          <a:xfrm>
            <a:off x="1014667" y="512067"/>
            <a:ext cx="10412400" cy="6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BC1"/>
              </a:buClr>
              <a:buSzPts val="2700"/>
              <a:buFont typeface="Roboto"/>
              <a:buNone/>
              <a:defRPr sz="3600" b="1" i="0" u="none" strike="noStrike" cap="non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1867" b="1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1867" b="1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1867" b="1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1867" b="1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1867" b="1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1867" b="1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1867" b="1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1867" b="1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r>
              <a:rPr lang="ro-RO" kern="0" dirty="0"/>
              <a:t>Activitate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CF00A53-B34F-489D-B8A0-E415CAD982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7494" y="5048916"/>
            <a:ext cx="2158382" cy="1713002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FA8A4464-76E4-4EAE-8312-ADEA17FF4C3C}"/>
              </a:ext>
            </a:extLst>
          </p:cNvPr>
          <p:cNvGrpSpPr/>
          <p:nvPr/>
        </p:nvGrpSpPr>
        <p:grpSpPr>
          <a:xfrm>
            <a:off x="5398174" y="3576466"/>
            <a:ext cx="4894226" cy="3393562"/>
            <a:chOff x="4197703" y="3193602"/>
            <a:chExt cx="4894226" cy="3393562"/>
          </a:xfrm>
        </p:grpSpPr>
        <p:pic>
          <p:nvPicPr>
            <p:cNvPr id="6" name="Grafik 1">
              <a:extLst>
                <a:ext uri="{FF2B5EF4-FFF2-40B4-BE49-F238E27FC236}">
                  <a16:creationId xmlns:a16="http://schemas.microsoft.com/office/drawing/2014/main" id="{EDEDA1F0-36D4-485A-9A3D-8A6D66B8BCB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90438" y="3800027"/>
              <a:ext cx="2529768" cy="2054187"/>
            </a:xfrm>
            <a:prstGeom prst="rect">
              <a:avLst/>
            </a:prstGeom>
          </p:spPr>
        </p:pic>
        <p:sp>
          <p:nvSpPr>
            <p:cNvPr id="8" name="Text Box 4">
              <a:extLst>
                <a:ext uri="{FF2B5EF4-FFF2-40B4-BE49-F238E27FC236}">
                  <a16:creationId xmlns:a16="http://schemas.microsoft.com/office/drawing/2014/main" id="{C38B5246-D206-4A9A-B9EF-05012BBBC0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97703" y="4683832"/>
              <a:ext cx="1116013" cy="51752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/>
            <a:lstStyle>
              <a:defPPr>
                <a:defRPr lang="de-DE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1600" i="1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1600" i="1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1600" i="1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1600" i="1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1600" i="1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600" i="1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600" i="1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600" i="1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600" i="1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9pPr>
            </a:lstStyle>
            <a:p>
              <a:pPr algn="r"/>
              <a:r>
                <a:rPr lang="ro-RO" dirty="0">
                  <a:solidFill>
                    <a:srgbClr val="FE8400"/>
                  </a:solidFill>
                  <a:latin typeface="+mj-lt"/>
                </a:rPr>
                <a:t>Parametru de</a:t>
              </a:r>
            </a:p>
            <a:p>
              <a:pPr algn="r"/>
              <a:r>
                <a:rPr lang="ro-RO" dirty="0">
                  <a:solidFill>
                    <a:srgbClr val="FE8400"/>
                  </a:solidFill>
                  <a:latin typeface="+mj-lt"/>
                </a:rPr>
                <a:t>intrare</a:t>
              </a:r>
              <a:endParaRPr lang="de-AT" dirty="0">
                <a:solidFill>
                  <a:srgbClr val="FE8400"/>
                </a:solidFill>
                <a:latin typeface="+mj-lt"/>
              </a:endParaRPr>
            </a:p>
          </p:txBody>
        </p:sp>
        <p:sp>
          <p:nvSpPr>
            <p:cNvPr id="9" name="Line 6">
              <a:extLst>
                <a:ext uri="{FF2B5EF4-FFF2-40B4-BE49-F238E27FC236}">
                  <a16:creationId xmlns:a16="http://schemas.microsoft.com/office/drawing/2014/main" id="{F34B9846-0646-455A-AE1B-5FB6D17872B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279172" y="4928492"/>
              <a:ext cx="533620" cy="423562"/>
            </a:xfrm>
            <a:prstGeom prst="line">
              <a:avLst/>
            </a:prstGeom>
            <a:noFill/>
            <a:ln w="12700">
              <a:solidFill>
                <a:srgbClr val="FE84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de-DE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1600" i="1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1600" i="1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1600" i="1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1600" i="1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1600" i="1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600" i="1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600" i="1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600" i="1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600" i="1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9pPr>
            </a:lstStyle>
            <a:p>
              <a:endParaRPr lang="de-AT"/>
            </a:p>
          </p:txBody>
        </p:sp>
        <p:sp>
          <p:nvSpPr>
            <p:cNvPr id="10" name="Line 7">
              <a:extLst>
                <a:ext uri="{FF2B5EF4-FFF2-40B4-BE49-F238E27FC236}">
                  <a16:creationId xmlns:a16="http://schemas.microsoft.com/office/drawing/2014/main" id="{25A70EB2-47BE-4FBF-AA4F-6813A079BB8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279172" y="4928492"/>
              <a:ext cx="533620" cy="1"/>
            </a:xfrm>
            <a:prstGeom prst="line">
              <a:avLst/>
            </a:prstGeom>
            <a:noFill/>
            <a:ln w="12700">
              <a:solidFill>
                <a:srgbClr val="FE84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de-DE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1600" i="1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1600" i="1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1600" i="1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1600" i="1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1600" i="1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600" i="1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600" i="1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600" i="1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600" i="1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9pPr>
            </a:lstStyle>
            <a:p>
              <a:endParaRPr lang="de-AT"/>
            </a:p>
          </p:txBody>
        </p:sp>
        <p:sp>
          <p:nvSpPr>
            <p:cNvPr id="11" name="Text Box 27">
              <a:extLst>
                <a:ext uri="{FF2B5EF4-FFF2-40B4-BE49-F238E27FC236}">
                  <a16:creationId xmlns:a16="http://schemas.microsoft.com/office/drawing/2014/main" id="{139D8598-814A-4A54-999E-E18E861F3C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63956" y="6069639"/>
              <a:ext cx="1103313" cy="51752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/>
            <a:lstStyle>
              <a:defPPr>
                <a:defRPr lang="de-DE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1600" i="1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1600" i="1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1600" i="1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1600" i="1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1600" i="1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600" i="1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600" i="1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600" i="1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600" i="1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9pPr>
            </a:lstStyle>
            <a:p>
              <a:pPr algn="ctr"/>
              <a:r>
                <a:rPr lang="de-DE" dirty="0">
                  <a:solidFill>
                    <a:srgbClr val="FE8400"/>
                  </a:solidFill>
                  <a:latin typeface="+mj-lt"/>
                </a:rPr>
                <a:t>Nod</a:t>
              </a:r>
              <a:endParaRPr lang="de-AT" dirty="0">
                <a:solidFill>
                  <a:srgbClr val="FE8400"/>
                </a:solidFill>
                <a:latin typeface="+mj-lt"/>
              </a:endParaRPr>
            </a:p>
          </p:txBody>
        </p:sp>
        <p:sp>
          <p:nvSpPr>
            <p:cNvPr id="12" name="Text Box 28">
              <a:extLst>
                <a:ext uri="{FF2B5EF4-FFF2-40B4-BE49-F238E27FC236}">
                  <a16:creationId xmlns:a16="http://schemas.microsoft.com/office/drawing/2014/main" id="{BE16211E-FB70-4D24-811C-D17C524F9C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55322" y="6069639"/>
              <a:ext cx="1103313" cy="51752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/>
            <a:lstStyle>
              <a:defPPr>
                <a:defRPr lang="de-DE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1600" i="1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1600" i="1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1600" i="1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1600" i="1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1600" i="1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600" i="1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600" i="1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600" i="1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600" i="1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9pPr>
            </a:lstStyle>
            <a:p>
              <a:pPr algn="ctr"/>
              <a:r>
                <a:rPr lang="ro-RO" dirty="0">
                  <a:solidFill>
                    <a:srgbClr val="FE8400"/>
                  </a:solidFill>
                  <a:latin typeface="+mj-lt"/>
                </a:rPr>
                <a:t>Arc</a:t>
              </a:r>
              <a:endParaRPr lang="de-AT" dirty="0">
                <a:solidFill>
                  <a:srgbClr val="FE8400"/>
                </a:solidFill>
                <a:latin typeface="+mj-lt"/>
              </a:endParaRPr>
            </a:p>
          </p:txBody>
        </p:sp>
        <p:sp>
          <p:nvSpPr>
            <p:cNvPr id="13" name="Text Box 5">
              <a:extLst>
                <a:ext uri="{FF2B5EF4-FFF2-40B4-BE49-F238E27FC236}">
                  <a16:creationId xmlns:a16="http://schemas.microsoft.com/office/drawing/2014/main" id="{28B06A39-499D-4C76-8A80-A61FD3A04B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75916" y="3193602"/>
              <a:ext cx="1116013" cy="51752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/>
            <a:lstStyle>
              <a:defPPr>
                <a:defRPr lang="de-DE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1600" i="1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1600" i="1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1600" i="1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1600" i="1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1600" i="1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600" i="1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600" i="1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600" i="1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600" i="1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9pPr>
            </a:lstStyle>
            <a:p>
              <a:pPr algn="ctr"/>
              <a:r>
                <a:rPr lang="ro-RO" dirty="0">
                  <a:solidFill>
                    <a:srgbClr val="FE8400"/>
                  </a:solidFill>
                  <a:latin typeface="+mj-lt"/>
                </a:rPr>
                <a:t>Parametru </a:t>
              </a:r>
            </a:p>
            <a:p>
              <a:pPr algn="ctr"/>
              <a:r>
                <a:rPr lang="ro-RO" dirty="0">
                  <a:solidFill>
                    <a:srgbClr val="FE8400"/>
                  </a:solidFill>
                  <a:latin typeface="+mj-lt"/>
                </a:rPr>
                <a:t>de ieșire</a:t>
              </a:r>
              <a:endParaRPr lang="de-AT" dirty="0">
                <a:solidFill>
                  <a:srgbClr val="FE8400"/>
                </a:solidFill>
                <a:latin typeface="+mj-lt"/>
              </a:endParaRPr>
            </a:p>
          </p:txBody>
        </p:sp>
        <p:sp>
          <p:nvSpPr>
            <p:cNvPr id="14" name="Line 8">
              <a:extLst>
                <a:ext uri="{FF2B5EF4-FFF2-40B4-BE49-F238E27FC236}">
                  <a16:creationId xmlns:a16="http://schemas.microsoft.com/office/drawing/2014/main" id="{FBC525D3-744C-46B8-B6D6-D1245B101EF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333133" y="3800027"/>
              <a:ext cx="192740" cy="937031"/>
            </a:xfrm>
            <a:prstGeom prst="line">
              <a:avLst/>
            </a:prstGeom>
            <a:noFill/>
            <a:ln w="12700">
              <a:solidFill>
                <a:srgbClr val="FE84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de-DE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1600" i="1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1600" i="1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1600" i="1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1600" i="1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1600" i="1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600" i="1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600" i="1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600" i="1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600" i="1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9pPr>
            </a:lstStyle>
            <a:p>
              <a:endParaRPr lang="de-AT"/>
            </a:p>
          </p:txBody>
        </p:sp>
        <p:sp>
          <p:nvSpPr>
            <p:cNvPr id="15" name="Line 30">
              <a:extLst>
                <a:ext uri="{FF2B5EF4-FFF2-40B4-BE49-F238E27FC236}">
                  <a16:creationId xmlns:a16="http://schemas.microsoft.com/office/drawing/2014/main" id="{CEFD6657-AC4C-4B69-8C91-75C06E5311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84084" y="5626324"/>
              <a:ext cx="287526" cy="468687"/>
            </a:xfrm>
            <a:prstGeom prst="line">
              <a:avLst/>
            </a:prstGeom>
            <a:noFill/>
            <a:ln w="12700">
              <a:solidFill>
                <a:srgbClr val="FE84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de-DE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1600" i="1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1600" i="1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1600" i="1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1600" i="1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1600" i="1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600" i="1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600" i="1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600" i="1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600" i="1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9pPr>
            </a:lstStyle>
            <a:p>
              <a:endParaRPr lang="de-AT"/>
            </a:p>
          </p:txBody>
        </p:sp>
        <p:sp>
          <p:nvSpPr>
            <p:cNvPr id="16" name="Line 29">
              <a:extLst>
                <a:ext uri="{FF2B5EF4-FFF2-40B4-BE49-F238E27FC236}">
                  <a16:creationId xmlns:a16="http://schemas.microsoft.com/office/drawing/2014/main" id="{42AE64FA-B56C-4C20-BFCB-8605E2A12D6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810068" y="5776698"/>
              <a:ext cx="197877" cy="331041"/>
            </a:xfrm>
            <a:prstGeom prst="line">
              <a:avLst/>
            </a:prstGeom>
            <a:noFill/>
            <a:ln w="12700">
              <a:solidFill>
                <a:srgbClr val="FE84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de-DE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1600" i="1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1600" i="1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1600" i="1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1600" i="1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1600" i="1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600" i="1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600" i="1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600" i="1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600" i="1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9pPr>
            </a:lstStyle>
            <a:p>
              <a:endParaRPr lang="de-AT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94A31D5-8522-4740-8379-8EC8C9BAF642}"/>
                </a:ext>
              </a:extLst>
            </p:cNvPr>
            <p:cNvSpPr/>
            <p:nvPr/>
          </p:nvSpPr>
          <p:spPr bwMode="auto">
            <a:xfrm>
              <a:off x="6073273" y="3852380"/>
              <a:ext cx="2154193" cy="937032"/>
            </a:xfrm>
            <a:prstGeom prst="rect">
              <a:avLst/>
            </a:prstGeom>
            <a:solidFill>
              <a:schemeClr val="accent4">
                <a:lumMod val="10000"/>
                <a:lumOff val="9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>
              <a:defPPr>
                <a:defRPr lang="de-DE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1600" i="1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1600" i="1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1600" i="1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1600" i="1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1600" i="1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600" i="1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600" i="1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600" i="1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600" i="1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9pPr>
            </a:lstStyle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o-RO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lt"/>
                </a:rPr>
                <a:t>Nume activitate</a:t>
              </a:r>
            </a:p>
            <a:p>
              <a:pPr marL="0" marR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lt"/>
                </a:rPr>
                <a:t>&lt;&lt;</a:t>
              </a:r>
              <a:r>
                <a:rPr kumimoji="0" lang="en-US" sz="1800" b="0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+mn-lt"/>
                </a:rPr>
                <a:t>preconditie</a:t>
              </a:r>
              <a:r>
                <a:rPr kumimoji="0" 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lt"/>
                </a:rPr>
                <a:t>&gt;&gt;</a:t>
              </a:r>
            </a:p>
            <a:p>
              <a:pPr marL="0" marR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1800" i="0" dirty="0">
                  <a:latin typeface="+mn-lt"/>
                </a:rPr>
                <a:t>&lt;&lt;</a:t>
              </a:r>
              <a:r>
                <a:rPr lang="en-US" sz="1800" i="0" dirty="0" err="1">
                  <a:latin typeface="+mn-lt"/>
                </a:rPr>
                <a:t>postconditie</a:t>
              </a:r>
              <a:r>
                <a:rPr lang="en-US" sz="1800" i="0" dirty="0">
                  <a:latin typeface="+mn-lt"/>
                </a:rPr>
                <a:t>&gt;&gt;</a:t>
              </a: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548907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3" name="Google Shape;3643;p60"/>
          <p:cNvSpPr txBox="1">
            <a:spLocks noGrp="1"/>
          </p:cNvSpPr>
          <p:nvPr>
            <p:ph type="subTitle" idx="4"/>
          </p:nvPr>
        </p:nvSpPr>
        <p:spPr>
          <a:xfrm>
            <a:off x="1098750" y="1462411"/>
            <a:ext cx="9369554" cy="3933178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38100" indent="-342900" algn="just">
              <a:spcAft>
                <a:spcPts val="1565"/>
              </a:spcAft>
              <a:buClr>
                <a:schemeClr val="accent5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Acţiunea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– </a:t>
            </a:r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reprezintă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un </a:t>
            </a:r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singur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pas </a:t>
            </a:r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în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cadrul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unei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activităţi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. </a:t>
            </a:r>
          </a:p>
          <a:p>
            <a:pPr marL="38100" indent="-342900" algn="just">
              <a:spcAft>
                <a:spcPts val="1565"/>
              </a:spcAft>
              <a:buClr>
                <a:schemeClr val="accent5"/>
              </a:buClr>
              <a:buSzPct val="120000"/>
              <a:buFont typeface="Arial" panose="020B0604020202020204" pitchFamily="34" charset="0"/>
              <a:buChar char="•"/>
            </a:pPr>
            <a:r>
              <a:rPr lang="ro-RO" sz="2400" dirty="0"/>
              <a:t>Acțiunile sunt </a:t>
            </a:r>
            <a:r>
              <a:rPr lang="ro-RO" sz="2400" b="1" dirty="0">
                <a:solidFill>
                  <a:schemeClr val="bg2"/>
                </a:solidFill>
              </a:rPr>
              <a:t>atomice,</a:t>
            </a:r>
            <a:r>
              <a:rPr lang="ro-RO" sz="2400" dirty="0"/>
              <a:t> deci nu mai pot fi descompuse</a:t>
            </a:r>
            <a:endParaRPr lang="en-US" sz="2400" dirty="0"/>
          </a:p>
          <a:p>
            <a:pPr marL="38100" indent="-342900" algn="just">
              <a:spcAft>
                <a:spcPts val="1565"/>
              </a:spcAft>
              <a:buClr>
                <a:schemeClr val="accent5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Acţiunea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poate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fi </a:t>
            </a:r>
            <a:endParaRPr lang="ro-RO" sz="24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952500" lvl="2" indent="-342900" algn="just">
              <a:spcAft>
                <a:spcPts val="1565"/>
              </a:spcAft>
              <a:buClr>
                <a:srgbClr val="FC8B3A"/>
              </a:buClr>
              <a:buSzPct val="120000"/>
              <a:buFont typeface="Wingdings" panose="05000000000000000000" pitchFamily="2" charset="2"/>
              <a:buChar char="Ø"/>
            </a:pPr>
            <a:r>
              <a:rPr lang="en-US" sz="21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fizică</a:t>
            </a:r>
            <a:r>
              <a:rPr lang="en-US" sz="21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, </a:t>
            </a:r>
            <a:r>
              <a:rPr lang="en-US" sz="21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realizată</a:t>
            </a:r>
            <a:r>
              <a:rPr lang="en-US" sz="21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de un factor </a:t>
            </a:r>
            <a:r>
              <a:rPr lang="en-US" sz="21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uman</a:t>
            </a:r>
            <a:r>
              <a:rPr lang="en-US" sz="21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endParaRPr lang="ro-RO" sz="21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952500" lvl="2" indent="-342900" algn="just">
              <a:spcAft>
                <a:spcPts val="1565"/>
              </a:spcAft>
              <a:buClr>
                <a:srgbClr val="FC8B3A"/>
              </a:buClr>
              <a:buSzPct val="120000"/>
              <a:buFont typeface="Wingdings" panose="05000000000000000000" pitchFamily="2" charset="2"/>
              <a:buChar char="Ø"/>
            </a:pPr>
            <a:r>
              <a:rPr lang="en-US" sz="21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electronică</a:t>
            </a:r>
            <a:endParaRPr lang="en-US" sz="21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8100" indent="-342900" algn="just">
              <a:spcAft>
                <a:spcPts val="1565"/>
              </a:spcAft>
              <a:buClr>
                <a:schemeClr val="accent5"/>
              </a:buClr>
              <a:buSzPct val="120000"/>
              <a:buFont typeface="Arial" panose="020B0604020202020204" pitchFamily="34" charset="0"/>
              <a:buChar char="•"/>
            </a:pPr>
            <a:r>
              <a:rPr lang="ro-RO" sz="2400" dirty="0"/>
              <a:t>Există notații speciale pentru diferite tipuri de acțiuni, cum ar fi:</a:t>
            </a:r>
            <a:endParaRPr lang="en-US" sz="2400" dirty="0"/>
          </a:p>
          <a:p>
            <a:pPr marL="952500" lvl="2" indent="-342900" algn="just">
              <a:spcAft>
                <a:spcPts val="1565"/>
              </a:spcAft>
              <a:buClr>
                <a:srgbClr val="FC8B3A"/>
              </a:buClr>
              <a:buSzPct val="120000"/>
              <a:buFont typeface="Wingdings" panose="05000000000000000000" pitchFamily="2" charset="2"/>
              <a:buChar char="Ø"/>
            </a:pPr>
            <a:r>
              <a:rPr lang="en-GB" sz="2100" dirty="0">
                <a:solidFill>
                  <a:srgbClr val="000000"/>
                </a:solidFill>
                <a:latin typeface="Calibri" panose="020F0502020204030204" pitchFamily="34" charset="0"/>
              </a:rPr>
              <a:t>a</a:t>
            </a:r>
            <a:r>
              <a:rPr lang="ro-RO" sz="2100" dirty="0">
                <a:solidFill>
                  <a:srgbClr val="000000"/>
                </a:solidFill>
                <a:latin typeface="Calibri" panose="020F0502020204030204" pitchFamily="34" charset="0"/>
              </a:rPr>
              <a:t>cțiuni bazate pe evenimente</a:t>
            </a:r>
            <a:endParaRPr lang="en-US" sz="21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952500" lvl="2" indent="-342900" algn="just">
              <a:spcAft>
                <a:spcPts val="1565"/>
              </a:spcAft>
              <a:buClr>
                <a:srgbClr val="FC8B3A"/>
              </a:buClr>
              <a:buSzPct val="120000"/>
              <a:buFont typeface="Wingdings" panose="05000000000000000000" pitchFamily="2" charset="2"/>
              <a:buChar char="Ø"/>
            </a:pPr>
            <a:r>
              <a:rPr lang="en-GB" sz="2100" dirty="0">
                <a:solidFill>
                  <a:srgbClr val="000000"/>
                </a:solidFill>
                <a:latin typeface="Calibri" panose="020F0502020204030204" pitchFamily="34" charset="0"/>
              </a:rPr>
              <a:t>a</a:t>
            </a:r>
            <a:r>
              <a:rPr lang="ro-RO" sz="2100" dirty="0">
                <a:solidFill>
                  <a:srgbClr val="000000"/>
                </a:solidFill>
                <a:latin typeface="Calibri" panose="020F0502020204030204" pitchFamily="34" charset="0"/>
              </a:rPr>
              <a:t>cțiuni care apelează comportament</a:t>
            </a:r>
            <a:endParaRPr lang="en-US" sz="21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952500" lvl="2" indent="-342900" algn="just">
              <a:spcAft>
                <a:spcPts val="1565"/>
              </a:spcAft>
              <a:buClr>
                <a:srgbClr val="FC8B3A"/>
              </a:buClr>
              <a:buSzPct val="120000"/>
              <a:buFont typeface="Wingdings" panose="05000000000000000000" pitchFamily="2" charset="2"/>
              <a:buChar char="Ø"/>
            </a:pPr>
            <a:endParaRPr lang="en-US" sz="21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8100" marR="0" indent="-342900" algn="just">
              <a:spcBef>
                <a:spcPts val="0"/>
              </a:spcBef>
              <a:spcAft>
                <a:spcPts val="1565"/>
              </a:spcAft>
              <a:buClr>
                <a:schemeClr val="accent5"/>
              </a:buClr>
              <a:buSzPct val="120000"/>
              <a:buFont typeface="Arial" panose="020B0604020202020204" pitchFamily="34" charset="0"/>
              <a:buChar char="•"/>
            </a:pPr>
            <a:endParaRPr sz="2400" dirty="0"/>
          </a:p>
        </p:txBody>
      </p:sp>
      <p:sp>
        <p:nvSpPr>
          <p:cNvPr id="7" name="Google Shape;3957;p72">
            <a:extLst>
              <a:ext uri="{FF2B5EF4-FFF2-40B4-BE49-F238E27FC236}">
                <a16:creationId xmlns:a16="http://schemas.microsoft.com/office/drawing/2014/main" id="{73FFAB81-F0BD-408A-90E7-1083A66D2E90}"/>
              </a:ext>
            </a:extLst>
          </p:cNvPr>
          <p:cNvSpPr txBox="1">
            <a:spLocks/>
          </p:cNvSpPr>
          <p:nvPr/>
        </p:nvSpPr>
        <p:spPr>
          <a:xfrm>
            <a:off x="1014667" y="512067"/>
            <a:ext cx="10412400" cy="6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BC1"/>
              </a:buClr>
              <a:buSzPts val="2700"/>
              <a:buFont typeface="Roboto"/>
              <a:buNone/>
              <a:defRPr sz="3600" b="1" i="0" u="none" strike="noStrike" cap="non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1867" b="1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1867" b="1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1867" b="1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1867" b="1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1867" b="1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1867" b="1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1867" b="1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1867" b="1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r>
              <a:rPr lang="en-US" kern="0" dirty="0"/>
              <a:t>Ac</a:t>
            </a:r>
            <a:r>
              <a:rPr lang="ro-RO" kern="0" dirty="0"/>
              <a:t>țiune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0FCEBD9-31F2-43F9-AFE8-98AE9EEE61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0775" y="5365772"/>
            <a:ext cx="1859441" cy="731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37834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3" name="Google Shape;3643;p60"/>
          <p:cNvSpPr txBox="1">
            <a:spLocks noGrp="1"/>
          </p:cNvSpPr>
          <p:nvPr>
            <p:ph type="subTitle" idx="4"/>
          </p:nvPr>
        </p:nvSpPr>
        <p:spPr>
          <a:xfrm>
            <a:off x="1098750" y="1462411"/>
            <a:ext cx="9369554" cy="3933178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38100" indent="-342900" algn="just">
              <a:spcAft>
                <a:spcPts val="1565"/>
              </a:spcAft>
              <a:buClr>
                <a:schemeClr val="accent5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Constrângerile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pot fi </a:t>
            </a:r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ataşate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unei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acţiuni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, </a:t>
            </a:r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spre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exemplu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, sub forma </a:t>
            </a:r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unor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pre- </a:t>
            </a:r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şi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post-</a:t>
            </a:r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condiţii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. </a:t>
            </a:r>
          </a:p>
          <a:p>
            <a:pPr marL="38100" indent="-342900" algn="just">
              <a:spcAft>
                <a:spcPts val="1565"/>
              </a:spcAft>
              <a:buClr>
                <a:schemeClr val="accent5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Se </a:t>
            </a:r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folosesc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cuvintele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cheie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&lt;&lt;precondition&gt;&gt; </a:t>
            </a:r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şi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&lt;&lt;postcondition&gt;&gt;. </a:t>
            </a:r>
          </a:p>
          <a:p>
            <a:pPr marL="38100" marR="0" indent="-342900" algn="just">
              <a:spcBef>
                <a:spcPts val="0"/>
              </a:spcBef>
              <a:spcAft>
                <a:spcPts val="1565"/>
              </a:spcAft>
              <a:buClr>
                <a:schemeClr val="accent5"/>
              </a:buClr>
              <a:buSzPct val="120000"/>
              <a:buFont typeface="Arial" panose="020B0604020202020204" pitchFamily="34" charset="0"/>
              <a:buChar char="•"/>
            </a:pPr>
            <a:endParaRPr sz="2400" dirty="0"/>
          </a:p>
        </p:txBody>
      </p:sp>
      <p:sp>
        <p:nvSpPr>
          <p:cNvPr id="7" name="Google Shape;3957;p72">
            <a:extLst>
              <a:ext uri="{FF2B5EF4-FFF2-40B4-BE49-F238E27FC236}">
                <a16:creationId xmlns:a16="http://schemas.microsoft.com/office/drawing/2014/main" id="{73FFAB81-F0BD-408A-90E7-1083A66D2E90}"/>
              </a:ext>
            </a:extLst>
          </p:cNvPr>
          <p:cNvSpPr txBox="1">
            <a:spLocks/>
          </p:cNvSpPr>
          <p:nvPr/>
        </p:nvSpPr>
        <p:spPr>
          <a:xfrm>
            <a:off x="1014667" y="512067"/>
            <a:ext cx="10412400" cy="6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BC1"/>
              </a:buClr>
              <a:buSzPts val="2700"/>
              <a:buFont typeface="Roboto"/>
              <a:buNone/>
              <a:defRPr sz="3600" b="1" i="0" u="none" strike="noStrike" cap="non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1867" b="1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1867" b="1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1867" b="1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1867" b="1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1867" b="1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1867" b="1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1867" b="1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1867" b="1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r>
              <a:rPr lang="ro-RO" kern="0" dirty="0"/>
              <a:t>Constrângeri 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A4CC9DDB-6791-43F4-810D-A001800141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76800" y="3429000"/>
            <a:ext cx="2038350" cy="280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3907530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9E94EFAC-9D93-42AD-B2D0-D8FE18FFE9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2531" y="2407354"/>
            <a:ext cx="3492352" cy="725335"/>
          </a:xfrm>
          <a:prstGeom prst="rect">
            <a:avLst/>
          </a:prstGeom>
        </p:spPr>
      </p:pic>
      <p:sp>
        <p:nvSpPr>
          <p:cNvPr id="3643" name="Google Shape;3643;p60"/>
          <p:cNvSpPr txBox="1">
            <a:spLocks noGrp="1"/>
          </p:cNvSpPr>
          <p:nvPr>
            <p:ph type="subTitle" idx="4"/>
          </p:nvPr>
        </p:nvSpPr>
        <p:spPr>
          <a:xfrm>
            <a:off x="1251151" y="1197267"/>
            <a:ext cx="7438963" cy="5166989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38100" indent="-342900" algn="just">
              <a:spcAft>
                <a:spcPts val="1565"/>
              </a:spcAft>
              <a:buClr>
                <a:schemeClr val="accent5"/>
              </a:buClr>
              <a:buSzPct val="120000"/>
              <a:buFont typeface="Arial" panose="020B0604020202020204" pitchFamily="34" charset="0"/>
              <a:buChar char="•"/>
            </a:pPr>
            <a:r>
              <a:rPr lang="ro-RO" sz="22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Conectează</a:t>
            </a:r>
            <a:r>
              <a:rPr lang="ro-RO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între ele </a:t>
            </a:r>
            <a:r>
              <a:rPr lang="ro-RO" sz="22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activitățile</a:t>
            </a:r>
            <a:r>
              <a:rPr lang="ro-RO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și </a:t>
            </a:r>
            <a:r>
              <a:rPr lang="ro-RO" sz="22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acțiunile</a:t>
            </a:r>
            <a:r>
              <a:rPr lang="ro-RO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și exprimă ordinea de execuție.</a:t>
            </a:r>
          </a:p>
          <a:p>
            <a:pPr marL="38100" indent="-342900" algn="just">
              <a:spcAft>
                <a:spcPts val="1565"/>
              </a:spcAft>
              <a:buClr>
                <a:schemeClr val="accent5"/>
              </a:buClr>
              <a:buSzPct val="120000"/>
              <a:buFont typeface="Arial" panose="020B0604020202020204" pitchFamily="34" charset="0"/>
              <a:buChar char="•"/>
            </a:pPr>
            <a:r>
              <a:rPr lang="ro-RO" sz="22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Arc flux de control </a:t>
            </a:r>
            <a:r>
              <a:rPr lang="ro-RO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– un arc pe diagramă care descrie modul de transfer al controlului de la o </a:t>
            </a:r>
            <a:r>
              <a:rPr lang="ro-RO" sz="22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acţiune</a:t>
            </a:r>
            <a:r>
              <a:rPr lang="ro-RO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la alta. </a:t>
            </a:r>
          </a:p>
          <a:p>
            <a:pPr marL="38100" indent="-342900" algn="just">
              <a:spcAft>
                <a:spcPts val="1565"/>
              </a:spcAft>
              <a:buClr>
                <a:schemeClr val="accent5"/>
              </a:buClr>
              <a:buSzPct val="120000"/>
              <a:buFont typeface="Arial" panose="020B0604020202020204" pitchFamily="34" charset="0"/>
              <a:buChar char="•"/>
            </a:pPr>
            <a:r>
              <a:rPr lang="ro-RO" sz="22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Arc flux de obiecte  </a:t>
            </a:r>
            <a:r>
              <a:rPr lang="ro-RO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- este un flux de-a lungul căruia sunt transferate obiecte sau date. </a:t>
            </a:r>
          </a:p>
          <a:p>
            <a:pPr marL="952500" lvl="2" indent="-342900" algn="just">
              <a:spcAft>
                <a:spcPts val="1565"/>
              </a:spcAft>
              <a:buClr>
                <a:srgbClr val="FC8B3A"/>
              </a:buClr>
              <a:buSzPct val="120000"/>
              <a:buFont typeface="Wingdings" panose="05000000000000000000" pitchFamily="2" charset="2"/>
              <a:buChar char="Ø"/>
            </a:pPr>
            <a:r>
              <a:rPr lang="ro-RO" sz="2100" dirty="0">
                <a:solidFill>
                  <a:srgbClr val="000000"/>
                </a:solidFill>
                <a:latin typeface="Calibri" panose="020F0502020204030204" pitchFamily="34" charset="0"/>
              </a:rPr>
              <a:t>Trebuie să aibă un obiect la cel </a:t>
            </a:r>
            <a:r>
              <a:rPr lang="ro-RO" sz="2100" dirty="0" err="1">
                <a:solidFill>
                  <a:srgbClr val="000000"/>
                </a:solidFill>
                <a:latin typeface="Calibri" panose="020F0502020204030204" pitchFamily="34" charset="0"/>
              </a:rPr>
              <a:t>puţin</a:t>
            </a:r>
            <a:r>
              <a:rPr lang="ro-RO" sz="2100" dirty="0">
                <a:solidFill>
                  <a:srgbClr val="000000"/>
                </a:solidFill>
                <a:latin typeface="Calibri" panose="020F0502020204030204" pitchFamily="34" charset="0"/>
              </a:rPr>
              <a:t> unul din capete. </a:t>
            </a:r>
          </a:p>
          <a:p>
            <a:pPr marL="952500" lvl="2" indent="-342900" algn="just">
              <a:spcAft>
                <a:spcPts val="1565"/>
              </a:spcAft>
              <a:buClr>
                <a:srgbClr val="FC8B3A"/>
              </a:buClr>
              <a:buSzPct val="120000"/>
              <a:buFont typeface="Wingdings" panose="05000000000000000000" pitchFamily="2" charset="2"/>
              <a:buChar char="Ø"/>
            </a:pPr>
            <a:r>
              <a:rPr lang="ro-RO" sz="2100" dirty="0">
                <a:solidFill>
                  <a:srgbClr val="000000"/>
                </a:solidFill>
                <a:latin typeface="Calibri" panose="020F0502020204030204" pitchFamily="34" charset="0"/>
              </a:rPr>
              <a:t>Există </a:t>
            </a:r>
            <a:r>
              <a:rPr lang="ro-RO" sz="2100" dirty="0" err="1">
                <a:solidFill>
                  <a:srgbClr val="000000"/>
                </a:solidFill>
                <a:latin typeface="Calibri" panose="020F0502020204030204" pitchFamily="34" charset="0"/>
              </a:rPr>
              <a:t>şi</a:t>
            </a:r>
            <a:r>
              <a:rPr lang="ro-RO" sz="2100" dirty="0">
                <a:solidFill>
                  <a:srgbClr val="000000"/>
                </a:solidFill>
                <a:latin typeface="Calibri" panose="020F0502020204030204" pitchFamily="34" charset="0"/>
              </a:rPr>
              <a:t> o </a:t>
            </a:r>
            <a:r>
              <a:rPr lang="ro-RO" sz="2100" dirty="0" err="1">
                <a:solidFill>
                  <a:srgbClr val="000000"/>
                </a:solidFill>
                <a:latin typeface="Calibri" panose="020F0502020204030204" pitchFamily="34" charset="0"/>
              </a:rPr>
              <a:t>notaţie</a:t>
            </a:r>
            <a:r>
              <a:rPr lang="ro-RO" sz="2100" dirty="0">
                <a:solidFill>
                  <a:srgbClr val="000000"/>
                </a:solidFill>
                <a:latin typeface="Calibri" panose="020F0502020204030204" pitchFamily="34" charset="0"/>
              </a:rPr>
              <a:t> prescurtată în care se pot folosi calificatori (engl. </a:t>
            </a:r>
            <a:r>
              <a:rPr lang="ro-RO" sz="2100" dirty="0" err="1">
                <a:solidFill>
                  <a:srgbClr val="000000"/>
                </a:solidFill>
                <a:latin typeface="Calibri" panose="020F0502020204030204" pitchFamily="34" charset="0"/>
              </a:rPr>
              <a:t>pins</a:t>
            </a:r>
            <a:r>
              <a:rPr lang="ro-RO" sz="2100" dirty="0">
                <a:solidFill>
                  <a:srgbClr val="000000"/>
                </a:solidFill>
                <a:latin typeface="Calibri" panose="020F0502020204030204" pitchFamily="34" charset="0"/>
              </a:rPr>
              <a:t>) de intrare </a:t>
            </a:r>
            <a:r>
              <a:rPr lang="ro-RO" sz="2100" dirty="0" err="1">
                <a:solidFill>
                  <a:srgbClr val="000000"/>
                </a:solidFill>
                <a:latin typeface="Calibri" panose="020F0502020204030204" pitchFamily="34" charset="0"/>
              </a:rPr>
              <a:t>şi</a:t>
            </a:r>
            <a:r>
              <a:rPr lang="ro-RO" sz="2100" dirty="0">
                <a:solidFill>
                  <a:srgbClr val="000000"/>
                </a:solidFill>
                <a:latin typeface="Calibri" panose="020F0502020204030204" pitchFamily="34" charset="0"/>
              </a:rPr>
              <a:t> de </a:t>
            </a:r>
            <a:r>
              <a:rPr lang="ro-RO" sz="2100" dirty="0" err="1">
                <a:solidFill>
                  <a:srgbClr val="000000"/>
                </a:solidFill>
                <a:latin typeface="Calibri" panose="020F0502020204030204" pitchFamily="34" charset="0"/>
              </a:rPr>
              <a:t>ieşire</a:t>
            </a:r>
            <a:endParaRPr lang="ro-RO" sz="21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38100" lvl="1" indent="-342900" algn="just">
              <a:spcAft>
                <a:spcPts val="1565"/>
              </a:spcAft>
              <a:buClr>
                <a:schemeClr val="accent5"/>
              </a:buClr>
              <a:buSzPct val="120000"/>
              <a:buFont typeface="Arial" panose="020B0604020202020204" pitchFamily="34" charset="0"/>
              <a:buChar char="•"/>
            </a:pPr>
            <a:r>
              <a:rPr lang="ro-RO" sz="2200" b="1" dirty="0" err="1">
                <a:solidFill>
                  <a:srgbClr val="000000"/>
                </a:solidFill>
                <a:latin typeface="Calibri" panose="020F0502020204030204" pitchFamily="34" charset="0"/>
              </a:rPr>
              <a:t>Condiţie</a:t>
            </a:r>
            <a:r>
              <a:rPr lang="ro-RO" sz="2200" b="1" dirty="0">
                <a:solidFill>
                  <a:srgbClr val="000000"/>
                </a:solidFill>
                <a:latin typeface="Calibri" panose="020F0502020204030204" pitchFamily="34" charset="0"/>
              </a:rPr>
              <a:t> tranzitorie </a:t>
            </a:r>
            <a:r>
              <a:rPr lang="ro-RO" sz="2200" dirty="0">
                <a:solidFill>
                  <a:srgbClr val="000000"/>
                </a:solidFill>
                <a:latin typeface="Calibri" panose="020F0502020204030204" pitchFamily="34" charset="0"/>
              </a:rPr>
              <a:t>- un text pe un flux ce </a:t>
            </a:r>
            <a:r>
              <a:rPr lang="ro-RO" sz="2200" dirty="0" err="1">
                <a:solidFill>
                  <a:srgbClr val="000000"/>
                </a:solidFill>
                <a:latin typeface="Calibri" panose="020F0502020204030204" pitchFamily="34" charset="0"/>
              </a:rPr>
              <a:t>defineşte</a:t>
            </a:r>
            <a:r>
              <a:rPr lang="ro-RO" sz="2200" dirty="0">
                <a:solidFill>
                  <a:srgbClr val="000000"/>
                </a:solidFill>
                <a:latin typeface="Calibri" panose="020F0502020204030204" pitchFamily="34" charset="0"/>
              </a:rPr>
              <a:t> o </a:t>
            </a:r>
            <a:r>
              <a:rPr lang="ro-RO" sz="2200" dirty="0" err="1">
                <a:solidFill>
                  <a:srgbClr val="000000"/>
                </a:solidFill>
                <a:latin typeface="Calibri" panose="020F0502020204030204" pitchFamily="34" charset="0"/>
              </a:rPr>
              <a:t>condiţie</a:t>
            </a:r>
            <a:r>
              <a:rPr lang="ro-RO" sz="2200" dirty="0">
                <a:solidFill>
                  <a:srgbClr val="000000"/>
                </a:solidFill>
                <a:latin typeface="Calibri" panose="020F0502020204030204" pitchFamily="34" charset="0"/>
              </a:rPr>
              <a:t> care trebuie să fie adevărată pentru a produce </a:t>
            </a:r>
            <a:r>
              <a:rPr lang="ro-RO" sz="2200" dirty="0" err="1">
                <a:solidFill>
                  <a:srgbClr val="000000"/>
                </a:solidFill>
                <a:latin typeface="Calibri" panose="020F0502020204030204" pitchFamily="34" charset="0"/>
              </a:rPr>
              <a:t>tranziţia</a:t>
            </a:r>
            <a:r>
              <a:rPr lang="ro-RO" sz="2200" dirty="0">
                <a:solidFill>
                  <a:srgbClr val="000000"/>
                </a:solidFill>
                <a:latin typeface="Calibri" panose="020F0502020204030204" pitchFamily="34" charset="0"/>
              </a:rPr>
              <a:t> către următoarea </a:t>
            </a:r>
            <a:r>
              <a:rPr lang="ro-RO" sz="2200" dirty="0" err="1">
                <a:solidFill>
                  <a:srgbClr val="000000"/>
                </a:solidFill>
                <a:latin typeface="Calibri" panose="020F0502020204030204" pitchFamily="34" charset="0"/>
              </a:rPr>
              <a:t>acţiune</a:t>
            </a:r>
            <a:r>
              <a:rPr lang="ro-RO" sz="2200" dirty="0">
                <a:solidFill>
                  <a:srgbClr val="000000"/>
                </a:solidFill>
                <a:latin typeface="Calibri" panose="020F0502020204030204" pitchFamily="34" charset="0"/>
              </a:rPr>
              <a:t>.</a:t>
            </a:r>
          </a:p>
        </p:txBody>
      </p:sp>
      <p:sp>
        <p:nvSpPr>
          <p:cNvPr id="7" name="Google Shape;3957;p72">
            <a:extLst>
              <a:ext uri="{FF2B5EF4-FFF2-40B4-BE49-F238E27FC236}">
                <a16:creationId xmlns:a16="http://schemas.microsoft.com/office/drawing/2014/main" id="{73FFAB81-F0BD-408A-90E7-1083A66D2E90}"/>
              </a:ext>
            </a:extLst>
          </p:cNvPr>
          <p:cNvSpPr txBox="1">
            <a:spLocks/>
          </p:cNvSpPr>
          <p:nvPr/>
        </p:nvSpPr>
        <p:spPr>
          <a:xfrm>
            <a:off x="1014667" y="512067"/>
            <a:ext cx="10412400" cy="6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BC1"/>
              </a:buClr>
              <a:buSzPts val="2700"/>
              <a:buFont typeface="Roboto"/>
              <a:buNone/>
              <a:defRPr sz="3600" b="1" i="0" u="none" strike="noStrike" cap="non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1867" b="1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1867" b="1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1867" b="1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1867" b="1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1867" b="1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1867" b="1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1867" b="1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1867" b="1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r>
              <a:rPr lang="ro-RO" kern="0" dirty="0"/>
              <a:t>Fluxuri (</a:t>
            </a:r>
            <a:r>
              <a:rPr lang="ro-RO" dirty="0"/>
              <a:t>Arce)</a:t>
            </a:r>
            <a:endParaRPr lang="ro-RO" kern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52B076D-3BF6-49B0-82F9-CE2EEDB90357}"/>
              </a:ext>
            </a:extLst>
          </p:cNvPr>
          <p:cNvSpPr/>
          <p:nvPr/>
        </p:nvSpPr>
        <p:spPr>
          <a:xfrm>
            <a:off x="9878762" y="3359824"/>
            <a:ext cx="135806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400" i="1" dirty="0">
                <a:solidFill>
                  <a:srgbClr val="FC8B3A"/>
                </a:solidFill>
              </a:rPr>
              <a:t>Flux de control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014D8A3-A0A5-41E7-A308-DB4953080A21}"/>
              </a:ext>
            </a:extLst>
          </p:cNvPr>
          <p:cNvCxnSpPr>
            <a:cxnSpLocks/>
          </p:cNvCxnSpPr>
          <p:nvPr/>
        </p:nvCxnSpPr>
        <p:spPr>
          <a:xfrm flipH="1">
            <a:off x="10408707" y="2830321"/>
            <a:ext cx="265919" cy="52950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C741E9A4-6210-4DA2-82B8-A17AD8D26EFD}"/>
              </a:ext>
            </a:extLst>
          </p:cNvPr>
          <p:cNvSpPr txBox="1"/>
          <p:nvPr/>
        </p:nvSpPr>
        <p:spPr>
          <a:xfrm>
            <a:off x="11006118" y="1803656"/>
            <a:ext cx="8418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i="1" dirty="0">
                <a:solidFill>
                  <a:srgbClr val="FC8B3A"/>
                </a:solidFill>
              </a:rPr>
              <a:t>Condi</a:t>
            </a:r>
            <a:r>
              <a:rPr lang="ro-RO" sz="1400" i="1" dirty="0">
                <a:solidFill>
                  <a:srgbClr val="FC8B3A"/>
                </a:solidFill>
              </a:rPr>
              <a:t>ție</a:t>
            </a:r>
            <a:endParaRPr lang="en-GB" sz="1400" i="1" dirty="0">
              <a:solidFill>
                <a:srgbClr val="FC8B3A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7D3DE4D-A18B-4DBB-ACE2-7ED178AAE3A2}"/>
              </a:ext>
            </a:extLst>
          </p:cNvPr>
          <p:cNvCxnSpPr/>
          <p:nvPr/>
        </p:nvCxnSpPr>
        <p:spPr>
          <a:xfrm flipV="1">
            <a:off x="10674626" y="2048361"/>
            <a:ext cx="427383" cy="47384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A5BDB0EB-5FFC-40E2-ACE5-1C8E156730A6}"/>
              </a:ext>
            </a:extLst>
          </p:cNvPr>
          <p:cNvSpPr/>
          <p:nvPr/>
        </p:nvSpPr>
        <p:spPr>
          <a:xfrm>
            <a:off x="9878762" y="3947111"/>
            <a:ext cx="13981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400" i="1" dirty="0">
                <a:solidFill>
                  <a:srgbClr val="FC8B3A"/>
                </a:solidFill>
              </a:rPr>
              <a:t>Flux de </a:t>
            </a:r>
            <a:r>
              <a:rPr lang="ro-RO" sz="1400" i="1" dirty="0">
                <a:solidFill>
                  <a:srgbClr val="FC8B3A"/>
                </a:solidFill>
              </a:rPr>
              <a:t>obiecte</a:t>
            </a:r>
            <a:endParaRPr lang="en-GB" sz="1400" i="1" dirty="0">
              <a:solidFill>
                <a:srgbClr val="FC8B3A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2A019E-FD44-4477-9914-8DA110BF3A8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2359"/>
          <a:stretch/>
        </p:blipFill>
        <p:spPr>
          <a:xfrm>
            <a:off x="8707364" y="4513566"/>
            <a:ext cx="3484636" cy="743054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5208CB9-3C50-4B14-A89E-853288BFA23F}"/>
              </a:ext>
            </a:extLst>
          </p:cNvPr>
          <p:cNvCxnSpPr>
            <a:cxnSpLocks/>
          </p:cNvCxnSpPr>
          <p:nvPr/>
        </p:nvCxnSpPr>
        <p:spPr>
          <a:xfrm>
            <a:off x="10519217" y="4254888"/>
            <a:ext cx="0" cy="64329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B01F0E29-3308-41B7-A303-9937A5705B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2401" y="6071042"/>
            <a:ext cx="4753638" cy="743054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29B7B265-B842-4E08-A44B-50AD41EE24C2}"/>
              </a:ext>
            </a:extLst>
          </p:cNvPr>
          <p:cNvSpPr/>
          <p:nvPr/>
        </p:nvSpPr>
        <p:spPr>
          <a:xfrm>
            <a:off x="9179692" y="5442707"/>
            <a:ext cx="13981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400" i="1" dirty="0">
                <a:solidFill>
                  <a:srgbClr val="FC8B3A"/>
                </a:solidFill>
              </a:rPr>
              <a:t>Flux de </a:t>
            </a:r>
            <a:r>
              <a:rPr lang="ro-RO" sz="1400" i="1" dirty="0">
                <a:solidFill>
                  <a:srgbClr val="FC8B3A"/>
                </a:solidFill>
              </a:rPr>
              <a:t>obiecte</a:t>
            </a:r>
            <a:endParaRPr lang="en-GB" sz="1400" i="1" dirty="0">
              <a:solidFill>
                <a:srgbClr val="FC8B3A"/>
              </a:solidFill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4C107DA-95D5-4D39-933E-90CC3E604F90}"/>
              </a:ext>
            </a:extLst>
          </p:cNvPr>
          <p:cNvCxnSpPr>
            <a:cxnSpLocks/>
          </p:cNvCxnSpPr>
          <p:nvPr/>
        </p:nvCxnSpPr>
        <p:spPr>
          <a:xfrm>
            <a:off x="10134307" y="5746995"/>
            <a:ext cx="443525" cy="61726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BE90028-B811-48C4-94E2-801278E305EF}"/>
              </a:ext>
            </a:extLst>
          </p:cNvPr>
          <p:cNvCxnSpPr>
            <a:cxnSpLocks/>
          </p:cNvCxnSpPr>
          <p:nvPr/>
        </p:nvCxnSpPr>
        <p:spPr>
          <a:xfrm flipH="1">
            <a:off x="9007069" y="5836550"/>
            <a:ext cx="542341" cy="53355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68792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3" name="Google Shape;3643;p60"/>
          <p:cNvSpPr txBox="1">
            <a:spLocks noGrp="1"/>
          </p:cNvSpPr>
          <p:nvPr>
            <p:ph type="subTitle" idx="4"/>
          </p:nvPr>
        </p:nvSpPr>
        <p:spPr>
          <a:xfrm>
            <a:off x="1098750" y="1462412"/>
            <a:ext cx="9369554" cy="5107354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38100" indent="-342900" algn="just">
              <a:spcAft>
                <a:spcPts val="1200"/>
              </a:spcAft>
              <a:buClr>
                <a:schemeClr val="accent5"/>
              </a:buClr>
              <a:buSzPct val="120000"/>
              <a:buFont typeface="Arial" panose="020B0604020202020204" pitchFamily="34" charset="0"/>
              <a:buChar char="•"/>
            </a:pPr>
            <a:r>
              <a:rPr lang="ro-RO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Mecanism virtual de coordonare care descrie cu exactitate execuția </a:t>
            </a:r>
          </a:p>
          <a:p>
            <a:pPr marL="952500" lvl="2" indent="-342900" algn="just">
              <a:spcAft>
                <a:spcPts val="1200"/>
              </a:spcAft>
              <a:buClr>
                <a:srgbClr val="FC8B3A"/>
              </a:buClr>
              <a:buSzPct val="120000"/>
              <a:buFont typeface="Wingdings" panose="05000000000000000000" pitchFamily="2" charset="2"/>
              <a:buChar char="Ø"/>
            </a:pPr>
            <a:r>
              <a:rPr lang="ro-RO" sz="2100" dirty="0">
                <a:solidFill>
                  <a:srgbClr val="000000"/>
                </a:solidFill>
                <a:latin typeface="Calibri" panose="020F0502020204030204" pitchFamily="34" charset="0"/>
              </a:rPr>
              <a:t>nu este inclus în notațiile diagramei</a:t>
            </a:r>
          </a:p>
          <a:p>
            <a:pPr marL="952500" lvl="2" indent="-342900" algn="just">
              <a:spcAft>
                <a:spcPts val="1200"/>
              </a:spcAft>
              <a:buClr>
                <a:srgbClr val="FC8B3A"/>
              </a:buClr>
              <a:buSzPct val="120000"/>
              <a:buFont typeface="Wingdings" panose="05000000000000000000" pitchFamily="2" charset="2"/>
              <a:buChar char="Ø"/>
            </a:pPr>
            <a:r>
              <a:rPr lang="ro-RO" sz="2100" dirty="0">
                <a:solidFill>
                  <a:srgbClr val="000000"/>
                </a:solidFill>
                <a:latin typeface="Calibri" panose="020F0502020204030204" pitchFamily="34" charset="0"/>
              </a:rPr>
              <a:t>mecanism care acordă acțiunilor permisiunea de execuție</a:t>
            </a:r>
          </a:p>
          <a:p>
            <a:pPr marL="38100" indent="-342900" algn="just">
              <a:spcAft>
                <a:spcPts val="1200"/>
              </a:spcAft>
              <a:buClr>
                <a:schemeClr val="accent5"/>
              </a:buClr>
              <a:buSzPct val="120000"/>
              <a:buFont typeface="Arial" panose="020B0604020202020204" pitchFamily="34" charset="0"/>
              <a:buChar char="•"/>
            </a:pPr>
            <a:r>
              <a:rPr lang="ro-RO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Dacă o acțiune primește un jeton, atunci acțiunea poate fi executată.</a:t>
            </a:r>
          </a:p>
          <a:p>
            <a:pPr marL="38100" indent="-342900" algn="just">
              <a:spcAft>
                <a:spcPts val="1200"/>
              </a:spcAft>
              <a:buClr>
                <a:schemeClr val="accent5"/>
              </a:buClr>
              <a:buSzPct val="120000"/>
              <a:buFont typeface="Arial" panose="020B0604020202020204" pitchFamily="34" charset="0"/>
              <a:buChar char="•"/>
            </a:pPr>
            <a:r>
              <a:rPr lang="ro-RO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Când o acțiune este finalizată, aceasta transmite jetonul următoarei acțiuni, declanșând execuția acesteia </a:t>
            </a:r>
          </a:p>
          <a:p>
            <a:pPr marL="38100" indent="-342900" algn="just">
              <a:spcAft>
                <a:spcPts val="1200"/>
              </a:spcAft>
              <a:buClr>
                <a:schemeClr val="accent5"/>
              </a:buClr>
              <a:buSzPct val="120000"/>
              <a:buFont typeface="Arial" panose="020B0604020202020204" pitchFamily="34" charset="0"/>
              <a:buChar char="•"/>
            </a:pPr>
            <a:r>
              <a:rPr lang="ro-RO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Există două tipuri de jetoane:</a:t>
            </a:r>
          </a:p>
          <a:p>
            <a:pPr marL="952500" lvl="2" indent="-342900" algn="just">
              <a:spcAft>
                <a:spcPts val="1200"/>
              </a:spcAft>
              <a:buClr>
                <a:srgbClr val="FC8B3A"/>
              </a:buClr>
              <a:buSzPct val="120000"/>
              <a:buFont typeface="Wingdings" panose="05000000000000000000" pitchFamily="2" charset="2"/>
              <a:buChar char="Ø"/>
            </a:pPr>
            <a:r>
              <a:rPr lang="ro-RO" sz="2100" b="1" dirty="0">
                <a:solidFill>
                  <a:srgbClr val="000000"/>
                </a:solidFill>
                <a:latin typeface="Calibri" panose="020F0502020204030204" pitchFamily="34" charset="0"/>
              </a:rPr>
              <a:t>Jeton control</a:t>
            </a:r>
            <a:r>
              <a:rPr lang="ro-RO" sz="2100" dirty="0">
                <a:solidFill>
                  <a:srgbClr val="000000"/>
                </a:solidFill>
                <a:latin typeface="Calibri" panose="020F0502020204030204" pitchFamily="34" charset="0"/>
              </a:rPr>
              <a:t>: “permisiunea de execuție” pentru un nod</a:t>
            </a:r>
          </a:p>
          <a:p>
            <a:pPr marL="952500" lvl="2" indent="-342900" algn="just">
              <a:spcAft>
                <a:spcPts val="1200"/>
              </a:spcAft>
              <a:buClr>
                <a:srgbClr val="FC8B3A"/>
              </a:buClr>
              <a:buSzPct val="120000"/>
              <a:buFont typeface="Wingdings" panose="05000000000000000000" pitchFamily="2" charset="2"/>
              <a:buChar char="Ø"/>
            </a:pPr>
            <a:r>
              <a:rPr lang="ro-RO" sz="2100" b="1" dirty="0">
                <a:solidFill>
                  <a:srgbClr val="000000"/>
                </a:solidFill>
                <a:latin typeface="Calibri" panose="020F0502020204030204" pitchFamily="34" charset="0"/>
              </a:rPr>
              <a:t>Jeton obiect</a:t>
            </a:r>
            <a:r>
              <a:rPr lang="ro-RO" sz="2100" dirty="0">
                <a:solidFill>
                  <a:srgbClr val="000000"/>
                </a:solidFill>
                <a:latin typeface="Calibri" panose="020F0502020204030204" pitchFamily="34" charset="0"/>
              </a:rPr>
              <a:t>: transport date + “permisiunea de execuție” </a:t>
            </a:r>
            <a:r>
              <a:rPr lang="ro-RO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	</a:t>
            </a:r>
            <a:endParaRPr lang="ro-RO" sz="24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7" name="Google Shape;3957;p72">
            <a:extLst>
              <a:ext uri="{FF2B5EF4-FFF2-40B4-BE49-F238E27FC236}">
                <a16:creationId xmlns:a16="http://schemas.microsoft.com/office/drawing/2014/main" id="{73FFAB81-F0BD-408A-90E7-1083A66D2E90}"/>
              </a:ext>
            </a:extLst>
          </p:cNvPr>
          <p:cNvSpPr txBox="1">
            <a:spLocks/>
          </p:cNvSpPr>
          <p:nvPr/>
        </p:nvSpPr>
        <p:spPr>
          <a:xfrm>
            <a:off x="1014667" y="512067"/>
            <a:ext cx="10412400" cy="6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BC1"/>
              </a:buClr>
              <a:buSzPts val="2700"/>
              <a:buFont typeface="Roboto"/>
              <a:buNone/>
              <a:defRPr sz="3600" b="1" i="0" u="none" strike="noStrike" cap="non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1867" b="1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1867" b="1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1867" b="1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1867" b="1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1867" b="1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1867" b="1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1867" b="1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1867" b="1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r>
              <a:rPr lang="en-GB" kern="0" dirty="0" err="1"/>
              <a:t>Jetoane</a:t>
            </a:r>
            <a:endParaRPr lang="ro-RO" kern="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97B01B6-8D9E-4042-B0E4-5C2EB65114A8}"/>
              </a:ext>
            </a:extLst>
          </p:cNvPr>
          <p:cNvGrpSpPr/>
          <p:nvPr/>
        </p:nvGrpSpPr>
        <p:grpSpPr>
          <a:xfrm>
            <a:off x="9563064" y="4016089"/>
            <a:ext cx="2050847" cy="2043064"/>
            <a:chOff x="7005366" y="3190146"/>
            <a:chExt cx="2050847" cy="2043064"/>
          </a:xfrm>
        </p:grpSpPr>
        <p:pic>
          <p:nvPicPr>
            <p:cNvPr id="8" name="Grafik 5">
              <a:extLst>
                <a:ext uri="{FF2B5EF4-FFF2-40B4-BE49-F238E27FC236}">
                  <a16:creationId xmlns:a16="http://schemas.microsoft.com/office/drawing/2014/main" id="{4069D81D-47BE-4EC8-80CB-98319F62283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05366" y="3190146"/>
              <a:ext cx="2050847" cy="2043064"/>
            </a:xfrm>
            <a:prstGeom prst="rect">
              <a:avLst/>
            </a:prstGeom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FD47230-47C2-4EC5-B33E-A85149659C88}"/>
                </a:ext>
              </a:extLst>
            </p:cNvPr>
            <p:cNvSpPr/>
            <p:nvPr/>
          </p:nvSpPr>
          <p:spPr bwMode="auto">
            <a:xfrm>
              <a:off x="7173798" y="3683109"/>
              <a:ext cx="1508287" cy="405353"/>
            </a:xfrm>
            <a:prstGeom prst="rect">
              <a:avLst/>
            </a:prstGeom>
            <a:solidFill>
              <a:schemeClr val="accent4">
                <a:lumMod val="10000"/>
                <a:lumOff val="9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>
              <a:defPPr>
                <a:defRPr lang="de-DE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1600" i="1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1600" i="1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1600" i="1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1600" i="1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1600" i="1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600" i="1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600" i="1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600" i="1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600" i="1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9pPr>
            </a:lstStyle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2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lt"/>
                </a:rPr>
                <a:t>Ac</a:t>
              </a:r>
              <a:r>
                <a:rPr lang="ro-RO" sz="2200" i="0" dirty="0" err="1">
                  <a:latin typeface="+mn-lt"/>
                </a:rPr>
                <a:t>t</a:t>
              </a:r>
              <a:r>
                <a:rPr kumimoji="0" lang="ro-RO" sz="2200" b="0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+mn-lt"/>
                </a:rPr>
                <a:t>iune</a:t>
              </a:r>
              <a:r>
                <a:rPr kumimoji="0" lang="ro-RO" sz="22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lt"/>
                </a:rPr>
                <a:t> 1</a:t>
              </a:r>
              <a:endParaRPr kumimoji="0" 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3697C57-C83A-445B-9FF4-19BAE2064285}"/>
                </a:ext>
              </a:extLst>
            </p:cNvPr>
            <p:cNvSpPr/>
            <p:nvPr/>
          </p:nvSpPr>
          <p:spPr bwMode="auto">
            <a:xfrm>
              <a:off x="7173798" y="4654070"/>
              <a:ext cx="1508287" cy="405353"/>
            </a:xfrm>
            <a:prstGeom prst="rect">
              <a:avLst/>
            </a:prstGeom>
            <a:solidFill>
              <a:schemeClr val="accent4">
                <a:lumMod val="10000"/>
                <a:lumOff val="9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>
              <a:defPPr>
                <a:defRPr lang="de-DE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1600" i="1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1600" i="1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1600" i="1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1600" i="1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1600" i="1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600" i="1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600" i="1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600" i="1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600" i="1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9pPr>
            </a:lstStyle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2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lt"/>
                </a:rPr>
                <a:t>Ac</a:t>
              </a:r>
              <a:r>
                <a:rPr lang="ro-RO" sz="2200" i="0" dirty="0" err="1">
                  <a:latin typeface="+mn-lt"/>
                </a:rPr>
                <a:t>t</a:t>
              </a:r>
              <a:r>
                <a:rPr kumimoji="0" lang="ro-RO" sz="2200" b="0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+mn-lt"/>
                </a:rPr>
                <a:t>iune</a:t>
              </a:r>
              <a:r>
                <a:rPr kumimoji="0" lang="ro-RO" sz="22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lt"/>
                </a:rPr>
                <a:t> 2</a:t>
              </a:r>
              <a:endParaRPr kumimoji="0" 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019328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3" name="Google Shape;3643;p60"/>
          <p:cNvSpPr txBox="1">
            <a:spLocks noGrp="1"/>
          </p:cNvSpPr>
          <p:nvPr>
            <p:ph type="subTitle" idx="4"/>
          </p:nvPr>
        </p:nvSpPr>
        <p:spPr>
          <a:xfrm>
            <a:off x="1245896" y="1336287"/>
            <a:ext cx="10203982" cy="4686826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38100" indent="-342900" algn="just">
              <a:spcBef>
                <a:spcPts val="600"/>
              </a:spcBef>
              <a:spcAft>
                <a:spcPts val="600"/>
              </a:spcAft>
              <a:buClr>
                <a:schemeClr val="accent5"/>
              </a:buClr>
              <a:buSzPct val="120000"/>
              <a:buFont typeface="Arial" panose="020B0604020202020204" pitchFamily="34" charset="0"/>
              <a:buChar char="•"/>
            </a:pPr>
            <a:r>
              <a:rPr lang="ro-RO" sz="24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Nod iniţial </a:t>
            </a:r>
            <a:endParaRPr lang="en-GB" sz="2400" b="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952500" lvl="2" indent="-342900" algn="just">
              <a:spcAft>
                <a:spcPts val="1565"/>
              </a:spcAft>
              <a:buClr>
                <a:srgbClr val="FC8B3A"/>
              </a:buClr>
              <a:buSzPct val="120000"/>
              <a:buFont typeface="Wingdings" panose="05000000000000000000" pitchFamily="2" charset="2"/>
              <a:buChar char="Ø"/>
            </a:pPr>
            <a:r>
              <a:rPr lang="ro-RO" sz="2100" dirty="0">
                <a:solidFill>
                  <a:srgbClr val="000000"/>
                </a:solidFill>
                <a:latin typeface="Calibri" panose="020F0502020204030204" pitchFamily="34" charset="0"/>
              </a:rPr>
              <a:t>reprezintă punctul de început al diagramei</a:t>
            </a:r>
            <a:endParaRPr lang="en-GB" sz="21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952500" lvl="2" indent="-342900" algn="just">
              <a:spcAft>
                <a:spcPts val="1565"/>
              </a:spcAft>
              <a:buClr>
                <a:srgbClr val="FC8B3A"/>
              </a:buClr>
              <a:buSzPct val="120000"/>
              <a:buFont typeface="Wingdings" panose="05000000000000000000" pitchFamily="2" charset="2"/>
              <a:buChar char="Ø"/>
            </a:pPr>
            <a:r>
              <a:rPr lang="en-GB" sz="2100" dirty="0">
                <a:solidFill>
                  <a:srgbClr val="000000"/>
                </a:solidFill>
                <a:latin typeface="Calibri" panose="020F0502020204030204" pitchFamily="34" charset="0"/>
              </a:rPr>
              <a:t>t</a:t>
            </a:r>
            <a:r>
              <a:rPr lang="ro-RO" sz="2100" dirty="0">
                <a:solidFill>
                  <a:srgbClr val="000000"/>
                </a:solidFill>
                <a:latin typeface="Calibri" panose="020F0502020204030204" pitchFamily="34" charset="0"/>
              </a:rPr>
              <a:t>ransmite jetoane tuturor fluxurilor de ieșire</a:t>
            </a:r>
          </a:p>
          <a:p>
            <a:pPr marL="952500" lvl="2" indent="-342900" algn="just">
              <a:spcAft>
                <a:spcPts val="1565"/>
              </a:spcAft>
              <a:buClr>
                <a:srgbClr val="FC8B3A"/>
              </a:buClr>
              <a:buSzPct val="120000"/>
              <a:buFont typeface="Wingdings" panose="05000000000000000000" pitchFamily="2" charset="2"/>
              <a:buChar char="Ø"/>
            </a:pPr>
            <a:r>
              <a:rPr lang="en-GB" sz="2100" dirty="0">
                <a:solidFill>
                  <a:srgbClr val="000000"/>
                </a:solidFill>
                <a:latin typeface="Calibri" panose="020F0502020204030204" pitchFamily="34" charset="0"/>
              </a:rPr>
              <a:t>p</a:t>
            </a:r>
            <a:r>
              <a:rPr lang="ro-RO" sz="2100" dirty="0">
                <a:solidFill>
                  <a:srgbClr val="000000"/>
                </a:solidFill>
                <a:latin typeface="Calibri" panose="020F0502020204030204" pitchFamily="34" charset="0"/>
              </a:rPr>
              <a:t>ăstrează jetoane până când nodurile succesive le acceptă</a:t>
            </a:r>
          </a:p>
          <a:p>
            <a:pPr marL="38100" indent="-342900" algn="just">
              <a:spcBef>
                <a:spcPts val="600"/>
              </a:spcBef>
              <a:spcAft>
                <a:spcPts val="600"/>
              </a:spcAft>
              <a:buClr>
                <a:schemeClr val="accent5"/>
              </a:buClr>
              <a:buSzPct val="120000"/>
              <a:buFont typeface="Arial" panose="020B0604020202020204" pitchFamily="34" charset="0"/>
              <a:buChar char="•"/>
            </a:pPr>
            <a:r>
              <a:rPr lang="ro-RO" sz="24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Nodul final  </a:t>
            </a:r>
            <a:r>
              <a:rPr lang="ro-RO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- există două tipuri de noduri finale: </a:t>
            </a:r>
          </a:p>
          <a:p>
            <a:pPr marL="952500" lvl="2" indent="-342900" algn="just">
              <a:spcAft>
                <a:spcPts val="1565"/>
              </a:spcAft>
              <a:buClr>
                <a:srgbClr val="FC8B3A"/>
              </a:buClr>
              <a:buSzPct val="120000"/>
              <a:buFont typeface="Wingdings" panose="05000000000000000000" pitchFamily="2" charset="2"/>
              <a:buChar char="Ø"/>
            </a:pPr>
            <a:r>
              <a:rPr lang="ro-RO" sz="2100" dirty="0">
                <a:solidFill>
                  <a:srgbClr val="000000"/>
                </a:solidFill>
                <a:latin typeface="Calibri" panose="020F0502020204030204" pitchFamily="34" charset="0"/>
              </a:rPr>
              <a:t>Nod final</a:t>
            </a:r>
            <a:r>
              <a:rPr lang="ro-RO" sz="2100" b="1" dirty="0">
                <a:solidFill>
                  <a:srgbClr val="000000"/>
                </a:solidFill>
                <a:latin typeface="Calibri" panose="020F0502020204030204" pitchFamily="34" charset="0"/>
              </a:rPr>
              <a:t> al activităţii</a:t>
            </a:r>
            <a:r>
              <a:rPr lang="en-GB" sz="2100" b="1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ro-RO" sz="210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en-GB" sz="2100" dirty="0">
                <a:solidFill>
                  <a:srgbClr val="000000"/>
                </a:solidFill>
                <a:latin typeface="Calibri" panose="020F0502020204030204" pitchFamily="34" charset="0"/>
              </a:rPr>
              <a:t>   </a:t>
            </a:r>
            <a:r>
              <a:rPr lang="ro-RO" sz="2100" dirty="0">
                <a:solidFill>
                  <a:srgbClr val="000000"/>
                </a:solidFill>
                <a:latin typeface="Calibri" panose="020F0502020204030204" pitchFamily="34" charset="0"/>
              </a:rPr>
              <a:t>reprezintă sfârşitul tuturor fluxurilor de control dintr-o diagramă. </a:t>
            </a:r>
          </a:p>
          <a:p>
            <a:pPr marL="952500" lvl="2" indent="-342900" algn="just">
              <a:spcAft>
                <a:spcPts val="1565"/>
              </a:spcAft>
              <a:buClr>
                <a:srgbClr val="FC8B3A"/>
              </a:buClr>
              <a:buSzPct val="120000"/>
              <a:buFont typeface="Wingdings" panose="05000000000000000000" pitchFamily="2" charset="2"/>
              <a:buChar char="Ø"/>
            </a:pPr>
            <a:r>
              <a:rPr lang="ro-RO" sz="2100" dirty="0">
                <a:solidFill>
                  <a:srgbClr val="000000"/>
                </a:solidFill>
                <a:latin typeface="Calibri" panose="020F0502020204030204" pitchFamily="34" charset="0"/>
              </a:rPr>
              <a:t>Nod final </a:t>
            </a:r>
            <a:r>
              <a:rPr lang="ro-RO" sz="2100" b="1" dirty="0">
                <a:solidFill>
                  <a:srgbClr val="000000"/>
                </a:solidFill>
                <a:latin typeface="Calibri" panose="020F0502020204030204" pitchFamily="34" charset="0"/>
              </a:rPr>
              <a:t>al fluxului</a:t>
            </a:r>
            <a:r>
              <a:rPr lang="en-GB" sz="2100" b="1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ro-RO" sz="210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en-GB" sz="2100" dirty="0">
                <a:solidFill>
                  <a:srgbClr val="000000"/>
                </a:solidFill>
                <a:latin typeface="Calibri" panose="020F0502020204030204" pitchFamily="34" charset="0"/>
              </a:rPr>
              <a:t>   </a:t>
            </a:r>
            <a:r>
              <a:rPr lang="ro-RO" sz="2100" dirty="0">
                <a:solidFill>
                  <a:srgbClr val="000000"/>
                </a:solidFill>
                <a:latin typeface="Calibri" panose="020F0502020204030204" pitchFamily="34" charset="0"/>
              </a:rPr>
              <a:t>arată că procesul se opreşte în acel punct. Acesta denotă sfârşitul unui singur flux de control.  </a:t>
            </a:r>
          </a:p>
          <a:p>
            <a:pPr marL="38100" indent="-342900" algn="just">
              <a:spcBef>
                <a:spcPts val="600"/>
              </a:spcBef>
              <a:spcAft>
                <a:spcPts val="600"/>
              </a:spcAft>
              <a:buClr>
                <a:schemeClr val="accent5"/>
              </a:buClr>
              <a:buSzPct val="120000"/>
              <a:buFont typeface="Arial" panose="020B0604020202020204" pitchFamily="34" charset="0"/>
              <a:buChar char="•"/>
            </a:pPr>
            <a:endParaRPr lang="ro-RO" sz="24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7" name="Google Shape;3957;p72">
            <a:extLst>
              <a:ext uri="{FF2B5EF4-FFF2-40B4-BE49-F238E27FC236}">
                <a16:creationId xmlns:a16="http://schemas.microsoft.com/office/drawing/2014/main" id="{73FFAB81-F0BD-408A-90E7-1083A66D2E90}"/>
              </a:ext>
            </a:extLst>
          </p:cNvPr>
          <p:cNvSpPr txBox="1">
            <a:spLocks/>
          </p:cNvSpPr>
          <p:nvPr/>
        </p:nvSpPr>
        <p:spPr>
          <a:xfrm>
            <a:off x="690103" y="498617"/>
            <a:ext cx="10412400" cy="6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BC1"/>
              </a:buClr>
              <a:buSzPts val="2700"/>
              <a:buFont typeface="Roboto"/>
              <a:buNone/>
              <a:defRPr sz="3600" b="1" i="0" u="none" strike="noStrike" cap="non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1867" b="1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1867" b="1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1867" b="1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1867" b="1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1867" b="1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1867" b="1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1867" b="1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1867" b="1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r>
              <a:rPr lang="ro-RO" kern="0" dirty="0"/>
              <a:t> Noduri </a:t>
            </a:r>
          </a:p>
        </p:txBody>
      </p:sp>
      <p:pic>
        <p:nvPicPr>
          <p:cNvPr id="5" name="Grafik 1">
            <a:extLst>
              <a:ext uri="{FF2B5EF4-FFF2-40B4-BE49-F238E27FC236}">
                <a16:creationId xmlns:a16="http://schemas.microsoft.com/office/drawing/2014/main" id="{EBF7F1E5-8D59-437C-B04A-896CB02CD32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2039" y="1618952"/>
            <a:ext cx="240792" cy="240792"/>
          </a:xfrm>
          <a:prstGeom prst="rect">
            <a:avLst/>
          </a:prstGeom>
        </p:spPr>
      </p:pic>
      <p:pic>
        <p:nvPicPr>
          <p:cNvPr id="6" name="Grafik 2">
            <a:extLst>
              <a:ext uri="{FF2B5EF4-FFF2-40B4-BE49-F238E27FC236}">
                <a16:creationId xmlns:a16="http://schemas.microsoft.com/office/drawing/2014/main" id="{6AA75527-128D-4CF6-B811-0799A91F253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0442" y="4101634"/>
            <a:ext cx="264871" cy="264871"/>
          </a:xfrm>
          <a:prstGeom prst="rect">
            <a:avLst/>
          </a:prstGeom>
        </p:spPr>
      </p:pic>
      <p:pic>
        <p:nvPicPr>
          <p:cNvPr id="8" name="Grafik 3">
            <a:extLst>
              <a:ext uri="{FF2B5EF4-FFF2-40B4-BE49-F238E27FC236}">
                <a16:creationId xmlns:a16="http://schemas.microsoft.com/office/drawing/2014/main" id="{EA232FB7-E6C0-4E9C-BC1A-ACC92EB72B9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3085" y="4958499"/>
            <a:ext cx="240792" cy="240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14793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3" name="Google Shape;3643;p60"/>
          <p:cNvSpPr txBox="1">
            <a:spLocks noGrp="1"/>
          </p:cNvSpPr>
          <p:nvPr>
            <p:ph type="subTitle" idx="4"/>
          </p:nvPr>
        </p:nvSpPr>
        <p:spPr>
          <a:xfrm>
            <a:off x="1089497" y="1038548"/>
            <a:ext cx="8471946" cy="5521278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38100" indent="-342900" algn="just">
              <a:spcBef>
                <a:spcPts val="600"/>
              </a:spcBef>
              <a:buClr>
                <a:schemeClr val="accent5"/>
              </a:buClr>
              <a:buSzPct val="120000"/>
              <a:buFont typeface="Arial" panose="020B0604020202020204" pitchFamily="34" charset="0"/>
              <a:buChar char="•"/>
            </a:pPr>
            <a:r>
              <a:rPr lang="ro-RO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Ambele se reprezintă sub forma unui romb şi pot fi denumite.</a:t>
            </a:r>
          </a:p>
          <a:p>
            <a:pPr marL="38100" indent="-342900" algn="just">
              <a:spcBef>
                <a:spcPts val="600"/>
              </a:spcBef>
              <a:buClr>
                <a:schemeClr val="accent5"/>
              </a:buClr>
              <a:buSzPct val="120000"/>
              <a:buFont typeface="Arial" panose="020B0604020202020204" pitchFamily="34" charset="0"/>
              <a:buChar char="•"/>
            </a:pPr>
            <a:r>
              <a:rPr lang="ro-RO" sz="24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Nod decizional </a:t>
            </a:r>
            <a:r>
              <a:rPr lang="ro-RO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(decision):</a:t>
            </a:r>
          </a:p>
          <a:p>
            <a:pPr marL="952500" lvl="2" indent="-342900" algn="just">
              <a:spcAft>
                <a:spcPts val="1565"/>
              </a:spcAft>
              <a:buClr>
                <a:srgbClr val="FC8B3A"/>
              </a:buClr>
              <a:buSzPct val="120000"/>
              <a:buFont typeface="Wingdings" panose="05000000000000000000" pitchFamily="2" charset="2"/>
              <a:buChar char="Ø"/>
            </a:pPr>
            <a:r>
              <a:rPr lang="ro-RO" sz="2100" dirty="0">
                <a:solidFill>
                  <a:srgbClr val="000000"/>
                </a:solidFill>
                <a:latin typeface="Calibri" panose="020F0502020204030204" pitchFamily="34" charset="0"/>
              </a:rPr>
              <a:t>nod în care intră un flux şi ies mai multe</a:t>
            </a:r>
          </a:p>
          <a:p>
            <a:pPr marL="952500" lvl="2" indent="-342900" algn="just">
              <a:spcAft>
                <a:spcPts val="1565"/>
              </a:spcAft>
              <a:buClr>
                <a:srgbClr val="FC8B3A"/>
              </a:buClr>
              <a:buSzPct val="120000"/>
              <a:buFont typeface="Wingdings" panose="05000000000000000000" pitchFamily="2" charset="2"/>
              <a:buChar char="Ø"/>
            </a:pPr>
            <a:r>
              <a:rPr lang="ro-RO" sz="2100" dirty="0">
                <a:solidFill>
                  <a:srgbClr val="000000"/>
                </a:solidFill>
                <a:latin typeface="Calibri" panose="020F0502020204030204" pitchFamily="34" charset="0"/>
              </a:rPr>
              <a:t>fluxurile de ieşire trebuie să fie însoţite de </a:t>
            </a:r>
            <a:r>
              <a:rPr lang="ro-RO" sz="2100" b="1" dirty="0">
                <a:solidFill>
                  <a:srgbClr val="000000"/>
                </a:solidFill>
                <a:latin typeface="Calibri" panose="020F0502020204030204" pitchFamily="34" charset="0"/>
              </a:rPr>
              <a:t>condiţii mutual exclusive</a:t>
            </a:r>
            <a:endParaRPr lang="en-GB" sz="21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952500" lvl="2" indent="-342900" algn="just">
              <a:spcAft>
                <a:spcPts val="1565"/>
              </a:spcAft>
              <a:buClr>
                <a:srgbClr val="FC8B3A"/>
              </a:buClr>
              <a:buSzPct val="120000"/>
              <a:buFont typeface="Wingdings" panose="05000000000000000000" pitchFamily="2" charset="2"/>
              <a:buChar char="Ø"/>
            </a:pPr>
            <a:r>
              <a:rPr lang="ro-RO" sz="2100" dirty="0">
                <a:solidFill>
                  <a:srgbClr val="000000"/>
                </a:solidFill>
                <a:latin typeface="Calibri" panose="020F0502020204030204" pitchFamily="34" charset="0"/>
              </a:rPr>
              <a:t>Jetonul alege </a:t>
            </a:r>
            <a:r>
              <a:rPr lang="ro-RO" sz="2100" b="1" dirty="0">
                <a:solidFill>
                  <a:srgbClr val="000000"/>
                </a:solidFill>
                <a:latin typeface="Calibri" panose="020F0502020204030204" pitchFamily="34" charset="0"/>
              </a:rPr>
              <a:t>o singură </a:t>
            </a:r>
            <a:r>
              <a:rPr lang="ro-RO" sz="2100" dirty="0">
                <a:solidFill>
                  <a:srgbClr val="000000"/>
                </a:solidFill>
                <a:latin typeface="Calibri" panose="020F0502020204030204" pitchFamily="34" charset="0"/>
              </a:rPr>
              <a:t>cale</a:t>
            </a:r>
          </a:p>
          <a:p>
            <a:pPr marL="38100" indent="-342900" algn="just">
              <a:spcBef>
                <a:spcPts val="600"/>
              </a:spcBef>
              <a:buClr>
                <a:schemeClr val="accent5"/>
              </a:buClr>
              <a:buSzPct val="120000"/>
              <a:buFont typeface="Arial" panose="020B0604020202020204" pitchFamily="34" charset="0"/>
              <a:buChar char="•"/>
            </a:pPr>
            <a:r>
              <a:rPr lang="ro-RO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Nod de imbinare (merge):</a:t>
            </a:r>
          </a:p>
          <a:p>
            <a:pPr marL="952500" lvl="2" indent="-342900" algn="just">
              <a:spcAft>
                <a:spcPts val="1565"/>
              </a:spcAft>
              <a:buClr>
                <a:srgbClr val="FC8B3A"/>
              </a:buClr>
              <a:buSzPct val="120000"/>
              <a:buFont typeface="Wingdings" panose="05000000000000000000" pitchFamily="2" charset="2"/>
              <a:buChar char="Ø"/>
            </a:pPr>
            <a:r>
              <a:rPr lang="ro-RO" sz="2100" dirty="0">
                <a:solidFill>
                  <a:srgbClr val="000000"/>
                </a:solidFill>
                <a:latin typeface="Calibri" panose="020F0502020204030204" pitchFamily="34" charset="0"/>
              </a:rPr>
              <a:t>nod în care intră mai multe fluxuri şi iese unul singur</a:t>
            </a:r>
            <a:endParaRPr lang="en-GB" sz="21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952500" lvl="2" indent="-342900" algn="just">
              <a:spcAft>
                <a:spcPts val="1565"/>
              </a:spcAft>
              <a:buClr>
                <a:srgbClr val="FC8B3A"/>
              </a:buClr>
              <a:buSzPct val="120000"/>
              <a:buFont typeface="Wingdings" panose="05000000000000000000" pitchFamily="2" charset="2"/>
              <a:buChar char="Ø"/>
            </a:pPr>
            <a:r>
              <a:rPr lang="en-GB" sz="2100" dirty="0">
                <a:solidFill>
                  <a:srgbClr val="000000"/>
                </a:solidFill>
                <a:latin typeface="Calibri" panose="020F0502020204030204" pitchFamily="34" charset="0"/>
              </a:rPr>
              <a:t>t</a:t>
            </a:r>
            <a:r>
              <a:rPr lang="ro-RO" sz="2100" dirty="0">
                <a:solidFill>
                  <a:srgbClr val="000000"/>
                </a:solidFill>
                <a:latin typeface="Calibri" panose="020F0502020204030204" pitchFamily="34" charset="0"/>
              </a:rPr>
              <a:t>ransmite jetonul următorului nod</a:t>
            </a:r>
            <a:endParaRPr lang="en-US" sz="21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38100" indent="-342900" algn="just">
              <a:spcBef>
                <a:spcPts val="600"/>
              </a:spcBef>
              <a:buClr>
                <a:schemeClr val="accent5"/>
              </a:buClr>
              <a:buSzPct val="120000"/>
              <a:buFont typeface="Arial" panose="020B0604020202020204" pitchFamily="34" charset="0"/>
              <a:buChar char="•"/>
            </a:pPr>
            <a:r>
              <a:rPr lang="ro-RO" sz="2400" dirty="0">
                <a:solidFill>
                  <a:srgbClr val="000000"/>
                </a:solidFill>
                <a:latin typeface="Calibri" panose="020F0502020204030204" pitchFamily="34" charset="0"/>
              </a:rPr>
              <a:t>Există și versiunea combinată a nodului decizional și de îmbinare</a:t>
            </a:r>
          </a:p>
        </p:txBody>
      </p:sp>
      <p:sp>
        <p:nvSpPr>
          <p:cNvPr id="7" name="Google Shape;3957;p72">
            <a:extLst>
              <a:ext uri="{FF2B5EF4-FFF2-40B4-BE49-F238E27FC236}">
                <a16:creationId xmlns:a16="http://schemas.microsoft.com/office/drawing/2014/main" id="{73FFAB81-F0BD-408A-90E7-1083A66D2E90}"/>
              </a:ext>
            </a:extLst>
          </p:cNvPr>
          <p:cNvSpPr txBox="1">
            <a:spLocks/>
          </p:cNvSpPr>
          <p:nvPr/>
        </p:nvSpPr>
        <p:spPr>
          <a:xfrm>
            <a:off x="690103" y="498617"/>
            <a:ext cx="10412400" cy="6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BC1"/>
              </a:buClr>
              <a:buSzPts val="2700"/>
              <a:buFont typeface="Roboto"/>
              <a:buNone/>
              <a:defRPr sz="3600" b="1" i="0" u="none" strike="noStrike" cap="non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1867" b="1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1867" b="1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1867" b="1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1867" b="1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1867" b="1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1867" b="1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1867" b="1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1867" b="1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r>
              <a:rPr lang="it-IT" kern="0" dirty="0"/>
              <a:t>Noduri decizionale şi de îmbinare</a:t>
            </a:r>
            <a:endParaRPr lang="ro-RO" kern="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A38A63D-D124-4B4A-846C-FAD08CD875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7688" y="1631787"/>
            <a:ext cx="2458923" cy="1899804"/>
          </a:xfrm>
          <a:prstGeom prst="rect">
            <a:avLst/>
          </a:prstGeom>
        </p:spPr>
      </p:pic>
      <p:pic>
        <p:nvPicPr>
          <p:cNvPr id="6" name="Grafik 4">
            <a:extLst>
              <a:ext uri="{FF2B5EF4-FFF2-40B4-BE49-F238E27FC236}">
                <a16:creationId xmlns:a16="http://schemas.microsoft.com/office/drawing/2014/main" id="{C6A83B02-AA9C-4846-BBD7-0A571433A2D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7163" y="6085063"/>
            <a:ext cx="1317673" cy="54864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1D40FE1-4E4C-4CD4-BB6B-26F37EA8EC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1808" y="3799187"/>
            <a:ext cx="1365880" cy="1665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109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3" name="Google Shape;3643;p60"/>
          <p:cNvSpPr txBox="1">
            <a:spLocks noGrp="1"/>
          </p:cNvSpPr>
          <p:nvPr>
            <p:ph type="subTitle" idx="4"/>
          </p:nvPr>
        </p:nvSpPr>
        <p:spPr>
          <a:xfrm>
            <a:off x="1109261" y="1336287"/>
            <a:ext cx="8730478" cy="532293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38100" indent="-342900" algn="just">
              <a:spcAft>
                <a:spcPts val="600"/>
              </a:spcAft>
              <a:buClr>
                <a:schemeClr val="accent5"/>
              </a:buClr>
              <a:buSzPct val="120000"/>
              <a:buFont typeface="Arial" panose="020B0604020202020204" pitchFamily="34" charset="0"/>
              <a:buChar char="•"/>
            </a:pPr>
            <a:r>
              <a:rPr lang="ro-RO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Ambele se reprezintă printr-o linie neagră îngroşată. </a:t>
            </a:r>
          </a:p>
          <a:p>
            <a:pPr marL="38100" indent="-342900" algn="just">
              <a:spcAft>
                <a:spcPts val="600"/>
              </a:spcAft>
              <a:buClr>
                <a:schemeClr val="accent5"/>
              </a:buClr>
              <a:buSzPct val="120000"/>
              <a:buFont typeface="Arial" panose="020B0604020202020204" pitchFamily="34" charset="0"/>
              <a:buChar char="•"/>
            </a:pPr>
            <a:r>
              <a:rPr lang="ro-RO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Nod de </a:t>
            </a:r>
            <a:r>
              <a:rPr lang="ro-RO" sz="24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bifurcaţie</a:t>
            </a:r>
            <a:r>
              <a:rPr lang="ro-RO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(fork):</a:t>
            </a:r>
          </a:p>
          <a:p>
            <a:pPr marL="952500" lvl="2" indent="-342900" algn="just">
              <a:spcAft>
                <a:spcPts val="600"/>
              </a:spcAft>
              <a:buClr>
                <a:srgbClr val="FC8B3A"/>
              </a:buClr>
              <a:buSzPct val="120000"/>
              <a:buFont typeface="Wingdings" panose="05000000000000000000" pitchFamily="2" charset="2"/>
              <a:buChar char="Ø"/>
            </a:pPr>
            <a:r>
              <a:rPr lang="ro-RO" sz="2100" dirty="0">
                <a:solidFill>
                  <a:srgbClr val="000000"/>
                </a:solidFill>
                <a:latin typeface="Calibri" panose="020F0502020204030204" pitchFamily="34" charset="0"/>
              </a:rPr>
              <a:t>nod în care intră unul singur flux şi ies mai multe</a:t>
            </a:r>
          </a:p>
          <a:p>
            <a:pPr marL="952500" lvl="2" indent="-342900" algn="just">
              <a:spcAft>
                <a:spcPts val="600"/>
              </a:spcAft>
              <a:buClr>
                <a:srgbClr val="FC8B3A"/>
              </a:buClr>
              <a:buSzPct val="120000"/>
              <a:buFont typeface="Wingdings" panose="05000000000000000000" pitchFamily="2" charset="2"/>
              <a:buChar char="Ø"/>
            </a:pPr>
            <a:r>
              <a:rPr lang="ro-RO" sz="2100" dirty="0">
                <a:solidFill>
                  <a:srgbClr val="000000"/>
                </a:solidFill>
                <a:latin typeface="Calibri" panose="020F0502020204030204" pitchFamily="34" charset="0"/>
              </a:rPr>
              <a:t>denotă începutul unor acţiuni paralele </a:t>
            </a:r>
            <a:endParaRPr lang="en-GB" sz="21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952500" lvl="2" indent="-342900" algn="just">
              <a:spcAft>
                <a:spcPts val="600"/>
              </a:spcAft>
              <a:buClr>
                <a:srgbClr val="FC8B3A"/>
              </a:buClr>
              <a:buSzPct val="120000"/>
              <a:buFont typeface="Wingdings" panose="05000000000000000000" pitchFamily="2" charset="2"/>
              <a:buChar char="Ø"/>
            </a:pPr>
            <a:r>
              <a:rPr lang="en-GB" sz="2100" dirty="0">
                <a:solidFill>
                  <a:srgbClr val="000000"/>
                </a:solidFill>
                <a:latin typeface="Calibri" panose="020F0502020204030204" pitchFamily="34" charset="0"/>
              </a:rPr>
              <a:t>s</a:t>
            </a:r>
            <a:r>
              <a:rPr lang="ro-RO" sz="2100" dirty="0">
                <a:solidFill>
                  <a:srgbClr val="000000"/>
                </a:solidFill>
                <a:latin typeface="Calibri" panose="020F0502020204030204" pitchFamily="34" charset="0"/>
              </a:rPr>
              <a:t>e realizează copii ale jetonului pentru toate arcele de ieșire</a:t>
            </a:r>
          </a:p>
          <a:p>
            <a:pPr marL="38100" indent="-342900" algn="just">
              <a:spcAft>
                <a:spcPts val="600"/>
              </a:spcAft>
              <a:buClr>
                <a:schemeClr val="accent5"/>
              </a:buClr>
              <a:buSzPct val="120000"/>
              <a:buFont typeface="Arial" panose="020B0604020202020204" pitchFamily="34" charset="0"/>
              <a:buChar char="•"/>
            </a:pPr>
            <a:r>
              <a:rPr lang="ro-RO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Nod de </a:t>
            </a:r>
            <a:r>
              <a:rPr lang="ro-RO" sz="24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sincronizare</a:t>
            </a:r>
            <a:r>
              <a:rPr lang="ro-RO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(join):</a:t>
            </a:r>
          </a:p>
          <a:p>
            <a:pPr marL="952500" lvl="2" indent="-342900" algn="just">
              <a:spcAft>
                <a:spcPts val="600"/>
              </a:spcAft>
              <a:buClr>
                <a:srgbClr val="FC8B3A"/>
              </a:buClr>
              <a:buSzPct val="120000"/>
              <a:buFont typeface="Wingdings" panose="05000000000000000000" pitchFamily="2" charset="2"/>
              <a:buChar char="Ø"/>
            </a:pPr>
            <a:r>
              <a:rPr lang="ro-RO" sz="2100" dirty="0">
                <a:solidFill>
                  <a:srgbClr val="000000"/>
                </a:solidFill>
                <a:latin typeface="Calibri" panose="020F0502020204030204" pitchFamily="34" charset="0"/>
              </a:rPr>
              <a:t>nod în care intră mai multe fluxuri şi iese doar unul singur</a:t>
            </a:r>
          </a:p>
          <a:p>
            <a:pPr marL="952500" lvl="2" indent="-342900" algn="just">
              <a:spcAft>
                <a:spcPts val="600"/>
              </a:spcAft>
              <a:buClr>
                <a:srgbClr val="FC8B3A"/>
              </a:buClr>
              <a:buSzPct val="120000"/>
              <a:buFont typeface="Wingdings" panose="05000000000000000000" pitchFamily="2" charset="2"/>
              <a:buChar char="Ø"/>
            </a:pPr>
            <a:r>
              <a:rPr lang="ro-RO" sz="2100" dirty="0">
                <a:solidFill>
                  <a:srgbClr val="000000"/>
                </a:solidFill>
                <a:latin typeface="Calibri" panose="020F0502020204030204" pitchFamily="34" charset="0"/>
              </a:rPr>
              <a:t>toate fluxurile care intră în sincronizare trebuie să ajungă în punctul de sincronizare înainte ca procesarea să continue</a:t>
            </a:r>
          </a:p>
          <a:p>
            <a:pPr marL="952500" lvl="2" indent="-342900" algn="just">
              <a:spcAft>
                <a:spcPts val="600"/>
              </a:spcAft>
              <a:buClr>
                <a:srgbClr val="FC8B3A"/>
              </a:buClr>
              <a:buSzPct val="120000"/>
              <a:buFont typeface="Wingdings" panose="05000000000000000000" pitchFamily="2" charset="2"/>
              <a:buChar char="Ø"/>
            </a:pPr>
            <a:r>
              <a:rPr lang="ro-RO" sz="2100" dirty="0">
                <a:solidFill>
                  <a:srgbClr val="000000"/>
                </a:solidFill>
                <a:latin typeface="Calibri" panose="020F0502020204030204" pitchFamily="34" charset="0"/>
              </a:rPr>
              <a:t>denotă sfârşitul unei procesări paralele</a:t>
            </a:r>
            <a:endParaRPr lang="en-GB" sz="21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38100" lvl="2" indent="-342900" algn="just">
              <a:spcAft>
                <a:spcPts val="600"/>
              </a:spcAft>
              <a:buClr>
                <a:schemeClr val="accent5"/>
              </a:buClr>
              <a:buSzPct val="120000"/>
              <a:buFont typeface="Arial" panose="020B0604020202020204" pitchFamily="34" charset="0"/>
              <a:buChar char="•"/>
            </a:pPr>
            <a:r>
              <a:rPr lang="ro-RO" sz="2400" dirty="0">
                <a:solidFill>
                  <a:srgbClr val="000000"/>
                </a:solidFill>
                <a:latin typeface="Calibri" panose="020F0502020204030204" pitchFamily="34" charset="0"/>
              </a:rPr>
              <a:t>Se poate realiza combinarea nodurilor de bifurcație și sincronizare</a:t>
            </a:r>
            <a:endParaRPr lang="en-US" sz="24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952500" lvl="2" indent="-342900" algn="just">
              <a:spcAft>
                <a:spcPts val="600"/>
              </a:spcAft>
              <a:buClr>
                <a:srgbClr val="FC8B3A"/>
              </a:buClr>
              <a:buSzPct val="120000"/>
              <a:buFont typeface="Wingdings" panose="05000000000000000000" pitchFamily="2" charset="2"/>
              <a:buChar char="Ø"/>
            </a:pPr>
            <a:endParaRPr lang="ro-RO" sz="21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38100" indent="-342900" algn="just">
              <a:spcAft>
                <a:spcPts val="600"/>
              </a:spcAft>
              <a:buClr>
                <a:schemeClr val="accent5"/>
              </a:buClr>
              <a:buSzPct val="120000"/>
              <a:buFont typeface="Arial" panose="020B0604020202020204" pitchFamily="34" charset="0"/>
              <a:buChar char="•"/>
            </a:pPr>
            <a:endParaRPr lang="ro-RO" sz="24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7" name="Google Shape;3957;p72">
            <a:extLst>
              <a:ext uri="{FF2B5EF4-FFF2-40B4-BE49-F238E27FC236}">
                <a16:creationId xmlns:a16="http://schemas.microsoft.com/office/drawing/2014/main" id="{73FFAB81-F0BD-408A-90E7-1083A66D2E90}"/>
              </a:ext>
            </a:extLst>
          </p:cNvPr>
          <p:cNvSpPr txBox="1">
            <a:spLocks/>
          </p:cNvSpPr>
          <p:nvPr/>
        </p:nvSpPr>
        <p:spPr>
          <a:xfrm>
            <a:off x="690103" y="498617"/>
            <a:ext cx="10412400" cy="6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BC1"/>
              </a:buClr>
              <a:buSzPts val="2700"/>
              <a:buFont typeface="Roboto"/>
              <a:buNone/>
              <a:defRPr sz="3600" b="1" i="0" u="none" strike="noStrike" cap="non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1867" b="1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1867" b="1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1867" b="1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1867" b="1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1867" b="1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1867" b="1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1867" b="1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1867" b="1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r>
              <a:rPr lang="ro-RO" kern="0" dirty="0"/>
              <a:t>Noduri de bifurcaţie </a:t>
            </a:r>
            <a:r>
              <a:rPr lang="ro-RO" kern="0" dirty="0" err="1"/>
              <a:t>şi</a:t>
            </a:r>
            <a:r>
              <a:rPr lang="en-GB" kern="0" dirty="0"/>
              <a:t> </a:t>
            </a:r>
            <a:r>
              <a:rPr lang="ro-RO" dirty="0">
                <a:latin typeface="Calibri" pitchFamily="34" charset="0"/>
              </a:rPr>
              <a:t>sincronizare</a:t>
            </a:r>
            <a:r>
              <a:rPr lang="en-GB" kern="0" dirty="0"/>
              <a:t> </a:t>
            </a:r>
            <a:endParaRPr lang="ro-RO" kern="0" dirty="0"/>
          </a:p>
        </p:txBody>
      </p:sp>
      <p:pic>
        <p:nvPicPr>
          <p:cNvPr id="8" name="Grafik 14">
            <a:extLst>
              <a:ext uri="{FF2B5EF4-FFF2-40B4-BE49-F238E27FC236}">
                <a16:creationId xmlns:a16="http://schemas.microsoft.com/office/drawing/2014/main" id="{934C2BA4-8AC0-42D9-9169-C103B354A1D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6402" y="5969957"/>
            <a:ext cx="720534" cy="62962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155E9AB-99D4-4B6B-B921-7E52B6E9D4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2416" y="2152421"/>
            <a:ext cx="1510187" cy="118275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911AB85-282D-430E-91CE-97B0B19C9C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16709" y="4151312"/>
            <a:ext cx="1691787" cy="1402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79634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3957;p72">
            <a:extLst>
              <a:ext uri="{FF2B5EF4-FFF2-40B4-BE49-F238E27FC236}">
                <a16:creationId xmlns:a16="http://schemas.microsoft.com/office/drawing/2014/main" id="{73FFAB81-F0BD-408A-90E7-1083A66D2E90}"/>
              </a:ext>
            </a:extLst>
          </p:cNvPr>
          <p:cNvSpPr txBox="1">
            <a:spLocks/>
          </p:cNvSpPr>
          <p:nvPr/>
        </p:nvSpPr>
        <p:spPr>
          <a:xfrm>
            <a:off x="690103" y="498617"/>
            <a:ext cx="10412400" cy="6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BC1"/>
              </a:buClr>
              <a:buSzPts val="2700"/>
              <a:buFont typeface="Roboto"/>
              <a:buNone/>
              <a:defRPr sz="3600" b="1" i="0" u="none" strike="noStrike" cap="non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1867" b="1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1867" b="1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1867" b="1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1867" b="1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1867" b="1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1867" b="1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1867" b="1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1867" b="1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r>
              <a:rPr lang="ro-RO" kern="0" dirty="0"/>
              <a:t>Noduri - exemplificare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7ECFFE6-F53F-4C87-9C83-AAE4E3E696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103" y="1697437"/>
            <a:ext cx="11004234" cy="3840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77729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3" name="Google Shape;3643;p60"/>
          <p:cNvSpPr txBox="1">
            <a:spLocks noGrp="1"/>
          </p:cNvSpPr>
          <p:nvPr>
            <p:ph type="subTitle" idx="4"/>
          </p:nvPr>
        </p:nvSpPr>
        <p:spPr>
          <a:xfrm>
            <a:off x="921748" y="1298922"/>
            <a:ext cx="8058966" cy="4726322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38100" indent="-342900" algn="just">
              <a:lnSpc>
                <a:spcPct val="114000"/>
              </a:lnSpc>
              <a:spcAft>
                <a:spcPts val="600"/>
              </a:spcAft>
              <a:buClr>
                <a:schemeClr val="accent5"/>
              </a:buClr>
              <a:buSzPct val="120000"/>
              <a:buFont typeface="Arial" panose="020B0604020202020204" pitchFamily="34" charset="0"/>
              <a:buChar char="•"/>
            </a:pPr>
            <a:r>
              <a:rPr lang="ro-RO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Care trimit semnale</a:t>
            </a:r>
          </a:p>
          <a:p>
            <a:pPr marL="38100" indent="-342900" algn="just">
              <a:lnSpc>
                <a:spcPct val="114000"/>
              </a:lnSpc>
              <a:spcAft>
                <a:spcPts val="600"/>
              </a:spcAft>
              <a:buClr>
                <a:schemeClr val="accent5"/>
              </a:buClr>
              <a:buSzPct val="120000"/>
              <a:buFont typeface="Arial" panose="020B0604020202020204" pitchFamily="34" charset="0"/>
              <a:buChar char="•"/>
            </a:pPr>
            <a:endParaRPr lang="ro-RO" sz="20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8100" indent="-342900" algn="just">
              <a:lnSpc>
                <a:spcPct val="114000"/>
              </a:lnSpc>
              <a:spcAft>
                <a:spcPts val="600"/>
              </a:spcAft>
              <a:buClr>
                <a:schemeClr val="accent5"/>
              </a:buClr>
              <a:buSzPct val="120000"/>
              <a:buFont typeface="Arial" panose="020B0604020202020204" pitchFamily="34" charset="0"/>
              <a:buChar char="•"/>
            </a:pPr>
            <a:endParaRPr lang="ro-RO" sz="20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8100" indent="-342900" algn="just">
              <a:lnSpc>
                <a:spcPct val="114000"/>
              </a:lnSpc>
              <a:spcAft>
                <a:spcPts val="600"/>
              </a:spcAft>
              <a:buClr>
                <a:schemeClr val="accent5"/>
              </a:buClr>
              <a:buSzPct val="120000"/>
              <a:buFont typeface="Arial" panose="020B0604020202020204" pitchFamily="34" charset="0"/>
              <a:buChar char="•"/>
            </a:pPr>
            <a:r>
              <a:rPr lang="ro-RO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Care acceptă evenimente</a:t>
            </a:r>
          </a:p>
          <a:p>
            <a:pPr marL="952500" lvl="2" indent="-342900" algn="just">
              <a:spcAft>
                <a:spcPts val="600"/>
              </a:spcAft>
              <a:buClr>
                <a:srgbClr val="FC8B3A"/>
              </a:buClr>
              <a:buSzPct val="120000"/>
              <a:buFont typeface="Wingdings" panose="05000000000000000000" pitchFamily="2" charset="2"/>
              <a:buChar char="Ø"/>
            </a:pPr>
            <a:r>
              <a:rPr lang="ro-RO" sz="2100" dirty="0">
                <a:solidFill>
                  <a:srgbClr val="000000"/>
                </a:solidFill>
                <a:latin typeface="Calibri" panose="020F0502020204030204" pitchFamily="34" charset="0"/>
              </a:rPr>
              <a:t>Acțiune care acceptă eveniment</a:t>
            </a:r>
          </a:p>
          <a:p>
            <a:pPr marL="1409700" lvl="3" indent="-342900" algn="just">
              <a:spcAft>
                <a:spcPts val="600"/>
              </a:spcAft>
              <a:buClr>
                <a:srgbClr val="FC8B3A"/>
              </a:buClr>
              <a:buSzPct val="120000"/>
              <a:buFont typeface="Wingdings" panose="05000000000000000000" pitchFamily="2" charset="2"/>
              <a:buChar char="Ø"/>
            </a:pPr>
            <a:endParaRPr lang="ro-RO" sz="21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1409700" lvl="3" indent="-342900" algn="just">
              <a:spcAft>
                <a:spcPts val="600"/>
              </a:spcAft>
              <a:buClr>
                <a:srgbClr val="FC8B3A"/>
              </a:buClr>
              <a:buSzPct val="120000"/>
              <a:buFont typeface="Wingdings" panose="05000000000000000000" pitchFamily="2" charset="2"/>
              <a:buChar char="Ø"/>
            </a:pPr>
            <a:endParaRPr lang="en-US" sz="21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952500" lvl="2" indent="-342900" algn="just">
              <a:spcAft>
                <a:spcPts val="600"/>
              </a:spcAft>
              <a:buClr>
                <a:srgbClr val="FC8B3A"/>
              </a:buClr>
              <a:buSzPct val="120000"/>
              <a:buFont typeface="Wingdings" panose="05000000000000000000" pitchFamily="2" charset="2"/>
              <a:buChar char="Ø"/>
            </a:pPr>
            <a:endParaRPr lang="ro-RO" sz="21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952500" lvl="2" indent="-342900" algn="just">
              <a:spcAft>
                <a:spcPts val="600"/>
              </a:spcAft>
              <a:buClr>
                <a:srgbClr val="FC8B3A"/>
              </a:buClr>
              <a:buSzPct val="120000"/>
              <a:buFont typeface="Wingdings" panose="05000000000000000000" pitchFamily="2" charset="2"/>
              <a:buChar char="Ø"/>
            </a:pPr>
            <a:r>
              <a:rPr lang="ro-RO" sz="2100" dirty="0">
                <a:solidFill>
                  <a:srgbClr val="000000"/>
                </a:solidFill>
                <a:latin typeface="Calibri" panose="020F0502020204030204" pitchFamily="34" charset="0"/>
              </a:rPr>
              <a:t>Acțiune care acceptă eveniment de tip timp</a:t>
            </a:r>
            <a:endParaRPr lang="en-US" sz="21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38100" indent="-342900" algn="just">
              <a:lnSpc>
                <a:spcPct val="114000"/>
              </a:lnSpc>
              <a:spcAft>
                <a:spcPts val="600"/>
              </a:spcAft>
              <a:buClr>
                <a:schemeClr val="accent5"/>
              </a:buClr>
              <a:buSzPct val="120000"/>
              <a:buFont typeface="Arial" panose="020B0604020202020204" pitchFamily="34" charset="0"/>
              <a:buChar char="•"/>
            </a:pPr>
            <a:endParaRPr lang="ro-RO" sz="20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7" name="Google Shape;3957;p72">
            <a:extLst>
              <a:ext uri="{FF2B5EF4-FFF2-40B4-BE49-F238E27FC236}">
                <a16:creationId xmlns:a16="http://schemas.microsoft.com/office/drawing/2014/main" id="{73FFAB81-F0BD-408A-90E7-1083A66D2E90}"/>
              </a:ext>
            </a:extLst>
          </p:cNvPr>
          <p:cNvSpPr txBox="1">
            <a:spLocks/>
          </p:cNvSpPr>
          <p:nvPr/>
        </p:nvSpPr>
        <p:spPr>
          <a:xfrm>
            <a:off x="732145" y="410330"/>
            <a:ext cx="10412400" cy="6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BC1"/>
              </a:buClr>
              <a:buSzPts val="2700"/>
              <a:buFont typeface="Roboto"/>
              <a:buNone/>
              <a:defRPr sz="3600" b="1" i="0" u="none" strike="noStrike" cap="non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1867" b="1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1867" b="1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1867" b="1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1867" b="1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1867" b="1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1867" b="1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1867" b="1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1867" b="1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r>
              <a:rPr lang="ro-RO" kern="0" dirty="0"/>
              <a:t>Acțiuni bazate pe evenimente</a:t>
            </a:r>
            <a:endParaRPr lang="ro-RO" sz="2800" kern="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8E8806E-3946-4914-9496-825C4FC6A34E}"/>
              </a:ext>
            </a:extLst>
          </p:cNvPr>
          <p:cNvGrpSpPr/>
          <p:nvPr/>
        </p:nvGrpSpPr>
        <p:grpSpPr>
          <a:xfrm>
            <a:off x="3512596" y="1749287"/>
            <a:ext cx="5166808" cy="887196"/>
            <a:chOff x="3512596" y="1749287"/>
            <a:chExt cx="5166808" cy="887196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1B48CCA3-02B6-435D-811C-DF22C3CC0D8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512596" y="1824395"/>
              <a:ext cx="5166808" cy="723963"/>
            </a:xfrm>
            <a:prstGeom prst="rect">
              <a:avLst/>
            </a:prstGeom>
          </p:spPr>
        </p:pic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6E8A9958-D656-4CD4-8C5B-FFF571472E30}"/>
                </a:ext>
              </a:extLst>
            </p:cNvPr>
            <p:cNvSpPr/>
            <p:nvPr/>
          </p:nvSpPr>
          <p:spPr>
            <a:xfrm>
              <a:off x="5231295" y="1749287"/>
              <a:ext cx="1729409" cy="887196"/>
            </a:xfrm>
            <a:prstGeom prst="ellipse">
              <a:avLst/>
            </a:prstGeom>
            <a:noFill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CA27C7AB-292E-4526-8A95-05FE41F592DF}"/>
              </a:ext>
            </a:extLst>
          </p:cNvPr>
          <p:cNvGrpSpPr/>
          <p:nvPr/>
        </p:nvGrpSpPr>
        <p:grpSpPr>
          <a:xfrm>
            <a:off x="3977455" y="3560247"/>
            <a:ext cx="4118968" cy="929675"/>
            <a:chOff x="3977455" y="3379967"/>
            <a:chExt cx="4118968" cy="929675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6BE43DA4-4C81-4A76-8D99-EAF34C0B8D0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095576" y="3468757"/>
              <a:ext cx="4000847" cy="800169"/>
            </a:xfrm>
            <a:prstGeom prst="rect">
              <a:avLst/>
            </a:prstGeom>
          </p:spPr>
        </p:pic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C6347C6D-D5C7-4756-A520-28FD36ECE5FA}"/>
                </a:ext>
              </a:extLst>
            </p:cNvPr>
            <p:cNvSpPr/>
            <p:nvPr/>
          </p:nvSpPr>
          <p:spPr>
            <a:xfrm>
              <a:off x="3977455" y="3379967"/>
              <a:ext cx="1886632" cy="929675"/>
            </a:xfrm>
            <a:prstGeom prst="ellipse">
              <a:avLst/>
            </a:prstGeom>
            <a:noFill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A6863B7-7CB8-49C8-9502-C30D4B5BCE83}"/>
              </a:ext>
            </a:extLst>
          </p:cNvPr>
          <p:cNvGrpSpPr/>
          <p:nvPr/>
        </p:nvGrpSpPr>
        <p:grpSpPr>
          <a:xfrm>
            <a:off x="3930171" y="5240347"/>
            <a:ext cx="4331656" cy="1127436"/>
            <a:chOff x="3882886" y="5101200"/>
            <a:chExt cx="4331656" cy="1127436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48A4D689-739F-47F7-A77F-A58DABDA6E3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977455" y="5101200"/>
              <a:ext cx="4237087" cy="960203"/>
            </a:xfrm>
            <a:prstGeom prst="rect">
              <a:avLst/>
            </a:prstGeom>
          </p:spPr>
        </p:pic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9448CB3E-7DA2-46AB-B448-5F5DA63D4601}"/>
                </a:ext>
              </a:extLst>
            </p:cNvPr>
            <p:cNvSpPr/>
            <p:nvPr/>
          </p:nvSpPr>
          <p:spPr>
            <a:xfrm>
              <a:off x="3882886" y="5101200"/>
              <a:ext cx="1683027" cy="1127436"/>
            </a:xfrm>
            <a:prstGeom prst="ellipse">
              <a:avLst/>
            </a:prstGeom>
            <a:noFill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6508675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3" name="Google Shape;3643;p60"/>
          <p:cNvSpPr txBox="1">
            <a:spLocks noGrp="1"/>
          </p:cNvSpPr>
          <p:nvPr>
            <p:ph type="subTitle" idx="4"/>
          </p:nvPr>
        </p:nvSpPr>
        <p:spPr>
          <a:xfrm>
            <a:off x="879707" y="1197226"/>
            <a:ext cx="9935438" cy="2082687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38100" indent="-342900" algn="just">
              <a:lnSpc>
                <a:spcPct val="114000"/>
              </a:lnSpc>
              <a:spcAft>
                <a:spcPts val="600"/>
              </a:spcAft>
              <a:buClr>
                <a:schemeClr val="accent5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</a:rPr>
              <a:t>Definește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</a:rPr>
              <a:t>modul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</a:rPr>
              <a:t>în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</a:rPr>
              <a:t> care </a:t>
            </a:r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</a:rPr>
              <a:t>sistemul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</a:rPr>
              <a:t>trebuie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</a:rPr>
              <a:t>să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</a:rPr>
              <a:t>reacționeze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</a:rPr>
              <a:t>într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</a:rPr>
              <a:t>-o </a:t>
            </a:r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</a:rPr>
              <a:t>anumită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</a:rPr>
              <a:t>situație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</a:rPr>
              <a:t> de </a:t>
            </a:r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</a:rPr>
              <a:t>eroare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</a:p>
          <a:p>
            <a:pPr marL="38100" indent="-342900" algn="just">
              <a:lnSpc>
                <a:spcPct val="114000"/>
              </a:lnSpc>
              <a:spcAft>
                <a:spcPts val="600"/>
              </a:spcAft>
              <a:buClr>
                <a:schemeClr val="accent5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</a:rPr>
              <a:t>Handler-ul de </a:t>
            </a:r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</a:rPr>
              <a:t>excepții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</a:rPr>
              <a:t>înlocuiește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</a:rPr>
              <a:t>acțiunea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</a:rPr>
              <a:t>în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</a:rPr>
              <a:t>locul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</a:rPr>
              <a:t>unde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</a:rPr>
              <a:t> a </a:t>
            </a:r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</a:rPr>
              <a:t>apărut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</a:rPr>
              <a:t>eroarea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</a:p>
        </p:txBody>
      </p:sp>
      <p:sp>
        <p:nvSpPr>
          <p:cNvPr id="7" name="Google Shape;3957;p72">
            <a:extLst>
              <a:ext uri="{FF2B5EF4-FFF2-40B4-BE49-F238E27FC236}">
                <a16:creationId xmlns:a16="http://schemas.microsoft.com/office/drawing/2014/main" id="{73FFAB81-F0BD-408A-90E7-1083A66D2E90}"/>
              </a:ext>
            </a:extLst>
          </p:cNvPr>
          <p:cNvSpPr txBox="1">
            <a:spLocks/>
          </p:cNvSpPr>
          <p:nvPr/>
        </p:nvSpPr>
        <p:spPr>
          <a:xfrm>
            <a:off x="732145" y="410330"/>
            <a:ext cx="10412400" cy="6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BC1"/>
              </a:buClr>
              <a:buSzPts val="2700"/>
              <a:buFont typeface="Roboto"/>
              <a:buNone/>
              <a:defRPr sz="3600" b="1" i="0" u="none" strike="noStrike" cap="non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1867" b="1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1867" b="1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1867" b="1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1867" b="1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1867" b="1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1867" b="1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1867" b="1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1867" b="1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r>
              <a:rPr lang="ro-RO" dirty="0"/>
              <a:t>Tratarea excepțiilor</a:t>
            </a:r>
            <a:endParaRPr lang="ro-RO" sz="2800" kern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6CC97D-CEEF-45B8-A8F2-757CB15A12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8817" y="3578088"/>
            <a:ext cx="6922200" cy="1920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5975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A52822A-6A15-44A9-9B67-67D79C480C4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563" r="1447"/>
          <a:stretch/>
        </p:blipFill>
        <p:spPr>
          <a:xfrm>
            <a:off x="2946400" y="2551371"/>
            <a:ext cx="9245600" cy="4306629"/>
          </a:xfrm>
          <a:prstGeom prst="rect">
            <a:avLst/>
          </a:prstGeom>
        </p:spPr>
      </p:pic>
      <p:sp>
        <p:nvSpPr>
          <p:cNvPr id="7" name="Google Shape;3957;p72">
            <a:extLst>
              <a:ext uri="{FF2B5EF4-FFF2-40B4-BE49-F238E27FC236}">
                <a16:creationId xmlns:a16="http://schemas.microsoft.com/office/drawing/2014/main" id="{73FFAB81-F0BD-408A-90E7-1083A66D2E90}"/>
              </a:ext>
            </a:extLst>
          </p:cNvPr>
          <p:cNvSpPr txBox="1">
            <a:spLocks/>
          </p:cNvSpPr>
          <p:nvPr/>
        </p:nvSpPr>
        <p:spPr>
          <a:xfrm>
            <a:off x="732145" y="410330"/>
            <a:ext cx="10412400" cy="6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BC1"/>
              </a:buClr>
              <a:buSzPts val="2700"/>
              <a:buFont typeface="Roboto"/>
              <a:buNone/>
              <a:defRPr sz="3600" b="1" i="0" u="none" strike="noStrike" cap="non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1867" b="1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1867" b="1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1867" b="1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1867" b="1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1867" b="1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1867" b="1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1867" b="1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1867" b="1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r>
              <a:rPr lang="ro-RO" dirty="0"/>
              <a:t>Tratarea excepțiilor - </a:t>
            </a:r>
            <a:r>
              <a:rPr lang="ro-RO" sz="2800" dirty="0"/>
              <a:t>Regiune dintr-o activitate care poate fi întreruptă</a:t>
            </a:r>
            <a:endParaRPr lang="ro-RO" sz="2800" kern="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F08DAB0-82D4-495B-AF9B-6B496E5E16CD}"/>
              </a:ext>
            </a:extLst>
          </p:cNvPr>
          <p:cNvSpPr/>
          <p:nvPr/>
        </p:nvSpPr>
        <p:spPr>
          <a:xfrm>
            <a:off x="877007" y="1632013"/>
            <a:ext cx="9678104" cy="13313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8100" indent="-342900" algn="just">
              <a:lnSpc>
                <a:spcPct val="114000"/>
              </a:lnSpc>
              <a:spcAft>
                <a:spcPts val="600"/>
              </a:spcAft>
              <a:buClr>
                <a:schemeClr val="accent5"/>
              </a:buClr>
              <a:buSzPct val="120000"/>
              <a:buFont typeface="Arial" panose="020B0604020202020204" pitchFamily="34" charset="0"/>
              <a:buChar char="•"/>
            </a:pPr>
            <a:r>
              <a:rPr lang="ro-RO" sz="2400" dirty="0">
                <a:solidFill>
                  <a:srgbClr val="000000"/>
                </a:solidFill>
                <a:latin typeface="Calibri" panose="020F0502020204030204" pitchFamily="34" charset="0"/>
                <a:sym typeface="Muli"/>
              </a:rPr>
              <a:t>Definește un grup de acțiuni a căror execuție trebuie terminată imediat dacă are loc un anumit eveniment. În acest caz, se execută un alt comportament</a:t>
            </a:r>
            <a:endParaRPr lang="en-US" sz="2400" dirty="0">
              <a:solidFill>
                <a:srgbClr val="000000"/>
              </a:solidFill>
              <a:latin typeface="Calibri" panose="020F0502020204030204" pitchFamily="34" charset="0"/>
              <a:sym typeface="Muli"/>
            </a:endParaRPr>
          </a:p>
        </p:txBody>
      </p:sp>
    </p:spTree>
    <p:extLst>
      <p:ext uri="{BB962C8B-B14F-4D97-AF65-F5344CB8AC3E}">
        <p14:creationId xmlns:p14="http://schemas.microsoft.com/office/powerpoint/2010/main" val="6622011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3" name="Google Shape;3643;p60"/>
          <p:cNvSpPr txBox="1">
            <a:spLocks noGrp="1"/>
          </p:cNvSpPr>
          <p:nvPr>
            <p:ph type="subTitle" idx="4"/>
          </p:nvPr>
        </p:nvSpPr>
        <p:spPr>
          <a:xfrm>
            <a:off x="879707" y="1197226"/>
            <a:ext cx="7147309" cy="4289174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38100" indent="-342900" algn="just">
              <a:lnSpc>
                <a:spcPct val="114000"/>
              </a:lnSpc>
              <a:spcAft>
                <a:spcPts val="600"/>
              </a:spcAft>
              <a:buClr>
                <a:schemeClr val="accent5"/>
              </a:buClr>
              <a:buSzPct val="120000"/>
              <a:buFont typeface="Arial" panose="020B0604020202020204" pitchFamily="34" charset="0"/>
              <a:buChar char="•"/>
            </a:pPr>
            <a:r>
              <a:rPr lang="ro-RO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Sunt culoare care arată cine sau ce execută acţiunile într-o diagramă de activitate.</a:t>
            </a:r>
          </a:p>
          <a:p>
            <a:pPr marL="38100" indent="-342900" algn="just">
              <a:lnSpc>
                <a:spcPct val="114000"/>
              </a:lnSpc>
              <a:spcAft>
                <a:spcPts val="600"/>
              </a:spcAft>
              <a:buClr>
                <a:schemeClr val="accent5"/>
              </a:buClr>
              <a:buSzPct val="120000"/>
              <a:buFont typeface="Arial" panose="020B0604020202020204" pitchFamily="34" charset="0"/>
              <a:buChar char="•"/>
            </a:pPr>
            <a:r>
              <a:rPr lang="ro-RO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Pot fi orizontale sau verticale.</a:t>
            </a:r>
          </a:p>
          <a:p>
            <a:pPr marL="38100" indent="-342900" algn="just">
              <a:lnSpc>
                <a:spcPct val="114000"/>
              </a:lnSpc>
              <a:spcAft>
                <a:spcPts val="600"/>
              </a:spcAft>
              <a:buClr>
                <a:schemeClr val="accent5"/>
              </a:buClr>
              <a:buSzPct val="120000"/>
              <a:buFont typeface="Arial" panose="020B0604020202020204" pitchFamily="34" charset="0"/>
              <a:buChar char="•"/>
            </a:pPr>
            <a:r>
              <a:rPr lang="ro-RO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Separarea pe partiţii poate fi făcută în funcţie de unitaţile organizaţionale, responsabilităţi etc.</a:t>
            </a:r>
          </a:p>
          <a:p>
            <a:pPr marL="38100" indent="-342900" algn="just">
              <a:lnSpc>
                <a:spcPct val="114000"/>
              </a:lnSpc>
              <a:spcAft>
                <a:spcPts val="600"/>
              </a:spcAft>
              <a:buClr>
                <a:schemeClr val="accent5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sz="2400" dirty="0" err="1"/>
              <a:t>Realizează</a:t>
            </a:r>
            <a:r>
              <a:rPr lang="en-US" sz="2400" dirty="0"/>
              <a:t> o </a:t>
            </a:r>
            <a:r>
              <a:rPr lang="en-US" sz="2400" dirty="0" err="1"/>
              <a:t>mai</a:t>
            </a:r>
            <a:r>
              <a:rPr lang="en-US" sz="2400" dirty="0"/>
              <a:t> </a:t>
            </a:r>
            <a:r>
              <a:rPr lang="en-US" sz="2400" dirty="0" err="1"/>
              <a:t>bună</a:t>
            </a:r>
            <a:r>
              <a:rPr lang="en-US" sz="2400" dirty="0"/>
              <a:t> </a:t>
            </a:r>
            <a:r>
              <a:rPr lang="en-US" sz="2400" dirty="0" err="1"/>
              <a:t>structurare</a:t>
            </a:r>
            <a:r>
              <a:rPr lang="en-US" sz="2400" dirty="0"/>
              <a:t> a </a:t>
            </a:r>
            <a:r>
              <a:rPr lang="en-US" sz="2400" dirty="0" err="1"/>
              <a:t>diagramei</a:t>
            </a:r>
            <a:endParaRPr lang="en-US" sz="2400" dirty="0"/>
          </a:p>
          <a:p>
            <a:pPr marL="38100" indent="-342900" algn="just">
              <a:lnSpc>
                <a:spcPct val="114000"/>
              </a:lnSpc>
              <a:spcAft>
                <a:spcPts val="600"/>
              </a:spcAft>
              <a:buClr>
                <a:schemeClr val="accent5"/>
              </a:buClr>
              <a:buSzPct val="120000"/>
              <a:buFont typeface="Arial" panose="020B0604020202020204" pitchFamily="34" charset="0"/>
              <a:buChar char="•"/>
            </a:pPr>
            <a:endParaRPr lang="ro-RO" sz="20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8100" indent="-342900" algn="just">
              <a:lnSpc>
                <a:spcPct val="114000"/>
              </a:lnSpc>
              <a:spcAft>
                <a:spcPts val="600"/>
              </a:spcAft>
              <a:buClr>
                <a:schemeClr val="accent5"/>
              </a:buClr>
              <a:buSzPct val="120000"/>
              <a:buFont typeface="Arial" panose="020B0604020202020204" pitchFamily="34" charset="0"/>
              <a:buChar char="•"/>
            </a:pPr>
            <a:endParaRPr lang="ro-RO" sz="20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7" name="Google Shape;3957;p72">
            <a:extLst>
              <a:ext uri="{FF2B5EF4-FFF2-40B4-BE49-F238E27FC236}">
                <a16:creationId xmlns:a16="http://schemas.microsoft.com/office/drawing/2014/main" id="{73FFAB81-F0BD-408A-90E7-1083A66D2E90}"/>
              </a:ext>
            </a:extLst>
          </p:cNvPr>
          <p:cNvSpPr txBox="1">
            <a:spLocks/>
          </p:cNvSpPr>
          <p:nvPr/>
        </p:nvSpPr>
        <p:spPr>
          <a:xfrm>
            <a:off x="732145" y="410330"/>
            <a:ext cx="10412400" cy="6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BC1"/>
              </a:buClr>
              <a:buSzPts val="2700"/>
              <a:buFont typeface="Roboto"/>
              <a:buNone/>
              <a:defRPr sz="3600" b="1" i="0" u="none" strike="noStrike" cap="non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1867" b="1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1867" b="1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1867" b="1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1867" b="1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1867" b="1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1867" b="1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1867" b="1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1867" b="1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r>
              <a:rPr lang="ro-RO" sz="2800" kern="0" dirty="0"/>
              <a:t>Partiții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7C77F09-C366-4747-B354-216D4240BA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7016" y="2913572"/>
            <a:ext cx="3886687" cy="3534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7983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3" name="Google Shape;3643;p60"/>
          <p:cNvSpPr txBox="1">
            <a:spLocks noGrp="1"/>
          </p:cNvSpPr>
          <p:nvPr>
            <p:ph type="subTitle" idx="4"/>
          </p:nvPr>
        </p:nvSpPr>
        <p:spPr>
          <a:xfrm>
            <a:off x="1536090" y="1281420"/>
            <a:ext cx="9369554" cy="5064513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>
              <a:lnSpc>
                <a:spcPct val="114000"/>
              </a:lnSpc>
              <a:spcBef>
                <a:spcPts val="600"/>
              </a:spcBef>
              <a:spcAft>
                <a:spcPts val="80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Char char="ü"/>
            </a:pPr>
            <a:r>
              <a:rPr lang="ro-RO" sz="2000" b="1" dirty="0">
                <a:solidFill>
                  <a:srgbClr val="3F3F3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Plasați nodul de start în colțul din </a:t>
            </a:r>
            <a:r>
              <a:rPr lang="en-US" sz="2000" b="1" dirty="0" err="1">
                <a:solidFill>
                  <a:srgbClr val="3F3F3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r>
              <a:rPr lang="ro-RO" sz="2000" b="1" dirty="0" err="1">
                <a:solidFill>
                  <a:srgbClr val="3F3F3F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ânga</a:t>
            </a:r>
            <a:r>
              <a:rPr lang="ro-RO" sz="2000" b="1" dirty="0">
                <a:solidFill>
                  <a:srgbClr val="3F3F3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sus </a:t>
            </a:r>
            <a:r>
              <a:rPr lang="ro-RO" sz="2000" dirty="0">
                <a:solidFill>
                  <a:srgbClr val="3F3F3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 diagramei, pentru o mai bună lizibilitate a acesteia.</a:t>
            </a:r>
          </a:p>
          <a:p>
            <a:pPr marL="0" marR="0">
              <a:lnSpc>
                <a:spcPct val="114000"/>
              </a:lnSpc>
              <a:spcBef>
                <a:spcPts val="600"/>
              </a:spcBef>
              <a:spcAft>
                <a:spcPts val="80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Char char="ü"/>
            </a:pPr>
            <a:r>
              <a:rPr lang="ro-RO" sz="2000" dirty="0">
                <a:solidFill>
                  <a:srgbClr val="3F3F3F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Orice diagramă trebuie să aibă </a:t>
            </a:r>
            <a:r>
              <a:rPr lang="ro-RO" sz="2000" b="1" dirty="0">
                <a:solidFill>
                  <a:srgbClr val="3F3F3F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cel puțin un nod de start și un nod de finalizare.</a:t>
            </a:r>
          </a:p>
          <a:p>
            <a:pPr marL="0" marR="0">
              <a:lnSpc>
                <a:spcPct val="114000"/>
              </a:lnSpc>
              <a:spcBef>
                <a:spcPts val="600"/>
              </a:spcBef>
              <a:spcAft>
                <a:spcPts val="80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Char char="ü"/>
            </a:pPr>
            <a:r>
              <a:rPr lang="ro-RO" sz="2000" dirty="0">
                <a:solidFill>
                  <a:srgbClr val="3F3F3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Verificați corectitudinea</a:t>
            </a:r>
            <a:r>
              <a:rPr lang="ro-RO" sz="2000" dirty="0">
                <a:solidFill>
                  <a:srgbClr val="3F3F3F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activităților de tip </a:t>
            </a:r>
            <a:r>
              <a:rPr lang="en-GB" sz="2000" dirty="0">
                <a:solidFill>
                  <a:srgbClr val="3F3F3F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‘</a:t>
            </a:r>
            <a:r>
              <a:rPr lang="ro-RO" sz="2000" dirty="0">
                <a:solidFill>
                  <a:srgbClr val="3F3F3F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gaură neagră</a:t>
            </a:r>
            <a:r>
              <a:rPr lang="en-GB" sz="2000" dirty="0">
                <a:solidFill>
                  <a:srgbClr val="3F3F3F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’</a:t>
            </a:r>
            <a:r>
              <a:rPr lang="ro-RO" sz="2000" dirty="0">
                <a:solidFill>
                  <a:srgbClr val="3F3F3F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care au </a:t>
            </a:r>
            <a:r>
              <a:rPr lang="ro-RO" sz="2000" b="1" dirty="0">
                <a:solidFill>
                  <a:srgbClr val="3F3F3F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 flux de intrare </a:t>
            </a:r>
            <a:r>
              <a:rPr lang="ro-RO" sz="2000" dirty="0">
                <a:solidFill>
                  <a:srgbClr val="3F3F3F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dar </a:t>
            </a:r>
            <a:r>
              <a:rPr lang="ro-RO" sz="2000" b="1" dirty="0">
                <a:solidFill>
                  <a:srgbClr val="3F3F3F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niciun flux de ieșire</a:t>
            </a:r>
            <a:r>
              <a:rPr lang="ro-RO" sz="2000" dirty="0">
                <a:solidFill>
                  <a:srgbClr val="3F3F3F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GB" sz="2000" dirty="0">
                <a:solidFill>
                  <a:srgbClr val="3F3F3F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dirty="0" err="1">
                <a:solidFill>
                  <a:srgbClr val="3F3F3F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Cel</a:t>
            </a:r>
            <a:r>
              <a:rPr lang="en-GB" sz="2000" dirty="0">
                <a:solidFill>
                  <a:srgbClr val="3F3F3F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dirty="0" err="1">
                <a:solidFill>
                  <a:srgbClr val="3F3F3F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mai</a:t>
            </a:r>
            <a:r>
              <a:rPr lang="en-GB" sz="2000" dirty="0">
                <a:solidFill>
                  <a:srgbClr val="3F3F3F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dirty="0" err="1">
                <a:solidFill>
                  <a:srgbClr val="3F3F3F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probabil</a:t>
            </a:r>
            <a:r>
              <a:rPr lang="en-GB" sz="2000" dirty="0">
                <a:solidFill>
                  <a:srgbClr val="3F3F3F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</a:t>
            </a:r>
            <a:r>
              <a:rPr lang="ro-RO" sz="2000" dirty="0">
                <a:solidFill>
                  <a:srgbClr val="3F3F3F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ți omis o tranziție.</a:t>
            </a:r>
          </a:p>
          <a:p>
            <a:pPr marL="0">
              <a:lnSpc>
                <a:spcPct val="114000"/>
              </a:lnSpc>
              <a:spcBef>
                <a:spcPts val="600"/>
              </a:spcBef>
              <a:spcAft>
                <a:spcPts val="80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Char char="ü"/>
            </a:pPr>
            <a:r>
              <a:rPr lang="ro-RO" sz="2000" dirty="0">
                <a:solidFill>
                  <a:srgbClr val="3F3F3F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Verificați corectitudinea activităților de tip </a:t>
            </a:r>
            <a:r>
              <a:rPr lang="en-GB" sz="2000" dirty="0">
                <a:solidFill>
                  <a:srgbClr val="3F3F3F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’</a:t>
            </a:r>
            <a:r>
              <a:rPr lang="ro-RO" sz="2000" dirty="0">
                <a:solidFill>
                  <a:srgbClr val="3F3F3F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miracol</a:t>
            </a:r>
            <a:r>
              <a:rPr lang="en-GB" sz="2000" dirty="0">
                <a:solidFill>
                  <a:srgbClr val="3F3F3F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’, care </a:t>
            </a:r>
            <a:r>
              <a:rPr lang="ro-RO" sz="2000" b="1" dirty="0">
                <a:solidFill>
                  <a:srgbClr val="3F3F3F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au fluxuri de ieșire </a:t>
            </a:r>
            <a:r>
              <a:rPr lang="ro-RO" sz="2000" dirty="0">
                <a:solidFill>
                  <a:srgbClr val="3F3F3F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dar </a:t>
            </a:r>
            <a:r>
              <a:rPr lang="ro-RO" sz="2000" b="1" dirty="0">
                <a:solidFill>
                  <a:srgbClr val="3F3F3F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nu fluxuri de intrare</a:t>
            </a:r>
            <a:r>
              <a:rPr lang="ro-RO" sz="2000" dirty="0">
                <a:solidFill>
                  <a:srgbClr val="3F3F3F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Doar activitatea de start poate avea un asemenea comportament. </a:t>
            </a:r>
            <a:endParaRPr lang="ro-RO" sz="2000" dirty="0">
              <a:solidFill>
                <a:srgbClr val="3F3F3F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4000"/>
              </a:lnSpc>
              <a:spcBef>
                <a:spcPts val="600"/>
              </a:spcBef>
              <a:spcAft>
                <a:spcPts val="80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Char char="ü"/>
            </a:pP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Google Shape;3957;p72">
            <a:extLst>
              <a:ext uri="{FF2B5EF4-FFF2-40B4-BE49-F238E27FC236}">
                <a16:creationId xmlns:a16="http://schemas.microsoft.com/office/drawing/2014/main" id="{73FFAB81-F0BD-408A-90E7-1083A66D2E90}"/>
              </a:ext>
            </a:extLst>
          </p:cNvPr>
          <p:cNvSpPr txBox="1">
            <a:spLocks/>
          </p:cNvSpPr>
          <p:nvPr/>
        </p:nvSpPr>
        <p:spPr>
          <a:xfrm>
            <a:off x="1014667" y="512067"/>
            <a:ext cx="10412400" cy="6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BC1"/>
              </a:buClr>
              <a:buSzPts val="2700"/>
              <a:buFont typeface="Roboto"/>
              <a:buNone/>
              <a:defRPr sz="3600" b="1" i="0" u="none" strike="noStrike" cap="non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1867" b="1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1867" b="1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1867" b="1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1867" b="1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1867" b="1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1867" b="1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1867" b="1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1867" b="1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r>
              <a:rPr lang="ro-RO" kern="0" dirty="0"/>
              <a:t>Bune practici – diagrama de activitate </a:t>
            </a:r>
          </a:p>
        </p:txBody>
      </p:sp>
      <p:grpSp>
        <p:nvGrpSpPr>
          <p:cNvPr id="4" name="Google Shape;4208;p74">
            <a:extLst>
              <a:ext uri="{FF2B5EF4-FFF2-40B4-BE49-F238E27FC236}">
                <a16:creationId xmlns:a16="http://schemas.microsoft.com/office/drawing/2014/main" id="{D454F707-5612-4FB3-963D-252D14180F19}"/>
              </a:ext>
            </a:extLst>
          </p:cNvPr>
          <p:cNvGrpSpPr/>
          <p:nvPr/>
        </p:nvGrpSpPr>
        <p:grpSpPr>
          <a:xfrm>
            <a:off x="10731811" y="5801710"/>
            <a:ext cx="1102838" cy="1056290"/>
            <a:chOff x="3829880" y="5032542"/>
            <a:chExt cx="1532994" cy="1532994"/>
          </a:xfrm>
        </p:grpSpPr>
        <p:sp>
          <p:nvSpPr>
            <p:cNvPr id="5" name="Google Shape;4209;p74">
              <a:extLst>
                <a:ext uri="{FF2B5EF4-FFF2-40B4-BE49-F238E27FC236}">
                  <a16:creationId xmlns:a16="http://schemas.microsoft.com/office/drawing/2014/main" id="{F53B1DA1-613B-41E3-A77C-B653B72C05C7}"/>
                </a:ext>
              </a:extLst>
            </p:cNvPr>
            <p:cNvSpPr/>
            <p:nvPr/>
          </p:nvSpPr>
          <p:spPr>
            <a:xfrm>
              <a:off x="3829880" y="5032542"/>
              <a:ext cx="1532994" cy="1532994"/>
            </a:xfrm>
            <a:custGeom>
              <a:avLst/>
              <a:gdLst/>
              <a:ahLst/>
              <a:cxnLst/>
              <a:rect l="l" t="t" r="r" b="b"/>
              <a:pathLst>
                <a:path w="90871" h="90871" extrusionOk="0">
                  <a:moveTo>
                    <a:pt x="45435" y="0"/>
                  </a:moveTo>
                  <a:cubicBezTo>
                    <a:pt x="20321" y="0"/>
                    <a:pt x="1" y="20345"/>
                    <a:pt x="1" y="45435"/>
                  </a:cubicBezTo>
                  <a:cubicBezTo>
                    <a:pt x="1" y="70526"/>
                    <a:pt x="20321" y="90871"/>
                    <a:pt x="45435" y="90871"/>
                  </a:cubicBezTo>
                  <a:cubicBezTo>
                    <a:pt x="70526" y="90871"/>
                    <a:pt x="90870" y="70526"/>
                    <a:pt x="90870" y="45435"/>
                  </a:cubicBezTo>
                  <a:cubicBezTo>
                    <a:pt x="90870" y="20345"/>
                    <a:pt x="70526" y="0"/>
                    <a:pt x="45435" y="0"/>
                  </a:cubicBezTo>
                  <a:close/>
                </a:path>
              </a:pathLst>
            </a:custGeom>
            <a:solidFill>
              <a:srgbClr val="0089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4210;p74">
              <a:extLst>
                <a:ext uri="{FF2B5EF4-FFF2-40B4-BE49-F238E27FC236}">
                  <a16:creationId xmlns:a16="http://schemas.microsoft.com/office/drawing/2014/main" id="{9BD45476-3CE5-43DE-8846-9E48E9710521}"/>
                </a:ext>
              </a:extLst>
            </p:cNvPr>
            <p:cNvSpPr/>
            <p:nvPr/>
          </p:nvSpPr>
          <p:spPr>
            <a:xfrm>
              <a:off x="4402431" y="5314693"/>
              <a:ext cx="715811" cy="786918"/>
            </a:xfrm>
            <a:custGeom>
              <a:avLst/>
              <a:gdLst/>
              <a:ahLst/>
              <a:cxnLst/>
              <a:rect l="l" t="t" r="r" b="b"/>
              <a:pathLst>
                <a:path w="42431" h="46646" extrusionOk="0">
                  <a:moveTo>
                    <a:pt x="12142" y="0"/>
                  </a:moveTo>
                  <a:cubicBezTo>
                    <a:pt x="11716" y="0"/>
                    <a:pt x="11285" y="37"/>
                    <a:pt x="10852" y="114"/>
                  </a:cubicBezTo>
                  <a:cubicBezTo>
                    <a:pt x="9898" y="281"/>
                    <a:pt x="9231" y="1163"/>
                    <a:pt x="9350" y="2141"/>
                  </a:cubicBezTo>
                  <a:lnTo>
                    <a:pt x="9779" y="6148"/>
                  </a:lnTo>
                  <a:cubicBezTo>
                    <a:pt x="10471" y="12087"/>
                    <a:pt x="7680" y="17858"/>
                    <a:pt x="2600" y="20983"/>
                  </a:cubicBezTo>
                  <a:lnTo>
                    <a:pt x="1" y="22605"/>
                  </a:lnTo>
                  <a:lnTo>
                    <a:pt x="573" y="43999"/>
                  </a:lnTo>
                  <a:lnTo>
                    <a:pt x="4151" y="43855"/>
                  </a:lnTo>
                  <a:cubicBezTo>
                    <a:pt x="4413" y="45453"/>
                    <a:pt x="5844" y="46646"/>
                    <a:pt x="7490" y="46646"/>
                  </a:cubicBezTo>
                  <a:lnTo>
                    <a:pt x="34440" y="46646"/>
                  </a:lnTo>
                  <a:cubicBezTo>
                    <a:pt x="35800" y="46646"/>
                    <a:pt x="36921" y="45549"/>
                    <a:pt x="36921" y="44189"/>
                  </a:cubicBezTo>
                  <a:lnTo>
                    <a:pt x="36921" y="43140"/>
                  </a:lnTo>
                  <a:cubicBezTo>
                    <a:pt x="36921" y="42424"/>
                    <a:pt x="36349" y="41828"/>
                    <a:pt x="35633" y="41804"/>
                  </a:cubicBezTo>
                  <a:lnTo>
                    <a:pt x="35991" y="41804"/>
                  </a:lnTo>
                  <a:cubicBezTo>
                    <a:pt x="36005" y="41805"/>
                    <a:pt x="36019" y="41805"/>
                    <a:pt x="36034" y="41805"/>
                  </a:cubicBezTo>
                  <a:cubicBezTo>
                    <a:pt x="37589" y="41805"/>
                    <a:pt x="38877" y="40526"/>
                    <a:pt x="38877" y="38942"/>
                  </a:cubicBezTo>
                  <a:lnTo>
                    <a:pt x="38877" y="36772"/>
                  </a:lnTo>
                  <a:cubicBezTo>
                    <a:pt x="38877" y="35532"/>
                    <a:pt x="37899" y="34530"/>
                    <a:pt x="36659" y="34530"/>
                  </a:cubicBezTo>
                  <a:lnTo>
                    <a:pt x="37732" y="34530"/>
                  </a:lnTo>
                  <a:cubicBezTo>
                    <a:pt x="39354" y="34530"/>
                    <a:pt x="40665" y="33218"/>
                    <a:pt x="40665" y="31572"/>
                  </a:cubicBezTo>
                  <a:lnTo>
                    <a:pt x="40665" y="28591"/>
                  </a:lnTo>
                  <a:cubicBezTo>
                    <a:pt x="40665" y="27303"/>
                    <a:pt x="39640" y="26278"/>
                    <a:pt x="38352" y="26278"/>
                  </a:cubicBezTo>
                  <a:lnTo>
                    <a:pt x="38948" y="26278"/>
                  </a:lnTo>
                  <a:cubicBezTo>
                    <a:pt x="40856" y="26278"/>
                    <a:pt x="42430" y="24727"/>
                    <a:pt x="42430" y="22772"/>
                  </a:cubicBezTo>
                  <a:lnTo>
                    <a:pt x="42430" y="21531"/>
                  </a:lnTo>
                  <a:cubicBezTo>
                    <a:pt x="42430" y="19552"/>
                    <a:pt x="40832" y="17954"/>
                    <a:pt x="38853" y="17954"/>
                  </a:cubicBezTo>
                  <a:lnTo>
                    <a:pt x="19415" y="17954"/>
                  </a:lnTo>
                  <a:cubicBezTo>
                    <a:pt x="20607" y="14853"/>
                    <a:pt x="20798" y="11490"/>
                    <a:pt x="19963" y="8271"/>
                  </a:cubicBezTo>
                  <a:lnTo>
                    <a:pt x="19248" y="5480"/>
                  </a:lnTo>
                  <a:cubicBezTo>
                    <a:pt x="18403" y="2207"/>
                    <a:pt x="15428" y="0"/>
                    <a:pt x="12142" y="0"/>
                  </a:cubicBez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4211;p74">
              <a:extLst>
                <a:ext uri="{FF2B5EF4-FFF2-40B4-BE49-F238E27FC236}">
                  <a16:creationId xmlns:a16="http://schemas.microsoft.com/office/drawing/2014/main" id="{E46ADEDF-BD88-466B-8E16-E0E286DED5B8}"/>
                </a:ext>
              </a:extLst>
            </p:cNvPr>
            <p:cNvSpPr/>
            <p:nvPr/>
          </p:nvSpPr>
          <p:spPr>
            <a:xfrm>
              <a:off x="4198034" y="5631647"/>
              <a:ext cx="274829" cy="470369"/>
            </a:xfrm>
            <a:custGeom>
              <a:avLst/>
              <a:gdLst/>
              <a:ahLst/>
              <a:cxnLst/>
              <a:rect l="l" t="t" r="r" b="b"/>
              <a:pathLst>
                <a:path w="16291" h="27882" extrusionOk="0">
                  <a:moveTo>
                    <a:pt x="501" y="1"/>
                  </a:moveTo>
                  <a:cubicBezTo>
                    <a:pt x="239" y="1"/>
                    <a:pt x="1" y="239"/>
                    <a:pt x="1" y="501"/>
                  </a:cubicBezTo>
                  <a:lnTo>
                    <a:pt x="1" y="27357"/>
                  </a:lnTo>
                  <a:cubicBezTo>
                    <a:pt x="1" y="27643"/>
                    <a:pt x="239" y="27882"/>
                    <a:pt x="501" y="27882"/>
                  </a:cubicBezTo>
                  <a:lnTo>
                    <a:pt x="15790" y="27882"/>
                  </a:lnTo>
                  <a:cubicBezTo>
                    <a:pt x="16100" y="27882"/>
                    <a:pt x="16290" y="27667"/>
                    <a:pt x="16290" y="27357"/>
                  </a:cubicBezTo>
                  <a:lnTo>
                    <a:pt x="16290" y="501"/>
                  </a:lnTo>
                  <a:cubicBezTo>
                    <a:pt x="16290" y="239"/>
                    <a:pt x="16052" y="1"/>
                    <a:pt x="15790" y="1"/>
                  </a:cubicBez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4212;p74">
              <a:extLst>
                <a:ext uri="{FF2B5EF4-FFF2-40B4-BE49-F238E27FC236}">
                  <a16:creationId xmlns:a16="http://schemas.microsoft.com/office/drawing/2014/main" id="{9F0016B7-DC46-4C56-8625-7AB5DD887667}"/>
                </a:ext>
              </a:extLst>
            </p:cNvPr>
            <p:cNvSpPr/>
            <p:nvPr/>
          </p:nvSpPr>
          <p:spPr>
            <a:xfrm>
              <a:off x="4313509" y="5679929"/>
              <a:ext cx="56346" cy="56346"/>
            </a:xfrm>
            <a:custGeom>
              <a:avLst/>
              <a:gdLst/>
              <a:ahLst/>
              <a:cxnLst/>
              <a:rect l="l" t="t" r="r" b="b"/>
              <a:pathLst>
                <a:path w="3340" h="3340" extrusionOk="0">
                  <a:moveTo>
                    <a:pt x="1670" y="382"/>
                  </a:moveTo>
                  <a:cubicBezTo>
                    <a:pt x="2386" y="382"/>
                    <a:pt x="2958" y="955"/>
                    <a:pt x="2958" y="1670"/>
                  </a:cubicBezTo>
                  <a:cubicBezTo>
                    <a:pt x="2958" y="2386"/>
                    <a:pt x="2386" y="2958"/>
                    <a:pt x="1670" y="2958"/>
                  </a:cubicBezTo>
                  <a:cubicBezTo>
                    <a:pt x="955" y="2958"/>
                    <a:pt x="382" y="2386"/>
                    <a:pt x="382" y="1670"/>
                  </a:cubicBezTo>
                  <a:cubicBezTo>
                    <a:pt x="382" y="979"/>
                    <a:pt x="955" y="382"/>
                    <a:pt x="1670" y="382"/>
                  </a:cubicBezTo>
                  <a:close/>
                  <a:moveTo>
                    <a:pt x="1670" y="1"/>
                  </a:moveTo>
                  <a:cubicBezTo>
                    <a:pt x="740" y="1"/>
                    <a:pt x="1" y="740"/>
                    <a:pt x="1" y="1670"/>
                  </a:cubicBezTo>
                  <a:cubicBezTo>
                    <a:pt x="1" y="2600"/>
                    <a:pt x="740" y="3340"/>
                    <a:pt x="1670" y="3340"/>
                  </a:cubicBezTo>
                  <a:cubicBezTo>
                    <a:pt x="2600" y="3340"/>
                    <a:pt x="3340" y="2600"/>
                    <a:pt x="3340" y="1670"/>
                  </a:cubicBezTo>
                  <a:cubicBezTo>
                    <a:pt x="3340" y="740"/>
                    <a:pt x="2600" y="1"/>
                    <a:pt x="167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4213;p74">
              <a:extLst>
                <a:ext uri="{FF2B5EF4-FFF2-40B4-BE49-F238E27FC236}">
                  <a16:creationId xmlns:a16="http://schemas.microsoft.com/office/drawing/2014/main" id="{CB946E61-259A-4763-99FC-66DC941ED9F9}"/>
                </a:ext>
              </a:extLst>
            </p:cNvPr>
            <p:cNvSpPr/>
            <p:nvPr/>
          </p:nvSpPr>
          <p:spPr>
            <a:xfrm>
              <a:off x="4936349" y="6015895"/>
              <a:ext cx="76472" cy="8064"/>
            </a:xfrm>
            <a:custGeom>
              <a:avLst/>
              <a:gdLst/>
              <a:ahLst/>
              <a:cxnLst/>
              <a:rect l="l" t="t" r="r" b="b"/>
              <a:pathLst>
                <a:path w="4533" h="478" extrusionOk="0">
                  <a:moveTo>
                    <a:pt x="120" y="1"/>
                  </a:moveTo>
                  <a:cubicBezTo>
                    <a:pt x="49" y="1"/>
                    <a:pt x="1" y="48"/>
                    <a:pt x="1" y="120"/>
                  </a:cubicBezTo>
                  <a:cubicBezTo>
                    <a:pt x="1" y="168"/>
                    <a:pt x="49" y="239"/>
                    <a:pt x="120" y="239"/>
                  </a:cubicBezTo>
                  <a:cubicBezTo>
                    <a:pt x="836" y="287"/>
                    <a:pt x="1504" y="382"/>
                    <a:pt x="2219" y="406"/>
                  </a:cubicBezTo>
                  <a:cubicBezTo>
                    <a:pt x="2553" y="454"/>
                    <a:pt x="2911" y="478"/>
                    <a:pt x="3268" y="478"/>
                  </a:cubicBezTo>
                  <a:lnTo>
                    <a:pt x="4079" y="478"/>
                  </a:lnTo>
                  <a:cubicBezTo>
                    <a:pt x="4151" y="454"/>
                    <a:pt x="4223" y="454"/>
                    <a:pt x="4366" y="406"/>
                  </a:cubicBezTo>
                  <a:cubicBezTo>
                    <a:pt x="4461" y="382"/>
                    <a:pt x="4533" y="263"/>
                    <a:pt x="4461" y="144"/>
                  </a:cubicBezTo>
                  <a:cubicBezTo>
                    <a:pt x="4441" y="65"/>
                    <a:pt x="4356" y="19"/>
                    <a:pt x="4273" y="19"/>
                  </a:cubicBezTo>
                  <a:cubicBezTo>
                    <a:pt x="4256" y="19"/>
                    <a:pt x="4239" y="21"/>
                    <a:pt x="4223" y="25"/>
                  </a:cubicBezTo>
                  <a:lnTo>
                    <a:pt x="4199" y="25"/>
                  </a:lnTo>
                  <a:cubicBezTo>
                    <a:pt x="4175" y="25"/>
                    <a:pt x="4056" y="48"/>
                    <a:pt x="3984" y="48"/>
                  </a:cubicBezTo>
                  <a:lnTo>
                    <a:pt x="3746" y="72"/>
                  </a:lnTo>
                  <a:cubicBezTo>
                    <a:pt x="3602" y="120"/>
                    <a:pt x="3412" y="120"/>
                    <a:pt x="3245" y="120"/>
                  </a:cubicBezTo>
                  <a:cubicBezTo>
                    <a:pt x="3125" y="128"/>
                    <a:pt x="3009" y="131"/>
                    <a:pt x="2893" y="131"/>
                  </a:cubicBezTo>
                  <a:cubicBezTo>
                    <a:pt x="2662" y="131"/>
                    <a:pt x="2434" y="120"/>
                    <a:pt x="2195" y="120"/>
                  </a:cubicBezTo>
                  <a:cubicBezTo>
                    <a:pt x="1504" y="72"/>
                    <a:pt x="788" y="48"/>
                    <a:pt x="120" y="1"/>
                  </a:cubicBez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4214;p74">
              <a:extLst>
                <a:ext uri="{FF2B5EF4-FFF2-40B4-BE49-F238E27FC236}">
                  <a16:creationId xmlns:a16="http://schemas.microsoft.com/office/drawing/2014/main" id="{25F60D09-B2C9-4B05-ABFC-0840CE4D2F47}"/>
                </a:ext>
              </a:extLst>
            </p:cNvPr>
            <p:cNvSpPr/>
            <p:nvPr/>
          </p:nvSpPr>
          <p:spPr>
            <a:xfrm>
              <a:off x="4961300" y="5893992"/>
              <a:ext cx="76472" cy="8064"/>
            </a:xfrm>
            <a:custGeom>
              <a:avLst/>
              <a:gdLst/>
              <a:ahLst/>
              <a:cxnLst/>
              <a:rect l="l" t="t" r="r" b="b"/>
              <a:pathLst>
                <a:path w="4533" h="478" extrusionOk="0">
                  <a:moveTo>
                    <a:pt x="120" y="0"/>
                  </a:moveTo>
                  <a:cubicBezTo>
                    <a:pt x="72" y="0"/>
                    <a:pt x="1" y="72"/>
                    <a:pt x="1" y="119"/>
                  </a:cubicBezTo>
                  <a:cubicBezTo>
                    <a:pt x="1" y="191"/>
                    <a:pt x="72" y="239"/>
                    <a:pt x="120" y="239"/>
                  </a:cubicBezTo>
                  <a:cubicBezTo>
                    <a:pt x="835" y="310"/>
                    <a:pt x="1527" y="406"/>
                    <a:pt x="2243" y="429"/>
                  </a:cubicBezTo>
                  <a:cubicBezTo>
                    <a:pt x="2577" y="453"/>
                    <a:pt x="2934" y="477"/>
                    <a:pt x="3292" y="477"/>
                  </a:cubicBezTo>
                  <a:lnTo>
                    <a:pt x="4079" y="477"/>
                  </a:lnTo>
                  <a:cubicBezTo>
                    <a:pt x="4175" y="453"/>
                    <a:pt x="4246" y="453"/>
                    <a:pt x="4389" y="429"/>
                  </a:cubicBezTo>
                  <a:cubicBezTo>
                    <a:pt x="4461" y="406"/>
                    <a:pt x="4532" y="310"/>
                    <a:pt x="4485" y="143"/>
                  </a:cubicBezTo>
                  <a:cubicBezTo>
                    <a:pt x="4448" y="88"/>
                    <a:pt x="4368" y="32"/>
                    <a:pt x="4300" y="32"/>
                  </a:cubicBezTo>
                  <a:cubicBezTo>
                    <a:pt x="4281" y="32"/>
                    <a:pt x="4262" y="37"/>
                    <a:pt x="4246" y="48"/>
                  </a:cubicBezTo>
                  <a:lnTo>
                    <a:pt x="4198" y="48"/>
                  </a:lnTo>
                  <a:cubicBezTo>
                    <a:pt x="4175" y="48"/>
                    <a:pt x="4055" y="72"/>
                    <a:pt x="4008" y="72"/>
                  </a:cubicBezTo>
                  <a:lnTo>
                    <a:pt x="3769" y="96"/>
                  </a:lnTo>
                  <a:cubicBezTo>
                    <a:pt x="3602" y="119"/>
                    <a:pt x="3435" y="119"/>
                    <a:pt x="3244" y="119"/>
                  </a:cubicBezTo>
                  <a:cubicBezTo>
                    <a:pt x="3125" y="135"/>
                    <a:pt x="3011" y="141"/>
                    <a:pt x="2899" y="141"/>
                  </a:cubicBezTo>
                  <a:cubicBezTo>
                    <a:pt x="2675" y="141"/>
                    <a:pt x="2457" y="119"/>
                    <a:pt x="2219" y="119"/>
                  </a:cubicBezTo>
                  <a:cubicBezTo>
                    <a:pt x="1527" y="96"/>
                    <a:pt x="812" y="72"/>
                    <a:pt x="120" y="0"/>
                  </a:cubicBez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4215;p74">
              <a:extLst>
                <a:ext uri="{FF2B5EF4-FFF2-40B4-BE49-F238E27FC236}">
                  <a16:creationId xmlns:a16="http://schemas.microsoft.com/office/drawing/2014/main" id="{35ECADDE-13FF-42CB-8861-DF93E90BDF05}"/>
                </a:ext>
              </a:extLst>
            </p:cNvPr>
            <p:cNvSpPr/>
            <p:nvPr/>
          </p:nvSpPr>
          <p:spPr>
            <a:xfrm>
              <a:off x="5001535" y="5754764"/>
              <a:ext cx="76472" cy="8064"/>
            </a:xfrm>
            <a:custGeom>
              <a:avLst/>
              <a:gdLst/>
              <a:ahLst/>
              <a:cxnLst/>
              <a:rect l="l" t="t" r="r" b="b"/>
              <a:pathLst>
                <a:path w="4533" h="478" extrusionOk="0">
                  <a:moveTo>
                    <a:pt x="120" y="1"/>
                  </a:moveTo>
                  <a:cubicBezTo>
                    <a:pt x="72" y="1"/>
                    <a:pt x="1" y="49"/>
                    <a:pt x="1" y="120"/>
                  </a:cubicBezTo>
                  <a:cubicBezTo>
                    <a:pt x="1" y="168"/>
                    <a:pt x="72" y="239"/>
                    <a:pt x="120" y="239"/>
                  </a:cubicBezTo>
                  <a:cubicBezTo>
                    <a:pt x="836" y="311"/>
                    <a:pt x="1527" y="382"/>
                    <a:pt x="2243" y="430"/>
                  </a:cubicBezTo>
                  <a:cubicBezTo>
                    <a:pt x="2577" y="454"/>
                    <a:pt x="2934" y="478"/>
                    <a:pt x="3292" y="478"/>
                  </a:cubicBezTo>
                  <a:lnTo>
                    <a:pt x="4079" y="478"/>
                  </a:lnTo>
                  <a:cubicBezTo>
                    <a:pt x="4175" y="454"/>
                    <a:pt x="4246" y="454"/>
                    <a:pt x="4389" y="430"/>
                  </a:cubicBezTo>
                  <a:cubicBezTo>
                    <a:pt x="4508" y="382"/>
                    <a:pt x="4532" y="263"/>
                    <a:pt x="4485" y="144"/>
                  </a:cubicBezTo>
                  <a:cubicBezTo>
                    <a:pt x="4445" y="65"/>
                    <a:pt x="4356" y="19"/>
                    <a:pt x="4287" y="19"/>
                  </a:cubicBezTo>
                  <a:cubicBezTo>
                    <a:pt x="4272" y="19"/>
                    <a:pt x="4258" y="21"/>
                    <a:pt x="4246" y="25"/>
                  </a:cubicBezTo>
                  <a:lnTo>
                    <a:pt x="4198" y="25"/>
                  </a:lnTo>
                  <a:cubicBezTo>
                    <a:pt x="4175" y="25"/>
                    <a:pt x="4055" y="49"/>
                    <a:pt x="4008" y="49"/>
                  </a:cubicBezTo>
                  <a:lnTo>
                    <a:pt x="3769" y="96"/>
                  </a:lnTo>
                  <a:cubicBezTo>
                    <a:pt x="3602" y="120"/>
                    <a:pt x="3435" y="120"/>
                    <a:pt x="3244" y="120"/>
                  </a:cubicBezTo>
                  <a:cubicBezTo>
                    <a:pt x="3125" y="128"/>
                    <a:pt x="3011" y="131"/>
                    <a:pt x="2899" y="131"/>
                  </a:cubicBezTo>
                  <a:cubicBezTo>
                    <a:pt x="2675" y="131"/>
                    <a:pt x="2457" y="120"/>
                    <a:pt x="2219" y="120"/>
                  </a:cubicBezTo>
                  <a:cubicBezTo>
                    <a:pt x="1527" y="96"/>
                    <a:pt x="812" y="72"/>
                    <a:pt x="120" y="1"/>
                  </a:cubicBez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9562385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3" name="Google Shape;3643;p60"/>
          <p:cNvSpPr txBox="1">
            <a:spLocks noGrp="1"/>
          </p:cNvSpPr>
          <p:nvPr>
            <p:ph type="subTitle" idx="4"/>
          </p:nvPr>
        </p:nvSpPr>
        <p:spPr>
          <a:xfrm>
            <a:off x="1536090" y="1281420"/>
            <a:ext cx="9369554" cy="5064513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>
              <a:lnSpc>
                <a:spcPct val="114000"/>
              </a:lnSpc>
              <a:spcBef>
                <a:spcPts val="600"/>
              </a:spcBef>
              <a:spcAft>
                <a:spcPts val="80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Char char="ü"/>
            </a:pPr>
            <a:r>
              <a:rPr lang="ro-RO" sz="2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Nodurile decizionale trebuie să reflecte activitatea anterioară.</a:t>
            </a:r>
          </a:p>
          <a:p>
            <a:pPr marL="0" marR="0">
              <a:lnSpc>
                <a:spcPct val="114000"/>
              </a:lnSpc>
              <a:spcBef>
                <a:spcPts val="600"/>
              </a:spcBef>
              <a:spcAft>
                <a:spcPts val="80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Char char="ü"/>
            </a:pPr>
            <a:r>
              <a:rPr lang="ro-RO" sz="2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 nod de </a:t>
            </a:r>
            <a:r>
              <a:rPr lang="ro-RO" sz="2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bifurcație trebuie în mod normal să aibă și un nod de sincronizare corespunzător.</a:t>
            </a:r>
          </a:p>
          <a:p>
            <a:pPr marL="0" marR="0">
              <a:lnSpc>
                <a:spcPct val="114000"/>
              </a:lnSpc>
              <a:spcBef>
                <a:spcPts val="600"/>
              </a:spcBef>
              <a:spcAft>
                <a:spcPts val="80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Char char="ü"/>
            </a:pPr>
            <a:r>
              <a:rPr lang="ro-RO" sz="2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Nodul </a:t>
            </a:r>
            <a:r>
              <a:rPr lang="ro-RO" sz="2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decizional</a:t>
            </a:r>
            <a:r>
              <a:rPr lang="ro-RO" sz="2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are </a:t>
            </a:r>
            <a:r>
              <a:rPr lang="ro-RO" sz="2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</a:t>
            </a:r>
            <a:r>
              <a:rPr lang="ro-RO" sz="2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singur </a:t>
            </a:r>
            <a:r>
              <a:rPr lang="ro-RO" sz="2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flux de intrare.</a:t>
            </a:r>
          </a:p>
          <a:p>
            <a:pPr marL="0">
              <a:lnSpc>
                <a:spcPct val="114000"/>
              </a:lnSpc>
              <a:spcBef>
                <a:spcPts val="600"/>
              </a:spcBef>
              <a:spcAft>
                <a:spcPts val="80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Char char="ü"/>
            </a:pPr>
            <a:r>
              <a:rPr lang="ro-RO" sz="2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Nodul </a:t>
            </a:r>
            <a:r>
              <a:rPr lang="ro-RO" sz="2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 îmbinare </a:t>
            </a:r>
            <a:r>
              <a:rPr lang="ro-RO" sz="2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are </a:t>
            </a:r>
            <a:r>
              <a:rPr lang="ro-RO" sz="2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</a:t>
            </a:r>
            <a:r>
              <a:rPr lang="ro-RO" sz="2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singur </a:t>
            </a:r>
            <a:r>
              <a:rPr lang="ro-RO" sz="2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flux de ieșire.</a:t>
            </a:r>
            <a:endParaRPr lang="ro-RO" sz="22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4000"/>
              </a:lnSpc>
              <a:spcBef>
                <a:spcPts val="600"/>
              </a:spcBef>
              <a:spcAft>
                <a:spcPts val="80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Char char="ü"/>
            </a:pPr>
            <a:r>
              <a:rPr lang="ro-RO" sz="2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Nodul de </a:t>
            </a:r>
            <a:r>
              <a:rPr lang="ro-RO" sz="2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bifurcație </a:t>
            </a:r>
            <a:r>
              <a:rPr lang="ro-RO" sz="2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are </a:t>
            </a:r>
            <a:r>
              <a:rPr lang="ro-RO" sz="2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</a:t>
            </a:r>
            <a:r>
              <a:rPr lang="ro-RO" sz="2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singur </a:t>
            </a:r>
            <a:r>
              <a:rPr lang="ro-RO" sz="2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flux de intrare.</a:t>
            </a:r>
          </a:p>
          <a:p>
            <a:pPr marL="0" marR="0">
              <a:lnSpc>
                <a:spcPct val="114000"/>
              </a:lnSpc>
              <a:spcBef>
                <a:spcPts val="600"/>
              </a:spcBef>
              <a:spcAft>
                <a:spcPts val="80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Char char="ü"/>
            </a:pPr>
            <a:r>
              <a:rPr lang="ro-RO" sz="2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Nodul de </a:t>
            </a:r>
            <a:r>
              <a:rPr lang="ro-RO" sz="2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sincronizare</a:t>
            </a:r>
            <a:r>
              <a:rPr lang="ro-RO" sz="2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are </a:t>
            </a:r>
            <a:r>
              <a:rPr lang="ro-RO" sz="2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</a:t>
            </a:r>
            <a:r>
              <a:rPr lang="ro-RO" sz="2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singur </a:t>
            </a:r>
            <a:r>
              <a:rPr lang="ro-RO" sz="2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flux de ieșire.</a:t>
            </a:r>
          </a:p>
          <a:p>
            <a:pPr marL="0" marR="0">
              <a:lnSpc>
                <a:spcPct val="114000"/>
              </a:lnSpc>
              <a:spcBef>
                <a:spcPts val="600"/>
              </a:spcBef>
              <a:spcAft>
                <a:spcPts val="80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Char char="ü"/>
            </a:pP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Google Shape;3957;p72">
            <a:extLst>
              <a:ext uri="{FF2B5EF4-FFF2-40B4-BE49-F238E27FC236}">
                <a16:creationId xmlns:a16="http://schemas.microsoft.com/office/drawing/2014/main" id="{73FFAB81-F0BD-408A-90E7-1083A66D2E90}"/>
              </a:ext>
            </a:extLst>
          </p:cNvPr>
          <p:cNvSpPr txBox="1">
            <a:spLocks/>
          </p:cNvSpPr>
          <p:nvPr/>
        </p:nvSpPr>
        <p:spPr>
          <a:xfrm>
            <a:off x="1014667" y="512067"/>
            <a:ext cx="10412400" cy="6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BC1"/>
              </a:buClr>
              <a:buSzPts val="2700"/>
              <a:buFont typeface="Roboto"/>
              <a:buNone/>
              <a:defRPr sz="3600" b="1" i="0" u="none" strike="noStrike" cap="non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1867" b="1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1867" b="1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1867" b="1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1867" b="1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1867" b="1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1867" b="1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1867" b="1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1867" b="1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r>
              <a:rPr lang="ro-RO" kern="0" dirty="0"/>
              <a:t>Bune practici – noduri</a:t>
            </a:r>
          </a:p>
        </p:txBody>
      </p:sp>
      <p:grpSp>
        <p:nvGrpSpPr>
          <p:cNvPr id="4" name="Google Shape;4208;p74">
            <a:extLst>
              <a:ext uri="{FF2B5EF4-FFF2-40B4-BE49-F238E27FC236}">
                <a16:creationId xmlns:a16="http://schemas.microsoft.com/office/drawing/2014/main" id="{D454F707-5612-4FB3-963D-252D14180F19}"/>
              </a:ext>
            </a:extLst>
          </p:cNvPr>
          <p:cNvGrpSpPr/>
          <p:nvPr/>
        </p:nvGrpSpPr>
        <p:grpSpPr>
          <a:xfrm>
            <a:off x="10731811" y="5801710"/>
            <a:ext cx="1102838" cy="1056290"/>
            <a:chOff x="3829880" y="5032542"/>
            <a:chExt cx="1532994" cy="1532994"/>
          </a:xfrm>
        </p:grpSpPr>
        <p:sp>
          <p:nvSpPr>
            <p:cNvPr id="5" name="Google Shape;4209;p74">
              <a:extLst>
                <a:ext uri="{FF2B5EF4-FFF2-40B4-BE49-F238E27FC236}">
                  <a16:creationId xmlns:a16="http://schemas.microsoft.com/office/drawing/2014/main" id="{F53B1DA1-613B-41E3-A77C-B653B72C05C7}"/>
                </a:ext>
              </a:extLst>
            </p:cNvPr>
            <p:cNvSpPr/>
            <p:nvPr/>
          </p:nvSpPr>
          <p:spPr>
            <a:xfrm>
              <a:off x="3829880" y="5032542"/>
              <a:ext cx="1532994" cy="1532994"/>
            </a:xfrm>
            <a:custGeom>
              <a:avLst/>
              <a:gdLst/>
              <a:ahLst/>
              <a:cxnLst/>
              <a:rect l="l" t="t" r="r" b="b"/>
              <a:pathLst>
                <a:path w="90871" h="90871" extrusionOk="0">
                  <a:moveTo>
                    <a:pt x="45435" y="0"/>
                  </a:moveTo>
                  <a:cubicBezTo>
                    <a:pt x="20321" y="0"/>
                    <a:pt x="1" y="20345"/>
                    <a:pt x="1" y="45435"/>
                  </a:cubicBezTo>
                  <a:cubicBezTo>
                    <a:pt x="1" y="70526"/>
                    <a:pt x="20321" y="90871"/>
                    <a:pt x="45435" y="90871"/>
                  </a:cubicBezTo>
                  <a:cubicBezTo>
                    <a:pt x="70526" y="90871"/>
                    <a:pt x="90870" y="70526"/>
                    <a:pt x="90870" y="45435"/>
                  </a:cubicBezTo>
                  <a:cubicBezTo>
                    <a:pt x="90870" y="20345"/>
                    <a:pt x="70526" y="0"/>
                    <a:pt x="45435" y="0"/>
                  </a:cubicBezTo>
                  <a:close/>
                </a:path>
              </a:pathLst>
            </a:custGeom>
            <a:solidFill>
              <a:srgbClr val="0089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4210;p74">
              <a:extLst>
                <a:ext uri="{FF2B5EF4-FFF2-40B4-BE49-F238E27FC236}">
                  <a16:creationId xmlns:a16="http://schemas.microsoft.com/office/drawing/2014/main" id="{9BD45476-3CE5-43DE-8846-9E48E9710521}"/>
                </a:ext>
              </a:extLst>
            </p:cNvPr>
            <p:cNvSpPr/>
            <p:nvPr/>
          </p:nvSpPr>
          <p:spPr>
            <a:xfrm>
              <a:off x="4402431" y="5314693"/>
              <a:ext cx="715811" cy="786918"/>
            </a:xfrm>
            <a:custGeom>
              <a:avLst/>
              <a:gdLst/>
              <a:ahLst/>
              <a:cxnLst/>
              <a:rect l="l" t="t" r="r" b="b"/>
              <a:pathLst>
                <a:path w="42431" h="46646" extrusionOk="0">
                  <a:moveTo>
                    <a:pt x="12142" y="0"/>
                  </a:moveTo>
                  <a:cubicBezTo>
                    <a:pt x="11716" y="0"/>
                    <a:pt x="11285" y="37"/>
                    <a:pt x="10852" y="114"/>
                  </a:cubicBezTo>
                  <a:cubicBezTo>
                    <a:pt x="9898" y="281"/>
                    <a:pt x="9231" y="1163"/>
                    <a:pt x="9350" y="2141"/>
                  </a:cubicBezTo>
                  <a:lnTo>
                    <a:pt x="9779" y="6148"/>
                  </a:lnTo>
                  <a:cubicBezTo>
                    <a:pt x="10471" y="12087"/>
                    <a:pt x="7680" y="17858"/>
                    <a:pt x="2600" y="20983"/>
                  </a:cubicBezTo>
                  <a:lnTo>
                    <a:pt x="1" y="22605"/>
                  </a:lnTo>
                  <a:lnTo>
                    <a:pt x="573" y="43999"/>
                  </a:lnTo>
                  <a:lnTo>
                    <a:pt x="4151" y="43855"/>
                  </a:lnTo>
                  <a:cubicBezTo>
                    <a:pt x="4413" y="45453"/>
                    <a:pt x="5844" y="46646"/>
                    <a:pt x="7490" y="46646"/>
                  </a:cubicBezTo>
                  <a:lnTo>
                    <a:pt x="34440" y="46646"/>
                  </a:lnTo>
                  <a:cubicBezTo>
                    <a:pt x="35800" y="46646"/>
                    <a:pt x="36921" y="45549"/>
                    <a:pt x="36921" y="44189"/>
                  </a:cubicBezTo>
                  <a:lnTo>
                    <a:pt x="36921" y="43140"/>
                  </a:lnTo>
                  <a:cubicBezTo>
                    <a:pt x="36921" y="42424"/>
                    <a:pt x="36349" y="41828"/>
                    <a:pt x="35633" y="41804"/>
                  </a:cubicBezTo>
                  <a:lnTo>
                    <a:pt x="35991" y="41804"/>
                  </a:lnTo>
                  <a:cubicBezTo>
                    <a:pt x="36005" y="41805"/>
                    <a:pt x="36019" y="41805"/>
                    <a:pt x="36034" y="41805"/>
                  </a:cubicBezTo>
                  <a:cubicBezTo>
                    <a:pt x="37589" y="41805"/>
                    <a:pt x="38877" y="40526"/>
                    <a:pt x="38877" y="38942"/>
                  </a:cubicBezTo>
                  <a:lnTo>
                    <a:pt x="38877" y="36772"/>
                  </a:lnTo>
                  <a:cubicBezTo>
                    <a:pt x="38877" y="35532"/>
                    <a:pt x="37899" y="34530"/>
                    <a:pt x="36659" y="34530"/>
                  </a:cubicBezTo>
                  <a:lnTo>
                    <a:pt x="37732" y="34530"/>
                  </a:lnTo>
                  <a:cubicBezTo>
                    <a:pt x="39354" y="34530"/>
                    <a:pt x="40665" y="33218"/>
                    <a:pt x="40665" y="31572"/>
                  </a:cubicBezTo>
                  <a:lnTo>
                    <a:pt x="40665" y="28591"/>
                  </a:lnTo>
                  <a:cubicBezTo>
                    <a:pt x="40665" y="27303"/>
                    <a:pt x="39640" y="26278"/>
                    <a:pt x="38352" y="26278"/>
                  </a:cubicBezTo>
                  <a:lnTo>
                    <a:pt x="38948" y="26278"/>
                  </a:lnTo>
                  <a:cubicBezTo>
                    <a:pt x="40856" y="26278"/>
                    <a:pt x="42430" y="24727"/>
                    <a:pt x="42430" y="22772"/>
                  </a:cubicBezTo>
                  <a:lnTo>
                    <a:pt x="42430" y="21531"/>
                  </a:lnTo>
                  <a:cubicBezTo>
                    <a:pt x="42430" y="19552"/>
                    <a:pt x="40832" y="17954"/>
                    <a:pt x="38853" y="17954"/>
                  </a:cubicBezTo>
                  <a:lnTo>
                    <a:pt x="19415" y="17954"/>
                  </a:lnTo>
                  <a:cubicBezTo>
                    <a:pt x="20607" y="14853"/>
                    <a:pt x="20798" y="11490"/>
                    <a:pt x="19963" y="8271"/>
                  </a:cubicBezTo>
                  <a:lnTo>
                    <a:pt x="19248" y="5480"/>
                  </a:lnTo>
                  <a:cubicBezTo>
                    <a:pt x="18403" y="2207"/>
                    <a:pt x="15428" y="0"/>
                    <a:pt x="12142" y="0"/>
                  </a:cubicBez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4211;p74">
              <a:extLst>
                <a:ext uri="{FF2B5EF4-FFF2-40B4-BE49-F238E27FC236}">
                  <a16:creationId xmlns:a16="http://schemas.microsoft.com/office/drawing/2014/main" id="{E46ADEDF-BD88-466B-8E16-E0E286DED5B8}"/>
                </a:ext>
              </a:extLst>
            </p:cNvPr>
            <p:cNvSpPr/>
            <p:nvPr/>
          </p:nvSpPr>
          <p:spPr>
            <a:xfrm>
              <a:off x="4198034" y="5631647"/>
              <a:ext cx="274829" cy="470369"/>
            </a:xfrm>
            <a:custGeom>
              <a:avLst/>
              <a:gdLst/>
              <a:ahLst/>
              <a:cxnLst/>
              <a:rect l="l" t="t" r="r" b="b"/>
              <a:pathLst>
                <a:path w="16291" h="27882" extrusionOk="0">
                  <a:moveTo>
                    <a:pt x="501" y="1"/>
                  </a:moveTo>
                  <a:cubicBezTo>
                    <a:pt x="239" y="1"/>
                    <a:pt x="1" y="239"/>
                    <a:pt x="1" y="501"/>
                  </a:cubicBezTo>
                  <a:lnTo>
                    <a:pt x="1" y="27357"/>
                  </a:lnTo>
                  <a:cubicBezTo>
                    <a:pt x="1" y="27643"/>
                    <a:pt x="239" y="27882"/>
                    <a:pt x="501" y="27882"/>
                  </a:cubicBezTo>
                  <a:lnTo>
                    <a:pt x="15790" y="27882"/>
                  </a:lnTo>
                  <a:cubicBezTo>
                    <a:pt x="16100" y="27882"/>
                    <a:pt x="16290" y="27667"/>
                    <a:pt x="16290" y="27357"/>
                  </a:cubicBezTo>
                  <a:lnTo>
                    <a:pt x="16290" y="501"/>
                  </a:lnTo>
                  <a:cubicBezTo>
                    <a:pt x="16290" y="239"/>
                    <a:pt x="16052" y="1"/>
                    <a:pt x="15790" y="1"/>
                  </a:cubicBez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4212;p74">
              <a:extLst>
                <a:ext uri="{FF2B5EF4-FFF2-40B4-BE49-F238E27FC236}">
                  <a16:creationId xmlns:a16="http://schemas.microsoft.com/office/drawing/2014/main" id="{9F0016B7-DC46-4C56-8625-7AB5DD887667}"/>
                </a:ext>
              </a:extLst>
            </p:cNvPr>
            <p:cNvSpPr/>
            <p:nvPr/>
          </p:nvSpPr>
          <p:spPr>
            <a:xfrm>
              <a:off x="4313509" y="5679929"/>
              <a:ext cx="56346" cy="56346"/>
            </a:xfrm>
            <a:custGeom>
              <a:avLst/>
              <a:gdLst/>
              <a:ahLst/>
              <a:cxnLst/>
              <a:rect l="l" t="t" r="r" b="b"/>
              <a:pathLst>
                <a:path w="3340" h="3340" extrusionOk="0">
                  <a:moveTo>
                    <a:pt x="1670" y="382"/>
                  </a:moveTo>
                  <a:cubicBezTo>
                    <a:pt x="2386" y="382"/>
                    <a:pt x="2958" y="955"/>
                    <a:pt x="2958" y="1670"/>
                  </a:cubicBezTo>
                  <a:cubicBezTo>
                    <a:pt x="2958" y="2386"/>
                    <a:pt x="2386" y="2958"/>
                    <a:pt x="1670" y="2958"/>
                  </a:cubicBezTo>
                  <a:cubicBezTo>
                    <a:pt x="955" y="2958"/>
                    <a:pt x="382" y="2386"/>
                    <a:pt x="382" y="1670"/>
                  </a:cubicBezTo>
                  <a:cubicBezTo>
                    <a:pt x="382" y="979"/>
                    <a:pt x="955" y="382"/>
                    <a:pt x="1670" y="382"/>
                  </a:cubicBezTo>
                  <a:close/>
                  <a:moveTo>
                    <a:pt x="1670" y="1"/>
                  </a:moveTo>
                  <a:cubicBezTo>
                    <a:pt x="740" y="1"/>
                    <a:pt x="1" y="740"/>
                    <a:pt x="1" y="1670"/>
                  </a:cubicBezTo>
                  <a:cubicBezTo>
                    <a:pt x="1" y="2600"/>
                    <a:pt x="740" y="3340"/>
                    <a:pt x="1670" y="3340"/>
                  </a:cubicBezTo>
                  <a:cubicBezTo>
                    <a:pt x="2600" y="3340"/>
                    <a:pt x="3340" y="2600"/>
                    <a:pt x="3340" y="1670"/>
                  </a:cubicBezTo>
                  <a:cubicBezTo>
                    <a:pt x="3340" y="740"/>
                    <a:pt x="2600" y="1"/>
                    <a:pt x="167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4213;p74">
              <a:extLst>
                <a:ext uri="{FF2B5EF4-FFF2-40B4-BE49-F238E27FC236}">
                  <a16:creationId xmlns:a16="http://schemas.microsoft.com/office/drawing/2014/main" id="{CB946E61-259A-4763-99FC-66DC941ED9F9}"/>
                </a:ext>
              </a:extLst>
            </p:cNvPr>
            <p:cNvSpPr/>
            <p:nvPr/>
          </p:nvSpPr>
          <p:spPr>
            <a:xfrm>
              <a:off x="4936349" y="6015895"/>
              <a:ext cx="76472" cy="8064"/>
            </a:xfrm>
            <a:custGeom>
              <a:avLst/>
              <a:gdLst/>
              <a:ahLst/>
              <a:cxnLst/>
              <a:rect l="l" t="t" r="r" b="b"/>
              <a:pathLst>
                <a:path w="4533" h="478" extrusionOk="0">
                  <a:moveTo>
                    <a:pt x="120" y="1"/>
                  </a:moveTo>
                  <a:cubicBezTo>
                    <a:pt x="49" y="1"/>
                    <a:pt x="1" y="48"/>
                    <a:pt x="1" y="120"/>
                  </a:cubicBezTo>
                  <a:cubicBezTo>
                    <a:pt x="1" y="168"/>
                    <a:pt x="49" y="239"/>
                    <a:pt x="120" y="239"/>
                  </a:cubicBezTo>
                  <a:cubicBezTo>
                    <a:pt x="836" y="287"/>
                    <a:pt x="1504" y="382"/>
                    <a:pt x="2219" y="406"/>
                  </a:cubicBezTo>
                  <a:cubicBezTo>
                    <a:pt x="2553" y="454"/>
                    <a:pt x="2911" y="478"/>
                    <a:pt x="3268" y="478"/>
                  </a:cubicBezTo>
                  <a:lnTo>
                    <a:pt x="4079" y="478"/>
                  </a:lnTo>
                  <a:cubicBezTo>
                    <a:pt x="4151" y="454"/>
                    <a:pt x="4223" y="454"/>
                    <a:pt x="4366" y="406"/>
                  </a:cubicBezTo>
                  <a:cubicBezTo>
                    <a:pt x="4461" y="382"/>
                    <a:pt x="4533" y="263"/>
                    <a:pt x="4461" y="144"/>
                  </a:cubicBezTo>
                  <a:cubicBezTo>
                    <a:pt x="4441" y="65"/>
                    <a:pt x="4356" y="19"/>
                    <a:pt x="4273" y="19"/>
                  </a:cubicBezTo>
                  <a:cubicBezTo>
                    <a:pt x="4256" y="19"/>
                    <a:pt x="4239" y="21"/>
                    <a:pt x="4223" y="25"/>
                  </a:cubicBezTo>
                  <a:lnTo>
                    <a:pt x="4199" y="25"/>
                  </a:lnTo>
                  <a:cubicBezTo>
                    <a:pt x="4175" y="25"/>
                    <a:pt x="4056" y="48"/>
                    <a:pt x="3984" y="48"/>
                  </a:cubicBezTo>
                  <a:lnTo>
                    <a:pt x="3746" y="72"/>
                  </a:lnTo>
                  <a:cubicBezTo>
                    <a:pt x="3602" y="120"/>
                    <a:pt x="3412" y="120"/>
                    <a:pt x="3245" y="120"/>
                  </a:cubicBezTo>
                  <a:cubicBezTo>
                    <a:pt x="3125" y="128"/>
                    <a:pt x="3009" y="131"/>
                    <a:pt x="2893" y="131"/>
                  </a:cubicBezTo>
                  <a:cubicBezTo>
                    <a:pt x="2662" y="131"/>
                    <a:pt x="2434" y="120"/>
                    <a:pt x="2195" y="120"/>
                  </a:cubicBezTo>
                  <a:cubicBezTo>
                    <a:pt x="1504" y="72"/>
                    <a:pt x="788" y="48"/>
                    <a:pt x="120" y="1"/>
                  </a:cubicBez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4214;p74">
              <a:extLst>
                <a:ext uri="{FF2B5EF4-FFF2-40B4-BE49-F238E27FC236}">
                  <a16:creationId xmlns:a16="http://schemas.microsoft.com/office/drawing/2014/main" id="{25F60D09-B2C9-4B05-ABFC-0840CE4D2F47}"/>
                </a:ext>
              </a:extLst>
            </p:cNvPr>
            <p:cNvSpPr/>
            <p:nvPr/>
          </p:nvSpPr>
          <p:spPr>
            <a:xfrm>
              <a:off x="4961300" y="5893992"/>
              <a:ext cx="76472" cy="8064"/>
            </a:xfrm>
            <a:custGeom>
              <a:avLst/>
              <a:gdLst/>
              <a:ahLst/>
              <a:cxnLst/>
              <a:rect l="l" t="t" r="r" b="b"/>
              <a:pathLst>
                <a:path w="4533" h="478" extrusionOk="0">
                  <a:moveTo>
                    <a:pt x="120" y="0"/>
                  </a:moveTo>
                  <a:cubicBezTo>
                    <a:pt x="72" y="0"/>
                    <a:pt x="1" y="72"/>
                    <a:pt x="1" y="119"/>
                  </a:cubicBezTo>
                  <a:cubicBezTo>
                    <a:pt x="1" y="191"/>
                    <a:pt x="72" y="239"/>
                    <a:pt x="120" y="239"/>
                  </a:cubicBezTo>
                  <a:cubicBezTo>
                    <a:pt x="835" y="310"/>
                    <a:pt x="1527" y="406"/>
                    <a:pt x="2243" y="429"/>
                  </a:cubicBezTo>
                  <a:cubicBezTo>
                    <a:pt x="2577" y="453"/>
                    <a:pt x="2934" y="477"/>
                    <a:pt x="3292" y="477"/>
                  </a:cubicBezTo>
                  <a:lnTo>
                    <a:pt x="4079" y="477"/>
                  </a:lnTo>
                  <a:cubicBezTo>
                    <a:pt x="4175" y="453"/>
                    <a:pt x="4246" y="453"/>
                    <a:pt x="4389" y="429"/>
                  </a:cubicBezTo>
                  <a:cubicBezTo>
                    <a:pt x="4461" y="406"/>
                    <a:pt x="4532" y="310"/>
                    <a:pt x="4485" y="143"/>
                  </a:cubicBezTo>
                  <a:cubicBezTo>
                    <a:pt x="4448" y="88"/>
                    <a:pt x="4368" y="32"/>
                    <a:pt x="4300" y="32"/>
                  </a:cubicBezTo>
                  <a:cubicBezTo>
                    <a:pt x="4281" y="32"/>
                    <a:pt x="4262" y="37"/>
                    <a:pt x="4246" y="48"/>
                  </a:cubicBezTo>
                  <a:lnTo>
                    <a:pt x="4198" y="48"/>
                  </a:lnTo>
                  <a:cubicBezTo>
                    <a:pt x="4175" y="48"/>
                    <a:pt x="4055" y="72"/>
                    <a:pt x="4008" y="72"/>
                  </a:cubicBezTo>
                  <a:lnTo>
                    <a:pt x="3769" y="96"/>
                  </a:lnTo>
                  <a:cubicBezTo>
                    <a:pt x="3602" y="119"/>
                    <a:pt x="3435" y="119"/>
                    <a:pt x="3244" y="119"/>
                  </a:cubicBezTo>
                  <a:cubicBezTo>
                    <a:pt x="3125" y="135"/>
                    <a:pt x="3011" y="141"/>
                    <a:pt x="2899" y="141"/>
                  </a:cubicBezTo>
                  <a:cubicBezTo>
                    <a:pt x="2675" y="141"/>
                    <a:pt x="2457" y="119"/>
                    <a:pt x="2219" y="119"/>
                  </a:cubicBezTo>
                  <a:cubicBezTo>
                    <a:pt x="1527" y="96"/>
                    <a:pt x="812" y="72"/>
                    <a:pt x="120" y="0"/>
                  </a:cubicBez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4215;p74">
              <a:extLst>
                <a:ext uri="{FF2B5EF4-FFF2-40B4-BE49-F238E27FC236}">
                  <a16:creationId xmlns:a16="http://schemas.microsoft.com/office/drawing/2014/main" id="{35ECADDE-13FF-42CB-8861-DF93E90BDF05}"/>
                </a:ext>
              </a:extLst>
            </p:cNvPr>
            <p:cNvSpPr/>
            <p:nvPr/>
          </p:nvSpPr>
          <p:spPr>
            <a:xfrm>
              <a:off x="5001535" y="5754764"/>
              <a:ext cx="76472" cy="8064"/>
            </a:xfrm>
            <a:custGeom>
              <a:avLst/>
              <a:gdLst/>
              <a:ahLst/>
              <a:cxnLst/>
              <a:rect l="l" t="t" r="r" b="b"/>
              <a:pathLst>
                <a:path w="4533" h="478" extrusionOk="0">
                  <a:moveTo>
                    <a:pt x="120" y="1"/>
                  </a:moveTo>
                  <a:cubicBezTo>
                    <a:pt x="72" y="1"/>
                    <a:pt x="1" y="49"/>
                    <a:pt x="1" y="120"/>
                  </a:cubicBezTo>
                  <a:cubicBezTo>
                    <a:pt x="1" y="168"/>
                    <a:pt x="72" y="239"/>
                    <a:pt x="120" y="239"/>
                  </a:cubicBezTo>
                  <a:cubicBezTo>
                    <a:pt x="836" y="311"/>
                    <a:pt x="1527" y="382"/>
                    <a:pt x="2243" y="430"/>
                  </a:cubicBezTo>
                  <a:cubicBezTo>
                    <a:pt x="2577" y="454"/>
                    <a:pt x="2934" y="478"/>
                    <a:pt x="3292" y="478"/>
                  </a:cubicBezTo>
                  <a:lnTo>
                    <a:pt x="4079" y="478"/>
                  </a:lnTo>
                  <a:cubicBezTo>
                    <a:pt x="4175" y="454"/>
                    <a:pt x="4246" y="454"/>
                    <a:pt x="4389" y="430"/>
                  </a:cubicBezTo>
                  <a:cubicBezTo>
                    <a:pt x="4508" y="382"/>
                    <a:pt x="4532" y="263"/>
                    <a:pt x="4485" y="144"/>
                  </a:cubicBezTo>
                  <a:cubicBezTo>
                    <a:pt x="4445" y="65"/>
                    <a:pt x="4356" y="19"/>
                    <a:pt x="4287" y="19"/>
                  </a:cubicBezTo>
                  <a:cubicBezTo>
                    <a:pt x="4272" y="19"/>
                    <a:pt x="4258" y="21"/>
                    <a:pt x="4246" y="25"/>
                  </a:cubicBezTo>
                  <a:lnTo>
                    <a:pt x="4198" y="25"/>
                  </a:lnTo>
                  <a:cubicBezTo>
                    <a:pt x="4175" y="25"/>
                    <a:pt x="4055" y="49"/>
                    <a:pt x="4008" y="49"/>
                  </a:cubicBezTo>
                  <a:lnTo>
                    <a:pt x="3769" y="96"/>
                  </a:lnTo>
                  <a:cubicBezTo>
                    <a:pt x="3602" y="120"/>
                    <a:pt x="3435" y="120"/>
                    <a:pt x="3244" y="120"/>
                  </a:cubicBezTo>
                  <a:cubicBezTo>
                    <a:pt x="3125" y="128"/>
                    <a:pt x="3011" y="131"/>
                    <a:pt x="2899" y="131"/>
                  </a:cubicBezTo>
                  <a:cubicBezTo>
                    <a:pt x="2675" y="131"/>
                    <a:pt x="2457" y="120"/>
                    <a:pt x="2219" y="120"/>
                  </a:cubicBezTo>
                  <a:cubicBezTo>
                    <a:pt x="1527" y="96"/>
                    <a:pt x="812" y="72"/>
                    <a:pt x="120" y="1"/>
                  </a:cubicBez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271025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3" name="Google Shape;3643;p60"/>
          <p:cNvSpPr txBox="1">
            <a:spLocks noGrp="1"/>
          </p:cNvSpPr>
          <p:nvPr>
            <p:ph type="subTitle" idx="4"/>
          </p:nvPr>
        </p:nvSpPr>
        <p:spPr>
          <a:xfrm>
            <a:off x="1536090" y="1281420"/>
            <a:ext cx="9369554" cy="5064513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>
              <a:lnSpc>
                <a:spcPct val="114000"/>
              </a:lnSpc>
              <a:spcBef>
                <a:spcPts val="600"/>
              </a:spcBef>
              <a:spcAft>
                <a:spcPts val="80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Char char="ü"/>
            </a:pPr>
            <a:r>
              <a:rPr lang="ro-RO" sz="2200">
                <a:solidFill>
                  <a:srgbClr val="3F3F3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Fiecare flux de ieșire dintr-un nod decizional trebuie să aibă o condiție.</a:t>
            </a:r>
          </a:p>
          <a:p>
            <a:pPr marL="0" marR="0">
              <a:lnSpc>
                <a:spcPct val="114000"/>
              </a:lnSpc>
              <a:spcBef>
                <a:spcPts val="600"/>
              </a:spcBef>
              <a:spcAft>
                <a:spcPts val="80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Char char="ü"/>
            </a:pPr>
            <a:r>
              <a:rPr lang="ro-RO" sz="2200">
                <a:solidFill>
                  <a:srgbClr val="3F3F3F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Condițiile trebuie </a:t>
            </a:r>
            <a:r>
              <a:rPr lang="ro-RO" sz="2200" b="1">
                <a:solidFill>
                  <a:srgbClr val="3F3F3F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să nu se suprapună. </a:t>
            </a:r>
            <a:r>
              <a:rPr lang="ro-RO" sz="2200">
                <a:solidFill>
                  <a:srgbClr val="3F3F3F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 exemplu: x&lt;=0 și x&gt;=0. Nu este clar ce cale se va urma în situația în care x este 0.</a:t>
            </a:r>
          </a:p>
          <a:p>
            <a:pPr marL="0">
              <a:lnSpc>
                <a:spcPct val="114000"/>
              </a:lnSpc>
              <a:spcBef>
                <a:spcPts val="600"/>
              </a:spcBef>
              <a:spcAft>
                <a:spcPts val="80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Char char="ü"/>
            </a:pPr>
            <a:r>
              <a:rPr lang="ro-RO" sz="2200">
                <a:solidFill>
                  <a:srgbClr val="3F3F3F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Condițiile trebuie </a:t>
            </a:r>
            <a:r>
              <a:rPr lang="ro-RO" sz="2200" b="1">
                <a:solidFill>
                  <a:srgbClr val="3F3F3F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să fie complete</a:t>
            </a:r>
            <a:r>
              <a:rPr lang="ro-RO" sz="2200">
                <a:solidFill>
                  <a:srgbClr val="3F3F3F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De exemplu: x&lt;0 și x&gt;0 . Nu este clar ce cale se va urma în situația în care x este 0.</a:t>
            </a:r>
          </a:p>
          <a:p>
            <a:pPr marL="0">
              <a:lnSpc>
                <a:spcPct val="114000"/>
              </a:lnSpc>
              <a:spcBef>
                <a:spcPts val="600"/>
              </a:spcBef>
              <a:spcAft>
                <a:spcPts val="80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Char char="ü"/>
            </a:pPr>
            <a:r>
              <a:rPr lang="ro-RO" sz="2200">
                <a:solidFill>
                  <a:srgbClr val="3F3F3F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Folosiți condiții de tipul [altfel] pentru a acoperi toate condițiile nespecificate explicit.</a:t>
            </a:r>
          </a:p>
          <a:p>
            <a:pPr marL="271463" marR="0" indent="0">
              <a:lnSpc>
                <a:spcPct val="114000"/>
              </a:lnSpc>
              <a:spcBef>
                <a:spcPts val="600"/>
              </a:spcBef>
              <a:spcAft>
                <a:spcPts val="800"/>
              </a:spcAft>
              <a:buClr>
                <a:schemeClr val="accent1"/>
              </a:buClr>
              <a:buSzPct val="90000"/>
            </a:pPr>
            <a:endParaRPr lang="ro-RO" sz="2200">
              <a:solidFill>
                <a:srgbClr val="3F3F3F"/>
              </a:solidFill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Google Shape;3957;p72">
            <a:extLst>
              <a:ext uri="{FF2B5EF4-FFF2-40B4-BE49-F238E27FC236}">
                <a16:creationId xmlns:a16="http://schemas.microsoft.com/office/drawing/2014/main" id="{73FFAB81-F0BD-408A-90E7-1083A66D2E90}"/>
              </a:ext>
            </a:extLst>
          </p:cNvPr>
          <p:cNvSpPr txBox="1">
            <a:spLocks/>
          </p:cNvSpPr>
          <p:nvPr/>
        </p:nvSpPr>
        <p:spPr>
          <a:xfrm>
            <a:off x="1014667" y="512067"/>
            <a:ext cx="10412400" cy="6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BC1"/>
              </a:buClr>
              <a:buSzPts val="2700"/>
              <a:buFont typeface="Roboto"/>
              <a:buNone/>
              <a:defRPr sz="3600" b="1" i="0" u="none" strike="noStrike" cap="non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1867" b="1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1867" b="1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1867" b="1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1867" b="1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1867" b="1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1867" b="1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1867" b="1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1867" b="1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r>
              <a:rPr lang="ro-RO" kern="0" dirty="0"/>
              <a:t>Bune practici – condiții  </a:t>
            </a:r>
          </a:p>
        </p:txBody>
      </p:sp>
      <p:grpSp>
        <p:nvGrpSpPr>
          <p:cNvPr id="13" name="Google Shape;4208;p74">
            <a:extLst>
              <a:ext uri="{FF2B5EF4-FFF2-40B4-BE49-F238E27FC236}">
                <a16:creationId xmlns:a16="http://schemas.microsoft.com/office/drawing/2014/main" id="{B0CD4981-EA52-45EE-8AAB-F0864D0F9E17}"/>
              </a:ext>
            </a:extLst>
          </p:cNvPr>
          <p:cNvGrpSpPr/>
          <p:nvPr/>
        </p:nvGrpSpPr>
        <p:grpSpPr>
          <a:xfrm>
            <a:off x="10731811" y="5801710"/>
            <a:ext cx="1102838" cy="1056290"/>
            <a:chOff x="3829880" y="5032542"/>
            <a:chExt cx="1532994" cy="1532994"/>
          </a:xfrm>
        </p:grpSpPr>
        <p:sp>
          <p:nvSpPr>
            <p:cNvPr id="14" name="Google Shape;4209;p74">
              <a:extLst>
                <a:ext uri="{FF2B5EF4-FFF2-40B4-BE49-F238E27FC236}">
                  <a16:creationId xmlns:a16="http://schemas.microsoft.com/office/drawing/2014/main" id="{297861FD-8571-497D-8DBA-F6F0ABB7401F}"/>
                </a:ext>
              </a:extLst>
            </p:cNvPr>
            <p:cNvSpPr/>
            <p:nvPr/>
          </p:nvSpPr>
          <p:spPr>
            <a:xfrm>
              <a:off x="3829880" y="5032542"/>
              <a:ext cx="1532994" cy="1532994"/>
            </a:xfrm>
            <a:custGeom>
              <a:avLst/>
              <a:gdLst/>
              <a:ahLst/>
              <a:cxnLst/>
              <a:rect l="l" t="t" r="r" b="b"/>
              <a:pathLst>
                <a:path w="90871" h="90871" extrusionOk="0">
                  <a:moveTo>
                    <a:pt x="45435" y="0"/>
                  </a:moveTo>
                  <a:cubicBezTo>
                    <a:pt x="20321" y="0"/>
                    <a:pt x="1" y="20345"/>
                    <a:pt x="1" y="45435"/>
                  </a:cubicBezTo>
                  <a:cubicBezTo>
                    <a:pt x="1" y="70526"/>
                    <a:pt x="20321" y="90871"/>
                    <a:pt x="45435" y="90871"/>
                  </a:cubicBezTo>
                  <a:cubicBezTo>
                    <a:pt x="70526" y="90871"/>
                    <a:pt x="90870" y="70526"/>
                    <a:pt x="90870" y="45435"/>
                  </a:cubicBezTo>
                  <a:cubicBezTo>
                    <a:pt x="90870" y="20345"/>
                    <a:pt x="70526" y="0"/>
                    <a:pt x="45435" y="0"/>
                  </a:cubicBezTo>
                  <a:close/>
                </a:path>
              </a:pathLst>
            </a:custGeom>
            <a:solidFill>
              <a:srgbClr val="0089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4210;p74">
              <a:extLst>
                <a:ext uri="{FF2B5EF4-FFF2-40B4-BE49-F238E27FC236}">
                  <a16:creationId xmlns:a16="http://schemas.microsoft.com/office/drawing/2014/main" id="{FBEB23C8-B46F-49C0-8D66-854CB473A792}"/>
                </a:ext>
              </a:extLst>
            </p:cNvPr>
            <p:cNvSpPr/>
            <p:nvPr/>
          </p:nvSpPr>
          <p:spPr>
            <a:xfrm>
              <a:off x="4402431" y="5314693"/>
              <a:ext cx="715811" cy="786918"/>
            </a:xfrm>
            <a:custGeom>
              <a:avLst/>
              <a:gdLst/>
              <a:ahLst/>
              <a:cxnLst/>
              <a:rect l="l" t="t" r="r" b="b"/>
              <a:pathLst>
                <a:path w="42431" h="46646" extrusionOk="0">
                  <a:moveTo>
                    <a:pt x="12142" y="0"/>
                  </a:moveTo>
                  <a:cubicBezTo>
                    <a:pt x="11716" y="0"/>
                    <a:pt x="11285" y="37"/>
                    <a:pt x="10852" y="114"/>
                  </a:cubicBezTo>
                  <a:cubicBezTo>
                    <a:pt x="9898" y="281"/>
                    <a:pt x="9231" y="1163"/>
                    <a:pt x="9350" y="2141"/>
                  </a:cubicBezTo>
                  <a:lnTo>
                    <a:pt x="9779" y="6148"/>
                  </a:lnTo>
                  <a:cubicBezTo>
                    <a:pt x="10471" y="12087"/>
                    <a:pt x="7680" y="17858"/>
                    <a:pt x="2600" y="20983"/>
                  </a:cubicBezTo>
                  <a:lnTo>
                    <a:pt x="1" y="22605"/>
                  </a:lnTo>
                  <a:lnTo>
                    <a:pt x="573" y="43999"/>
                  </a:lnTo>
                  <a:lnTo>
                    <a:pt x="4151" y="43855"/>
                  </a:lnTo>
                  <a:cubicBezTo>
                    <a:pt x="4413" y="45453"/>
                    <a:pt x="5844" y="46646"/>
                    <a:pt x="7490" y="46646"/>
                  </a:cubicBezTo>
                  <a:lnTo>
                    <a:pt x="34440" y="46646"/>
                  </a:lnTo>
                  <a:cubicBezTo>
                    <a:pt x="35800" y="46646"/>
                    <a:pt x="36921" y="45549"/>
                    <a:pt x="36921" y="44189"/>
                  </a:cubicBezTo>
                  <a:lnTo>
                    <a:pt x="36921" y="43140"/>
                  </a:lnTo>
                  <a:cubicBezTo>
                    <a:pt x="36921" y="42424"/>
                    <a:pt x="36349" y="41828"/>
                    <a:pt x="35633" y="41804"/>
                  </a:cubicBezTo>
                  <a:lnTo>
                    <a:pt x="35991" y="41804"/>
                  </a:lnTo>
                  <a:cubicBezTo>
                    <a:pt x="36005" y="41805"/>
                    <a:pt x="36019" y="41805"/>
                    <a:pt x="36034" y="41805"/>
                  </a:cubicBezTo>
                  <a:cubicBezTo>
                    <a:pt x="37589" y="41805"/>
                    <a:pt x="38877" y="40526"/>
                    <a:pt x="38877" y="38942"/>
                  </a:cubicBezTo>
                  <a:lnTo>
                    <a:pt x="38877" y="36772"/>
                  </a:lnTo>
                  <a:cubicBezTo>
                    <a:pt x="38877" y="35532"/>
                    <a:pt x="37899" y="34530"/>
                    <a:pt x="36659" y="34530"/>
                  </a:cubicBezTo>
                  <a:lnTo>
                    <a:pt x="37732" y="34530"/>
                  </a:lnTo>
                  <a:cubicBezTo>
                    <a:pt x="39354" y="34530"/>
                    <a:pt x="40665" y="33218"/>
                    <a:pt x="40665" y="31572"/>
                  </a:cubicBezTo>
                  <a:lnTo>
                    <a:pt x="40665" y="28591"/>
                  </a:lnTo>
                  <a:cubicBezTo>
                    <a:pt x="40665" y="27303"/>
                    <a:pt x="39640" y="26278"/>
                    <a:pt x="38352" y="26278"/>
                  </a:cubicBezTo>
                  <a:lnTo>
                    <a:pt x="38948" y="26278"/>
                  </a:lnTo>
                  <a:cubicBezTo>
                    <a:pt x="40856" y="26278"/>
                    <a:pt x="42430" y="24727"/>
                    <a:pt x="42430" y="22772"/>
                  </a:cubicBezTo>
                  <a:lnTo>
                    <a:pt x="42430" y="21531"/>
                  </a:lnTo>
                  <a:cubicBezTo>
                    <a:pt x="42430" y="19552"/>
                    <a:pt x="40832" y="17954"/>
                    <a:pt x="38853" y="17954"/>
                  </a:cubicBezTo>
                  <a:lnTo>
                    <a:pt x="19415" y="17954"/>
                  </a:lnTo>
                  <a:cubicBezTo>
                    <a:pt x="20607" y="14853"/>
                    <a:pt x="20798" y="11490"/>
                    <a:pt x="19963" y="8271"/>
                  </a:cubicBezTo>
                  <a:lnTo>
                    <a:pt x="19248" y="5480"/>
                  </a:lnTo>
                  <a:cubicBezTo>
                    <a:pt x="18403" y="2207"/>
                    <a:pt x="15428" y="0"/>
                    <a:pt x="12142" y="0"/>
                  </a:cubicBez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4211;p74">
              <a:extLst>
                <a:ext uri="{FF2B5EF4-FFF2-40B4-BE49-F238E27FC236}">
                  <a16:creationId xmlns:a16="http://schemas.microsoft.com/office/drawing/2014/main" id="{10B11152-E4FB-4D36-9989-BDEE556EE556}"/>
                </a:ext>
              </a:extLst>
            </p:cNvPr>
            <p:cNvSpPr/>
            <p:nvPr/>
          </p:nvSpPr>
          <p:spPr>
            <a:xfrm>
              <a:off x="4198034" y="5631647"/>
              <a:ext cx="274829" cy="470369"/>
            </a:xfrm>
            <a:custGeom>
              <a:avLst/>
              <a:gdLst/>
              <a:ahLst/>
              <a:cxnLst/>
              <a:rect l="l" t="t" r="r" b="b"/>
              <a:pathLst>
                <a:path w="16291" h="27882" extrusionOk="0">
                  <a:moveTo>
                    <a:pt x="501" y="1"/>
                  </a:moveTo>
                  <a:cubicBezTo>
                    <a:pt x="239" y="1"/>
                    <a:pt x="1" y="239"/>
                    <a:pt x="1" y="501"/>
                  </a:cubicBezTo>
                  <a:lnTo>
                    <a:pt x="1" y="27357"/>
                  </a:lnTo>
                  <a:cubicBezTo>
                    <a:pt x="1" y="27643"/>
                    <a:pt x="239" y="27882"/>
                    <a:pt x="501" y="27882"/>
                  </a:cubicBezTo>
                  <a:lnTo>
                    <a:pt x="15790" y="27882"/>
                  </a:lnTo>
                  <a:cubicBezTo>
                    <a:pt x="16100" y="27882"/>
                    <a:pt x="16290" y="27667"/>
                    <a:pt x="16290" y="27357"/>
                  </a:cubicBezTo>
                  <a:lnTo>
                    <a:pt x="16290" y="501"/>
                  </a:lnTo>
                  <a:cubicBezTo>
                    <a:pt x="16290" y="239"/>
                    <a:pt x="16052" y="1"/>
                    <a:pt x="15790" y="1"/>
                  </a:cubicBez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4212;p74">
              <a:extLst>
                <a:ext uri="{FF2B5EF4-FFF2-40B4-BE49-F238E27FC236}">
                  <a16:creationId xmlns:a16="http://schemas.microsoft.com/office/drawing/2014/main" id="{6B3592B6-26FD-49F6-9E0D-E89D571FE504}"/>
                </a:ext>
              </a:extLst>
            </p:cNvPr>
            <p:cNvSpPr/>
            <p:nvPr/>
          </p:nvSpPr>
          <p:spPr>
            <a:xfrm>
              <a:off x="4313509" y="5679929"/>
              <a:ext cx="56346" cy="56346"/>
            </a:xfrm>
            <a:custGeom>
              <a:avLst/>
              <a:gdLst/>
              <a:ahLst/>
              <a:cxnLst/>
              <a:rect l="l" t="t" r="r" b="b"/>
              <a:pathLst>
                <a:path w="3340" h="3340" extrusionOk="0">
                  <a:moveTo>
                    <a:pt x="1670" y="382"/>
                  </a:moveTo>
                  <a:cubicBezTo>
                    <a:pt x="2386" y="382"/>
                    <a:pt x="2958" y="955"/>
                    <a:pt x="2958" y="1670"/>
                  </a:cubicBezTo>
                  <a:cubicBezTo>
                    <a:pt x="2958" y="2386"/>
                    <a:pt x="2386" y="2958"/>
                    <a:pt x="1670" y="2958"/>
                  </a:cubicBezTo>
                  <a:cubicBezTo>
                    <a:pt x="955" y="2958"/>
                    <a:pt x="382" y="2386"/>
                    <a:pt x="382" y="1670"/>
                  </a:cubicBezTo>
                  <a:cubicBezTo>
                    <a:pt x="382" y="979"/>
                    <a:pt x="955" y="382"/>
                    <a:pt x="1670" y="382"/>
                  </a:cubicBezTo>
                  <a:close/>
                  <a:moveTo>
                    <a:pt x="1670" y="1"/>
                  </a:moveTo>
                  <a:cubicBezTo>
                    <a:pt x="740" y="1"/>
                    <a:pt x="1" y="740"/>
                    <a:pt x="1" y="1670"/>
                  </a:cubicBezTo>
                  <a:cubicBezTo>
                    <a:pt x="1" y="2600"/>
                    <a:pt x="740" y="3340"/>
                    <a:pt x="1670" y="3340"/>
                  </a:cubicBezTo>
                  <a:cubicBezTo>
                    <a:pt x="2600" y="3340"/>
                    <a:pt x="3340" y="2600"/>
                    <a:pt x="3340" y="1670"/>
                  </a:cubicBezTo>
                  <a:cubicBezTo>
                    <a:pt x="3340" y="740"/>
                    <a:pt x="2600" y="1"/>
                    <a:pt x="167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4213;p74">
              <a:extLst>
                <a:ext uri="{FF2B5EF4-FFF2-40B4-BE49-F238E27FC236}">
                  <a16:creationId xmlns:a16="http://schemas.microsoft.com/office/drawing/2014/main" id="{CE18A05D-7AF5-42CE-97FE-35E702B5E8E4}"/>
                </a:ext>
              </a:extLst>
            </p:cNvPr>
            <p:cNvSpPr/>
            <p:nvPr/>
          </p:nvSpPr>
          <p:spPr>
            <a:xfrm>
              <a:off x="4936349" y="6015895"/>
              <a:ext cx="76472" cy="8064"/>
            </a:xfrm>
            <a:custGeom>
              <a:avLst/>
              <a:gdLst/>
              <a:ahLst/>
              <a:cxnLst/>
              <a:rect l="l" t="t" r="r" b="b"/>
              <a:pathLst>
                <a:path w="4533" h="478" extrusionOk="0">
                  <a:moveTo>
                    <a:pt x="120" y="1"/>
                  </a:moveTo>
                  <a:cubicBezTo>
                    <a:pt x="49" y="1"/>
                    <a:pt x="1" y="48"/>
                    <a:pt x="1" y="120"/>
                  </a:cubicBezTo>
                  <a:cubicBezTo>
                    <a:pt x="1" y="168"/>
                    <a:pt x="49" y="239"/>
                    <a:pt x="120" y="239"/>
                  </a:cubicBezTo>
                  <a:cubicBezTo>
                    <a:pt x="836" y="287"/>
                    <a:pt x="1504" y="382"/>
                    <a:pt x="2219" y="406"/>
                  </a:cubicBezTo>
                  <a:cubicBezTo>
                    <a:pt x="2553" y="454"/>
                    <a:pt x="2911" y="478"/>
                    <a:pt x="3268" y="478"/>
                  </a:cubicBezTo>
                  <a:lnTo>
                    <a:pt x="4079" y="478"/>
                  </a:lnTo>
                  <a:cubicBezTo>
                    <a:pt x="4151" y="454"/>
                    <a:pt x="4223" y="454"/>
                    <a:pt x="4366" y="406"/>
                  </a:cubicBezTo>
                  <a:cubicBezTo>
                    <a:pt x="4461" y="382"/>
                    <a:pt x="4533" y="263"/>
                    <a:pt x="4461" y="144"/>
                  </a:cubicBezTo>
                  <a:cubicBezTo>
                    <a:pt x="4441" y="65"/>
                    <a:pt x="4356" y="19"/>
                    <a:pt x="4273" y="19"/>
                  </a:cubicBezTo>
                  <a:cubicBezTo>
                    <a:pt x="4256" y="19"/>
                    <a:pt x="4239" y="21"/>
                    <a:pt x="4223" y="25"/>
                  </a:cubicBezTo>
                  <a:lnTo>
                    <a:pt x="4199" y="25"/>
                  </a:lnTo>
                  <a:cubicBezTo>
                    <a:pt x="4175" y="25"/>
                    <a:pt x="4056" y="48"/>
                    <a:pt x="3984" y="48"/>
                  </a:cubicBezTo>
                  <a:lnTo>
                    <a:pt x="3746" y="72"/>
                  </a:lnTo>
                  <a:cubicBezTo>
                    <a:pt x="3602" y="120"/>
                    <a:pt x="3412" y="120"/>
                    <a:pt x="3245" y="120"/>
                  </a:cubicBezTo>
                  <a:cubicBezTo>
                    <a:pt x="3125" y="128"/>
                    <a:pt x="3009" y="131"/>
                    <a:pt x="2893" y="131"/>
                  </a:cubicBezTo>
                  <a:cubicBezTo>
                    <a:pt x="2662" y="131"/>
                    <a:pt x="2434" y="120"/>
                    <a:pt x="2195" y="120"/>
                  </a:cubicBezTo>
                  <a:cubicBezTo>
                    <a:pt x="1504" y="72"/>
                    <a:pt x="788" y="48"/>
                    <a:pt x="120" y="1"/>
                  </a:cubicBez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4214;p74">
              <a:extLst>
                <a:ext uri="{FF2B5EF4-FFF2-40B4-BE49-F238E27FC236}">
                  <a16:creationId xmlns:a16="http://schemas.microsoft.com/office/drawing/2014/main" id="{B729E20B-C1C9-47EB-9F36-DA148D69DB01}"/>
                </a:ext>
              </a:extLst>
            </p:cNvPr>
            <p:cNvSpPr/>
            <p:nvPr/>
          </p:nvSpPr>
          <p:spPr>
            <a:xfrm>
              <a:off x="4961300" y="5893992"/>
              <a:ext cx="76472" cy="8064"/>
            </a:xfrm>
            <a:custGeom>
              <a:avLst/>
              <a:gdLst/>
              <a:ahLst/>
              <a:cxnLst/>
              <a:rect l="l" t="t" r="r" b="b"/>
              <a:pathLst>
                <a:path w="4533" h="478" extrusionOk="0">
                  <a:moveTo>
                    <a:pt x="120" y="0"/>
                  </a:moveTo>
                  <a:cubicBezTo>
                    <a:pt x="72" y="0"/>
                    <a:pt x="1" y="72"/>
                    <a:pt x="1" y="119"/>
                  </a:cubicBezTo>
                  <a:cubicBezTo>
                    <a:pt x="1" y="191"/>
                    <a:pt x="72" y="239"/>
                    <a:pt x="120" y="239"/>
                  </a:cubicBezTo>
                  <a:cubicBezTo>
                    <a:pt x="835" y="310"/>
                    <a:pt x="1527" y="406"/>
                    <a:pt x="2243" y="429"/>
                  </a:cubicBezTo>
                  <a:cubicBezTo>
                    <a:pt x="2577" y="453"/>
                    <a:pt x="2934" y="477"/>
                    <a:pt x="3292" y="477"/>
                  </a:cubicBezTo>
                  <a:lnTo>
                    <a:pt x="4079" y="477"/>
                  </a:lnTo>
                  <a:cubicBezTo>
                    <a:pt x="4175" y="453"/>
                    <a:pt x="4246" y="453"/>
                    <a:pt x="4389" y="429"/>
                  </a:cubicBezTo>
                  <a:cubicBezTo>
                    <a:pt x="4461" y="406"/>
                    <a:pt x="4532" y="310"/>
                    <a:pt x="4485" y="143"/>
                  </a:cubicBezTo>
                  <a:cubicBezTo>
                    <a:pt x="4448" y="88"/>
                    <a:pt x="4368" y="32"/>
                    <a:pt x="4300" y="32"/>
                  </a:cubicBezTo>
                  <a:cubicBezTo>
                    <a:pt x="4281" y="32"/>
                    <a:pt x="4262" y="37"/>
                    <a:pt x="4246" y="48"/>
                  </a:cubicBezTo>
                  <a:lnTo>
                    <a:pt x="4198" y="48"/>
                  </a:lnTo>
                  <a:cubicBezTo>
                    <a:pt x="4175" y="48"/>
                    <a:pt x="4055" y="72"/>
                    <a:pt x="4008" y="72"/>
                  </a:cubicBezTo>
                  <a:lnTo>
                    <a:pt x="3769" y="96"/>
                  </a:lnTo>
                  <a:cubicBezTo>
                    <a:pt x="3602" y="119"/>
                    <a:pt x="3435" y="119"/>
                    <a:pt x="3244" y="119"/>
                  </a:cubicBezTo>
                  <a:cubicBezTo>
                    <a:pt x="3125" y="135"/>
                    <a:pt x="3011" y="141"/>
                    <a:pt x="2899" y="141"/>
                  </a:cubicBezTo>
                  <a:cubicBezTo>
                    <a:pt x="2675" y="141"/>
                    <a:pt x="2457" y="119"/>
                    <a:pt x="2219" y="119"/>
                  </a:cubicBezTo>
                  <a:cubicBezTo>
                    <a:pt x="1527" y="96"/>
                    <a:pt x="812" y="72"/>
                    <a:pt x="120" y="0"/>
                  </a:cubicBez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4215;p74">
              <a:extLst>
                <a:ext uri="{FF2B5EF4-FFF2-40B4-BE49-F238E27FC236}">
                  <a16:creationId xmlns:a16="http://schemas.microsoft.com/office/drawing/2014/main" id="{E2412BE2-24E3-49EF-AEFC-07DC683DAD9B}"/>
                </a:ext>
              </a:extLst>
            </p:cNvPr>
            <p:cNvSpPr/>
            <p:nvPr/>
          </p:nvSpPr>
          <p:spPr>
            <a:xfrm>
              <a:off x="5001535" y="5754764"/>
              <a:ext cx="76472" cy="8064"/>
            </a:xfrm>
            <a:custGeom>
              <a:avLst/>
              <a:gdLst/>
              <a:ahLst/>
              <a:cxnLst/>
              <a:rect l="l" t="t" r="r" b="b"/>
              <a:pathLst>
                <a:path w="4533" h="478" extrusionOk="0">
                  <a:moveTo>
                    <a:pt x="120" y="1"/>
                  </a:moveTo>
                  <a:cubicBezTo>
                    <a:pt x="72" y="1"/>
                    <a:pt x="1" y="49"/>
                    <a:pt x="1" y="120"/>
                  </a:cubicBezTo>
                  <a:cubicBezTo>
                    <a:pt x="1" y="168"/>
                    <a:pt x="72" y="239"/>
                    <a:pt x="120" y="239"/>
                  </a:cubicBezTo>
                  <a:cubicBezTo>
                    <a:pt x="836" y="311"/>
                    <a:pt x="1527" y="382"/>
                    <a:pt x="2243" y="430"/>
                  </a:cubicBezTo>
                  <a:cubicBezTo>
                    <a:pt x="2577" y="454"/>
                    <a:pt x="2934" y="478"/>
                    <a:pt x="3292" y="478"/>
                  </a:cubicBezTo>
                  <a:lnTo>
                    <a:pt x="4079" y="478"/>
                  </a:lnTo>
                  <a:cubicBezTo>
                    <a:pt x="4175" y="454"/>
                    <a:pt x="4246" y="454"/>
                    <a:pt x="4389" y="430"/>
                  </a:cubicBezTo>
                  <a:cubicBezTo>
                    <a:pt x="4508" y="382"/>
                    <a:pt x="4532" y="263"/>
                    <a:pt x="4485" y="144"/>
                  </a:cubicBezTo>
                  <a:cubicBezTo>
                    <a:pt x="4445" y="65"/>
                    <a:pt x="4356" y="19"/>
                    <a:pt x="4287" y="19"/>
                  </a:cubicBezTo>
                  <a:cubicBezTo>
                    <a:pt x="4272" y="19"/>
                    <a:pt x="4258" y="21"/>
                    <a:pt x="4246" y="25"/>
                  </a:cubicBezTo>
                  <a:lnTo>
                    <a:pt x="4198" y="25"/>
                  </a:lnTo>
                  <a:cubicBezTo>
                    <a:pt x="4175" y="25"/>
                    <a:pt x="4055" y="49"/>
                    <a:pt x="4008" y="49"/>
                  </a:cubicBezTo>
                  <a:lnTo>
                    <a:pt x="3769" y="96"/>
                  </a:lnTo>
                  <a:cubicBezTo>
                    <a:pt x="3602" y="120"/>
                    <a:pt x="3435" y="120"/>
                    <a:pt x="3244" y="120"/>
                  </a:cubicBezTo>
                  <a:cubicBezTo>
                    <a:pt x="3125" y="128"/>
                    <a:pt x="3011" y="131"/>
                    <a:pt x="2899" y="131"/>
                  </a:cubicBezTo>
                  <a:cubicBezTo>
                    <a:pt x="2675" y="131"/>
                    <a:pt x="2457" y="120"/>
                    <a:pt x="2219" y="120"/>
                  </a:cubicBezTo>
                  <a:cubicBezTo>
                    <a:pt x="1527" y="96"/>
                    <a:pt x="812" y="72"/>
                    <a:pt x="120" y="1"/>
                  </a:cubicBez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7889626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3" name="Google Shape;3643;p60"/>
          <p:cNvSpPr txBox="1">
            <a:spLocks noGrp="1"/>
          </p:cNvSpPr>
          <p:nvPr>
            <p:ph type="subTitle" idx="4"/>
          </p:nvPr>
        </p:nvSpPr>
        <p:spPr>
          <a:xfrm>
            <a:off x="1536090" y="1460096"/>
            <a:ext cx="9369554" cy="5064513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>
              <a:lnSpc>
                <a:spcPct val="114000"/>
              </a:lnSpc>
              <a:spcBef>
                <a:spcPts val="600"/>
              </a:spcBef>
              <a:spcAft>
                <a:spcPts val="80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Char char="ü"/>
            </a:pPr>
            <a:r>
              <a:rPr lang="ro-RO" sz="2200" dirty="0">
                <a:solidFill>
                  <a:srgbClr val="3F3F3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Ordonați partițiile într-un </a:t>
            </a:r>
            <a:r>
              <a:rPr lang="ro-RO" sz="2200" b="1" dirty="0">
                <a:solidFill>
                  <a:srgbClr val="3F3F3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 logic.</a:t>
            </a:r>
          </a:p>
          <a:p>
            <a:pPr marL="0" marR="0">
              <a:lnSpc>
                <a:spcPct val="114000"/>
              </a:lnSpc>
              <a:spcBef>
                <a:spcPts val="600"/>
              </a:spcBef>
              <a:spcAft>
                <a:spcPts val="80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Char char="ü"/>
            </a:pPr>
            <a:r>
              <a:rPr lang="ro-RO" sz="2200" dirty="0">
                <a:solidFill>
                  <a:srgbClr val="3F3F3F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Utilizați partițiile când </a:t>
            </a:r>
            <a:r>
              <a:rPr lang="ro-RO" sz="2200" b="1" dirty="0">
                <a:solidFill>
                  <a:srgbClr val="3F3F3F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modelați procese liniare, </a:t>
            </a:r>
            <a:r>
              <a:rPr lang="ro-RO" sz="2200" dirty="0">
                <a:solidFill>
                  <a:srgbClr val="3F3F3F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nu procese ciclice.</a:t>
            </a:r>
          </a:p>
          <a:p>
            <a:pPr marL="0" marR="0">
              <a:lnSpc>
                <a:spcPct val="114000"/>
              </a:lnSpc>
              <a:spcBef>
                <a:spcPts val="600"/>
              </a:spcBef>
              <a:spcAft>
                <a:spcPts val="80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Char char="ü"/>
            </a:pPr>
            <a:r>
              <a:rPr lang="ro-RO" sz="2200" dirty="0">
                <a:solidFill>
                  <a:srgbClr val="3F3F3F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Încercați să </a:t>
            </a:r>
            <a:r>
              <a:rPr lang="ro-RO" sz="2200" b="1" dirty="0">
                <a:solidFill>
                  <a:srgbClr val="3F3F3F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evitați să includeți mai mult de cinci partiții </a:t>
            </a:r>
            <a:r>
              <a:rPr lang="ro-RO" sz="2200" dirty="0">
                <a:solidFill>
                  <a:srgbClr val="3F3F3F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într-o diagramă.</a:t>
            </a:r>
          </a:p>
          <a:p>
            <a:pPr marL="0" marR="0">
              <a:lnSpc>
                <a:spcPct val="114000"/>
              </a:lnSpc>
              <a:spcBef>
                <a:spcPts val="600"/>
              </a:spcBef>
              <a:spcAft>
                <a:spcPts val="80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Char char="ü"/>
            </a:pPr>
            <a:r>
              <a:rPr lang="ro-RO" sz="2200" dirty="0">
                <a:solidFill>
                  <a:srgbClr val="3F3F3F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Folosiți </a:t>
            </a:r>
            <a:r>
              <a:rPr lang="ro-RO" sz="2200" b="1" dirty="0">
                <a:solidFill>
                  <a:srgbClr val="3F3F3F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partiții orizontale </a:t>
            </a:r>
            <a:r>
              <a:rPr lang="ro-RO" sz="2200" dirty="0">
                <a:solidFill>
                  <a:srgbClr val="3F3F3F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pentru modelarea </a:t>
            </a:r>
            <a:r>
              <a:rPr lang="ro-RO" sz="2200" b="1" dirty="0">
                <a:solidFill>
                  <a:srgbClr val="3F3F3F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proceselor de afaceri.</a:t>
            </a:r>
          </a:p>
        </p:txBody>
      </p:sp>
      <p:sp>
        <p:nvSpPr>
          <p:cNvPr id="7" name="Google Shape;3957;p72">
            <a:extLst>
              <a:ext uri="{FF2B5EF4-FFF2-40B4-BE49-F238E27FC236}">
                <a16:creationId xmlns:a16="http://schemas.microsoft.com/office/drawing/2014/main" id="{73FFAB81-F0BD-408A-90E7-1083A66D2E90}"/>
              </a:ext>
            </a:extLst>
          </p:cNvPr>
          <p:cNvSpPr txBox="1">
            <a:spLocks/>
          </p:cNvSpPr>
          <p:nvPr/>
        </p:nvSpPr>
        <p:spPr>
          <a:xfrm>
            <a:off x="1014667" y="512067"/>
            <a:ext cx="10412400" cy="6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BC1"/>
              </a:buClr>
              <a:buSzPts val="2700"/>
              <a:buFont typeface="Roboto"/>
              <a:buNone/>
              <a:defRPr sz="3600" b="1" i="0" u="none" strike="noStrike" cap="non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1867" b="1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1867" b="1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1867" b="1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1867" b="1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1867" b="1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1867" b="1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1867" b="1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1867" b="1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r>
              <a:rPr lang="ro-RO" kern="0" dirty="0"/>
              <a:t>Bune practici – partiții </a:t>
            </a:r>
          </a:p>
        </p:txBody>
      </p:sp>
      <p:grpSp>
        <p:nvGrpSpPr>
          <p:cNvPr id="6" name="Google Shape;4208;p74">
            <a:extLst>
              <a:ext uri="{FF2B5EF4-FFF2-40B4-BE49-F238E27FC236}">
                <a16:creationId xmlns:a16="http://schemas.microsoft.com/office/drawing/2014/main" id="{5117BC93-2B10-4FBA-8F3A-610CFBDA2622}"/>
              </a:ext>
            </a:extLst>
          </p:cNvPr>
          <p:cNvGrpSpPr/>
          <p:nvPr/>
        </p:nvGrpSpPr>
        <p:grpSpPr>
          <a:xfrm>
            <a:off x="10731811" y="5801710"/>
            <a:ext cx="1102838" cy="1056290"/>
            <a:chOff x="3829880" y="5032542"/>
            <a:chExt cx="1532994" cy="1532994"/>
          </a:xfrm>
        </p:grpSpPr>
        <p:sp>
          <p:nvSpPr>
            <p:cNvPr id="8" name="Google Shape;4209;p74">
              <a:extLst>
                <a:ext uri="{FF2B5EF4-FFF2-40B4-BE49-F238E27FC236}">
                  <a16:creationId xmlns:a16="http://schemas.microsoft.com/office/drawing/2014/main" id="{E33E660B-E09F-42E1-9BD5-B368BDFE7B8C}"/>
                </a:ext>
              </a:extLst>
            </p:cNvPr>
            <p:cNvSpPr/>
            <p:nvPr/>
          </p:nvSpPr>
          <p:spPr>
            <a:xfrm>
              <a:off x="3829880" y="5032542"/>
              <a:ext cx="1532994" cy="1532994"/>
            </a:xfrm>
            <a:custGeom>
              <a:avLst/>
              <a:gdLst/>
              <a:ahLst/>
              <a:cxnLst/>
              <a:rect l="l" t="t" r="r" b="b"/>
              <a:pathLst>
                <a:path w="90871" h="90871" extrusionOk="0">
                  <a:moveTo>
                    <a:pt x="45435" y="0"/>
                  </a:moveTo>
                  <a:cubicBezTo>
                    <a:pt x="20321" y="0"/>
                    <a:pt x="1" y="20345"/>
                    <a:pt x="1" y="45435"/>
                  </a:cubicBezTo>
                  <a:cubicBezTo>
                    <a:pt x="1" y="70526"/>
                    <a:pt x="20321" y="90871"/>
                    <a:pt x="45435" y="90871"/>
                  </a:cubicBezTo>
                  <a:cubicBezTo>
                    <a:pt x="70526" y="90871"/>
                    <a:pt x="90870" y="70526"/>
                    <a:pt x="90870" y="45435"/>
                  </a:cubicBezTo>
                  <a:cubicBezTo>
                    <a:pt x="90870" y="20345"/>
                    <a:pt x="70526" y="0"/>
                    <a:pt x="45435" y="0"/>
                  </a:cubicBezTo>
                  <a:close/>
                </a:path>
              </a:pathLst>
            </a:custGeom>
            <a:solidFill>
              <a:srgbClr val="0089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4210;p74">
              <a:extLst>
                <a:ext uri="{FF2B5EF4-FFF2-40B4-BE49-F238E27FC236}">
                  <a16:creationId xmlns:a16="http://schemas.microsoft.com/office/drawing/2014/main" id="{7701A3AE-DF11-45A0-8897-E2E8222AA61D}"/>
                </a:ext>
              </a:extLst>
            </p:cNvPr>
            <p:cNvSpPr/>
            <p:nvPr/>
          </p:nvSpPr>
          <p:spPr>
            <a:xfrm>
              <a:off x="4402431" y="5314693"/>
              <a:ext cx="715811" cy="786918"/>
            </a:xfrm>
            <a:custGeom>
              <a:avLst/>
              <a:gdLst/>
              <a:ahLst/>
              <a:cxnLst/>
              <a:rect l="l" t="t" r="r" b="b"/>
              <a:pathLst>
                <a:path w="42431" h="46646" extrusionOk="0">
                  <a:moveTo>
                    <a:pt x="12142" y="0"/>
                  </a:moveTo>
                  <a:cubicBezTo>
                    <a:pt x="11716" y="0"/>
                    <a:pt x="11285" y="37"/>
                    <a:pt x="10852" y="114"/>
                  </a:cubicBezTo>
                  <a:cubicBezTo>
                    <a:pt x="9898" y="281"/>
                    <a:pt x="9231" y="1163"/>
                    <a:pt x="9350" y="2141"/>
                  </a:cubicBezTo>
                  <a:lnTo>
                    <a:pt x="9779" y="6148"/>
                  </a:lnTo>
                  <a:cubicBezTo>
                    <a:pt x="10471" y="12087"/>
                    <a:pt x="7680" y="17858"/>
                    <a:pt x="2600" y="20983"/>
                  </a:cubicBezTo>
                  <a:lnTo>
                    <a:pt x="1" y="22605"/>
                  </a:lnTo>
                  <a:lnTo>
                    <a:pt x="573" y="43999"/>
                  </a:lnTo>
                  <a:lnTo>
                    <a:pt x="4151" y="43855"/>
                  </a:lnTo>
                  <a:cubicBezTo>
                    <a:pt x="4413" y="45453"/>
                    <a:pt x="5844" y="46646"/>
                    <a:pt x="7490" y="46646"/>
                  </a:cubicBezTo>
                  <a:lnTo>
                    <a:pt x="34440" y="46646"/>
                  </a:lnTo>
                  <a:cubicBezTo>
                    <a:pt x="35800" y="46646"/>
                    <a:pt x="36921" y="45549"/>
                    <a:pt x="36921" y="44189"/>
                  </a:cubicBezTo>
                  <a:lnTo>
                    <a:pt x="36921" y="43140"/>
                  </a:lnTo>
                  <a:cubicBezTo>
                    <a:pt x="36921" y="42424"/>
                    <a:pt x="36349" y="41828"/>
                    <a:pt x="35633" y="41804"/>
                  </a:cubicBezTo>
                  <a:lnTo>
                    <a:pt x="35991" y="41804"/>
                  </a:lnTo>
                  <a:cubicBezTo>
                    <a:pt x="36005" y="41805"/>
                    <a:pt x="36019" y="41805"/>
                    <a:pt x="36034" y="41805"/>
                  </a:cubicBezTo>
                  <a:cubicBezTo>
                    <a:pt x="37589" y="41805"/>
                    <a:pt x="38877" y="40526"/>
                    <a:pt x="38877" y="38942"/>
                  </a:cubicBezTo>
                  <a:lnTo>
                    <a:pt x="38877" y="36772"/>
                  </a:lnTo>
                  <a:cubicBezTo>
                    <a:pt x="38877" y="35532"/>
                    <a:pt x="37899" y="34530"/>
                    <a:pt x="36659" y="34530"/>
                  </a:cubicBezTo>
                  <a:lnTo>
                    <a:pt x="37732" y="34530"/>
                  </a:lnTo>
                  <a:cubicBezTo>
                    <a:pt x="39354" y="34530"/>
                    <a:pt x="40665" y="33218"/>
                    <a:pt x="40665" y="31572"/>
                  </a:cubicBezTo>
                  <a:lnTo>
                    <a:pt x="40665" y="28591"/>
                  </a:lnTo>
                  <a:cubicBezTo>
                    <a:pt x="40665" y="27303"/>
                    <a:pt x="39640" y="26278"/>
                    <a:pt x="38352" y="26278"/>
                  </a:cubicBezTo>
                  <a:lnTo>
                    <a:pt x="38948" y="26278"/>
                  </a:lnTo>
                  <a:cubicBezTo>
                    <a:pt x="40856" y="26278"/>
                    <a:pt x="42430" y="24727"/>
                    <a:pt x="42430" y="22772"/>
                  </a:cubicBezTo>
                  <a:lnTo>
                    <a:pt x="42430" y="21531"/>
                  </a:lnTo>
                  <a:cubicBezTo>
                    <a:pt x="42430" y="19552"/>
                    <a:pt x="40832" y="17954"/>
                    <a:pt x="38853" y="17954"/>
                  </a:cubicBezTo>
                  <a:lnTo>
                    <a:pt x="19415" y="17954"/>
                  </a:lnTo>
                  <a:cubicBezTo>
                    <a:pt x="20607" y="14853"/>
                    <a:pt x="20798" y="11490"/>
                    <a:pt x="19963" y="8271"/>
                  </a:cubicBezTo>
                  <a:lnTo>
                    <a:pt x="19248" y="5480"/>
                  </a:lnTo>
                  <a:cubicBezTo>
                    <a:pt x="18403" y="2207"/>
                    <a:pt x="15428" y="0"/>
                    <a:pt x="12142" y="0"/>
                  </a:cubicBez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4211;p74">
              <a:extLst>
                <a:ext uri="{FF2B5EF4-FFF2-40B4-BE49-F238E27FC236}">
                  <a16:creationId xmlns:a16="http://schemas.microsoft.com/office/drawing/2014/main" id="{D476443F-C55C-444E-8E50-191E7DF29FFA}"/>
                </a:ext>
              </a:extLst>
            </p:cNvPr>
            <p:cNvSpPr/>
            <p:nvPr/>
          </p:nvSpPr>
          <p:spPr>
            <a:xfrm>
              <a:off x="4198034" y="5631647"/>
              <a:ext cx="274829" cy="470369"/>
            </a:xfrm>
            <a:custGeom>
              <a:avLst/>
              <a:gdLst/>
              <a:ahLst/>
              <a:cxnLst/>
              <a:rect l="l" t="t" r="r" b="b"/>
              <a:pathLst>
                <a:path w="16291" h="27882" extrusionOk="0">
                  <a:moveTo>
                    <a:pt x="501" y="1"/>
                  </a:moveTo>
                  <a:cubicBezTo>
                    <a:pt x="239" y="1"/>
                    <a:pt x="1" y="239"/>
                    <a:pt x="1" y="501"/>
                  </a:cubicBezTo>
                  <a:lnTo>
                    <a:pt x="1" y="27357"/>
                  </a:lnTo>
                  <a:cubicBezTo>
                    <a:pt x="1" y="27643"/>
                    <a:pt x="239" y="27882"/>
                    <a:pt x="501" y="27882"/>
                  </a:cubicBezTo>
                  <a:lnTo>
                    <a:pt x="15790" y="27882"/>
                  </a:lnTo>
                  <a:cubicBezTo>
                    <a:pt x="16100" y="27882"/>
                    <a:pt x="16290" y="27667"/>
                    <a:pt x="16290" y="27357"/>
                  </a:cubicBezTo>
                  <a:lnTo>
                    <a:pt x="16290" y="501"/>
                  </a:lnTo>
                  <a:cubicBezTo>
                    <a:pt x="16290" y="239"/>
                    <a:pt x="16052" y="1"/>
                    <a:pt x="15790" y="1"/>
                  </a:cubicBez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4212;p74">
              <a:extLst>
                <a:ext uri="{FF2B5EF4-FFF2-40B4-BE49-F238E27FC236}">
                  <a16:creationId xmlns:a16="http://schemas.microsoft.com/office/drawing/2014/main" id="{4ABF9C8C-0209-4F3A-99CB-304D14CC1594}"/>
                </a:ext>
              </a:extLst>
            </p:cNvPr>
            <p:cNvSpPr/>
            <p:nvPr/>
          </p:nvSpPr>
          <p:spPr>
            <a:xfrm>
              <a:off x="4313509" y="5679929"/>
              <a:ext cx="56346" cy="56346"/>
            </a:xfrm>
            <a:custGeom>
              <a:avLst/>
              <a:gdLst/>
              <a:ahLst/>
              <a:cxnLst/>
              <a:rect l="l" t="t" r="r" b="b"/>
              <a:pathLst>
                <a:path w="3340" h="3340" extrusionOk="0">
                  <a:moveTo>
                    <a:pt x="1670" y="382"/>
                  </a:moveTo>
                  <a:cubicBezTo>
                    <a:pt x="2386" y="382"/>
                    <a:pt x="2958" y="955"/>
                    <a:pt x="2958" y="1670"/>
                  </a:cubicBezTo>
                  <a:cubicBezTo>
                    <a:pt x="2958" y="2386"/>
                    <a:pt x="2386" y="2958"/>
                    <a:pt x="1670" y="2958"/>
                  </a:cubicBezTo>
                  <a:cubicBezTo>
                    <a:pt x="955" y="2958"/>
                    <a:pt x="382" y="2386"/>
                    <a:pt x="382" y="1670"/>
                  </a:cubicBezTo>
                  <a:cubicBezTo>
                    <a:pt x="382" y="979"/>
                    <a:pt x="955" y="382"/>
                    <a:pt x="1670" y="382"/>
                  </a:cubicBezTo>
                  <a:close/>
                  <a:moveTo>
                    <a:pt x="1670" y="1"/>
                  </a:moveTo>
                  <a:cubicBezTo>
                    <a:pt x="740" y="1"/>
                    <a:pt x="1" y="740"/>
                    <a:pt x="1" y="1670"/>
                  </a:cubicBezTo>
                  <a:cubicBezTo>
                    <a:pt x="1" y="2600"/>
                    <a:pt x="740" y="3340"/>
                    <a:pt x="1670" y="3340"/>
                  </a:cubicBezTo>
                  <a:cubicBezTo>
                    <a:pt x="2600" y="3340"/>
                    <a:pt x="3340" y="2600"/>
                    <a:pt x="3340" y="1670"/>
                  </a:cubicBezTo>
                  <a:cubicBezTo>
                    <a:pt x="3340" y="740"/>
                    <a:pt x="2600" y="1"/>
                    <a:pt x="167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4213;p74">
              <a:extLst>
                <a:ext uri="{FF2B5EF4-FFF2-40B4-BE49-F238E27FC236}">
                  <a16:creationId xmlns:a16="http://schemas.microsoft.com/office/drawing/2014/main" id="{3492D97E-4604-47A5-AD25-2EB6C715C451}"/>
                </a:ext>
              </a:extLst>
            </p:cNvPr>
            <p:cNvSpPr/>
            <p:nvPr/>
          </p:nvSpPr>
          <p:spPr>
            <a:xfrm>
              <a:off x="4936349" y="6015895"/>
              <a:ext cx="76472" cy="8064"/>
            </a:xfrm>
            <a:custGeom>
              <a:avLst/>
              <a:gdLst/>
              <a:ahLst/>
              <a:cxnLst/>
              <a:rect l="l" t="t" r="r" b="b"/>
              <a:pathLst>
                <a:path w="4533" h="478" extrusionOk="0">
                  <a:moveTo>
                    <a:pt x="120" y="1"/>
                  </a:moveTo>
                  <a:cubicBezTo>
                    <a:pt x="49" y="1"/>
                    <a:pt x="1" y="48"/>
                    <a:pt x="1" y="120"/>
                  </a:cubicBezTo>
                  <a:cubicBezTo>
                    <a:pt x="1" y="168"/>
                    <a:pt x="49" y="239"/>
                    <a:pt x="120" y="239"/>
                  </a:cubicBezTo>
                  <a:cubicBezTo>
                    <a:pt x="836" y="287"/>
                    <a:pt x="1504" y="382"/>
                    <a:pt x="2219" y="406"/>
                  </a:cubicBezTo>
                  <a:cubicBezTo>
                    <a:pt x="2553" y="454"/>
                    <a:pt x="2911" y="478"/>
                    <a:pt x="3268" y="478"/>
                  </a:cubicBezTo>
                  <a:lnTo>
                    <a:pt x="4079" y="478"/>
                  </a:lnTo>
                  <a:cubicBezTo>
                    <a:pt x="4151" y="454"/>
                    <a:pt x="4223" y="454"/>
                    <a:pt x="4366" y="406"/>
                  </a:cubicBezTo>
                  <a:cubicBezTo>
                    <a:pt x="4461" y="382"/>
                    <a:pt x="4533" y="263"/>
                    <a:pt x="4461" y="144"/>
                  </a:cubicBezTo>
                  <a:cubicBezTo>
                    <a:pt x="4441" y="65"/>
                    <a:pt x="4356" y="19"/>
                    <a:pt x="4273" y="19"/>
                  </a:cubicBezTo>
                  <a:cubicBezTo>
                    <a:pt x="4256" y="19"/>
                    <a:pt x="4239" y="21"/>
                    <a:pt x="4223" y="25"/>
                  </a:cubicBezTo>
                  <a:lnTo>
                    <a:pt x="4199" y="25"/>
                  </a:lnTo>
                  <a:cubicBezTo>
                    <a:pt x="4175" y="25"/>
                    <a:pt x="4056" y="48"/>
                    <a:pt x="3984" y="48"/>
                  </a:cubicBezTo>
                  <a:lnTo>
                    <a:pt x="3746" y="72"/>
                  </a:lnTo>
                  <a:cubicBezTo>
                    <a:pt x="3602" y="120"/>
                    <a:pt x="3412" y="120"/>
                    <a:pt x="3245" y="120"/>
                  </a:cubicBezTo>
                  <a:cubicBezTo>
                    <a:pt x="3125" y="128"/>
                    <a:pt x="3009" y="131"/>
                    <a:pt x="2893" y="131"/>
                  </a:cubicBezTo>
                  <a:cubicBezTo>
                    <a:pt x="2662" y="131"/>
                    <a:pt x="2434" y="120"/>
                    <a:pt x="2195" y="120"/>
                  </a:cubicBezTo>
                  <a:cubicBezTo>
                    <a:pt x="1504" y="72"/>
                    <a:pt x="788" y="48"/>
                    <a:pt x="120" y="1"/>
                  </a:cubicBez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4214;p74">
              <a:extLst>
                <a:ext uri="{FF2B5EF4-FFF2-40B4-BE49-F238E27FC236}">
                  <a16:creationId xmlns:a16="http://schemas.microsoft.com/office/drawing/2014/main" id="{030F13F4-CF1A-4D64-BAA2-C2E7DA3BA6E4}"/>
                </a:ext>
              </a:extLst>
            </p:cNvPr>
            <p:cNvSpPr/>
            <p:nvPr/>
          </p:nvSpPr>
          <p:spPr>
            <a:xfrm>
              <a:off x="4961300" y="5893992"/>
              <a:ext cx="76472" cy="8064"/>
            </a:xfrm>
            <a:custGeom>
              <a:avLst/>
              <a:gdLst/>
              <a:ahLst/>
              <a:cxnLst/>
              <a:rect l="l" t="t" r="r" b="b"/>
              <a:pathLst>
                <a:path w="4533" h="478" extrusionOk="0">
                  <a:moveTo>
                    <a:pt x="120" y="0"/>
                  </a:moveTo>
                  <a:cubicBezTo>
                    <a:pt x="72" y="0"/>
                    <a:pt x="1" y="72"/>
                    <a:pt x="1" y="119"/>
                  </a:cubicBezTo>
                  <a:cubicBezTo>
                    <a:pt x="1" y="191"/>
                    <a:pt x="72" y="239"/>
                    <a:pt x="120" y="239"/>
                  </a:cubicBezTo>
                  <a:cubicBezTo>
                    <a:pt x="835" y="310"/>
                    <a:pt x="1527" y="406"/>
                    <a:pt x="2243" y="429"/>
                  </a:cubicBezTo>
                  <a:cubicBezTo>
                    <a:pt x="2577" y="453"/>
                    <a:pt x="2934" y="477"/>
                    <a:pt x="3292" y="477"/>
                  </a:cubicBezTo>
                  <a:lnTo>
                    <a:pt x="4079" y="477"/>
                  </a:lnTo>
                  <a:cubicBezTo>
                    <a:pt x="4175" y="453"/>
                    <a:pt x="4246" y="453"/>
                    <a:pt x="4389" y="429"/>
                  </a:cubicBezTo>
                  <a:cubicBezTo>
                    <a:pt x="4461" y="406"/>
                    <a:pt x="4532" y="310"/>
                    <a:pt x="4485" y="143"/>
                  </a:cubicBezTo>
                  <a:cubicBezTo>
                    <a:pt x="4448" y="88"/>
                    <a:pt x="4368" y="32"/>
                    <a:pt x="4300" y="32"/>
                  </a:cubicBezTo>
                  <a:cubicBezTo>
                    <a:pt x="4281" y="32"/>
                    <a:pt x="4262" y="37"/>
                    <a:pt x="4246" y="48"/>
                  </a:cubicBezTo>
                  <a:lnTo>
                    <a:pt x="4198" y="48"/>
                  </a:lnTo>
                  <a:cubicBezTo>
                    <a:pt x="4175" y="48"/>
                    <a:pt x="4055" y="72"/>
                    <a:pt x="4008" y="72"/>
                  </a:cubicBezTo>
                  <a:lnTo>
                    <a:pt x="3769" y="96"/>
                  </a:lnTo>
                  <a:cubicBezTo>
                    <a:pt x="3602" y="119"/>
                    <a:pt x="3435" y="119"/>
                    <a:pt x="3244" y="119"/>
                  </a:cubicBezTo>
                  <a:cubicBezTo>
                    <a:pt x="3125" y="135"/>
                    <a:pt x="3011" y="141"/>
                    <a:pt x="2899" y="141"/>
                  </a:cubicBezTo>
                  <a:cubicBezTo>
                    <a:pt x="2675" y="141"/>
                    <a:pt x="2457" y="119"/>
                    <a:pt x="2219" y="119"/>
                  </a:cubicBezTo>
                  <a:cubicBezTo>
                    <a:pt x="1527" y="96"/>
                    <a:pt x="812" y="72"/>
                    <a:pt x="120" y="0"/>
                  </a:cubicBez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4215;p74">
              <a:extLst>
                <a:ext uri="{FF2B5EF4-FFF2-40B4-BE49-F238E27FC236}">
                  <a16:creationId xmlns:a16="http://schemas.microsoft.com/office/drawing/2014/main" id="{80D59024-8D12-4468-BBF6-038027690BDE}"/>
                </a:ext>
              </a:extLst>
            </p:cNvPr>
            <p:cNvSpPr/>
            <p:nvPr/>
          </p:nvSpPr>
          <p:spPr>
            <a:xfrm>
              <a:off x="5001535" y="5754764"/>
              <a:ext cx="76472" cy="8064"/>
            </a:xfrm>
            <a:custGeom>
              <a:avLst/>
              <a:gdLst/>
              <a:ahLst/>
              <a:cxnLst/>
              <a:rect l="l" t="t" r="r" b="b"/>
              <a:pathLst>
                <a:path w="4533" h="478" extrusionOk="0">
                  <a:moveTo>
                    <a:pt x="120" y="1"/>
                  </a:moveTo>
                  <a:cubicBezTo>
                    <a:pt x="72" y="1"/>
                    <a:pt x="1" y="49"/>
                    <a:pt x="1" y="120"/>
                  </a:cubicBezTo>
                  <a:cubicBezTo>
                    <a:pt x="1" y="168"/>
                    <a:pt x="72" y="239"/>
                    <a:pt x="120" y="239"/>
                  </a:cubicBezTo>
                  <a:cubicBezTo>
                    <a:pt x="836" y="311"/>
                    <a:pt x="1527" y="382"/>
                    <a:pt x="2243" y="430"/>
                  </a:cubicBezTo>
                  <a:cubicBezTo>
                    <a:pt x="2577" y="454"/>
                    <a:pt x="2934" y="478"/>
                    <a:pt x="3292" y="478"/>
                  </a:cubicBezTo>
                  <a:lnTo>
                    <a:pt x="4079" y="478"/>
                  </a:lnTo>
                  <a:cubicBezTo>
                    <a:pt x="4175" y="454"/>
                    <a:pt x="4246" y="454"/>
                    <a:pt x="4389" y="430"/>
                  </a:cubicBezTo>
                  <a:cubicBezTo>
                    <a:pt x="4508" y="382"/>
                    <a:pt x="4532" y="263"/>
                    <a:pt x="4485" y="144"/>
                  </a:cubicBezTo>
                  <a:cubicBezTo>
                    <a:pt x="4445" y="65"/>
                    <a:pt x="4356" y="19"/>
                    <a:pt x="4287" y="19"/>
                  </a:cubicBezTo>
                  <a:cubicBezTo>
                    <a:pt x="4272" y="19"/>
                    <a:pt x="4258" y="21"/>
                    <a:pt x="4246" y="25"/>
                  </a:cubicBezTo>
                  <a:lnTo>
                    <a:pt x="4198" y="25"/>
                  </a:lnTo>
                  <a:cubicBezTo>
                    <a:pt x="4175" y="25"/>
                    <a:pt x="4055" y="49"/>
                    <a:pt x="4008" y="49"/>
                  </a:cubicBezTo>
                  <a:lnTo>
                    <a:pt x="3769" y="96"/>
                  </a:lnTo>
                  <a:cubicBezTo>
                    <a:pt x="3602" y="120"/>
                    <a:pt x="3435" y="120"/>
                    <a:pt x="3244" y="120"/>
                  </a:cubicBezTo>
                  <a:cubicBezTo>
                    <a:pt x="3125" y="128"/>
                    <a:pt x="3011" y="131"/>
                    <a:pt x="2899" y="131"/>
                  </a:cubicBezTo>
                  <a:cubicBezTo>
                    <a:pt x="2675" y="131"/>
                    <a:pt x="2457" y="120"/>
                    <a:pt x="2219" y="120"/>
                  </a:cubicBezTo>
                  <a:cubicBezTo>
                    <a:pt x="1527" y="96"/>
                    <a:pt x="812" y="72"/>
                    <a:pt x="120" y="1"/>
                  </a:cubicBez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6622793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" name="Google Shape;1136;p49"/>
          <p:cNvSpPr txBox="1">
            <a:spLocks noGrp="1"/>
          </p:cNvSpPr>
          <p:nvPr>
            <p:ph type="title"/>
          </p:nvPr>
        </p:nvSpPr>
        <p:spPr>
          <a:xfrm>
            <a:off x="1432200" y="512065"/>
            <a:ext cx="9327600" cy="862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ro-RO" dirty="0"/>
              <a:t>Studiu individual</a:t>
            </a:r>
            <a:endParaRPr dirty="0"/>
          </a:p>
        </p:txBody>
      </p:sp>
      <p:sp>
        <p:nvSpPr>
          <p:cNvPr id="1137" name="Google Shape;1137;p49"/>
          <p:cNvSpPr/>
          <p:nvPr/>
        </p:nvSpPr>
        <p:spPr>
          <a:xfrm>
            <a:off x="1617784" y="1948500"/>
            <a:ext cx="1661200" cy="1661200"/>
          </a:xfrm>
          <a:prstGeom prst="ellipse">
            <a:avLst/>
          </a:prstGeom>
          <a:noFill/>
          <a:ln w="19050" cap="flat" cmpd="sng">
            <a:solidFill>
              <a:srgbClr val="FF7210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138" name="Google Shape;1138;p49"/>
          <p:cNvSpPr/>
          <p:nvPr/>
        </p:nvSpPr>
        <p:spPr>
          <a:xfrm>
            <a:off x="5265384" y="1948500"/>
            <a:ext cx="1661200" cy="1661200"/>
          </a:xfrm>
          <a:prstGeom prst="ellipse">
            <a:avLst/>
          </a:prstGeom>
          <a:noFill/>
          <a:ln w="19050" cap="flat" cmpd="sng">
            <a:solidFill>
              <a:srgbClr val="FF7210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139" name="Google Shape;1139;p49"/>
          <p:cNvSpPr/>
          <p:nvPr/>
        </p:nvSpPr>
        <p:spPr>
          <a:xfrm>
            <a:off x="8912951" y="1948500"/>
            <a:ext cx="1661200" cy="1661200"/>
          </a:xfrm>
          <a:prstGeom prst="ellipse">
            <a:avLst/>
          </a:prstGeom>
          <a:noFill/>
          <a:ln w="19050" cap="flat" cmpd="sng">
            <a:solidFill>
              <a:srgbClr val="FF7210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141" name="Google Shape;1141;p49"/>
          <p:cNvSpPr txBox="1">
            <a:spLocks noGrp="1"/>
          </p:cNvSpPr>
          <p:nvPr>
            <p:ph type="subTitle" idx="2"/>
          </p:nvPr>
        </p:nvSpPr>
        <p:spPr>
          <a:xfrm>
            <a:off x="1842555" y="5148087"/>
            <a:ext cx="8501433" cy="492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ro-RO" sz="1700" b="1" dirty="0"/>
              <a:t>Realizați o diagramă de activitate pentru una dintre cele trei categorii de sisteme</a:t>
            </a:r>
            <a:endParaRPr sz="1700" b="1" dirty="0"/>
          </a:p>
        </p:txBody>
      </p:sp>
      <p:sp>
        <p:nvSpPr>
          <p:cNvPr id="1159" name="Google Shape;1159;p49"/>
          <p:cNvSpPr txBox="1">
            <a:spLocks noGrp="1"/>
          </p:cNvSpPr>
          <p:nvPr>
            <p:ph type="subTitle" idx="4"/>
          </p:nvPr>
        </p:nvSpPr>
        <p:spPr>
          <a:xfrm>
            <a:off x="1463482" y="3798582"/>
            <a:ext cx="2062239" cy="492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ro-RO" sz="2000" dirty="0"/>
              <a:t>Comerț electronic</a:t>
            </a:r>
            <a:endParaRPr sz="2000" dirty="0"/>
          </a:p>
        </p:txBody>
      </p:sp>
      <p:sp>
        <p:nvSpPr>
          <p:cNvPr id="1160" name="Google Shape;1160;p49"/>
          <p:cNvSpPr txBox="1">
            <a:spLocks noGrp="1"/>
          </p:cNvSpPr>
          <p:nvPr>
            <p:ph type="subTitle" idx="5"/>
          </p:nvPr>
        </p:nvSpPr>
        <p:spPr>
          <a:xfrm>
            <a:off x="4920701" y="3814075"/>
            <a:ext cx="2462026" cy="492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ro-RO" sz="2000" dirty="0"/>
              <a:t>Învățământ universitar</a:t>
            </a:r>
          </a:p>
        </p:txBody>
      </p:sp>
      <p:sp>
        <p:nvSpPr>
          <p:cNvPr id="1161" name="Google Shape;1161;p49"/>
          <p:cNvSpPr txBox="1">
            <a:spLocks noGrp="1"/>
          </p:cNvSpPr>
          <p:nvPr>
            <p:ph type="subTitle" idx="6"/>
          </p:nvPr>
        </p:nvSpPr>
        <p:spPr>
          <a:xfrm>
            <a:off x="8808987" y="3798582"/>
            <a:ext cx="1869123" cy="862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ro-RO" sz="2000" dirty="0"/>
              <a:t>Servicii medicale</a:t>
            </a:r>
            <a:endParaRPr sz="2000" dirty="0"/>
          </a:p>
        </p:txBody>
      </p:sp>
      <p:grpSp>
        <p:nvGrpSpPr>
          <p:cNvPr id="35" name="Google Shape;13231;p87">
            <a:extLst>
              <a:ext uri="{FF2B5EF4-FFF2-40B4-BE49-F238E27FC236}">
                <a16:creationId xmlns:a16="http://schemas.microsoft.com/office/drawing/2014/main" id="{97E449E6-E6BC-4E30-BD6A-366790506593}"/>
              </a:ext>
            </a:extLst>
          </p:cNvPr>
          <p:cNvGrpSpPr/>
          <p:nvPr/>
        </p:nvGrpSpPr>
        <p:grpSpPr>
          <a:xfrm>
            <a:off x="2210110" y="2539693"/>
            <a:ext cx="495458" cy="428593"/>
            <a:chOff x="-62518200" y="2692475"/>
            <a:chExt cx="318225" cy="289100"/>
          </a:xfrm>
          <a:solidFill>
            <a:schemeClr val="accent2"/>
          </a:solidFill>
        </p:grpSpPr>
        <p:sp>
          <p:nvSpPr>
            <p:cNvPr id="36" name="Google Shape;13232;p87">
              <a:extLst>
                <a:ext uri="{FF2B5EF4-FFF2-40B4-BE49-F238E27FC236}">
                  <a16:creationId xmlns:a16="http://schemas.microsoft.com/office/drawing/2014/main" id="{69134C75-807F-48D4-A024-3D4ADCCD95E3}"/>
                </a:ext>
              </a:extLst>
            </p:cNvPr>
            <p:cNvSpPr/>
            <p:nvPr/>
          </p:nvSpPr>
          <p:spPr>
            <a:xfrm>
              <a:off x="-62518200" y="2692475"/>
              <a:ext cx="318225" cy="289100"/>
            </a:xfrm>
            <a:custGeom>
              <a:avLst/>
              <a:gdLst/>
              <a:ahLst/>
              <a:cxnLst/>
              <a:rect l="l" t="t" r="r" b="b"/>
              <a:pathLst>
                <a:path w="12729" h="11564" extrusionOk="0">
                  <a:moveTo>
                    <a:pt x="3750" y="851"/>
                  </a:moveTo>
                  <a:cubicBezTo>
                    <a:pt x="5420" y="851"/>
                    <a:pt x="6617" y="1513"/>
                    <a:pt x="6617" y="2112"/>
                  </a:cubicBezTo>
                  <a:cubicBezTo>
                    <a:pt x="6617" y="2679"/>
                    <a:pt x="5420" y="3309"/>
                    <a:pt x="3750" y="3309"/>
                  </a:cubicBezTo>
                  <a:cubicBezTo>
                    <a:pt x="2206" y="3309"/>
                    <a:pt x="851" y="2679"/>
                    <a:pt x="851" y="2112"/>
                  </a:cubicBezTo>
                  <a:cubicBezTo>
                    <a:pt x="851" y="1481"/>
                    <a:pt x="2112" y="851"/>
                    <a:pt x="3750" y="851"/>
                  </a:cubicBezTo>
                  <a:close/>
                  <a:moveTo>
                    <a:pt x="6617" y="3403"/>
                  </a:moveTo>
                  <a:lnTo>
                    <a:pt x="6617" y="3781"/>
                  </a:lnTo>
                  <a:cubicBezTo>
                    <a:pt x="5829" y="4222"/>
                    <a:pt x="5199" y="4884"/>
                    <a:pt x="4821" y="5672"/>
                  </a:cubicBezTo>
                  <a:cubicBezTo>
                    <a:pt x="4475" y="5766"/>
                    <a:pt x="4096" y="5766"/>
                    <a:pt x="3750" y="5766"/>
                  </a:cubicBezTo>
                  <a:cubicBezTo>
                    <a:pt x="2206" y="5766"/>
                    <a:pt x="851" y="5136"/>
                    <a:pt x="851" y="4506"/>
                  </a:cubicBezTo>
                  <a:lnTo>
                    <a:pt x="851" y="3403"/>
                  </a:lnTo>
                  <a:cubicBezTo>
                    <a:pt x="1639" y="3939"/>
                    <a:pt x="2742" y="4159"/>
                    <a:pt x="3750" y="4159"/>
                  </a:cubicBezTo>
                  <a:cubicBezTo>
                    <a:pt x="4727" y="4159"/>
                    <a:pt x="5829" y="3939"/>
                    <a:pt x="6617" y="3403"/>
                  </a:cubicBezTo>
                  <a:close/>
                  <a:moveTo>
                    <a:pt x="883" y="5913"/>
                  </a:moveTo>
                  <a:cubicBezTo>
                    <a:pt x="1396" y="6254"/>
                    <a:pt x="2361" y="6617"/>
                    <a:pt x="3750" y="6617"/>
                  </a:cubicBezTo>
                  <a:cubicBezTo>
                    <a:pt x="4033" y="6617"/>
                    <a:pt x="4254" y="6617"/>
                    <a:pt x="4538" y="6585"/>
                  </a:cubicBezTo>
                  <a:lnTo>
                    <a:pt x="4538" y="6585"/>
                  </a:lnTo>
                  <a:cubicBezTo>
                    <a:pt x="4475" y="6869"/>
                    <a:pt x="4475" y="7184"/>
                    <a:pt x="4475" y="7467"/>
                  </a:cubicBezTo>
                  <a:cubicBezTo>
                    <a:pt x="4475" y="7719"/>
                    <a:pt x="4506" y="7971"/>
                    <a:pt x="4538" y="8255"/>
                  </a:cubicBezTo>
                  <a:cubicBezTo>
                    <a:pt x="4317" y="8287"/>
                    <a:pt x="4033" y="8287"/>
                    <a:pt x="3781" y="8287"/>
                  </a:cubicBezTo>
                  <a:cubicBezTo>
                    <a:pt x="2269" y="8287"/>
                    <a:pt x="883" y="7656"/>
                    <a:pt x="883" y="7026"/>
                  </a:cubicBezTo>
                  <a:lnTo>
                    <a:pt x="883" y="5913"/>
                  </a:lnTo>
                  <a:close/>
                  <a:moveTo>
                    <a:pt x="851" y="8350"/>
                  </a:moveTo>
                  <a:cubicBezTo>
                    <a:pt x="1639" y="8917"/>
                    <a:pt x="2773" y="9106"/>
                    <a:pt x="3750" y="9106"/>
                  </a:cubicBezTo>
                  <a:cubicBezTo>
                    <a:pt x="4096" y="9106"/>
                    <a:pt x="4412" y="9074"/>
                    <a:pt x="4727" y="9043"/>
                  </a:cubicBezTo>
                  <a:cubicBezTo>
                    <a:pt x="4979" y="9547"/>
                    <a:pt x="5294" y="10019"/>
                    <a:pt x="5672" y="10397"/>
                  </a:cubicBezTo>
                  <a:cubicBezTo>
                    <a:pt x="5136" y="10649"/>
                    <a:pt x="4475" y="10775"/>
                    <a:pt x="3750" y="10775"/>
                  </a:cubicBezTo>
                  <a:cubicBezTo>
                    <a:pt x="2112" y="10775"/>
                    <a:pt x="851" y="10082"/>
                    <a:pt x="851" y="9547"/>
                  </a:cubicBezTo>
                  <a:lnTo>
                    <a:pt x="851" y="8350"/>
                  </a:lnTo>
                  <a:close/>
                  <a:moveTo>
                    <a:pt x="8570" y="4159"/>
                  </a:moveTo>
                  <a:cubicBezTo>
                    <a:pt x="10366" y="4159"/>
                    <a:pt x="11878" y="5640"/>
                    <a:pt x="11878" y="7467"/>
                  </a:cubicBezTo>
                  <a:cubicBezTo>
                    <a:pt x="11878" y="9263"/>
                    <a:pt x="10366" y="10775"/>
                    <a:pt x="8570" y="10775"/>
                  </a:cubicBezTo>
                  <a:cubicBezTo>
                    <a:pt x="6743" y="10775"/>
                    <a:pt x="5262" y="9263"/>
                    <a:pt x="5262" y="7467"/>
                  </a:cubicBezTo>
                  <a:cubicBezTo>
                    <a:pt x="5262" y="5609"/>
                    <a:pt x="6743" y="4159"/>
                    <a:pt x="8570" y="4159"/>
                  </a:cubicBezTo>
                  <a:close/>
                  <a:moveTo>
                    <a:pt x="3781" y="1"/>
                  </a:moveTo>
                  <a:cubicBezTo>
                    <a:pt x="1797" y="1"/>
                    <a:pt x="64" y="851"/>
                    <a:pt x="64" y="2112"/>
                  </a:cubicBezTo>
                  <a:lnTo>
                    <a:pt x="64" y="9547"/>
                  </a:lnTo>
                  <a:cubicBezTo>
                    <a:pt x="1" y="10082"/>
                    <a:pt x="442" y="10649"/>
                    <a:pt x="1230" y="11027"/>
                  </a:cubicBezTo>
                  <a:cubicBezTo>
                    <a:pt x="1891" y="11405"/>
                    <a:pt x="2805" y="11563"/>
                    <a:pt x="3750" y="11563"/>
                  </a:cubicBezTo>
                  <a:cubicBezTo>
                    <a:pt x="4790" y="11563"/>
                    <a:pt x="5735" y="11311"/>
                    <a:pt x="6428" y="10964"/>
                  </a:cubicBezTo>
                  <a:cubicBezTo>
                    <a:pt x="7058" y="11342"/>
                    <a:pt x="7814" y="11563"/>
                    <a:pt x="8602" y="11563"/>
                  </a:cubicBezTo>
                  <a:cubicBezTo>
                    <a:pt x="10870" y="11563"/>
                    <a:pt x="12729" y="9704"/>
                    <a:pt x="12729" y="7404"/>
                  </a:cubicBezTo>
                  <a:cubicBezTo>
                    <a:pt x="12729" y="5136"/>
                    <a:pt x="10870" y="3277"/>
                    <a:pt x="8602" y="3277"/>
                  </a:cubicBezTo>
                  <a:cubicBezTo>
                    <a:pt x="8192" y="3277"/>
                    <a:pt x="7846" y="3309"/>
                    <a:pt x="7499" y="3435"/>
                  </a:cubicBezTo>
                  <a:lnTo>
                    <a:pt x="7499" y="2049"/>
                  </a:lnTo>
                  <a:cubicBezTo>
                    <a:pt x="7499" y="1481"/>
                    <a:pt x="7058" y="914"/>
                    <a:pt x="6302" y="536"/>
                  </a:cubicBezTo>
                  <a:cubicBezTo>
                    <a:pt x="5640" y="158"/>
                    <a:pt x="4727" y="1"/>
                    <a:pt x="378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13233;p87">
              <a:extLst>
                <a:ext uri="{FF2B5EF4-FFF2-40B4-BE49-F238E27FC236}">
                  <a16:creationId xmlns:a16="http://schemas.microsoft.com/office/drawing/2014/main" id="{651D49AE-B4BC-4D1C-9DEF-BB55B6D79594}"/>
                </a:ext>
              </a:extLst>
            </p:cNvPr>
            <p:cNvSpPr/>
            <p:nvPr/>
          </p:nvSpPr>
          <p:spPr>
            <a:xfrm>
              <a:off x="-62335475" y="2804325"/>
              <a:ext cx="62250" cy="146525"/>
            </a:xfrm>
            <a:custGeom>
              <a:avLst/>
              <a:gdLst/>
              <a:ahLst/>
              <a:cxnLst/>
              <a:rect l="l" t="t" r="r" b="b"/>
              <a:pathLst>
                <a:path w="2490" h="5861" extrusionOk="0">
                  <a:moveTo>
                    <a:pt x="1261" y="0"/>
                  </a:moveTo>
                  <a:cubicBezTo>
                    <a:pt x="1009" y="0"/>
                    <a:pt x="820" y="189"/>
                    <a:pt x="820" y="410"/>
                  </a:cubicBezTo>
                  <a:lnTo>
                    <a:pt x="820" y="694"/>
                  </a:lnTo>
                  <a:cubicBezTo>
                    <a:pt x="348" y="851"/>
                    <a:pt x="1" y="1324"/>
                    <a:pt x="1" y="1891"/>
                  </a:cubicBezTo>
                  <a:cubicBezTo>
                    <a:pt x="1" y="2552"/>
                    <a:pt x="537" y="2930"/>
                    <a:pt x="978" y="3245"/>
                  </a:cubicBezTo>
                  <a:cubicBezTo>
                    <a:pt x="1293" y="3497"/>
                    <a:pt x="1639" y="3718"/>
                    <a:pt x="1639" y="3970"/>
                  </a:cubicBezTo>
                  <a:cubicBezTo>
                    <a:pt x="1671" y="4254"/>
                    <a:pt x="1482" y="4411"/>
                    <a:pt x="1261" y="4411"/>
                  </a:cubicBezTo>
                  <a:cubicBezTo>
                    <a:pt x="1009" y="4411"/>
                    <a:pt x="820" y="4191"/>
                    <a:pt x="820" y="3970"/>
                  </a:cubicBezTo>
                  <a:cubicBezTo>
                    <a:pt x="820" y="3718"/>
                    <a:pt x="631" y="3529"/>
                    <a:pt x="411" y="3529"/>
                  </a:cubicBezTo>
                  <a:cubicBezTo>
                    <a:pt x="190" y="3529"/>
                    <a:pt x="1" y="3718"/>
                    <a:pt x="1" y="3970"/>
                  </a:cubicBezTo>
                  <a:cubicBezTo>
                    <a:pt x="1" y="4506"/>
                    <a:pt x="348" y="4947"/>
                    <a:pt x="820" y="5136"/>
                  </a:cubicBezTo>
                  <a:lnTo>
                    <a:pt x="820" y="5419"/>
                  </a:lnTo>
                  <a:cubicBezTo>
                    <a:pt x="820" y="5671"/>
                    <a:pt x="1009" y="5860"/>
                    <a:pt x="1261" y="5860"/>
                  </a:cubicBezTo>
                  <a:cubicBezTo>
                    <a:pt x="1482" y="5860"/>
                    <a:pt x="1639" y="5671"/>
                    <a:pt x="1639" y="5419"/>
                  </a:cubicBezTo>
                  <a:lnTo>
                    <a:pt x="1639" y="5136"/>
                  </a:lnTo>
                  <a:cubicBezTo>
                    <a:pt x="2112" y="4978"/>
                    <a:pt x="2458" y="4506"/>
                    <a:pt x="2458" y="3970"/>
                  </a:cubicBezTo>
                  <a:cubicBezTo>
                    <a:pt x="2458" y="3308"/>
                    <a:pt x="1923" y="2899"/>
                    <a:pt x="1482" y="2584"/>
                  </a:cubicBezTo>
                  <a:cubicBezTo>
                    <a:pt x="1167" y="2363"/>
                    <a:pt x="820" y="2111"/>
                    <a:pt x="820" y="1891"/>
                  </a:cubicBezTo>
                  <a:cubicBezTo>
                    <a:pt x="820" y="1639"/>
                    <a:pt x="1009" y="1450"/>
                    <a:pt x="1261" y="1450"/>
                  </a:cubicBezTo>
                  <a:cubicBezTo>
                    <a:pt x="1482" y="1450"/>
                    <a:pt x="1639" y="1639"/>
                    <a:pt x="1639" y="1891"/>
                  </a:cubicBezTo>
                  <a:cubicBezTo>
                    <a:pt x="1639" y="2111"/>
                    <a:pt x="1860" y="2300"/>
                    <a:pt x="2049" y="2300"/>
                  </a:cubicBezTo>
                  <a:cubicBezTo>
                    <a:pt x="2269" y="2300"/>
                    <a:pt x="2490" y="2111"/>
                    <a:pt x="2490" y="1891"/>
                  </a:cubicBezTo>
                  <a:cubicBezTo>
                    <a:pt x="2490" y="1324"/>
                    <a:pt x="2112" y="883"/>
                    <a:pt x="1639" y="694"/>
                  </a:cubicBezTo>
                  <a:lnTo>
                    <a:pt x="1639" y="410"/>
                  </a:lnTo>
                  <a:cubicBezTo>
                    <a:pt x="1639" y="189"/>
                    <a:pt x="1450" y="0"/>
                    <a:pt x="12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38" name="Google Shape;12885;p86">
            <a:extLst>
              <a:ext uri="{FF2B5EF4-FFF2-40B4-BE49-F238E27FC236}">
                <a16:creationId xmlns:a16="http://schemas.microsoft.com/office/drawing/2014/main" id="{16BF821F-599F-4B29-A4F0-19B31C8CDB44}"/>
              </a:ext>
            </a:extLst>
          </p:cNvPr>
          <p:cNvSpPr/>
          <p:nvPr/>
        </p:nvSpPr>
        <p:spPr>
          <a:xfrm>
            <a:off x="5827309" y="2536386"/>
            <a:ext cx="537381" cy="497706"/>
          </a:xfrm>
          <a:custGeom>
            <a:avLst/>
            <a:gdLst/>
            <a:ahLst/>
            <a:cxnLst/>
            <a:rect l="l" t="t" r="r" b="b"/>
            <a:pathLst>
              <a:path w="12761" h="12653" extrusionOk="0">
                <a:moveTo>
                  <a:pt x="6396" y="866"/>
                </a:moveTo>
                <a:lnTo>
                  <a:pt x="11469" y="3796"/>
                </a:lnTo>
                <a:cubicBezTo>
                  <a:pt x="8759" y="5340"/>
                  <a:pt x="12729" y="3072"/>
                  <a:pt x="6396" y="6695"/>
                </a:cubicBezTo>
                <a:cubicBezTo>
                  <a:pt x="1" y="3072"/>
                  <a:pt x="4097" y="5403"/>
                  <a:pt x="1324" y="3796"/>
                </a:cubicBezTo>
                <a:lnTo>
                  <a:pt x="6396" y="866"/>
                </a:lnTo>
                <a:close/>
                <a:moveTo>
                  <a:pt x="10208" y="5498"/>
                </a:moveTo>
                <a:lnTo>
                  <a:pt x="10208" y="8081"/>
                </a:lnTo>
                <a:cubicBezTo>
                  <a:pt x="10177" y="8207"/>
                  <a:pt x="10051" y="8365"/>
                  <a:pt x="9925" y="8428"/>
                </a:cubicBezTo>
                <a:cubicBezTo>
                  <a:pt x="9312" y="8970"/>
                  <a:pt x="7887" y="9300"/>
                  <a:pt x="6364" y="9300"/>
                </a:cubicBezTo>
                <a:cubicBezTo>
                  <a:pt x="5852" y="9300"/>
                  <a:pt x="5329" y="9263"/>
                  <a:pt x="4821" y="9184"/>
                </a:cubicBezTo>
                <a:cubicBezTo>
                  <a:pt x="4317" y="9121"/>
                  <a:pt x="3718" y="8963"/>
                  <a:pt x="3246" y="8711"/>
                </a:cubicBezTo>
                <a:cubicBezTo>
                  <a:pt x="2994" y="8585"/>
                  <a:pt x="2584" y="8333"/>
                  <a:pt x="2584" y="8050"/>
                </a:cubicBezTo>
                <a:lnTo>
                  <a:pt x="2584" y="5498"/>
                </a:lnTo>
                <a:cubicBezTo>
                  <a:pt x="4412" y="6537"/>
                  <a:pt x="4317" y="6474"/>
                  <a:pt x="6207" y="7545"/>
                </a:cubicBezTo>
                <a:cubicBezTo>
                  <a:pt x="6255" y="7577"/>
                  <a:pt x="6318" y="7593"/>
                  <a:pt x="6385" y="7593"/>
                </a:cubicBezTo>
                <a:cubicBezTo>
                  <a:pt x="6452" y="7593"/>
                  <a:pt x="6522" y="7577"/>
                  <a:pt x="6585" y="7545"/>
                </a:cubicBezTo>
                <a:cubicBezTo>
                  <a:pt x="6617" y="7482"/>
                  <a:pt x="9925" y="5592"/>
                  <a:pt x="10208" y="5498"/>
                </a:cubicBezTo>
                <a:close/>
                <a:moveTo>
                  <a:pt x="6385" y="0"/>
                </a:moveTo>
                <a:cubicBezTo>
                  <a:pt x="6318" y="0"/>
                  <a:pt x="6255" y="16"/>
                  <a:pt x="6207" y="47"/>
                </a:cubicBezTo>
                <a:lnTo>
                  <a:pt x="284" y="3450"/>
                </a:lnTo>
                <a:cubicBezTo>
                  <a:pt x="1" y="3607"/>
                  <a:pt x="1" y="3985"/>
                  <a:pt x="284" y="4143"/>
                </a:cubicBezTo>
                <a:lnTo>
                  <a:pt x="1797" y="4962"/>
                </a:lnTo>
                <a:lnTo>
                  <a:pt x="1797" y="8018"/>
                </a:lnTo>
                <a:cubicBezTo>
                  <a:pt x="1797" y="8711"/>
                  <a:pt x="2458" y="9215"/>
                  <a:pt x="3088" y="9499"/>
                </a:cubicBezTo>
                <a:cubicBezTo>
                  <a:pt x="3994" y="9903"/>
                  <a:pt x="5215" y="10104"/>
                  <a:pt x="6430" y="10104"/>
                </a:cubicBezTo>
                <a:cubicBezTo>
                  <a:pt x="7963" y="10104"/>
                  <a:pt x="9488" y="9785"/>
                  <a:pt x="10366" y="9152"/>
                </a:cubicBezTo>
                <a:cubicBezTo>
                  <a:pt x="10776" y="8869"/>
                  <a:pt x="11091" y="8491"/>
                  <a:pt x="11091" y="8018"/>
                </a:cubicBezTo>
                <a:lnTo>
                  <a:pt x="11091" y="4962"/>
                </a:lnTo>
                <a:lnTo>
                  <a:pt x="11941" y="4490"/>
                </a:lnTo>
                <a:lnTo>
                  <a:pt x="11941" y="12208"/>
                </a:lnTo>
                <a:cubicBezTo>
                  <a:pt x="11941" y="12429"/>
                  <a:pt x="12099" y="12618"/>
                  <a:pt x="12288" y="12649"/>
                </a:cubicBezTo>
                <a:cubicBezTo>
                  <a:pt x="12306" y="12652"/>
                  <a:pt x="12325" y="12653"/>
                  <a:pt x="12343" y="12653"/>
                </a:cubicBezTo>
                <a:cubicBezTo>
                  <a:pt x="12571" y="12653"/>
                  <a:pt x="12760" y="12475"/>
                  <a:pt x="12760" y="12271"/>
                </a:cubicBezTo>
                <a:lnTo>
                  <a:pt x="12760" y="3796"/>
                </a:lnTo>
                <a:cubicBezTo>
                  <a:pt x="12729" y="3639"/>
                  <a:pt x="12666" y="3513"/>
                  <a:pt x="12508" y="3450"/>
                </a:cubicBezTo>
                <a:lnTo>
                  <a:pt x="6585" y="47"/>
                </a:lnTo>
                <a:cubicBezTo>
                  <a:pt x="6522" y="16"/>
                  <a:pt x="6452" y="0"/>
                  <a:pt x="6385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12971;p86">
            <a:extLst>
              <a:ext uri="{FF2B5EF4-FFF2-40B4-BE49-F238E27FC236}">
                <a16:creationId xmlns:a16="http://schemas.microsoft.com/office/drawing/2014/main" id="{10F8E8A4-958E-49B6-8CA3-24E9273CB4DF}"/>
              </a:ext>
            </a:extLst>
          </p:cNvPr>
          <p:cNvSpPr/>
          <p:nvPr/>
        </p:nvSpPr>
        <p:spPr>
          <a:xfrm>
            <a:off x="9498319" y="2536386"/>
            <a:ext cx="490461" cy="445010"/>
          </a:xfrm>
          <a:custGeom>
            <a:avLst/>
            <a:gdLst/>
            <a:ahLst/>
            <a:cxnLst/>
            <a:rect l="l" t="t" r="r" b="b"/>
            <a:pathLst>
              <a:path w="11815" h="10524" extrusionOk="0">
                <a:moveTo>
                  <a:pt x="8664" y="726"/>
                </a:moveTo>
                <a:cubicBezTo>
                  <a:pt x="9326" y="726"/>
                  <a:pt x="9956" y="1009"/>
                  <a:pt x="10428" y="1482"/>
                </a:cubicBezTo>
                <a:cubicBezTo>
                  <a:pt x="10869" y="1954"/>
                  <a:pt x="11090" y="2616"/>
                  <a:pt x="11090" y="3309"/>
                </a:cubicBezTo>
                <a:cubicBezTo>
                  <a:pt x="11090" y="4191"/>
                  <a:pt x="10712" y="4853"/>
                  <a:pt x="10082" y="5577"/>
                </a:cubicBezTo>
                <a:lnTo>
                  <a:pt x="7435" y="5577"/>
                </a:lnTo>
                <a:cubicBezTo>
                  <a:pt x="7309" y="5577"/>
                  <a:pt x="7215" y="5640"/>
                  <a:pt x="7120" y="5735"/>
                </a:cubicBezTo>
                <a:lnTo>
                  <a:pt x="6648" y="6522"/>
                </a:lnTo>
                <a:lnTo>
                  <a:pt x="5545" y="3687"/>
                </a:lnTo>
                <a:cubicBezTo>
                  <a:pt x="5514" y="3561"/>
                  <a:pt x="5388" y="3435"/>
                  <a:pt x="5230" y="3435"/>
                </a:cubicBezTo>
                <a:cubicBezTo>
                  <a:pt x="5073" y="3435"/>
                  <a:pt x="4947" y="3529"/>
                  <a:pt x="4915" y="3624"/>
                </a:cubicBezTo>
                <a:lnTo>
                  <a:pt x="4096" y="5514"/>
                </a:lnTo>
                <a:lnTo>
                  <a:pt x="1702" y="5514"/>
                </a:lnTo>
                <a:cubicBezTo>
                  <a:pt x="1103" y="4853"/>
                  <a:pt x="693" y="4191"/>
                  <a:pt x="693" y="3309"/>
                </a:cubicBezTo>
                <a:cubicBezTo>
                  <a:pt x="693" y="2616"/>
                  <a:pt x="945" y="1986"/>
                  <a:pt x="1355" y="1482"/>
                </a:cubicBezTo>
                <a:cubicBezTo>
                  <a:pt x="1796" y="1009"/>
                  <a:pt x="2426" y="726"/>
                  <a:pt x="3151" y="726"/>
                </a:cubicBezTo>
                <a:cubicBezTo>
                  <a:pt x="4096" y="726"/>
                  <a:pt x="4726" y="1293"/>
                  <a:pt x="5073" y="1797"/>
                </a:cubicBezTo>
                <a:cubicBezTo>
                  <a:pt x="5388" y="2206"/>
                  <a:pt x="5545" y="2647"/>
                  <a:pt x="5577" y="2836"/>
                </a:cubicBezTo>
                <a:cubicBezTo>
                  <a:pt x="5608" y="2994"/>
                  <a:pt x="5766" y="3088"/>
                  <a:pt x="5892" y="3088"/>
                </a:cubicBezTo>
                <a:cubicBezTo>
                  <a:pt x="6049" y="3088"/>
                  <a:pt x="6175" y="2994"/>
                  <a:pt x="6207" y="2836"/>
                </a:cubicBezTo>
                <a:cubicBezTo>
                  <a:pt x="6238" y="2679"/>
                  <a:pt x="6459" y="2206"/>
                  <a:pt x="6742" y="1797"/>
                </a:cubicBezTo>
                <a:cubicBezTo>
                  <a:pt x="7089" y="1293"/>
                  <a:pt x="7687" y="726"/>
                  <a:pt x="8664" y="726"/>
                </a:cubicBezTo>
                <a:close/>
                <a:moveTo>
                  <a:pt x="5293" y="4790"/>
                </a:moveTo>
                <a:lnTo>
                  <a:pt x="6364" y="7468"/>
                </a:lnTo>
                <a:cubicBezTo>
                  <a:pt x="6396" y="7562"/>
                  <a:pt x="6522" y="7657"/>
                  <a:pt x="6648" y="7688"/>
                </a:cubicBezTo>
                <a:lnTo>
                  <a:pt x="6679" y="7688"/>
                </a:lnTo>
                <a:cubicBezTo>
                  <a:pt x="6805" y="7688"/>
                  <a:pt x="6931" y="7625"/>
                  <a:pt x="6994" y="7531"/>
                </a:cubicBezTo>
                <a:lnTo>
                  <a:pt x="7750" y="6302"/>
                </a:lnTo>
                <a:lnTo>
                  <a:pt x="9483" y="6302"/>
                </a:lnTo>
                <a:cubicBezTo>
                  <a:pt x="9168" y="6459"/>
                  <a:pt x="8916" y="6711"/>
                  <a:pt x="8664" y="6932"/>
                </a:cubicBezTo>
                <a:cubicBezTo>
                  <a:pt x="7813" y="7688"/>
                  <a:pt x="6868" y="8507"/>
                  <a:pt x="5923" y="9610"/>
                </a:cubicBezTo>
                <a:cubicBezTo>
                  <a:pt x="4978" y="8507"/>
                  <a:pt x="4033" y="7688"/>
                  <a:pt x="3214" y="6932"/>
                </a:cubicBezTo>
                <a:cubicBezTo>
                  <a:pt x="2930" y="6711"/>
                  <a:pt x="2710" y="6459"/>
                  <a:pt x="2458" y="6270"/>
                </a:cubicBezTo>
                <a:lnTo>
                  <a:pt x="4411" y="6270"/>
                </a:lnTo>
                <a:cubicBezTo>
                  <a:pt x="4505" y="6270"/>
                  <a:pt x="4663" y="6207"/>
                  <a:pt x="4726" y="6081"/>
                </a:cubicBezTo>
                <a:lnTo>
                  <a:pt x="5293" y="4790"/>
                </a:lnTo>
                <a:close/>
                <a:moveTo>
                  <a:pt x="3151" y="1"/>
                </a:moveTo>
                <a:cubicBezTo>
                  <a:pt x="2269" y="1"/>
                  <a:pt x="1449" y="379"/>
                  <a:pt x="851" y="1009"/>
                </a:cubicBezTo>
                <a:cubicBezTo>
                  <a:pt x="315" y="1576"/>
                  <a:pt x="0" y="2427"/>
                  <a:pt x="0" y="3309"/>
                </a:cubicBezTo>
                <a:cubicBezTo>
                  <a:pt x="0" y="4097"/>
                  <a:pt x="252" y="4821"/>
                  <a:pt x="819" y="5514"/>
                </a:cubicBezTo>
                <a:lnTo>
                  <a:pt x="819" y="5577"/>
                </a:lnTo>
                <a:lnTo>
                  <a:pt x="347" y="5577"/>
                </a:lnTo>
                <a:cubicBezTo>
                  <a:pt x="158" y="5577"/>
                  <a:pt x="0" y="5735"/>
                  <a:pt x="0" y="5924"/>
                </a:cubicBezTo>
                <a:cubicBezTo>
                  <a:pt x="0" y="6113"/>
                  <a:pt x="158" y="6270"/>
                  <a:pt x="347" y="6270"/>
                </a:cubicBezTo>
                <a:lnTo>
                  <a:pt x="1418" y="6270"/>
                </a:lnTo>
                <a:cubicBezTo>
                  <a:pt x="1796" y="6680"/>
                  <a:pt x="2237" y="7058"/>
                  <a:pt x="2710" y="7468"/>
                </a:cubicBezTo>
                <a:cubicBezTo>
                  <a:pt x="3623" y="8255"/>
                  <a:pt x="4600" y="9137"/>
                  <a:pt x="5640" y="10366"/>
                </a:cubicBezTo>
                <a:lnTo>
                  <a:pt x="5640" y="10397"/>
                </a:lnTo>
                <a:cubicBezTo>
                  <a:pt x="5703" y="10492"/>
                  <a:pt x="5797" y="10524"/>
                  <a:pt x="5892" y="10524"/>
                </a:cubicBezTo>
                <a:cubicBezTo>
                  <a:pt x="6018" y="10524"/>
                  <a:pt x="6081" y="10492"/>
                  <a:pt x="6175" y="10397"/>
                </a:cubicBezTo>
                <a:lnTo>
                  <a:pt x="6175" y="10366"/>
                </a:lnTo>
                <a:cubicBezTo>
                  <a:pt x="7152" y="9137"/>
                  <a:pt x="8192" y="8287"/>
                  <a:pt x="9074" y="7468"/>
                </a:cubicBezTo>
                <a:cubicBezTo>
                  <a:pt x="9546" y="7026"/>
                  <a:pt x="9987" y="6617"/>
                  <a:pt x="10397" y="6270"/>
                </a:cubicBezTo>
                <a:lnTo>
                  <a:pt x="11437" y="6270"/>
                </a:lnTo>
                <a:cubicBezTo>
                  <a:pt x="11657" y="6270"/>
                  <a:pt x="11815" y="6113"/>
                  <a:pt x="11815" y="5924"/>
                </a:cubicBezTo>
                <a:cubicBezTo>
                  <a:pt x="11815" y="5735"/>
                  <a:pt x="11657" y="5577"/>
                  <a:pt x="11437" y="5577"/>
                </a:cubicBezTo>
                <a:lnTo>
                  <a:pt x="10964" y="5577"/>
                </a:lnTo>
                <a:lnTo>
                  <a:pt x="10964" y="5514"/>
                </a:lnTo>
                <a:cubicBezTo>
                  <a:pt x="11531" y="4821"/>
                  <a:pt x="11815" y="4097"/>
                  <a:pt x="11815" y="3309"/>
                </a:cubicBezTo>
                <a:cubicBezTo>
                  <a:pt x="11815" y="2458"/>
                  <a:pt x="11500" y="1639"/>
                  <a:pt x="10932" y="1009"/>
                </a:cubicBezTo>
                <a:cubicBezTo>
                  <a:pt x="10365" y="379"/>
                  <a:pt x="9578" y="1"/>
                  <a:pt x="8664" y="1"/>
                </a:cubicBezTo>
                <a:cubicBezTo>
                  <a:pt x="7404" y="1"/>
                  <a:pt x="6616" y="757"/>
                  <a:pt x="6175" y="1387"/>
                </a:cubicBezTo>
                <a:cubicBezTo>
                  <a:pt x="6049" y="1545"/>
                  <a:pt x="5986" y="1702"/>
                  <a:pt x="5892" y="1860"/>
                </a:cubicBezTo>
                <a:cubicBezTo>
                  <a:pt x="5829" y="1702"/>
                  <a:pt x="5703" y="1545"/>
                  <a:pt x="5640" y="1387"/>
                </a:cubicBezTo>
                <a:cubicBezTo>
                  <a:pt x="5199" y="757"/>
                  <a:pt x="4411" y="1"/>
                  <a:pt x="315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IT Services by Slidesgo">
  <a:themeElements>
    <a:clrScheme name="Simple Light">
      <a:dk1>
        <a:srgbClr val="343434"/>
      </a:dk1>
      <a:lt1>
        <a:srgbClr val="FFFFFF"/>
      </a:lt1>
      <a:dk2>
        <a:srgbClr val="343434"/>
      </a:dk2>
      <a:lt2>
        <a:srgbClr val="F0F7ED"/>
      </a:lt2>
      <a:accent1>
        <a:srgbClr val="00899D"/>
      </a:accent1>
      <a:accent2>
        <a:srgbClr val="FF7210"/>
      </a:accent2>
      <a:accent3>
        <a:srgbClr val="343434"/>
      </a:accent3>
      <a:accent4>
        <a:srgbClr val="CECECE"/>
      </a:accent4>
      <a:accent5>
        <a:srgbClr val="00BBC1"/>
      </a:accent5>
      <a:accent6>
        <a:srgbClr val="D5DEE4"/>
      </a:accent6>
      <a:hlink>
        <a:srgbClr val="F0F7E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2045</TotalTime>
  <Words>1149</Words>
  <Application>Microsoft Office PowerPoint</Application>
  <PresentationFormat>Widescreen</PresentationFormat>
  <Paragraphs>134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20</vt:i4>
      </vt:variant>
    </vt:vector>
  </HeadingPairs>
  <TitlesOfParts>
    <vt:vector size="30" baseType="lpstr">
      <vt:lpstr>Arial</vt:lpstr>
      <vt:lpstr>Barlow</vt:lpstr>
      <vt:lpstr>Calibri</vt:lpstr>
      <vt:lpstr>Calibri Light</vt:lpstr>
      <vt:lpstr>Lato</vt:lpstr>
      <vt:lpstr>Muli</vt:lpstr>
      <vt:lpstr>Roboto</vt:lpstr>
      <vt:lpstr>Wingdings</vt:lpstr>
      <vt:lpstr>Office Theme</vt:lpstr>
      <vt:lpstr>IT Services by Slidesgo</vt:lpstr>
      <vt:lpstr>Analiza și proiectarea sistemelor informatice</vt:lpstr>
      <vt:lpstr>Diagrama de activitate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Studiu individual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Proiectarea sistemelor informatice</dc:title>
  <dc:creator>Anca Andreescu</dc:creator>
  <cp:lastModifiedBy>Anca Andreescu</cp:lastModifiedBy>
  <cp:revision>258</cp:revision>
  <dcterms:created xsi:type="dcterms:W3CDTF">2020-11-04T08:12:41Z</dcterms:created>
  <dcterms:modified xsi:type="dcterms:W3CDTF">2026-09-16T06:49:16Z</dcterms:modified>
</cp:coreProperties>
</file>