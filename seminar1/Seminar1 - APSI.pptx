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70" r:id="rId3"/>
    <p:sldId id="277" r:id="rId4"/>
    <p:sldId id="273" r:id="rId5"/>
    <p:sldId id="287" r:id="rId6"/>
    <p:sldId id="275" r:id="rId7"/>
    <p:sldId id="290" r:id="rId8"/>
    <p:sldId id="291" r:id="rId9"/>
    <p:sldId id="288" r:id="rId10"/>
    <p:sldId id="293" r:id="rId11"/>
    <p:sldId id="294" r:id="rId12"/>
    <p:sldId id="295" r:id="rId13"/>
    <p:sldId id="296" r:id="rId14"/>
    <p:sldId id="298" r:id="rId15"/>
    <p:sldId id="303" r:id="rId16"/>
    <p:sldId id="300" r:id="rId17"/>
    <p:sldId id="301" r:id="rId18"/>
    <p:sldId id="262" r:id="rId19"/>
    <p:sldId id="302" r:id="rId20"/>
    <p:sldId id="274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37" autoAdjust="0"/>
  </p:normalViewPr>
  <p:slideViewPr>
    <p:cSldViewPr snapToGrid="0">
      <p:cViewPr varScale="1">
        <p:scale>
          <a:sx n="73" d="100"/>
          <a:sy n="73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#1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83FDFD-F3A0-4969-B6D4-46F2ED8083CC}" type="doc">
      <dgm:prSet loTypeId="urn:microsoft.com/office/officeart/2005/8/layout/radial6" loCatId="cycle" qsTypeId="urn:microsoft.com/office/officeart/2005/8/quickstyle/3d5#1" qsCatId="3D" csTypeId="urn:microsoft.com/office/officeart/2005/8/colors/accent5_2#1" csCatId="accent5" phldr="1"/>
      <dgm:spPr/>
      <dgm:t>
        <a:bodyPr/>
        <a:lstStyle/>
        <a:p>
          <a:endParaRPr lang="en-US"/>
        </a:p>
      </dgm:t>
    </dgm:pt>
    <dgm:pt modelId="{2A106D18-B12F-4B9D-96DA-2AE0BC123831}">
      <dgm:prSet phldrT="[Text]"/>
      <dgm:spPr/>
      <dgm:t>
        <a:bodyPr/>
        <a:lstStyle/>
        <a:p>
          <a:r>
            <a:rPr lang="ro-RO" b="1"/>
            <a:t>Metodologie</a:t>
          </a:r>
          <a:endParaRPr lang="en-US" b="1"/>
        </a:p>
      </dgm:t>
    </dgm:pt>
    <dgm:pt modelId="{7C94B202-4376-4B32-BDBB-198D95771D80}" type="parTrans" cxnId="{438F2A7A-5D57-452E-B1C4-4901913AEF0F}">
      <dgm:prSet/>
      <dgm:spPr/>
      <dgm:t>
        <a:bodyPr/>
        <a:lstStyle/>
        <a:p>
          <a:endParaRPr lang="en-US" b="1"/>
        </a:p>
      </dgm:t>
    </dgm:pt>
    <dgm:pt modelId="{C4DBDDAD-A00F-4917-A5D2-C7DC94444EF1}" type="sibTrans" cxnId="{438F2A7A-5D57-452E-B1C4-4901913AEF0F}">
      <dgm:prSet/>
      <dgm:spPr/>
      <dgm:t>
        <a:bodyPr/>
        <a:lstStyle/>
        <a:p>
          <a:endParaRPr lang="en-US" b="1"/>
        </a:p>
      </dgm:t>
    </dgm:pt>
    <dgm:pt modelId="{B8C2001A-F2D8-4C02-9D3C-AC5B74010567}">
      <dgm:prSet phldrT="[Text]"/>
      <dgm:spPr/>
      <dgm:t>
        <a:bodyPr/>
        <a:lstStyle/>
        <a:p>
          <a:r>
            <a:rPr lang="ro-RO" b="1" dirty="0"/>
            <a:t>Proces</a:t>
          </a:r>
          <a:endParaRPr lang="en-US" b="1" dirty="0"/>
        </a:p>
      </dgm:t>
    </dgm:pt>
    <dgm:pt modelId="{2E32E68E-A7D1-4AAE-AEA7-1C914DCCA7DD}" type="parTrans" cxnId="{CAA2BCAE-424B-4E01-AC41-C82B2650ABEA}">
      <dgm:prSet/>
      <dgm:spPr/>
      <dgm:t>
        <a:bodyPr/>
        <a:lstStyle/>
        <a:p>
          <a:endParaRPr lang="en-US" b="1"/>
        </a:p>
      </dgm:t>
    </dgm:pt>
    <dgm:pt modelId="{FF440482-6F82-49DB-A1BB-A663B8C52CDA}" type="sibTrans" cxnId="{CAA2BCAE-424B-4E01-AC41-C82B2650ABEA}">
      <dgm:prSet/>
      <dgm:spPr/>
      <dgm:t>
        <a:bodyPr/>
        <a:lstStyle/>
        <a:p>
          <a:endParaRPr lang="en-US" b="1"/>
        </a:p>
      </dgm:t>
    </dgm:pt>
    <dgm:pt modelId="{3B36F82B-3E11-4AE3-9972-07CE45C0692C}">
      <dgm:prSet phldrT="[Text]"/>
      <dgm:spPr/>
      <dgm:t>
        <a:bodyPr/>
        <a:lstStyle/>
        <a:p>
          <a:r>
            <a:rPr lang="ro-RO" b="1" dirty="0"/>
            <a:t>Reguli și indicații</a:t>
          </a:r>
          <a:endParaRPr lang="en-US" b="1" dirty="0"/>
        </a:p>
      </dgm:t>
    </dgm:pt>
    <dgm:pt modelId="{88FDE20B-3737-4607-AC0F-F4FA15F6DD8F}" type="parTrans" cxnId="{00EB5142-5A8A-4E7F-972E-53956F2AEFA7}">
      <dgm:prSet/>
      <dgm:spPr/>
      <dgm:t>
        <a:bodyPr/>
        <a:lstStyle/>
        <a:p>
          <a:endParaRPr lang="en-US" b="1"/>
        </a:p>
      </dgm:t>
    </dgm:pt>
    <dgm:pt modelId="{158F8DEC-706C-474E-AEDF-E641E9E78DA1}" type="sibTrans" cxnId="{00EB5142-5A8A-4E7F-972E-53956F2AEFA7}">
      <dgm:prSet/>
      <dgm:spPr/>
      <dgm:t>
        <a:bodyPr/>
        <a:lstStyle/>
        <a:p>
          <a:endParaRPr lang="en-US" b="1"/>
        </a:p>
      </dgm:t>
    </dgm:pt>
    <dgm:pt modelId="{3D061A46-9ED2-4F55-A870-7A7A3168AA5A}">
      <dgm:prSet phldrT="[Text]"/>
      <dgm:spPr/>
      <dgm:t>
        <a:bodyPr/>
        <a:lstStyle/>
        <a:p>
          <a:r>
            <a:rPr lang="ro-RO" b="1" dirty="0"/>
            <a:t>Vocabular</a:t>
          </a:r>
          <a:endParaRPr lang="en-US" b="1" dirty="0"/>
        </a:p>
      </dgm:t>
    </dgm:pt>
    <dgm:pt modelId="{61830268-311A-41D1-AF4A-199C307DFA08}" type="parTrans" cxnId="{85D66477-9D47-4675-A011-C24E9B8F441B}">
      <dgm:prSet/>
      <dgm:spPr/>
      <dgm:t>
        <a:bodyPr/>
        <a:lstStyle/>
        <a:p>
          <a:endParaRPr lang="en-US" b="1"/>
        </a:p>
      </dgm:t>
    </dgm:pt>
    <dgm:pt modelId="{1B289B92-A1C4-4AB4-93E7-1C8591C5E06F}" type="sibTrans" cxnId="{85D66477-9D47-4675-A011-C24E9B8F441B}">
      <dgm:prSet/>
      <dgm:spPr/>
      <dgm:t>
        <a:bodyPr/>
        <a:lstStyle/>
        <a:p>
          <a:endParaRPr lang="en-US" b="1"/>
        </a:p>
      </dgm:t>
    </dgm:pt>
    <dgm:pt modelId="{AA207C67-C3CF-41FB-83B6-70166CAD61F8}" type="pres">
      <dgm:prSet presAssocID="{0483FDFD-F3A0-4969-B6D4-46F2ED8083C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3326ED2-5303-4B0C-AFE8-26E2A501D684}" type="pres">
      <dgm:prSet presAssocID="{2A106D18-B12F-4B9D-96DA-2AE0BC123831}" presName="centerShape" presStyleLbl="node0" presStyleIdx="0" presStyleCnt="1"/>
      <dgm:spPr/>
    </dgm:pt>
    <dgm:pt modelId="{8B663C69-99A4-4C02-99AE-69DA6C24EC68}" type="pres">
      <dgm:prSet presAssocID="{B8C2001A-F2D8-4C02-9D3C-AC5B74010567}" presName="node" presStyleLbl="node1" presStyleIdx="0" presStyleCnt="3">
        <dgm:presLayoutVars>
          <dgm:bulletEnabled val="1"/>
        </dgm:presLayoutVars>
      </dgm:prSet>
      <dgm:spPr/>
    </dgm:pt>
    <dgm:pt modelId="{B8BD9738-30C1-4A6D-9471-491FE025F70E}" type="pres">
      <dgm:prSet presAssocID="{B8C2001A-F2D8-4C02-9D3C-AC5B74010567}" presName="dummy" presStyleCnt="0"/>
      <dgm:spPr/>
    </dgm:pt>
    <dgm:pt modelId="{9A36DB10-1F7E-4739-81B9-D6FB9BC4A61C}" type="pres">
      <dgm:prSet presAssocID="{FF440482-6F82-49DB-A1BB-A663B8C52CDA}" presName="sibTrans" presStyleLbl="sibTrans2D1" presStyleIdx="0" presStyleCnt="3"/>
      <dgm:spPr/>
    </dgm:pt>
    <dgm:pt modelId="{2967A259-05E6-40FA-9379-6EF3D0038343}" type="pres">
      <dgm:prSet presAssocID="{3B36F82B-3E11-4AE3-9972-07CE45C0692C}" presName="node" presStyleLbl="node1" presStyleIdx="1" presStyleCnt="3">
        <dgm:presLayoutVars>
          <dgm:bulletEnabled val="1"/>
        </dgm:presLayoutVars>
      </dgm:prSet>
      <dgm:spPr/>
    </dgm:pt>
    <dgm:pt modelId="{102AF1C3-7C19-472C-92BB-BF9B030BBB7B}" type="pres">
      <dgm:prSet presAssocID="{3B36F82B-3E11-4AE3-9972-07CE45C0692C}" presName="dummy" presStyleCnt="0"/>
      <dgm:spPr/>
    </dgm:pt>
    <dgm:pt modelId="{B0A75EDA-DB5F-47FF-8C79-A8FDA32B6BE7}" type="pres">
      <dgm:prSet presAssocID="{158F8DEC-706C-474E-AEDF-E641E9E78DA1}" presName="sibTrans" presStyleLbl="sibTrans2D1" presStyleIdx="1" presStyleCnt="3"/>
      <dgm:spPr/>
    </dgm:pt>
    <dgm:pt modelId="{1E2C56FF-6205-4C6F-8907-AC99924AF670}" type="pres">
      <dgm:prSet presAssocID="{3D061A46-9ED2-4F55-A870-7A7A3168AA5A}" presName="node" presStyleLbl="node1" presStyleIdx="2" presStyleCnt="3">
        <dgm:presLayoutVars>
          <dgm:bulletEnabled val="1"/>
        </dgm:presLayoutVars>
      </dgm:prSet>
      <dgm:spPr/>
    </dgm:pt>
    <dgm:pt modelId="{7376D216-C2E8-4439-AC11-5E44477AEE29}" type="pres">
      <dgm:prSet presAssocID="{3D061A46-9ED2-4F55-A870-7A7A3168AA5A}" presName="dummy" presStyleCnt="0"/>
      <dgm:spPr/>
    </dgm:pt>
    <dgm:pt modelId="{AECCD78C-86A7-4F77-B797-A597BAC40CDB}" type="pres">
      <dgm:prSet presAssocID="{1B289B92-A1C4-4AB4-93E7-1C8591C5E06F}" presName="sibTrans" presStyleLbl="sibTrans2D1" presStyleIdx="2" presStyleCnt="3"/>
      <dgm:spPr/>
    </dgm:pt>
  </dgm:ptLst>
  <dgm:cxnLst>
    <dgm:cxn modelId="{99D86E06-6BAD-40AA-BD2A-ADB9C464FEA6}" type="presOf" srcId="{158F8DEC-706C-474E-AEDF-E641E9E78DA1}" destId="{B0A75EDA-DB5F-47FF-8C79-A8FDA32B6BE7}" srcOrd="0" destOrd="0" presId="urn:microsoft.com/office/officeart/2005/8/layout/radial6"/>
    <dgm:cxn modelId="{6C2A470A-DF8F-4010-BA95-A2DF39030302}" type="presOf" srcId="{FF440482-6F82-49DB-A1BB-A663B8C52CDA}" destId="{9A36DB10-1F7E-4739-81B9-D6FB9BC4A61C}" srcOrd="0" destOrd="0" presId="urn:microsoft.com/office/officeart/2005/8/layout/radial6"/>
    <dgm:cxn modelId="{08FC9030-7AE5-459D-AA9F-5030B16AE493}" type="presOf" srcId="{2A106D18-B12F-4B9D-96DA-2AE0BC123831}" destId="{E3326ED2-5303-4B0C-AFE8-26E2A501D684}" srcOrd="0" destOrd="0" presId="urn:microsoft.com/office/officeart/2005/8/layout/radial6"/>
    <dgm:cxn modelId="{A876AF37-5A8E-46C1-BFDE-FEF03741936F}" type="presOf" srcId="{3B36F82B-3E11-4AE3-9972-07CE45C0692C}" destId="{2967A259-05E6-40FA-9379-6EF3D0038343}" srcOrd="0" destOrd="0" presId="urn:microsoft.com/office/officeart/2005/8/layout/radial6"/>
    <dgm:cxn modelId="{00EB5142-5A8A-4E7F-972E-53956F2AEFA7}" srcId="{2A106D18-B12F-4B9D-96DA-2AE0BC123831}" destId="{3B36F82B-3E11-4AE3-9972-07CE45C0692C}" srcOrd="1" destOrd="0" parTransId="{88FDE20B-3737-4607-AC0F-F4FA15F6DD8F}" sibTransId="{158F8DEC-706C-474E-AEDF-E641E9E78DA1}"/>
    <dgm:cxn modelId="{A7337F4F-5AD8-4DFF-B62C-86A150A65A63}" type="presOf" srcId="{0483FDFD-F3A0-4969-B6D4-46F2ED8083CC}" destId="{AA207C67-C3CF-41FB-83B6-70166CAD61F8}" srcOrd="0" destOrd="0" presId="urn:microsoft.com/office/officeart/2005/8/layout/radial6"/>
    <dgm:cxn modelId="{85D66477-9D47-4675-A011-C24E9B8F441B}" srcId="{2A106D18-B12F-4B9D-96DA-2AE0BC123831}" destId="{3D061A46-9ED2-4F55-A870-7A7A3168AA5A}" srcOrd="2" destOrd="0" parTransId="{61830268-311A-41D1-AF4A-199C307DFA08}" sibTransId="{1B289B92-A1C4-4AB4-93E7-1C8591C5E06F}"/>
    <dgm:cxn modelId="{438F2A7A-5D57-452E-B1C4-4901913AEF0F}" srcId="{0483FDFD-F3A0-4969-B6D4-46F2ED8083CC}" destId="{2A106D18-B12F-4B9D-96DA-2AE0BC123831}" srcOrd="0" destOrd="0" parTransId="{7C94B202-4376-4B32-BDBB-198D95771D80}" sibTransId="{C4DBDDAD-A00F-4917-A5D2-C7DC94444EF1}"/>
    <dgm:cxn modelId="{CAA2BCAE-424B-4E01-AC41-C82B2650ABEA}" srcId="{2A106D18-B12F-4B9D-96DA-2AE0BC123831}" destId="{B8C2001A-F2D8-4C02-9D3C-AC5B74010567}" srcOrd="0" destOrd="0" parTransId="{2E32E68E-A7D1-4AAE-AEA7-1C914DCCA7DD}" sibTransId="{FF440482-6F82-49DB-A1BB-A663B8C52CDA}"/>
    <dgm:cxn modelId="{9F6613B4-3818-4CAC-A88F-80F4D01D9E1F}" type="presOf" srcId="{B8C2001A-F2D8-4C02-9D3C-AC5B74010567}" destId="{8B663C69-99A4-4C02-99AE-69DA6C24EC68}" srcOrd="0" destOrd="0" presId="urn:microsoft.com/office/officeart/2005/8/layout/radial6"/>
    <dgm:cxn modelId="{D85D89D6-5E6F-4BE6-927A-16AE8E96B136}" type="presOf" srcId="{1B289B92-A1C4-4AB4-93E7-1C8591C5E06F}" destId="{AECCD78C-86A7-4F77-B797-A597BAC40CDB}" srcOrd="0" destOrd="0" presId="urn:microsoft.com/office/officeart/2005/8/layout/radial6"/>
    <dgm:cxn modelId="{FF5FE1E7-DBC9-45C5-AEFE-C24134F4FAC9}" type="presOf" srcId="{3D061A46-9ED2-4F55-A870-7A7A3168AA5A}" destId="{1E2C56FF-6205-4C6F-8907-AC99924AF670}" srcOrd="0" destOrd="0" presId="urn:microsoft.com/office/officeart/2005/8/layout/radial6"/>
    <dgm:cxn modelId="{D683AED7-E903-478A-9E45-4444BF9A9D8A}" type="presParOf" srcId="{AA207C67-C3CF-41FB-83B6-70166CAD61F8}" destId="{E3326ED2-5303-4B0C-AFE8-26E2A501D684}" srcOrd="0" destOrd="0" presId="urn:microsoft.com/office/officeart/2005/8/layout/radial6"/>
    <dgm:cxn modelId="{2AC2A321-25F5-4A38-AAE2-7F1D7526479E}" type="presParOf" srcId="{AA207C67-C3CF-41FB-83B6-70166CAD61F8}" destId="{8B663C69-99A4-4C02-99AE-69DA6C24EC68}" srcOrd="1" destOrd="0" presId="urn:microsoft.com/office/officeart/2005/8/layout/radial6"/>
    <dgm:cxn modelId="{34CCF936-7B50-4E21-9404-9280AE210D13}" type="presParOf" srcId="{AA207C67-C3CF-41FB-83B6-70166CAD61F8}" destId="{B8BD9738-30C1-4A6D-9471-491FE025F70E}" srcOrd="2" destOrd="0" presId="urn:microsoft.com/office/officeart/2005/8/layout/radial6"/>
    <dgm:cxn modelId="{85A65ADF-D515-40E8-A63F-B5100949D563}" type="presParOf" srcId="{AA207C67-C3CF-41FB-83B6-70166CAD61F8}" destId="{9A36DB10-1F7E-4739-81B9-D6FB9BC4A61C}" srcOrd="3" destOrd="0" presId="urn:microsoft.com/office/officeart/2005/8/layout/radial6"/>
    <dgm:cxn modelId="{71C6E9A1-5D6D-41D2-8B40-092611D7DD82}" type="presParOf" srcId="{AA207C67-C3CF-41FB-83B6-70166CAD61F8}" destId="{2967A259-05E6-40FA-9379-6EF3D0038343}" srcOrd="4" destOrd="0" presId="urn:microsoft.com/office/officeart/2005/8/layout/radial6"/>
    <dgm:cxn modelId="{F0B01BB1-3325-42F7-A642-D5D4A5834628}" type="presParOf" srcId="{AA207C67-C3CF-41FB-83B6-70166CAD61F8}" destId="{102AF1C3-7C19-472C-92BB-BF9B030BBB7B}" srcOrd="5" destOrd="0" presId="urn:microsoft.com/office/officeart/2005/8/layout/radial6"/>
    <dgm:cxn modelId="{D22433B3-CC04-4FE5-BD0F-66B7017330E6}" type="presParOf" srcId="{AA207C67-C3CF-41FB-83B6-70166CAD61F8}" destId="{B0A75EDA-DB5F-47FF-8C79-A8FDA32B6BE7}" srcOrd="6" destOrd="0" presId="urn:microsoft.com/office/officeart/2005/8/layout/radial6"/>
    <dgm:cxn modelId="{A135517A-7449-42B9-BAA3-5B89184D7C65}" type="presParOf" srcId="{AA207C67-C3CF-41FB-83B6-70166CAD61F8}" destId="{1E2C56FF-6205-4C6F-8907-AC99924AF670}" srcOrd="7" destOrd="0" presId="urn:microsoft.com/office/officeart/2005/8/layout/radial6"/>
    <dgm:cxn modelId="{D4541A63-C4D6-4968-870E-8045B1740F88}" type="presParOf" srcId="{AA207C67-C3CF-41FB-83B6-70166CAD61F8}" destId="{7376D216-C2E8-4439-AC11-5E44477AEE29}" srcOrd="8" destOrd="0" presId="urn:microsoft.com/office/officeart/2005/8/layout/radial6"/>
    <dgm:cxn modelId="{A3F262F6-2265-4468-996D-6985E2174F51}" type="presParOf" srcId="{AA207C67-C3CF-41FB-83B6-70166CAD61F8}" destId="{AECCD78C-86A7-4F77-B797-A597BAC40CDB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CD78C-86A7-4F77-B797-A597BAC40CDB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75EDA-DB5F-47FF-8C79-A8FDA32B6BE7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6DB10-1F7E-4739-81B9-D6FB9BC4A61C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26ED2-5303-4B0C-AFE8-26E2A501D684}">
      <dsp:nvSpPr>
        <dsp:cNvPr id="0" name=""/>
        <dsp:cNvSpPr/>
      </dsp:nvSpPr>
      <dsp:spPr>
        <a:xfrm>
          <a:off x="3038078" y="1872401"/>
          <a:ext cx="2051843" cy="205184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b="1" kern="1200"/>
            <a:t>Metodologie</a:t>
          </a:r>
          <a:endParaRPr lang="en-US" sz="1800" b="1" kern="1200"/>
        </a:p>
      </dsp:txBody>
      <dsp:txXfrm>
        <a:off x="3338563" y="2172886"/>
        <a:ext cx="1450873" cy="1450873"/>
      </dsp:txXfrm>
    </dsp:sp>
    <dsp:sp modelId="{8B663C69-99A4-4C02-99AE-69DA6C24EC68}">
      <dsp:nvSpPr>
        <dsp:cNvPr id="0" name=""/>
        <dsp:cNvSpPr/>
      </dsp:nvSpPr>
      <dsp:spPr>
        <a:xfrm>
          <a:off x="3345854" y="1626"/>
          <a:ext cx="1436290" cy="14362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/>
            <a:t>Proces</a:t>
          </a:r>
          <a:endParaRPr lang="en-US" sz="1600" b="1" kern="1200" dirty="0"/>
        </a:p>
      </dsp:txBody>
      <dsp:txXfrm>
        <a:off x="3556194" y="211966"/>
        <a:ext cx="1015610" cy="1015610"/>
      </dsp:txXfrm>
    </dsp:sp>
    <dsp:sp modelId="{2967A259-05E6-40FA-9379-6EF3D0038343}">
      <dsp:nvSpPr>
        <dsp:cNvPr id="0" name=""/>
        <dsp:cNvSpPr/>
      </dsp:nvSpPr>
      <dsp:spPr>
        <a:xfrm>
          <a:off x="5232535" y="3269453"/>
          <a:ext cx="1436290" cy="14362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/>
            <a:t>Reguli și indicații</a:t>
          </a:r>
          <a:endParaRPr lang="en-US" sz="1600" b="1" kern="1200" dirty="0"/>
        </a:p>
      </dsp:txBody>
      <dsp:txXfrm>
        <a:off x="5442875" y="3479793"/>
        <a:ext cx="1015610" cy="1015610"/>
      </dsp:txXfrm>
    </dsp:sp>
    <dsp:sp modelId="{1E2C56FF-6205-4C6F-8907-AC99924AF670}">
      <dsp:nvSpPr>
        <dsp:cNvPr id="0" name=""/>
        <dsp:cNvSpPr/>
      </dsp:nvSpPr>
      <dsp:spPr>
        <a:xfrm>
          <a:off x="1459173" y="3269453"/>
          <a:ext cx="1436290" cy="14362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/>
            <a:t>Vocabular</a:t>
          </a:r>
          <a:endParaRPr lang="en-US" sz="1600" b="1" kern="1200" dirty="0"/>
        </a:p>
      </dsp:txBody>
      <dsp:txXfrm>
        <a:off x="1669513" y="3479793"/>
        <a:ext cx="1015610" cy="1015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#1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52B63-3557-412C-9D6B-84CE3BC4921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E250F-C1AE-4923-B5D5-890F54A23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7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89f325e8c8_0_2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89f325e8c8_0_2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Dezvoltarea de software este un proces complex, chiar și pentru sistemele care nu au dimensiuni foarte mari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Complexitatea unui sistem informatic rezidă din combinația de componente, care trebuie armonizate pentru a face posibilă funcționarea sistemului în bune condiții și la parametrii doriți.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2423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1" name="Google Shape;3561;g89f325e8c8_0_2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2" name="Google Shape;3562;g89f325e8c8_0_2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g89f325e8c8_0_4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5" name="Google Shape;3955;g89f325e8c8_0_4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6187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9197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78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079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1336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042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8497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g89f325e8c8_0_4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5" name="Google Shape;3955;g89f325e8c8_0_4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0540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457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g89f325e8c8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3" name="Google Shape;3633;g89f325e8c8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746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2" name="Google Shape;3652;g9107ef471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3" name="Google Shape;3653;g9107ef471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89f325e8c8_0_1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89f325e8c8_0_1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89f325e8c8_0_1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89f325e8c8_0_1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430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g89f325e8c8_0_2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3" name="Google Shape;3613;g89f325e8c8_0_2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89f325e8c8_0_1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89f325e8c8_0_1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8738-9C45-434F-99A2-7338BF032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FD2DD-3BFE-4AB8-A585-D7C50B13C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D636E-5877-49BA-BC0E-EF81962B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0E3C8-917A-40F2-B16A-2C0759E4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606C7-4858-4C5C-BC4C-E1966438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8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E135-7EDB-4E55-9B57-A46C3D08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10CC-5932-408C-952E-2903E2CA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0EB76-B6EB-44F8-949A-2EE6E88F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56FAF-AA63-4B10-AEA1-99017569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617C-13EF-44D9-83B9-52F2B810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1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74CA-8DAE-49EC-8879-CA80DF42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8F3E7-324B-4A8D-9C0D-69FD8E1C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76422-74D8-48D0-AD3F-7EDAA2C0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AE4A4-53C0-4307-A55E-482755D0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7017-3FE1-4B93-AB3E-8124A2E4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3EDB-9110-4EED-A104-55A779EB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40D22-C676-4069-BA1E-2E19EB1CC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045E0-AC21-4C37-8A6A-958228779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7A8FC-163D-4F82-8B3E-26C5AB5B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CB127-2750-47CD-9A47-61F143B5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2AAD3-2E30-4E26-8159-96C458CE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2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C88D-C80B-4513-9EB3-33F4A42F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565A-5D8B-4CB6-8901-4D33340F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16989-3747-4126-85F4-9779B919F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710CD-2B18-4721-9DC7-990C6CB7A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77945-1F38-4410-A46C-345CC6216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D6E33-8028-4D53-AB2F-3DC221D9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974D6-4CB0-4CB9-BF21-FBD2177C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20444-4A03-4F4E-AC87-39F26574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6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70A3-55BD-41D8-BBC4-71A0556E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4B5EC-CE76-4F19-8537-C6EC31DA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3AE3B-54C7-4FB0-B49B-EA476FE3C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32943-6AC9-4DE4-9846-43EFE689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0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50921-53CD-4157-AE6F-F6C79DD4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48549-1982-44DF-A5E7-F6D07704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20740-551E-475F-A525-6BDE9B54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8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B25E-DEAF-4D83-8E2E-BEF72BB9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DB6C-5C72-43CA-8978-C03EF2979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9BA57-1521-4CE0-8DB7-51E12B55E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C80EF-14E6-42DC-9F2D-279DD15B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55117-4DD1-40B8-805A-479F6089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53B3C-F68B-4C41-83EE-98F758125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FE35-3DC3-4888-AE4B-12AEBF83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6B5A8-2943-4694-AB75-3727F9163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20801-0CE6-46F6-BA62-EE6CA96AF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C1B40-9310-4060-B6C1-C5D50FD4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4C8C7-4E5B-4B1C-BFD7-EBAC5700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3CEB4-A4D7-41AA-8D0D-406A017B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BAD-AA68-4FE6-B3A3-807D6D66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D6F6A-69B5-43A9-A871-0A8D27904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24E09-415C-4B7D-B2E3-C6483FE2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80EA0-AAB4-4D10-9C50-1AA4BCBD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0790B-00B3-46D9-8014-E17CD635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8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D9418-AD62-457A-B059-346981757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93F7D-7E88-492A-8A8B-04DBC067D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505E-EDB8-4E99-AC6A-2C17419D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360BF-0908-4848-A125-6B3F9D67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133E-3301-4717-9EC5-01E197BA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99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648889" y="5162012"/>
            <a:ext cx="2290248" cy="2290800"/>
            <a:chOff x="1347125" y="349025"/>
            <a:chExt cx="4978800" cy="4980000"/>
          </a:xfrm>
        </p:grpSpPr>
        <p:sp>
          <p:nvSpPr>
            <p:cNvPr id="10" name="Google Shape;10;p2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 txBox="1">
            <a:spLocks noGrp="1"/>
          </p:cNvSpPr>
          <p:nvPr>
            <p:ph type="ctrTitle"/>
          </p:nvPr>
        </p:nvSpPr>
        <p:spPr>
          <a:xfrm>
            <a:off x="6402867" y="2921367"/>
            <a:ext cx="4893600" cy="9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subTitle" idx="1"/>
          </p:nvPr>
        </p:nvSpPr>
        <p:spPr>
          <a:xfrm>
            <a:off x="6402867" y="3859767"/>
            <a:ext cx="4893600" cy="6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4" name="Google Shape;34;p2"/>
          <p:cNvSpPr/>
          <p:nvPr/>
        </p:nvSpPr>
        <p:spPr>
          <a:xfrm rot="2539751">
            <a:off x="9831387" y="-4814239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2"/>
          <p:cNvSpPr/>
          <p:nvPr/>
        </p:nvSpPr>
        <p:spPr>
          <a:xfrm rot="9266724">
            <a:off x="10258336" y="1220221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09810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8" name="Google Shape;38;p3"/>
          <p:cNvGrpSpPr/>
          <p:nvPr/>
        </p:nvGrpSpPr>
        <p:grpSpPr>
          <a:xfrm>
            <a:off x="1781158" y="914925"/>
            <a:ext cx="867639" cy="867848"/>
            <a:chOff x="1347125" y="349025"/>
            <a:chExt cx="4978800" cy="4980000"/>
          </a:xfrm>
        </p:grpSpPr>
        <p:sp>
          <p:nvSpPr>
            <p:cNvPr id="39" name="Google Shape;39;p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1" name="Google Shape;61;p3"/>
          <p:cNvSpPr/>
          <p:nvPr/>
        </p:nvSpPr>
        <p:spPr>
          <a:xfrm>
            <a:off x="328196" y="4577867"/>
            <a:ext cx="668000" cy="6680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3319533" y="2788051"/>
            <a:ext cx="7572400" cy="12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subTitle" idx="1"/>
          </p:nvPr>
        </p:nvSpPr>
        <p:spPr>
          <a:xfrm>
            <a:off x="3319533" y="4069951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title" idx="2" hasCustomPrompt="1"/>
          </p:nvPr>
        </p:nvSpPr>
        <p:spPr>
          <a:xfrm>
            <a:off x="3319533" y="1731251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/>
          <p:nvPr/>
        </p:nvSpPr>
        <p:spPr>
          <a:xfrm rot="2539751">
            <a:off x="9831387" y="-4814239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66;p3"/>
          <p:cNvSpPr/>
          <p:nvPr/>
        </p:nvSpPr>
        <p:spPr>
          <a:xfrm rot="9266724">
            <a:off x="10258336" y="1220221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56637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00899D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415600" y="512064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body" idx="1"/>
          </p:nvPr>
        </p:nvSpPr>
        <p:spPr>
          <a:xfrm>
            <a:off x="950967" y="1382367"/>
            <a:ext cx="10290000" cy="50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8C5A79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○"/>
              <a:defRPr>
                <a:solidFill>
                  <a:schemeClr val="lt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■"/>
              <a:defRPr>
                <a:solidFill>
                  <a:schemeClr val="lt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●"/>
              <a:defRPr>
                <a:solidFill>
                  <a:schemeClr val="lt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○"/>
              <a:defRPr>
                <a:solidFill>
                  <a:schemeClr val="lt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■"/>
              <a:defRPr>
                <a:solidFill>
                  <a:schemeClr val="lt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●"/>
              <a:defRPr>
                <a:solidFill>
                  <a:schemeClr val="lt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○"/>
              <a:defRPr>
                <a:solidFill>
                  <a:schemeClr val="lt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Lato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6397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subTitle" idx="1"/>
          </p:nvPr>
        </p:nvSpPr>
        <p:spPr>
          <a:xfrm>
            <a:off x="2149000" y="3700223"/>
            <a:ext cx="3659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2"/>
          </p:nvPr>
        </p:nvSpPr>
        <p:spPr>
          <a:xfrm>
            <a:off x="6383333" y="3700223"/>
            <a:ext cx="3659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432200" y="512133"/>
            <a:ext cx="93276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3"/>
          </p:nvPr>
        </p:nvSpPr>
        <p:spPr>
          <a:xfrm>
            <a:off x="2149000" y="4147456"/>
            <a:ext cx="3659600" cy="13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4"/>
          </p:nvPr>
        </p:nvSpPr>
        <p:spPr>
          <a:xfrm>
            <a:off x="6383333" y="4147456"/>
            <a:ext cx="3659600" cy="13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grpSp>
        <p:nvGrpSpPr>
          <p:cNvPr id="76" name="Google Shape;76;p5"/>
          <p:cNvGrpSpPr/>
          <p:nvPr/>
        </p:nvGrpSpPr>
        <p:grpSpPr>
          <a:xfrm>
            <a:off x="10752823" y="-386521"/>
            <a:ext cx="2290248" cy="2290800"/>
            <a:chOff x="1347125" y="349025"/>
            <a:chExt cx="4978800" cy="4980000"/>
          </a:xfrm>
        </p:grpSpPr>
        <p:sp>
          <p:nvSpPr>
            <p:cNvPr id="77" name="Google Shape;77;p5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" name="Google Shape;99;p5"/>
          <p:cNvSpPr/>
          <p:nvPr/>
        </p:nvSpPr>
        <p:spPr>
          <a:xfrm rot="-6727045">
            <a:off x="-2802446" y="54076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5"/>
          <p:cNvSpPr/>
          <p:nvPr/>
        </p:nvSpPr>
        <p:spPr>
          <a:xfrm>
            <a:off x="1814800" y="6373667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43535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7517159" y="-15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950967" y="2484151"/>
            <a:ext cx="4464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6667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ubTitle" idx="1"/>
          </p:nvPr>
        </p:nvSpPr>
        <p:spPr>
          <a:xfrm>
            <a:off x="927400" y="3584184"/>
            <a:ext cx="4464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22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44644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rgbClr val="00BBC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subTitle" idx="1"/>
          </p:nvPr>
        </p:nvSpPr>
        <p:spPr>
          <a:xfrm>
            <a:off x="996200" y="1842400"/>
            <a:ext cx="4392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489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923800" y="1925651"/>
            <a:ext cx="5088000" cy="17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6667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subTitle" idx="1"/>
          </p:nvPr>
        </p:nvSpPr>
        <p:spPr>
          <a:xfrm>
            <a:off x="923800" y="3875533"/>
            <a:ext cx="50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6253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7489792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9"/>
          <p:cNvSpPr/>
          <p:nvPr/>
        </p:nvSpPr>
        <p:spPr>
          <a:xfrm>
            <a:off x="7489792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946648" y="512067"/>
            <a:ext cx="55656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subTitle" idx="1"/>
          </p:nvPr>
        </p:nvSpPr>
        <p:spPr>
          <a:xfrm>
            <a:off x="946648" y="1773027"/>
            <a:ext cx="4808800" cy="3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 sz="1867">
                <a:solidFill>
                  <a:srgbClr val="34343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0653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0"/>
          <p:cNvGrpSpPr/>
          <p:nvPr/>
        </p:nvGrpSpPr>
        <p:grpSpPr>
          <a:xfrm>
            <a:off x="10752823" y="481579"/>
            <a:ext cx="2290248" cy="2290800"/>
            <a:chOff x="1347125" y="349025"/>
            <a:chExt cx="4978800" cy="4980000"/>
          </a:xfrm>
        </p:grpSpPr>
        <p:sp>
          <p:nvSpPr>
            <p:cNvPr id="118" name="Google Shape;118;p1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1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0" name="Google Shape;140;p10"/>
          <p:cNvSpPr/>
          <p:nvPr/>
        </p:nvSpPr>
        <p:spPr>
          <a:xfrm>
            <a:off x="-2567499" y="-3738266"/>
            <a:ext cx="4229500" cy="6385033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1" name="Google Shape;141;p10"/>
          <p:cNvGrpSpPr/>
          <p:nvPr/>
        </p:nvGrpSpPr>
        <p:grpSpPr>
          <a:xfrm>
            <a:off x="589253" y="264531"/>
            <a:ext cx="1013684" cy="1013928"/>
            <a:chOff x="1347125" y="349025"/>
            <a:chExt cx="4978800" cy="4980000"/>
          </a:xfrm>
        </p:grpSpPr>
        <p:sp>
          <p:nvSpPr>
            <p:cNvPr id="142" name="Google Shape;142;p1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1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1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1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4" name="Google Shape;164;p10"/>
          <p:cNvSpPr/>
          <p:nvPr/>
        </p:nvSpPr>
        <p:spPr>
          <a:xfrm>
            <a:off x="-131033" y="2139367"/>
            <a:ext cx="344400" cy="344400"/>
          </a:xfrm>
          <a:prstGeom prst="ellipse">
            <a:avLst/>
          </a:pr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5" name="Google Shape;165;p10"/>
          <p:cNvSpPr/>
          <p:nvPr/>
        </p:nvSpPr>
        <p:spPr>
          <a:xfrm>
            <a:off x="-65467" y="1640700"/>
            <a:ext cx="213200" cy="213200"/>
          </a:xfrm>
          <a:prstGeom prst="ellipse">
            <a:avLst/>
          </a:pr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10"/>
          <p:cNvSpPr txBox="1">
            <a:spLocks noGrp="1"/>
          </p:cNvSpPr>
          <p:nvPr>
            <p:ph type="title"/>
          </p:nvPr>
        </p:nvSpPr>
        <p:spPr>
          <a:xfrm>
            <a:off x="3161400" y="3835033"/>
            <a:ext cx="5869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subTitle" idx="1"/>
          </p:nvPr>
        </p:nvSpPr>
        <p:spPr>
          <a:xfrm>
            <a:off x="3161300" y="2463900"/>
            <a:ext cx="5869200" cy="12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733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380833"/>
            <a:ext cx="11360800" cy="15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9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12000"/>
              <a:buNone/>
              <a:defRPr sz="16000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1"/>
          <p:cNvSpPr txBox="1">
            <a:spLocks noGrp="1"/>
          </p:cNvSpPr>
          <p:nvPr>
            <p:ph type="subTitle" idx="1"/>
          </p:nvPr>
        </p:nvSpPr>
        <p:spPr>
          <a:xfrm>
            <a:off x="3350467" y="3767167"/>
            <a:ext cx="5491200" cy="7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10360799" y="-704433"/>
            <a:ext cx="1546000" cy="15460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2" name="Google Shape;172;p11"/>
          <p:cNvGrpSpPr/>
          <p:nvPr/>
        </p:nvGrpSpPr>
        <p:grpSpPr>
          <a:xfrm>
            <a:off x="-511377" y="5320745"/>
            <a:ext cx="2290248" cy="2290800"/>
            <a:chOff x="1347125" y="349025"/>
            <a:chExt cx="4978800" cy="4980000"/>
          </a:xfrm>
        </p:grpSpPr>
        <p:sp>
          <p:nvSpPr>
            <p:cNvPr id="173" name="Google Shape;173;p11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5" name="Google Shape;195;p11"/>
          <p:cNvSpPr/>
          <p:nvPr/>
        </p:nvSpPr>
        <p:spPr>
          <a:xfrm>
            <a:off x="1322333" y="5320733"/>
            <a:ext cx="1148000" cy="114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6" name="Google Shape;196;p11"/>
          <p:cNvSpPr/>
          <p:nvPr/>
        </p:nvSpPr>
        <p:spPr>
          <a:xfrm>
            <a:off x="205400" y="4477157"/>
            <a:ext cx="432800" cy="4328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7" name="Google Shape;197;p11"/>
          <p:cNvSpPr/>
          <p:nvPr/>
        </p:nvSpPr>
        <p:spPr>
          <a:xfrm>
            <a:off x="9585367" y="328029"/>
            <a:ext cx="311200" cy="3112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" name="Google Shape;198;p11"/>
          <p:cNvSpPr/>
          <p:nvPr/>
        </p:nvSpPr>
        <p:spPr>
          <a:xfrm>
            <a:off x="11805200" y="639232"/>
            <a:ext cx="180800" cy="1808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3489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954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26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73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hree columns ">
  <p:cSld name="Title &amp; three columns 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title"/>
          </p:nvPr>
        </p:nvSpPr>
        <p:spPr>
          <a:xfrm>
            <a:off x="1432200" y="512065"/>
            <a:ext cx="9327600" cy="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244" name="Google Shape;244;p16"/>
          <p:cNvSpPr txBox="1">
            <a:spLocks noGrp="1"/>
          </p:cNvSpPr>
          <p:nvPr>
            <p:ph type="subTitle" idx="1"/>
          </p:nvPr>
        </p:nvSpPr>
        <p:spPr>
          <a:xfrm>
            <a:off x="797100" y="4144607"/>
            <a:ext cx="33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subTitle" idx="2"/>
          </p:nvPr>
        </p:nvSpPr>
        <p:spPr>
          <a:xfrm>
            <a:off x="4444600" y="4144600"/>
            <a:ext cx="33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ubTitle" idx="3"/>
          </p:nvPr>
        </p:nvSpPr>
        <p:spPr>
          <a:xfrm>
            <a:off x="8092200" y="4144600"/>
            <a:ext cx="33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grpSp>
        <p:nvGrpSpPr>
          <p:cNvPr id="247" name="Google Shape;247;p16"/>
          <p:cNvGrpSpPr/>
          <p:nvPr/>
        </p:nvGrpSpPr>
        <p:grpSpPr>
          <a:xfrm>
            <a:off x="11089256" y="-588355"/>
            <a:ext cx="2290248" cy="2290800"/>
            <a:chOff x="1347125" y="349025"/>
            <a:chExt cx="4978800" cy="4980000"/>
          </a:xfrm>
        </p:grpSpPr>
        <p:sp>
          <p:nvSpPr>
            <p:cNvPr id="248" name="Google Shape;248;p16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0" name="Google Shape;270;p16"/>
          <p:cNvSpPr/>
          <p:nvPr/>
        </p:nvSpPr>
        <p:spPr>
          <a:xfrm rot="-6727045">
            <a:off x="-3031179" y="54076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16"/>
          <p:cNvSpPr/>
          <p:nvPr/>
        </p:nvSpPr>
        <p:spPr>
          <a:xfrm>
            <a:off x="1586067" y="6373667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16"/>
          <p:cNvSpPr txBox="1">
            <a:spLocks noGrp="1"/>
          </p:cNvSpPr>
          <p:nvPr>
            <p:ph type="subTitle" idx="4"/>
          </p:nvPr>
        </p:nvSpPr>
        <p:spPr>
          <a:xfrm>
            <a:off x="817600" y="3698491"/>
            <a:ext cx="3261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3" name="Google Shape;273;p16"/>
          <p:cNvSpPr txBox="1">
            <a:spLocks noGrp="1"/>
          </p:cNvSpPr>
          <p:nvPr>
            <p:ph type="subTitle" idx="5"/>
          </p:nvPr>
        </p:nvSpPr>
        <p:spPr>
          <a:xfrm>
            <a:off x="4465200" y="3698491"/>
            <a:ext cx="3261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4" name="Google Shape;274;p16"/>
          <p:cNvSpPr txBox="1">
            <a:spLocks noGrp="1"/>
          </p:cNvSpPr>
          <p:nvPr>
            <p:ph type="subTitle" idx="6"/>
          </p:nvPr>
        </p:nvSpPr>
        <p:spPr>
          <a:xfrm>
            <a:off x="8112767" y="3698491"/>
            <a:ext cx="32616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9071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/>
          <p:nvPr/>
        </p:nvSpPr>
        <p:spPr>
          <a:xfrm flipH="1">
            <a:off x="-8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17"/>
          <p:cNvSpPr txBox="1">
            <a:spLocks noGrp="1"/>
          </p:cNvSpPr>
          <p:nvPr>
            <p:ph type="title"/>
          </p:nvPr>
        </p:nvSpPr>
        <p:spPr>
          <a:xfrm>
            <a:off x="6767600" y="1615401"/>
            <a:ext cx="4464400" cy="17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278" name="Google Shape;278;p17"/>
          <p:cNvSpPr txBox="1">
            <a:spLocks noGrp="1"/>
          </p:cNvSpPr>
          <p:nvPr>
            <p:ph type="subTitle" idx="1"/>
          </p:nvPr>
        </p:nvSpPr>
        <p:spPr>
          <a:xfrm>
            <a:off x="6767600" y="3359400"/>
            <a:ext cx="4054400" cy="10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7554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>
  <p:cSld name="Background Image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>
            <a:spLocks noGrp="1"/>
          </p:cNvSpPr>
          <p:nvPr>
            <p:ph type="title"/>
          </p:nvPr>
        </p:nvSpPr>
        <p:spPr>
          <a:xfrm>
            <a:off x="6963600" y="4229800"/>
            <a:ext cx="42684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2459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ly title 2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9"/>
          <p:cNvGrpSpPr/>
          <p:nvPr/>
        </p:nvGrpSpPr>
        <p:grpSpPr>
          <a:xfrm>
            <a:off x="-53681" y="-358003"/>
            <a:ext cx="1013684" cy="1013928"/>
            <a:chOff x="1347125" y="349025"/>
            <a:chExt cx="4978800" cy="4980000"/>
          </a:xfrm>
        </p:grpSpPr>
        <p:sp>
          <p:nvSpPr>
            <p:cNvPr id="283" name="Google Shape;283;p19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05" name="Google Shape;305;p19"/>
          <p:cNvSpPr/>
          <p:nvPr/>
        </p:nvSpPr>
        <p:spPr>
          <a:xfrm>
            <a:off x="-345827" y="314171"/>
            <a:ext cx="1296800" cy="1296800"/>
          </a:xfrm>
          <a:prstGeom prst="donut">
            <a:avLst>
              <a:gd name="adj" fmla="val 17842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6" name="Google Shape;306;p19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7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307" name="Google Shape;307;p19"/>
          <p:cNvGrpSpPr/>
          <p:nvPr/>
        </p:nvGrpSpPr>
        <p:grpSpPr>
          <a:xfrm>
            <a:off x="10759789" y="5342045"/>
            <a:ext cx="2290248" cy="2290800"/>
            <a:chOff x="1347125" y="349025"/>
            <a:chExt cx="4978800" cy="4980000"/>
          </a:xfrm>
        </p:grpSpPr>
        <p:sp>
          <p:nvSpPr>
            <p:cNvPr id="308" name="Google Shape;308;p19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30" name="Google Shape;330;p19"/>
          <p:cNvSpPr/>
          <p:nvPr/>
        </p:nvSpPr>
        <p:spPr>
          <a:xfrm>
            <a:off x="11656100" y="5142000"/>
            <a:ext cx="344400" cy="3444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1" name="Google Shape;331;p19"/>
          <p:cNvSpPr/>
          <p:nvPr/>
        </p:nvSpPr>
        <p:spPr>
          <a:xfrm>
            <a:off x="800833" y="612733"/>
            <a:ext cx="213200" cy="2132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868101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Only title 3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334" name="Google Shape;334;p20"/>
          <p:cNvGrpSpPr/>
          <p:nvPr/>
        </p:nvGrpSpPr>
        <p:grpSpPr>
          <a:xfrm>
            <a:off x="10626389" y="5072912"/>
            <a:ext cx="2290248" cy="2290800"/>
            <a:chOff x="1347125" y="349025"/>
            <a:chExt cx="4978800" cy="4980000"/>
          </a:xfrm>
        </p:grpSpPr>
        <p:sp>
          <p:nvSpPr>
            <p:cNvPr id="335" name="Google Shape;335;p2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7" name="Google Shape;357;p20"/>
          <p:cNvGrpSpPr/>
          <p:nvPr/>
        </p:nvGrpSpPr>
        <p:grpSpPr>
          <a:xfrm>
            <a:off x="-53681" y="-358003"/>
            <a:ext cx="1013684" cy="1013928"/>
            <a:chOff x="1347125" y="349025"/>
            <a:chExt cx="4978800" cy="4980000"/>
          </a:xfrm>
        </p:grpSpPr>
        <p:sp>
          <p:nvSpPr>
            <p:cNvPr id="358" name="Google Shape;358;p2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80" name="Google Shape;380;p20"/>
          <p:cNvSpPr/>
          <p:nvPr/>
        </p:nvSpPr>
        <p:spPr>
          <a:xfrm>
            <a:off x="11522700" y="4872867"/>
            <a:ext cx="344400" cy="3444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1" name="Google Shape;381;p20"/>
          <p:cNvSpPr/>
          <p:nvPr/>
        </p:nvSpPr>
        <p:spPr>
          <a:xfrm>
            <a:off x="187467" y="506800"/>
            <a:ext cx="213200" cy="2132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20"/>
          <p:cNvSpPr/>
          <p:nvPr/>
        </p:nvSpPr>
        <p:spPr>
          <a:xfrm>
            <a:off x="10168000" y="5494200"/>
            <a:ext cx="1064000" cy="10640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20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27617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&amp; text">
  <p:cSld name="Numbers &amp; text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>
            <a:spLocks noGrp="1"/>
          </p:cNvSpPr>
          <p:nvPr>
            <p:ph type="title" hasCustomPrompt="1"/>
          </p:nvPr>
        </p:nvSpPr>
        <p:spPr>
          <a:xfrm>
            <a:off x="415600" y="2817117"/>
            <a:ext cx="113608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6" name="Google Shape;386;p21"/>
          <p:cNvSpPr txBox="1">
            <a:spLocks noGrp="1"/>
          </p:cNvSpPr>
          <p:nvPr>
            <p:ph type="subTitle" idx="1"/>
          </p:nvPr>
        </p:nvSpPr>
        <p:spPr>
          <a:xfrm>
            <a:off x="3122000" y="3516084"/>
            <a:ext cx="5948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387" name="Google Shape;387;p21"/>
          <p:cNvSpPr txBox="1">
            <a:spLocks noGrp="1"/>
          </p:cNvSpPr>
          <p:nvPr>
            <p:ph type="title" idx="2" hasCustomPrompt="1"/>
          </p:nvPr>
        </p:nvSpPr>
        <p:spPr>
          <a:xfrm>
            <a:off x="415600" y="1343617"/>
            <a:ext cx="113608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21"/>
          <p:cNvSpPr txBox="1">
            <a:spLocks noGrp="1"/>
          </p:cNvSpPr>
          <p:nvPr>
            <p:ph type="subTitle" idx="3"/>
          </p:nvPr>
        </p:nvSpPr>
        <p:spPr>
          <a:xfrm>
            <a:off x="3122000" y="2042584"/>
            <a:ext cx="5948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389" name="Google Shape;389;p21"/>
          <p:cNvSpPr txBox="1">
            <a:spLocks noGrp="1"/>
          </p:cNvSpPr>
          <p:nvPr>
            <p:ph type="title" idx="4" hasCustomPrompt="1"/>
          </p:nvPr>
        </p:nvSpPr>
        <p:spPr>
          <a:xfrm>
            <a:off x="415600" y="4290617"/>
            <a:ext cx="113608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0" name="Google Shape;390;p21"/>
          <p:cNvSpPr txBox="1">
            <a:spLocks noGrp="1"/>
          </p:cNvSpPr>
          <p:nvPr>
            <p:ph type="subTitle" idx="5"/>
          </p:nvPr>
        </p:nvSpPr>
        <p:spPr>
          <a:xfrm>
            <a:off x="3122000" y="4989584"/>
            <a:ext cx="5948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10024365" y="5764133"/>
            <a:ext cx="1546000" cy="1546000"/>
          </a:xfrm>
          <a:prstGeom prst="donut">
            <a:avLst>
              <a:gd name="adj" fmla="val 17842"/>
            </a:avLst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92" name="Google Shape;392;p21"/>
          <p:cNvGrpSpPr/>
          <p:nvPr/>
        </p:nvGrpSpPr>
        <p:grpSpPr>
          <a:xfrm>
            <a:off x="-530861" y="-582239"/>
            <a:ext cx="2290248" cy="2290800"/>
            <a:chOff x="1347125" y="349025"/>
            <a:chExt cx="4978800" cy="4980000"/>
          </a:xfrm>
        </p:grpSpPr>
        <p:sp>
          <p:nvSpPr>
            <p:cNvPr id="393" name="Google Shape;393;p21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15" name="Google Shape;415;p21"/>
          <p:cNvSpPr/>
          <p:nvPr/>
        </p:nvSpPr>
        <p:spPr>
          <a:xfrm>
            <a:off x="1302851" y="-582249"/>
            <a:ext cx="1148000" cy="114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6" name="Google Shape;416;p21"/>
          <p:cNvSpPr/>
          <p:nvPr/>
        </p:nvSpPr>
        <p:spPr>
          <a:xfrm>
            <a:off x="1047151" y="1830773"/>
            <a:ext cx="432800" cy="4328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21"/>
          <p:cNvSpPr/>
          <p:nvPr/>
        </p:nvSpPr>
        <p:spPr>
          <a:xfrm>
            <a:off x="11076400" y="5643496"/>
            <a:ext cx="311200" cy="311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8" name="Google Shape;418;p21"/>
          <p:cNvSpPr/>
          <p:nvPr/>
        </p:nvSpPr>
        <p:spPr>
          <a:xfrm>
            <a:off x="10836300" y="5161599"/>
            <a:ext cx="180800" cy="1808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7695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ix columns">
  <p:cSld name="Title &amp; six column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11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421" name="Google Shape;421;p22"/>
          <p:cNvSpPr txBox="1">
            <a:spLocks noGrp="1"/>
          </p:cNvSpPr>
          <p:nvPr>
            <p:ph type="subTitle" idx="1"/>
          </p:nvPr>
        </p:nvSpPr>
        <p:spPr>
          <a:xfrm>
            <a:off x="967333" y="3177867"/>
            <a:ext cx="3291200" cy="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422" name="Google Shape;422;p22"/>
          <p:cNvSpPr txBox="1">
            <a:spLocks noGrp="1"/>
          </p:cNvSpPr>
          <p:nvPr>
            <p:ph type="subTitle" idx="2"/>
          </p:nvPr>
        </p:nvSpPr>
        <p:spPr>
          <a:xfrm>
            <a:off x="4456459" y="3177867"/>
            <a:ext cx="3291200" cy="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423" name="Google Shape;423;p22"/>
          <p:cNvSpPr txBox="1">
            <a:spLocks noGrp="1"/>
          </p:cNvSpPr>
          <p:nvPr>
            <p:ph type="subTitle" idx="3"/>
          </p:nvPr>
        </p:nvSpPr>
        <p:spPr>
          <a:xfrm>
            <a:off x="7933433" y="3177867"/>
            <a:ext cx="3291200" cy="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424" name="Google Shape;424;p22"/>
          <p:cNvSpPr txBox="1">
            <a:spLocks noGrp="1"/>
          </p:cNvSpPr>
          <p:nvPr>
            <p:ph type="subTitle" idx="4"/>
          </p:nvPr>
        </p:nvSpPr>
        <p:spPr>
          <a:xfrm>
            <a:off x="967317" y="5371667"/>
            <a:ext cx="3291200" cy="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425" name="Google Shape;425;p22"/>
          <p:cNvSpPr txBox="1">
            <a:spLocks noGrp="1"/>
          </p:cNvSpPr>
          <p:nvPr>
            <p:ph type="subTitle" idx="5"/>
          </p:nvPr>
        </p:nvSpPr>
        <p:spPr>
          <a:xfrm>
            <a:off x="4456508" y="5371667"/>
            <a:ext cx="3291200" cy="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426" name="Google Shape;426;p22"/>
          <p:cNvSpPr txBox="1">
            <a:spLocks noGrp="1"/>
          </p:cNvSpPr>
          <p:nvPr>
            <p:ph type="subTitle" idx="6"/>
          </p:nvPr>
        </p:nvSpPr>
        <p:spPr>
          <a:xfrm>
            <a:off x="7933484" y="5371667"/>
            <a:ext cx="3291200" cy="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-2932666" y="-4738633"/>
            <a:ext cx="4229500" cy="6385033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8" name="Google Shape;428;p22"/>
          <p:cNvSpPr/>
          <p:nvPr/>
        </p:nvSpPr>
        <p:spPr>
          <a:xfrm>
            <a:off x="1079633" y="377200"/>
            <a:ext cx="217200" cy="216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29" name="Google Shape;429;p22"/>
          <p:cNvGrpSpPr/>
          <p:nvPr/>
        </p:nvGrpSpPr>
        <p:grpSpPr>
          <a:xfrm>
            <a:off x="11409223" y="845212"/>
            <a:ext cx="2290248" cy="2290800"/>
            <a:chOff x="1347125" y="349025"/>
            <a:chExt cx="4978800" cy="4980000"/>
          </a:xfrm>
        </p:grpSpPr>
        <p:sp>
          <p:nvSpPr>
            <p:cNvPr id="430" name="Google Shape;430;p22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2" name="Google Shape;452;p22"/>
          <p:cNvSpPr/>
          <p:nvPr/>
        </p:nvSpPr>
        <p:spPr>
          <a:xfrm>
            <a:off x="11794333" y="2780167"/>
            <a:ext cx="213200" cy="2132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3" name="Google Shape;453;p22"/>
          <p:cNvSpPr txBox="1">
            <a:spLocks noGrp="1"/>
          </p:cNvSpPr>
          <p:nvPr>
            <p:ph type="subTitle" idx="7"/>
          </p:nvPr>
        </p:nvSpPr>
        <p:spPr>
          <a:xfrm>
            <a:off x="981900" y="2730700"/>
            <a:ext cx="3291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4" name="Google Shape;454;p22"/>
          <p:cNvSpPr txBox="1">
            <a:spLocks noGrp="1"/>
          </p:cNvSpPr>
          <p:nvPr>
            <p:ph type="subTitle" idx="8"/>
          </p:nvPr>
        </p:nvSpPr>
        <p:spPr>
          <a:xfrm>
            <a:off x="4456508" y="2730700"/>
            <a:ext cx="3291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5" name="Google Shape;455;p22"/>
          <p:cNvSpPr txBox="1">
            <a:spLocks noGrp="1"/>
          </p:cNvSpPr>
          <p:nvPr>
            <p:ph type="subTitle" idx="9"/>
          </p:nvPr>
        </p:nvSpPr>
        <p:spPr>
          <a:xfrm>
            <a:off x="7933467" y="2730700"/>
            <a:ext cx="3291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6" name="Google Shape;456;p22"/>
          <p:cNvSpPr txBox="1">
            <a:spLocks noGrp="1"/>
          </p:cNvSpPr>
          <p:nvPr>
            <p:ph type="subTitle" idx="13"/>
          </p:nvPr>
        </p:nvSpPr>
        <p:spPr>
          <a:xfrm>
            <a:off x="7933467" y="4929267"/>
            <a:ext cx="3291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7" name="Google Shape;457;p22"/>
          <p:cNvSpPr txBox="1">
            <a:spLocks noGrp="1"/>
          </p:cNvSpPr>
          <p:nvPr>
            <p:ph type="subTitle" idx="14"/>
          </p:nvPr>
        </p:nvSpPr>
        <p:spPr>
          <a:xfrm>
            <a:off x="4456508" y="4929267"/>
            <a:ext cx="3291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8" name="Google Shape;458;p22"/>
          <p:cNvSpPr txBox="1">
            <a:spLocks noGrp="1"/>
          </p:cNvSpPr>
          <p:nvPr>
            <p:ph type="subTitle" idx="15"/>
          </p:nvPr>
        </p:nvSpPr>
        <p:spPr>
          <a:xfrm>
            <a:off x="967333" y="4929267"/>
            <a:ext cx="3291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313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hree columns 2">
  <p:cSld name="Title &amp; three columns 2">
    <p:bg>
      <p:bgPr>
        <a:solidFill>
          <a:schemeClr val="accen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"/>
          <p:cNvSpPr/>
          <p:nvPr/>
        </p:nvSpPr>
        <p:spPr>
          <a:xfrm flipH="1">
            <a:off x="-8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1" name="Google Shape;461;p23"/>
          <p:cNvSpPr/>
          <p:nvPr/>
        </p:nvSpPr>
        <p:spPr>
          <a:xfrm rot="-6727045">
            <a:off x="-876846" y="3482049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2" name="Google Shape;462;p23"/>
          <p:cNvSpPr/>
          <p:nvPr/>
        </p:nvSpPr>
        <p:spPr>
          <a:xfrm>
            <a:off x="3740400" y="4448033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3" name="Google Shape;463;p23"/>
          <p:cNvGrpSpPr/>
          <p:nvPr/>
        </p:nvGrpSpPr>
        <p:grpSpPr>
          <a:xfrm>
            <a:off x="11047201" y="-165417"/>
            <a:ext cx="2129599" cy="2130112"/>
            <a:chOff x="1347125" y="349025"/>
            <a:chExt cx="4978800" cy="4980000"/>
          </a:xfrm>
        </p:grpSpPr>
        <p:sp>
          <p:nvSpPr>
            <p:cNvPr id="464" name="Google Shape;464;p2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86" name="Google Shape;486;p23"/>
          <p:cNvSpPr/>
          <p:nvPr/>
        </p:nvSpPr>
        <p:spPr>
          <a:xfrm>
            <a:off x="10725467" y="151733"/>
            <a:ext cx="675200" cy="675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7" name="Google Shape;487;p23"/>
          <p:cNvSpPr txBox="1">
            <a:spLocks noGrp="1"/>
          </p:cNvSpPr>
          <p:nvPr>
            <p:ph type="title"/>
          </p:nvPr>
        </p:nvSpPr>
        <p:spPr>
          <a:xfrm>
            <a:off x="960000" y="1251800"/>
            <a:ext cx="3633200" cy="16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488" name="Google Shape;488;p23"/>
          <p:cNvSpPr txBox="1">
            <a:spLocks noGrp="1"/>
          </p:cNvSpPr>
          <p:nvPr>
            <p:ph type="subTitle" idx="1"/>
          </p:nvPr>
        </p:nvSpPr>
        <p:spPr>
          <a:xfrm>
            <a:off x="4711200" y="2392500"/>
            <a:ext cx="2903200" cy="10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23"/>
          <p:cNvSpPr txBox="1">
            <a:spLocks noGrp="1"/>
          </p:cNvSpPr>
          <p:nvPr>
            <p:ph type="subTitle" idx="2"/>
          </p:nvPr>
        </p:nvSpPr>
        <p:spPr>
          <a:xfrm>
            <a:off x="8444533" y="2392487"/>
            <a:ext cx="2903200" cy="10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23"/>
          <p:cNvSpPr txBox="1">
            <a:spLocks noGrp="1"/>
          </p:cNvSpPr>
          <p:nvPr>
            <p:ph type="subTitle" idx="3"/>
          </p:nvPr>
        </p:nvSpPr>
        <p:spPr>
          <a:xfrm>
            <a:off x="6569567" y="5276381"/>
            <a:ext cx="2903200" cy="10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23"/>
          <p:cNvSpPr txBox="1">
            <a:spLocks noGrp="1"/>
          </p:cNvSpPr>
          <p:nvPr>
            <p:ph type="subTitle" idx="4"/>
          </p:nvPr>
        </p:nvSpPr>
        <p:spPr>
          <a:xfrm>
            <a:off x="4711200" y="1936767"/>
            <a:ext cx="2903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92" name="Google Shape;492;p23"/>
          <p:cNvSpPr txBox="1">
            <a:spLocks noGrp="1"/>
          </p:cNvSpPr>
          <p:nvPr>
            <p:ph type="subTitle" idx="5"/>
          </p:nvPr>
        </p:nvSpPr>
        <p:spPr>
          <a:xfrm>
            <a:off x="8444533" y="1936767"/>
            <a:ext cx="2903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93" name="Google Shape;493;p23"/>
          <p:cNvSpPr txBox="1">
            <a:spLocks noGrp="1"/>
          </p:cNvSpPr>
          <p:nvPr>
            <p:ph type="subTitle" idx="6"/>
          </p:nvPr>
        </p:nvSpPr>
        <p:spPr>
          <a:xfrm>
            <a:off x="6569567" y="4831881"/>
            <a:ext cx="2903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94" name="Google Shape;494;p23"/>
          <p:cNvSpPr txBox="1">
            <a:spLocks noGrp="1"/>
          </p:cNvSpPr>
          <p:nvPr>
            <p:ph type="title" idx="7" hasCustomPrompt="1"/>
          </p:nvPr>
        </p:nvSpPr>
        <p:spPr>
          <a:xfrm>
            <a:off x="9097233" y="827767"/>
            <a:ext cx="15976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5" name="Google Shape;495;p23"/>
          <p:cNvSpPr txBox="1">
            <a:spLocks noGrp="1"/>
          </p:cNvSpPr>
          <p:nvPr>
            <p:ph type="title" idx="8" hasCustomPrompt="1"/>
          </p:nvPr>
        </p:nvSpPr>
        <p:spPr>
          <a:xfrm>
            <a:off x="5364100" y="827767"/>
            <a:ext cx="15976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6" name="Google Shape;496;p23"/>
          <p:cNvSpPr txBox="1">
            <a:spLocks noGrp="1"/>
          </p:cNvSpPr>
          <p:nvPr>
            <p:ph type="title" idx="9" hasCustomPrompt="1"/>
          </p:nvPr>
        </p:nvSpPr>
        <p:spPr>
          <a:xfrm>
            <a:off x="7222467" y="3722997"/>
            <a:ext cx="1597600" cy="8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>
                <a:solidFill>
                  <a:srgbClr val="F0F7ED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8165276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four columns">
  <p:cSld name="Title &amp; four columns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11511733" y="5224667"/>
            <a:ext cx="344400" cy="3444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00" name="Google Shape;500;p24"/>
          <p:cNvGrpSpPr/>
          <p:nvPr/>
        </p:nvGrpSpPr>
        <p:grpSpPr>
          <a:xfrm>
            <a:off x="10538823" y="5780812"/>
            <a:ext cx="2290248" cy="2290800"/>
            <a:chOff x="1347125" y="349025"/>
            <a:chExt cx="4978800" cy="4980000"/>
          </a:xfrm>
        </p:grpSpPr>
        <p:sp>
          <p:nvSpPr>
            <p:cNvPr id="501" name="Google Shape;501;p24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3" name="Google Shape;523;p24"/>
          <p:cNvSpPr/>
          <p:nvPr/>
        </p:nvSpPr>
        <p:spPr>
          <a:xfrm>
            <a:off x="295733" y="6296800"/>
            <a:ext cx="344400" cy="3444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4" name="Google Shape;524;p24"/>
          <p:cNvSpPr/>
          <p:nvPr/>
        </p:nvSpPr>
        <p:spPr>
          <a:xfrm>
            <a:off x="451400" y="6189800"/>
            <a:ext cx="188800" cy="188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5" name="Google Shape;525;p24"/>
          <p:cNvSpPr txBox="1">
            <a:spLocks noGrp="1"/>
          </p:cNvSpPr>
          <p:nvPr>
            <p:ph type="subTitle" idx="1"/>
          </p:nvPr>
        </p:nvSpPr>
        <p:spPr>
          <a:xfrm>
            <a:off x="1115967" y="2207765"/>
            <a:ext cx="31580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526" name="Google Shape;526;p24"/>
          <p:cNvSpPr txBox="1">
            <a:spLocks noGrp="1"/>
          </p:cNvSpPr>
          <p:nvPr>
            <p:ph type="subTitle" idx="2"/>
          </p:nvPr>
        </p:nvSpPr>
        <p:spPr>
          <a:xfrm>
            <a:off x="7918033" y="2174199"/>
            <a:ext cx="31580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527" name="Google Shape;527;p24"/>
          <p:cNvSpPr txBox="1">
            <a:spLocks noGrp="1"/>
          </p:cNvSpPr>
          <p:nvPr>
            <p:ph type="subTitle" idx="3"/>
          </p:nvPr>
        </p:nvSpPr>
        <p:spPr>
          <a:xfrm>
            <a:off x="7918000" y="4599465"/>
            <a:ext cx="31580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528" name="Google Shape;528;p24"/>
          <p:cNvSpPr txBox="1">
            <a:spLocks noGrp="1"/>
          </p:cNvSpPr>
          <p:nvPr>
            <p:ph type="subTitle" idx="4"/>
          </p:nvPr>
        </p:nvSpPr>
        <p:spPr>
          <a:xfrm>
            <a:off x="1116000" y="4599465"/>
            <a:ext cx="31580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529" name="Google Shape;529;p24"/>
          <p:cNvSpPr txBox="1">
            <a:spLocks noGrp="1"/>
          </p:cNvSpPr>
          <p:nvPr>
            <p:ph type="subTitle" idx="5"/>
          </p:nvPr>
        </p:nvSpPr>
        <p:spPr>
          <a:xfrm>
            <a:off x="1115967" y="1759605"/>
            <a:ext cx="31580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0" name="Google Shape;530;p24"/>
          <p:cNvSpPr txBox="1">
            <a:spLocks noGrp="1"/>
          </p:cNvSpPr>
          <p:nvPr>
            <p:ph type="subTitle" idx="6"/>
          </p:nvPr>
        </p:nvSpPr>
        <p:spPr>
          <a:xfrm>
            <a:off x="7918033" y="1759605"/>
            <a:ext cx="31580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1" name="Google Shape;531;p24"/>
          <p:cNvSpPr txBox="1">
            <a:spLocks noGrp="1"/>
          </p:cNvSpPr>
          <p:nvPr>
            <p:ph type="subTitle" idx="7"/>
          </p:nvPr>
        </p:nvSpPr>
        <p:spPr>
          <a:xfrm>
            <a:off x="7918000" y="4151305"/>
            <a:ext cx="31580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2" name="Google Shape;532;p24"/>
          <p:cNvSpPr txBox="1">
            <a:spLocks noGrp="1"/>
          </p:cNvSpPr>
          <p:nvPr>
            <p:ph type="subTitle" idx="8"/>
          </p:nvPr>
        </p:nvSpPr>
        <p:spPr>
          <a:xfrm>
            <a:off x="1116000" y="4151305"/>
            <a:ext cx="31580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93641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2">
  <p:cSld name="Title &amp; text 2">
    <p:bg>
      <p:bgPr>
        <a:solidFill>
          <a:schemeClr val="accent1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"/>
          <p:cNvSpPr/>
          <p:nvPr/>
        </p:nvSpPr>
        <p:spPr>
          <a:xfrm>
            <a:off x="7489792" y="1"/>
            <a:ext cx="4702208" cy="6858049"/>
          </a:xfrm>
          <a:custGeom>
            <a:avLst/>
            <a:gdLst/>
            <a:ahLst/>
            <a:cxnLst/>
            <a:rect l="l" t="t" r="r" b="b"/>
            <a:pathLst>
              <a:path w="130629" h="190519" extrusionOk="0">
                <a:moveTo>
                  <a:pt x="74795" y="1"/>
                </a:moveTo>
                <a:lnTo>
                  <a:pt x="21418" y="19463"/>
                </a:lnTo>
                <a:cubicBezTo>
                  <a:pt x="7776" y="24447"/>
                  <a:pt x="0" y="42049"/>
                  <a:pt x="4055" y="58792"/>
                </a:cubicBezTo>
                <a:lnTo>
                  <a:pt x="36014" y="190518"/>
                </a:lnTo>
                <a:lnTo>
                  <a:pt x="130629" y="190518"/>
                </a:lnTo>
                <a:lnTo>
                  <a:pt x="130629" y="1"/>
                </a:ln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25"/>
          <p:cNvSpPr txBox="1">
            <a:spLocks noGrp="1"/>
          </p:cNvSpPr>
          <p:nvPr>
            <p:ph type="title"/>
          </p:nvPr>
        </p:nvSpPr>
        <p:spPr>
          <a:xfrm>
            <a:off x="960000" y="512064"/>
            <a:ext cx="3633200" cy="5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536" name="Google Shape;536;p25"/>
          <p:cNvSpPr/>
          <p:nvPr/>
        </p:nvSpPr>
        <p:spPr>
          <a:xfrm rot="2539751">
            <a:off x="5952336" y="-4446405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7" name="Google Shape;537;p25"/>
          <p:cNvSpPr/>
          <p:nvPr/>
        </p:nvSpPr>
        <p:spPr>
          <a:xfrm rot="9266724">
            <a:off x="6379285" y="1588055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8" name="Google Shape;538;p25"/>
          <p:cNvSpPr/>
          <p:nvPr/>
        </p:nvSpPr>
        <p:spPr>
          <a:xfrm>
            <a:off x="7981832" y="6091833"/>
            <a:ext cx="1546000" cy="15460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82673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Title &amp; two columns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6"/>
          <p:cNvSpPr txBox="1">
            <a:spLocks noGrp="1"/>
          </p:cNvSpPr>
          <p:nvPr>
            <p:ph type="ctrTitle"/>
          </p:nvPr>
        </p:nvSpPr>
        <p:spPr>
          <a:xfrm>
            <a:off x="8663033" y="1153700"/>
            <a:ext cx="2789200" cy="1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41" name="Google Shape;541;p26"/>
          <p:cNvSpPr txBox="1">
            <a:spLocks noGrp="1"/>
          </p:cNvSpPr>
          <p:nvPr>
            <p:ph type="subTitle" idx="1"/>
          </p:nvPr>
        </p:nvSpPr>
        <p:spPr>
          <a:xfrm>
            <a:off x="3467467" y="1801017"/>
            <a:ext cx="26392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26"/>
          <p:cNvSpPr txBox="1">
            <a:spLocks noGrp="1"/>
          </p:cNvSpPr>
          <p:nvPr>
            <p:ph type="subTitle" idx="2"/>
          </p:nvPr>
        </p:nvSpPr>
        <p:spPr>
          <a:xfrm>
            <a:off x="3467467" y="4689267"/>
            <a:ext cx="2639200" cy="11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-353432" y="-319299"/>
            <a:ext cx="969200" cy="9692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4" name="Google Shape;544;p26"/>
          <p:cNvGrpSpPr/>
          <p:nvPr/>
        </p:nvGrpSpPr>
        <p:grpSpPr>
          <a:xfrm>
            <a:off x="-620337" y="343144"/>
            <a:ext cx="1186945" cy="1187232"/>
            <a:chOff x="1347125" y="349025"/>
            <a:chExt cx="4978800" cy="4980000"/>
          </a:xfrm>
        </p:grpSpPr>
        <p:sp>
          <p:nvSpPr>
            <p:cNvPr id="545" name="Google Shape;545;p26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7" name="Google Shape;567;p26"/>
          <p:cNvSpPr txBox="1">
            <a:spLocks noGrp="1"/>
          </p:cNvSpPr>
          <p:nvPr>
            <p:ph type="subTitle" idx="3"/>
          </p:nvPr>
        </p:nvSpPr>
        <p:spPr>
          <a:xfrm>
            <a:off x="3467467" y="1349125"/>
            <a:ext cx="26392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68" name="Google Shape;568;p26"/>
          <p:cNvSpPr txBox="1">
            <a:spLocks noGrp="1"/>
          </p:cNvSpPr>
          <p:nvPr>
            <p:ph type="subTitle" idx="4"/>
          </p:nvPr>
        </p:nvSpPr>
        <p:spPr>
          <a:xfrm>
            <a:off x="3467467" y="4237367"/>
            <a:ext cx="26392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98226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 column text 2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7"/>
          <p:cNvSpPr txBox="1">
            <a:spLocks noGrp="1"/>
          </p:cNvSpPr>
          <p:nvPr>
            <p:ph type="title"/>
          </p:nvPr>
        </p:nvSpPr>
        <p:spPr>
          <a:xfrm>
            <a:off x="6767600" y="2333200"/>
            <a:ext cx="4464400" cy="7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571" name="Google Shape;571;p27"/>
          <p:cNvSpPr txBox="1">
            <a:spLocks noGrp="1"/>
          </p:cNvSpPr>
          <p:nvPr>
            <p:ph type="subTitle" idx="1"/>
          </p:nvPr>
        </p:nvSpPr>
        <p:spPr>
          <a:xfrm>
            <a:off x="6767600" y="3119200"/>
            <a:ext cx="3945600" cy="1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27"/>
          <p:cNvSpPr/>
          <p:nvPr/>
        </p:nvSpPr>
        <p:spPr>
          <a:xfrm rot="2539751">
            <a:off x="9571003" y="-4971672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3" name="Google Shape;573;p27"/>
          <p:cNvSpPr/>
          <p:nvPr/>
        </p:nvSpPr>
        <p:spPr>
          <a:xfrm rot="9266724">
            <a:off x="9997952" y="1062788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362333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 column text 3">
    <p:bg>
      <p:bgPr>
        <a:solidFill>
          <a:schemeClr val="accent1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8"/>
          <p:cNvSpPr txBox="1">
            <a:spLocks noGrp="1"/>
          </p:cNvSpPr>
          <p:nvPr>
            <p:ph type="title"/>
          </p:nvPr>
        </p:nvSpPr>
        <p:spPr>
          <a:xfrm>
            <a:off x="6767600" y="2342251"/>
            <a:ext cx="4464400" cy="7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576" name="Google Shape;576;p28"/>
          <p:cNvSpPr txBox="1">
            <a:spLocks noGrp="1"/>
          </p:cNvSpPr>
          <p:nvPr>
            <p:ph type="subTitle" idx="1"/>
          </p:nvPr>
        </p:nvSpPr>
        <p:spPr>
          <a:xfrm>
            <a:off x="6767600" y="3138151"/>
            <a:ext cx="3919200" cy="13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28"/>
          <p:cNvSpPr/>
          <p:nvPr/>
        </p:nvSpPr>
        <p:spPr>
          <a:xfrm rot="8260249" flipH="1">
            <a:off x="9561269" y="5252095"/>
            <a:ext cx="4229568" cy="6385136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8" name="Google Shape;578;p28"/>
          <p:cNvSpPr/>
          <p:nvPr/>
        </p:nvSpPr>
        <p:spPr>
          <a:xfrm rot="1533276" flipH="1">
            <a:off x="9988219" y="5268024"/>
            <a:ext cx="334747" cy="334747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657716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hanks slide">
  <p:cSld name=" Thanks slide">
    <p:bg>
      <p:bgPr>
        <a:solidFill>
          <a:schemeClr val="accent1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9"/>
          <p:cNvSpPr/>
          <p:nvPr/>
        </p:nvSpPr>
        <p:spPr>
          <a:xfrm>
            <a:off x="-1248833" y="1145933"/>
            <a:ext cx="4202400" cy="4202400"/>
          </a:xfrm>
          <a:prstGeom prst="donut">
            <a:avLst>
              <a:gd name="adj" fmla="val 17842"/>
            </a:avLst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1" name="Google Shape;581;p29"/>
          <p:cNvSpPr/>
          <p:nvPr/>
        </p:nvSpPr>
        <p:spPr>
          <a:xfrm>
            <a:off x="391851" y="4241067"/>
            <a:ext cx="632000" cy="6320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7210"/>
              </a:solidFill>
            </a:endParaRPr>
          </a:p>
        </p:txBody>
      </p:sp>
      <p:grpSp>
        <p:nvGrpSpPr>
          <p:cNvPr id="582" name="Google Shape;582;p29"/>
          <p:cNvGrpSpPr/>
          <p:nvPr/>
        </p:nvGrpSpPr>
        <p:grpSpPr>
          <a:xfrm>
            <a:off x="1711043" y="1051605"/>
            <a:ext cx="1041565" cy="1041816"/>
            <a:chOff x="1347125" y="349025"/>
            <a:chExt cx="4978800" cy="4980000"/>
          </a:xfrm>
        </p:grpSpPr>
        <p:sp>
          <p:nvSpPr>
            <p:cNvPr id="583" name="Google Shape;583;p29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05" name="Google Shape;605;p29"/>
          <p:cNvSpPr txBox="1">
            <a:spLocks noGrp="1"/>
          </p:cNvSpPr>
          <p:nvPr>
            <p:ph type="title"/>
          </p:nvPr>
        </p:nvSpPr>
        <p:spPr>
          <a:xfrm>
            <a:off x="2978833" y="2867800"/>
            <a:ext cx="75724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6667">
                <a:solidFill>
                  <a:srgbClr val="F0F7E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606" name="Google Shape;606;p29"/>
          <p:cNvSpPr txBox="1">
            <a:spLocks noGrp="1"/>
          </p:cNvSpPr>
          <p:nvPr>
            <p:ph type="subTitle" idx="1"/>
          </p:nvPr>
        </p:nvSpPr>
        <p:spPr>
          <a:xfrm>
            <a:off x="6170167" y="5760167"/>
            <a:ext cx="5047200" cy="3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6772167" y="4551567"/>
            <a:ext cx="44600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600" b="1">
                <a:solidFill>
                  <a:schemeClr val="l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16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1879800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accent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0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grpSp>
        <p:nvGrpSpPr>
          <p:cNvPr id="610" name="Google Shape;610;p30"/>
          <p:cNvGrpSpPr/>
          <p:nvPr/>
        </p:nvGrpSpPr>
        <p:grpSpPr>
          <a:xfrm>
            <a:off x="1781158" y="914925"/>
            <a:ext cx="867639" cy="867848"/>
            <a:chOff x="1347125" y="349025"/>
            <a:chExt cx="4978800" cy="4980000"/>
          </a:xfrm>
        </p:grpSpPr>
        <p:sp>
          <p:nvSpPr>
            <p:cNvPr id="611" name="Google Shape;611;p30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3" name="Google Shape;633;p30"/>
          <p:cNvSpPr/>
          <p:nvPr/>
        </p:nvSpPr>
        <p:spPr>
          <a:xfrm>
            <a:off x="328196" y="4577867"/>
            <a:ext cx="668000" cy="66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4" name="Google Shape;634;p30"/>
          <p:cNvSpPr txBox="1">
            <a:spLocks noGrp="1"/>
          </p:cNvSpPr>
          <p:nvPr>
            <p:ph type="title"/>
          </p:nvPr>
        </p:nvSpPr>
        <p:spPr>
          <a:xfrm>
            <a:off x="3223633" y="2612651"/>
            <a:ext cx="7572400" cy="1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35" name="Google Shape;635;p30"/>
          <p:cNvSpPr txBox="1">
            <a:spLocks noGrp="1"/>
          </p:cNvSpPr>
          <p:nvPr>
            <p:ph type="subTitle" idx="1"/>
          </p:nvPr>
        </p:nvSpPr>
        <p:spPr>
          <a:xfrm>
            <a:off x="3223633" y="399321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803331" y="4931700"/>
            <a:ext cx="314000" cy="3140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7" name="Google Shape;637;p30"/>
          <p:cNvSpPr txBox="1">
            <a:spLocks noGrp="1"/>
          </p:cNvSpPr>
          <p:nvPr>
            <p:ph type="title" idx="2" hasCustomPrompt="1"/>
          </p:nvPr>
        </p:nvSpPr>
        <p:spPr>
          <a:xfrm>
            <a:off x="3223633" y="180796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92043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grpSp>
        <p:nvGrpSpPr>
          <p:cNvPr id="640" name="Google Shape;640;p31"/>
          <p:cNvGrpSpPr/>
          <p:nvPr/>
        </p:nvGrpSpPr>
        <p:grpSpPr>
          <a:xfrm>
            <a:off x="1202238" y="512303"/>
            <a:ext cx="1569317" cy="1569696"/>
            <a:chOff x="1347125" y="349025"/>
            <a:chExt cx="4978800" cy="4980000"/>
          </a:xfrm>
        </p:grpSpPr>
        <p:sp>
          <p:nvSpPr>
            <p:cNvPr id="641" name="Google Shape;641;p31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31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31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31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31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31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31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31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31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3" name="Google Shape;663;p31"/>
          <p:cNvSpPr/>
          <p:nvPr/>
        </p:nvSpPr>
        <p:spPr>
          <a:xfrm>
            <a:off x="1202229" y="5331467"/>
            <a:ext cx="668000" cy="66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4" name="Google Shape;664;p31"/>
          <p:cNvSpPr txBox="1">
            <a:spLocks noGrp="1"/>
          </p:cNvSpPr>
          <p:nvPr>
            <p:ph type="title"/>
          </p:nvPr>
        </p:nvSpPr>
        <p:spPr>
          <a:xfrm>
            <a:off x="3223633" y="2691584"/>
            <a:ext cx="7572400" cy="13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4000"/>
              <a:buNone/>
              <a:defRPr sz="5333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3600"/>
              <a:buNone/>
              <a:defRPr sz="4800"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31"/>
          <p:cNvSpPr txBox="1">
            <a:spLocks noGrp="1"/>
          </p:cNvSpPr>
          <p:nvPr>
            <p:ph type="subTitle" idx="1"/>
          </p:nvPr>
        </p:nvSpPr>
        <p:spPr>
          <a:xfrm>
            <a:off x="3223633" y="399321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31"/>
          <p:cNvSpPr/>
          <p:nvPr/>
        </p:nvSpPr>
        <p:spPr>
          <a:xfrm rot="-6727045">
            <a:off x="7088455" y="50981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7" name="Google Shape;667;p31"/>
          <p:cNvSpPr/>
          <p:nvPr/>
        </p:nvSpPr>
        <p:spPr>
          <a:xfrm>
            <a:off x="10546164" y="5389233"/>
            <a:ext cx="314000" cy="31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8" name="Google Shape;668;p31"/>
          <p:cNvSpPr txBox="1">
            <a:spLocks noGrp="1"/>
          </p:cNvSpPr>
          <p:nvPr>
            <p:ph type="title" idx="2" hasCustomPrompt="1"/>
          </p:nvPr>
        </p:nvSpPr>
        <p:spPr>
          <a:xfrm>
            <a:off x="3223633" y="180796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1015043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bg>
      <p:bgPr>
        <a:solidFill>
          <a:schemeClr val="accent1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"/>
          <p:cNvSpPr/>
          <p:nvPr/>
        </p:nvSpPr>
        <p:spPr>
          <a:xfrm>
            <a:off x="-1922624" y="843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1538636" y="782391"/>
            <a:ext cx="592400" cy="59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2" name="Google Shape;672;p32"/>
          <p:cNvSpPr txBox="1">
            <a:spLocks noGrp="1"/>
          </p:cNvSpPr>
          <p:nvPr>
            <p:ph type="title"/>
          </p:nvPr>
        </p:nvSpPr>
        <p:spPr>
          <a:xfrm>
            <a:off x="3223633" y="2671851"/>
            <a:ext cx="7572400" cy="13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4000"/>
              <a:buNone/>
              <a:defRPr sz="53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3600"/>
              <a:buNone/>
              <a:defRPr sz="4800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73" name="Google Shape;673;p32"/>
          <p:cNvSpPr txBox="1">
            <a:spLocks noGrp="1"/>
          </p:cNvSpPr>
          <p:nvPr>
            <p:ph type="subTitle" idx="1"/>
          </p:nvPr>
        </p:nvSpPr>
        <p:spPr>
          <a:xfrm>
            <a:off x="3223633" y="399321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200"/>
              <a:buNone/>
              <a:defRPr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32"/>
          <p:cNvSpPr/>
          <p:nvPr/>
        </p:nvSpPr>
        <p:spPr>
          <a:xfrm>
            <a:off x="290567" y="3875033"/>
            <a:ext cx="592400" cy="592400"/>
          </a:xfrm>
          <a:prstGeom prst="ellipse">
            <a:avLst/>
          </a:pr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5" name="Google Shape;675;p32"/>
          <p:cNvSpPr/>
          <p:nvPr/>
        </p:nvSpPr>
        <p:spPr>
          <a:xfrm>
            <a:off x="9771599" y="5997633"/>
            <a:ext cx="1546000" cy="1546000"/>
          </a:xfrm>
          <a:prstGeom prst="donut">
            <a:avLst>
              <a:gd name="adj" fmla="val 1784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6" name="Google Shape;676;p32"/>
          <p:cNvGrpSpPr/>
          <p:nvPr/>
        </p:nvGrpSpPr>
        <p:grpSpPr>
          <a:xfrm>
            <a:off x="10790105" y="5415841"/>
            <a:ext cx="1647651" cy="1648048"/>
            <a:chOff x="1347125" y="349025"/>
            <a:chExt cx="4978800" cy="4980000"/>
          </a:xfrm>
        </p:grpSpPr>
        <p:sp>
          <p:nvSpPr>
            <p:cNvPr id="677" name="Google Shape;677;p32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32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32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32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32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32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32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32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32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32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32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32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32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32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99" name="Google Shape;699;p32"/>
          <p:cNvSpPr/>
          <p:nvPr/>
        </p:nvSpPr>
        <p:spPr>
          <a:xfrm>
            <a:off x="11404735" y="284473"/>
            <a:ext cx="321200" cy="321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0" name="Google Shape;700;p32"/>
          <p:cNvSpPr txBox="1">
            <a:spLocks noGrp="1"/>
          </p:cNvSpPr>
          <p:nvPr>
            <p:ph type="title" idx="2" hasCustomPrompt="1"/>
          </p:nvPr>
        </p:nvSpPr>
        <p:spPr>
          <a:xfrm>
            <a:off x="3223633" y="1807967"/>
            <a:ext cx="7572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7210"/>
              </a:buClr>
              <a:buSzPts val="4000"/>
              <a:buNone/>
              <a:defRPr sz="5333">
                <a:solidFill>
                  <a:srgbClr val="FF721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-723968" y="3993067"/>
            <a:ext cx="1546000" cy="1546000"/>
          </a:xfrm>
          <a:prstGeom prst="donut">
            <a:avLst>
              <a:gd name="adj" fmla="val 1784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764665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4">
  <p:cSld name="Only title 4">
    <p:bg>
      <p:bgPr>
        <a:solidFill>
          <a:schemeClr val="accen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33"/>
          <p:cNvGrpSpPr/>
          <p:nvPr/>
        </p:nvGrpSpPr>
        <p:grpSpPr>
          <a:xfrm>
            <a:off x="10626389" y="5072912"/>
            <a:ext cx="2290248" cy="2290800"/>
            <a:chOff x="1347125" y="349025"/>
            <a:chExt cx="4978800" cy="4980000"/>
          </a:xfrm>
        </p:grpSpPr>
        <p:sp>
          <p:nvSpPr>
            <p:cNvPr id="704" name="Google Shape;704;p3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26" name="Google Shape;726;p33"/>
          <p:cNvGrpSpPr/>
          <p:nvPr/>
        </p:nvGrpSpPr>
        <p:grpSpPr>
          <a:xfrm>
            <a:off x="-53681" y="-358003"/>
            <a:ext cx="1013684" cy="1013928"/>
            <a:chOff x="1347125" y="349025"/>
            <a:chExt cx="4978800" cy="4980000"/>
          </a:xfrm>
        </p:grpSpPr>
        <p:sp>
          <p:nvSpPr>
            <p:cNvPr id="727" name="Google Shape;727;p33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49" name="Google Shape;749;p33"/>
          <p:cNvSpPr/>
          <p:nvPr/>
        </p:nvSpPr>
        <p:spPr>
          <a:xfrm>
            <a:off x="11522700" y="4872867"/>
            <a:ext cx="344400" cy="3444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0" name="Google Shape;750;p33"/>
          <p:cNvSpPr/>
          <p:nvPr/>
        </p:nvSpPr>
        <p:spPr>
          <a:xfrm>
            <a:off x="187467" y="506800"/>
            <a:ext cx="213200" cy="2132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1" name="Google Shape;751;p33"/>
          <p:cNvSpPr/>
          <p:nvPr/>
        </p:nvSpPr>
        <p:spPr>
          <a:xfrm>
            <a:off x="10168000" y="5494200"/>
            <a:ext cx="1064000" cy="10640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2" name="Google Shape;752;p33"/>
          <p:cNvSpPr txBox="1">
            <a:spLocks noGrp="1"/>
          </p:cNvSpPr>
          <p:nvPr>
            <p:ph type="title"/>
          </p:nvPr>
        </p:nvSpPr>
        <p:spPr>
          <a:xfrm>
            <a:off x="1432200" y="525600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2700"/>
              <a:buNone/>
              <a:defRPr sz="3600">
                <a:solidFill>
                  <a:srgbClr val="F0F7ED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0F7ED"/>
              </a:buClr>
              <a:buSzPts val="1400"/>
              <a:buNone/>
              <a:defRPr sz="1867">
                <a:solidFill>
                  <a:srgbClr val="F0F7ED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23681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3">
  <p:cSld name="Title &amp; text 3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"/>
          <p:cNvSpPr txBox="1">
            <a:spLocks noGrp="1"/>
          </p:cNvSpPr>
          <p:nvPr>
            <p:ph type="title"/>
          </p:nvPr>
        </p:nvSpPr>
        <p:spPr>
          <a:xfrm>
            <a:off x="960000" y="2588400"/>
            <a:ext cx="4392000" cy="16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55" name="Google Shape;755;p34"/>
          <p:cNvSpPr txBox="1">
            <a:spLocks noGrp="1"/>
          </p:cNvSpPr>
          <p:nvPr>
            <p:ph type="subTitle" idx="1"/>
          </p:nvPr>
        </p:nvSpPr>
        <p:spPr>
          <a:xfrm>
            <a:off x="6785367" y="1319600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56" name="Google Shape;756;p34"/>
          <p:cNvSpPr txBox="1">
            <a:spLocks noGrp="1"/>
          </p:cNvSpPr>
          <p:nvPr>
            <p:ph type="subTitle" idx="2"/>
          </p:nvPr>
        </p:nvSpPr>
        <p:spPr>
          <a:xfrm>
            <a:off x="6785367" y="2508367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57" name="Google Shape;757;p34"/>
          <p:cNvSpPr txBox="1">
            <a:spLocks noGrp="1"/>
          </p:cNvSpPr>
          <p:nvPr>
            <p:ph type="subTitle" idx="3"/>
          </p:nvPr>
        </p:nvSpPr>
        <p:spPr>
          <a:xfrm>
            <a:off x="6785367" y="3676017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34"/>
          <p:cNvSpPr txBox="1">
            <a:spLocks noGrp="1"/>
          </p:cNvSpPr>
          <p:nvPr>
            <p:ph type="subTitle" idx="4"/>
          </p:nvPr>
        </p:nvSpPr>
        <p:spPr>
          <a:xfrm>
            <a:off x="6785367" y="4962933"/>
            <a:ext cx="3184400" cy="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grpSp>
        <p:nvGrpSpPr>
          <p:cNvPr id="759" name="Google Shape;759;p34"/>
          <p:cNvGrpSpPr/>
          <p:nvPr/>
        </p:nvGrpSpPr>
        <p:grpSpPr>
          <a:xfrm>
            <a:off x="10681305" y="-698855"/>
            <a:ext cx="2290248" cy="2290800"/>
            <a:chOff x="1347125" y="349025"/>
            <a:chExt cx="4978800" cy="4980000"/>
          </a:xfrm>
        </p:grpSpPr>
        <p:sp>
          <p:nvSpPr>
            <p:cNvPr id="760" name="Google Shape;760;p34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82" name="Google Shape;782;p34"/>
          <p:cNvSpPr/>
          <p:nvPr/>
        </p:nvSpPr>
        <p:spPr>
          <a:xfrm>
            <a:off x="11554651" y="720000"/>
            <a:ext cx="1148000" cy="11480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3" name="Google Shape;783;p34"/>
          <p:cNvSpPr/>
          <p:nvPr/>
        </p:nvSpPr>
        <p:spPr>
          <a:xfrm>
            <a:off x="9912017" y="230124"/>
            <a:ext cx="432800" cy="4328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4" name="Google Shape;784;p34"/>
          <p:cNvSpPr/>
          <p:nvPr/>
        </p:nvSpPr>
        <p:spPr>
          <a:xfrm rot="-6727045">
            <a:off x="-3031179" y="5407682"/>
            <a:ext cx="4229435" cy="6384935"/>
          </a:xfrm>
          <a:custGeom>
            <a:avLst/>
            <a:gdLst/>
            <a:ahLst/>
            <a:cxnLst/>
            <a:rect l="l" t="t" r="r" b="b"/>
            <a:pathLst>
              <a:path w="126885" h="191551" extrusionOk="0">
                <a:moveTo>
                  <a:pt x="16464" y="0"/>
                </a:moveTo>
                <a:cubicBezTo>
                  <a:pt x="14016" y="0"/>
                  <a:pt x="11533" y="624"/>
                  <a:pt x="9255" y="1936"/>
                </a:cubicBezTo>
                <a:cubicBezTo>
                  <a:pt x="2362" y="5919"/>
                  <a:pt x="1" y="14743"/>
                  <a:pt x="3984" y="21636"/>
                </a:cubicBezTo>
                <a:lnTo>
                  <a:pt x="97907" y="184344"/>
                </a:lnTo>
                <a:cubicBezTo>
                  <a:pt x="100593" y="188966"/>
                  <a:pt x="105447" y="191551"/>
                  <a:pt x="110431" y="191551"/>
                </a:cubicBezTo>
                <a:cubicBezTo>
                  <a:pt x="112880" y="191551"/>
                  <a:pt x="115360" y="190927"/>
                  <a:pt x="117631" y="189615"/>
                </a:cubicBezTo>
                <a:cubicBezTo>
                  <a:pt x="124524" y="185632"/>
                  <a:pt x="126885" y="176807"/>
                  <a:pt x="122902" y="169914"/>
                </a:cubicBezTo>
                <a:lnTo>
                  <a:pt x="28955" y="7207"/>
                </a:lnTo>
                <a:cubicBezTo>
                  <a:pt x="26284" y="2584"/>
                  <a:pt x="21447" y="0"/>
                  <a:pt x="16464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5" name="Google Shape;785;p34"/>
          <p:cNvSpPr/>
          <p:nvPr/>
        </p:nvSpPr>
        <p:spPr>
          <a:xfrm>
            <a:off x="1586067" y="6373667"/>
            <a:ext cx="334800" cy="334800"/>
          </a:xfrm>
          <a:prstGeom prst="ellipse">
            <a:avLst/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515624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4">
  <p:cSld name="Title &amp; text 4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5"/>
          <p:cNvSpPr txBox="1">
            <a:spLocks noGrp="1"/>
          </p:cNvSpPr>
          <p:nvPr>
            <p:ph type="title"/>
          </p:nvPr>
        </p:nvSpPr>
        <p:spPr>
          <a:xfrm>
            <a:off x="1014667" y="512067"/>
            <a:ext cx="104124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88" name="Google Shape;788;p35"/>
          <p:cNvSpPr txBox="1">
            <a:spLocks noGrp="1"/>
          </p:cNvSpPr>
          <p:nvPr>
            <p:ph type="subTitle" idx="1"/>
          </p:nvPr>
        </p:nvSpPr>
        <p:spPr>
          <a:xfrm>
            <a:off x="1432200" y="1792497"/>
            <a:ext cx="5685200" cy="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89" name="Google Shape;789;p35"/>
          <p:cNvSpPr txBox="1">
            <a:spLocks noGrp="1"/>
          </p:cNvSpPr>
          <p:nvPr>
            <p:ph type="subTitle" idx="2"/>
          </p:nvPr>
        </p:nvSpPr>
        <p:spPr>
          <a:xfrm>
            <a:off x="1432200" y="3290833"/>
            <a:ext cx="5685200" cy="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0" name="Google Shape;790;p35"/>
          <p:cNvSpPr txBox="1">
            <a:spLocks noGrp="1"/>
          </p:cNvSpPr>
          <p:nvPr>
            <p:ph type="subTitle" idx="3"/>
          </p:nvPr>
        </p:nvSpPr>
        <p:spPr>
          <a:xfrm>
            <a:off x="1432200" y="4039999"/>
            <a:ext cx="5685200" cy="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1" name="Google Shape;791;p35"/>
          <p:cNvSpPr txBox="1">
            <a:spLocks noGrp="1"/>
          </p:cNvSpPr>
          <p:nvPr>
            <p:ph type="subTitle" idx="4"/>
          </p:nvPr>
        </p:nvSpPr>
        <p:spPr>
          <a:xfrm>
            <a:off x="1432200" y="4789164"/>
            <a:ext cx="5685200" cy="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2" name="Google Shape;792;p35"/>
          <p:cNvSpPr txBox="1">
            <a:spLocks noGrp="1"/>
          </p:cNvSpPr>
          <p:nvPr>
            <p:ph type="subTitle" idx="5"/>
          </p:nvPr>
        </p:nvSpPr>
        <p:spPr>
          <a:xfrm>
            <a:off x="1432200" y="2541667"/>
            <a:ext cx="5685200" cy="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59201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 2">
  <p:cSld name="Title &amp; two columns 2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6"/>
          <p:cNvSpPr txBox="1">
            <a:spLocks noGrp="1"/>
          </p:cNvSpPr>
          <p:nvPr>
            <p:ph type="subTitle" idx="1"/>
          </p:nvPr>
        </p:nvSpPr>
        <p:spPr>
          <a:xfrm>
            <a:off x="1406667" y="3299697"/>
            <a:ext cx="2727200" cy="14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36"/>
          <p:cNvSpPr txBox="1">
            <a:spLocks noGrp="1"/>
          </p:cNvSpPr>
          <p:nvPr>
            <p:ph type="subTitle" idx="2"/>
          </p:nvPr>
        </p:nvSpPr>
        <p:spPr>
          <a:xfrm>
            <a:off x="8032533" y="3299697"/>
            <a:ext cx="2727200" cy="14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None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  <p:sp>
        <p:nvSpPr>
          <p:cNvPr id="796" name="Google Shape;796;p36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rgbClr val="00BBC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97" name="Google Shape;797;p36"/>
          <p:cNvSpPr txBox="1">
            <a:spLocks noGrp="1"/>
          </p:cNvSpPr>
          <p:nvPr>
            <p:ph type="subTitle" idx="3"/>
          </p:nvPr>
        </p:nvSpPr>
        <p:spPr>
          <a:xfrm>
            <a:off x="1406667" y="2666147"/>
            <a:ext cx="2727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98" name="Google Shape;798;p36"/>
          <p:cNvSpPr txBox="1">
            <a:spLocks noGrp="1"/>
          </p:cNvSpPr>
          <p:nvPr>
            <p:ph type="subTitle" idx="4"/>
          </p:nvPr>
        </p:nvSpPr>
        <p:spPr>
          <a:xfrm>
            <a:off x="8032533" y="2666147"/>
            <a:ext cx="2727200" cy="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46442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2">
  <p:cSld name="Title &amp; body 2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 txBox="1">
            <a:spLocks noGrp="1"/>
          </p:cNvSpPr>
          <p:nvPr>
            <p:ph type="title"/>
          </p:nvPr>
        </p:nvSpPr>
        <p:spPr>
          <a:xfrm>
            <a:off x="1432200" y="525600"/>
            <a:ext cx="9327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None/>
              <a:defRPr sz="3600">
                <a:solidFill>
                  <a:srgbClr val="00BBC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801" name="Google Shape;801;p37"/>
          <p:cNvSpPr txBox="1">
            <a:spLocks noGrp="1"/>
          </p:cNvSpPr>
          <p:nvPr>
            <p:ph type="subTitle" idx="1"/>
          </p:nvPr>
        </p:nvSpPr>
        <p:spPr>
          <a:xfrm>
            <a:off x="1432200" y="1535533"/>
            <a:ext cx="9327600" cy="44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●"/>
              <a:defRPr>
                <a:solidFill>
                  <a:srgbClr val="34343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○"/>
              <a:defRPr>
                <a:solidFill>
                  <a:srgbClr val="34343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Char char="■"/>
              <a:defRPr>
                <a:solidFill>
                  <a:srgbClr val="34343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381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39028-96BE-4614-9405-013D1118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771F-DD59-4070-8659-8F6578888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51CAF-F5DD-4A19-AE88-104A08953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2E732-3E64-47DB-8640-4229D2F824D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E81AB-63C2-4672-BB3C-9DF3D8FC2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05DB8-E570-49B9-9A1B-2B265B26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B041C-0839-4238-94E9-E84C39054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Roboto"/>
              <a:buNone/>
              <a:defRPr sz="27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00348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4" Type="http://schemas.openxmlformats.org/officeDocument/2006/relationships/hyperlink" Target="https://commons.wikimedia.org/wiki/File:Commons-emblem-question.sv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3.png"/><Relationship Id="rId4" Type="http://schemas.openxmlformats.org/officeDocument/2006/relationships/hyperlink" Target="https://commons.wikimedia.org/wiki/File:Commons-emblem-question.sv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55"/>
          <p:cNvSpPr/>
          <p:nvPr/>
        </p:nvSpPr>
        <p:spPr>
          <a:xfrm>
            <a:off x="9402009" y="1162471"/>
            <a:ext cx="5018800" cy="5018800"/>
          </a:xfrm>
          <a:prstGeom prst="donut">
            <a:avLst>
              <a:gd name="adj" fmla="val 17842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477" name="Google Shape;3477;p55"/>
          <p:cNvGrpSpPr/>
          <p:nvPr/>
        </p:nvGrpSpPr>
        <p:grpSpPr>
          <a:xfrm>
            <a:off x="2742864" y="237777"/>
            <a:ext cx="1186945" cy="1187232"/>
            <a:chOff x="1347125" y="349025"/>
            <a:chExt cx="4978800" cy="4980000"/>
          </a:xfrm>
        </p:grpSpPr>
        <p:sp>
          <p:nvSpPr>
            <p:cNvPr id="3478" name="Google Shape;3478;p55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p55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p55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55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p55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p55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55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p55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p55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55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p55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p55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p55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p55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p55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p55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p55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p55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55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55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55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55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500" name="Google Shape;3500;p55"/>
          <p:cNvSpPr/>
          <p:nvPr/>
        </p:nvSpPr>
        <p:spPr>
          <a:xfrm>
            <a:off x="850133" y="4656267"/>
            <a:ext cx="570000" cy="569600"/>
          </a:xfrm>
          <a:prstGeom prst="ellipse">
            <a:avLst/>
          </a:pr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1" name="Google Shape;3501;p55"/>
          <p:cNvSpPr/>
          <p:nvPr/>
        </p:nvSpPr>
        <p:spPr>
          <a:xfrm flipH="1">
            <a:off x="10094257" y="5904641"/>
            <a:ext cx="1013736" cy="392403"/>
          </a:xfrm>
          <a:custGeom>
            <a:avLst/>
            <a:gdLst/>
            <a:ahLst/>
            <a:cxnLst/>
            <a:rect l="l" t="t" r="r" b="b"/>
            <a:pathLst>
              <a:path w="8874" h="3435" extrusionOk="0">
                <a:moveTo>
                  <a:pt x="1" y="0"/>
                </a:moveTo>
                <a:lnTo>
                  <a:pt x="1" y="3435"/>
                </a:lnTo>
                <a:lnTo>
                  <a:pt x="8873" y="3435"/>
                </a:lnTo>
                <a:lnTo>
                  <a:pt x="8873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2" name="Google Shape;3502;p55"/>
          <p:cNvSpPr/>
          <p:nvPr/>
        </p:nvSpPr>
        <p:spPr>
          <a:xfrm flipH="1">
            <a:off x="7898286" y="2926607"/>
            <a:ext cx="5402937" cy="3057088"/>
          </a:xfrm>
          <a:custGeom>
            <a:avLst/>
            <a:gdLst/>
            <a:ahLst/>
            <a:cxnLst/>
            <a:rect l="l" t="t" r="r" b="b"/>
            <a:pathLst>
              <a:path w="47296" h="26761" extrusionOk="0">
                <a:moveTo>
                  <a:pt x="2696" y="1"/>
                </a:moveTo>
                <a:cubicBezTo>
                  <a:pt x="1193" y="1"/>
                  <a:pt x="0" y="1193"/>
                  <a:pt x="0" y="2672"/>
                </a:cubicBezTo>
                <a:lnTo>
                  <a:pt x="0" y="24090"/>
                </a:lnTo>
                <a:cubicBezTo>
                  <a:pt x="0" y="25568"/>
                  <a:pt x="1193" y="26761"/>
                  <a:pt x="2696" y="26761"/>
                </a:cubicBezTo>
                <a:lnTo>
                  <a:pt x="44601" y="26761"/>
                </a:lnTo>
                <a:cubicBezTo>
                  <a:pt x="46103" y="26761"/>
                  <a:pt x="47296" y="25568"/>
                  <a:pt x="47296" y="24090"/>
                </a:cubicBezTo>
                <a:lnTo>
                  <a:pt x="47296" y="2672"/>
                </a:lnTo>
                <a:cubicBezTo>
                  <a:pt x="47296" y="1193"/>
                  <a:pt x="46103" y="1"/>
                  <a:pt x="44601" y="1"/>
                </a:cubicBez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3" name="Google Shape;3503;p55"/>
          <p:cNvSpPr/>
          <p:nvPr/>
        </p:nvSpPr>
        <p:spPr>
          <a:xfrm flipH="1">
            <a:off x="8039940" y="3062891"/>
            <a:ext cx="5116889" cy="2781891"/>
          </a:xfrm>
          <a:custGeom>
            <a:avLst/>
            <a:gdLst/>
            <a:ahLst/>
            <a:cxnLst/>
            <a:rect l="l" t="t" r="r" b="b"/>
            <a:pathLst>
              <a:path w="44792" h="24352" extrusionOk="0">
                <a:moveTo>
                  <a:pt x="1694" y="0"/>
                </a:moveTo>
                <a:cubicBezTo>
                  <a:pt x="740" y="0"/>
                  <a:pt x="1" y="763"/>
                  <a:pt x="1" y="1694"/>
                </a:cubicBezTo>
                <a:lnTo>
                  <a:pt x="1" y="22658"/>
                </a:lnTo>
                <a:cubicBezTo>
                  <a:pt x="1" y="23612"/>
                  <a:pt x="764" y="24352"/>
                  <a:pt x="1694" y="24352"/>
                </a:cubicBezTo>
                <a:lnTo>
                  <a:pt x="43098" y="24352"/>
                </a:lnTo>
                <a:cubicBezTo>
                  <a:pt x="44028" y="24352"/>
                  <a:pt x="44768" y="23612"/>
                  <a:pt x="44791" y="22658"/>
                </a:cubicBezTo>
                <a:lnTo>
                  <a:pt x="44791" y="1694"/>
                </a:lnTo>
                <a:cubicBezTo>
                  <a:pt x="44791" y="740"/>
                  <a:pt x="44028" y="0"/>
                  <a:pt x="43098" y="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4" name="Google Shape;3504;p55"/>
          <p:cNvSpPr/>
          <p:nvPr/>
        </p:nvSpPr>
        <p:spPr>
          <a:xfrm flipH="1">
            <a:off x="8042680" y="3245441"/>
            <a:ext cx="5114147" cy="2422275"/>
          </a:xfrm>
          <a:custGeom>
            <a:avLst/>
            <a:gdLst/>
            <a:ahLst/>
            <a:cxnLst/>
            <a:rect l="l" t="t" r="r" b="b"/>
            <a:pathLst>
              <a:path w="44768" h="21204" extrusionOk="0">
                <a:moveTo>
                  <a:pt x="1" y="0"/>
                </a:moveTo>
                <a:lnTo>
                  <a:pt x="1" y="21203"/>
                </a:lnTo>
                <a:lnTo>
                  <a:pt x="44768" y="21203"/>
                </a:lnTo>
                <a:lnTo>
                  <a:pt x="447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5" name="Google Shape;3505;p55"/>
          <p:cNvSpPr/>
          <p:nvPr/>
        </p:nvSpPr>
        <p:spPr>
          <a:xfrm flipH="1">
            <a:off x="9080750" y="6296932"/>
            <a:ext cx="3035268" cy="117321"/>
          </a:xfrm>
          <a:custGeom>
            <a:avLst/>
            <a:gdLst/>
            <a:ahLst/>
            <a:cxnLst/>
            <a:rect l="l" t="t" r="r" b="b"/>
            <a:pathLst>
              <a:path w="26570" h="1027" extrusionOk="0">
                <a:moveTo>
                  <a:pt x="501" y="1"/>
                </a:moveTo>
                <a:cubicBezTo>
                  <a:pt x="215" y="1"/>
                  <a:pt x="0" y="239"/>
                  <a:pt x="0" y="502"/>
                </a:cubicBezTo>
                <a:cubicBezTo>
                  <a:pt x="0" y="812"/>
                  <a:pt x="239" y="1026"/>
                  <a:pt x="501" y="1026"/>
                </a:cubicBezTo>
                <a:lnTo>
                  <a:pt x="26069" y="1026"/>
                </a:lnTo>
                <a:cubicBezTo>
                  <a:pt x="26331" y="1026"/>
                  <a:pt x="26546" y="788"/>
                  <a:pt x="26570" y="502"/>
                </a:cubicBezTo>
                <a:cubicBezTo>
                  <a:pt x="26570" y="215"/>
                  <a:pt x="26331" y="1"/>
                  <a:pt x="26069" y="1"/>
                </a:cubicBez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6" name="Google Shape;3506;p55"/>
          <p:cNvSpPr/>
          <p:nvPr/>
        </p:nvSpPr>
        <p:spPr>
          <a:xfrm flipH="1">
            <a:off x="10631055" y="3615911"/>
            <a:ext cx="877452" cy="885677"/>
          </a:xfrm>
          <a:custGeom>
            <a:avLst/>
            <a:gdLst/>
            <a:ahLst/>
            <a:cxnLst/>
            <a:rect l="l" t="t" r="r" b="b"/>
            <a:pathLst>
              <a:path w="7681" h="7753" extrusionOk="0">
                <a:moveTo>
                  <a:pt x="3841" y="1647"/>
                </a:moveTo>
                <a:cubicBezTo>
                  <a:pt x="4246" y="1647"/>
                  <a:pt x="4652" y="1766"/>
                  <a:pt x="4962" y="1957"/>
                </a:cubicBezTo>
                <a:cubicBezTo>
                  <a:pt x="5654" y="2338"/>
                  <a:pt x="6107" y="3078"/>
                  <a:pt x="6107" y="3912"/>
                </a:cubicBezTo>
                <a:cubicBezTo>
                  <a:pt x="6107" y="4509"/>
                  <a:pt x="5868" y="5057"/>
                  <a:pt x="5510" y="5439"/>
                </a:cubicBezTo>
                <a:cubicBezTo>
                  <a:pt x="5081" y="5892"/>
                  <a:pt x="4485" y="6178"/>
                  <a:pt x="3841" y="6178"/>
                </a:cubicBezTo>
                <a:cubicBezTo>
                  <a:pt x="2625" y="6178"/>
                  <a:pt x="1599" y="5200"/>
                  <a:pt x="1575" y="3984"/>
                </a:cubicBezTo>
                <a:lnTo>
                  <a:pt x="1575" y="3912"/>
                </a:lnTo>
                <a:cubicBezTo>
                  <a:pt x="1575" y="2958"/>
                  <a:pt x="2171" y="2124"/>
                  <a:pt x="3006" y="1790"/>
                </a:cubicBezTo>
                <a:cubicBezTo>
                  <a:pt x="3268" y="1718"/>
                  <a:pt x="3531" y="1647"/>
                  <a:pt x="3841" y="1647"/>
                </a:cubicBezTo>
                <a:close/>
                <a:moveTo>
                  <a:pt x="3841" y="1"/>
                </a:moveTo>
                <a:cubicBezTo>
                  <a:pt x="3340" y="72"/>
                  <a:pt x="2887" y="168"/>
                  <a:pt x="2434" y="311"/>
                </a:cubicBezTo>
                <a:cubicBezTo>
                  <a:pt x="1003" y="859"/>
                  <a:pt x="1" y="2267"/>
                  <a:pt x="1" y="3912"/>
                </a:cubicBezTo>
                <a:cubicBezTo>
                  <a:pt x="1" y="6035"/>
                  <a:pt x="1718" y="7752"/>
                  <a:pt x="3841" y="7752"/>
                </a:cubicBezTo>
                <a:cubicBezTo>
                  <a:pt x="4962" y="7752"/>
                  <a:pt x="5987" y="7275"/>
                  <a:pt x="6703" y="6488"/>
                </a:cubicBezTo>
                <a:cubicBezTo>
                  <a:pt x="7323" y="5797"/>
                  <a:pt x="7681" y="4890"/>
                  <a:pt x="7681" y="3889"/>
                </a:cubicBezTo>
                <a:cubicBezTo>
                  <a:pt x="7681" y="2457"/>
                  <a:pt x="6918" y="1241"/>
                  <a:pt x="5773" y="549"/>
                </a:cubicBezTo>
                <a:cubicBezTo>
                  <a:pt x="5200" y="216"/>
                  <a:pt x="4533" y="1"/>
                  <a:pt x="3841" y="1"/>
                </a:cubicBezTo>
                <a:close/>
              </a:path>
            </a:pathLst>
          </a:cu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7" name="Google Shape;3507;p55"/>
          <p:cNvSpPr/>
          <p:nvPr/>
        </p:nvSpPr>
        <p:spPr>
          <a:xfrm flipH="1">
            <a:off x="10745406" y="4062804"/>
            <a:ext cx="768471" cy="444152"/>
          </a:xfrm>
          <a:custGeom>
            <a:avLst/>
            <a:gdLst/>
            <a:ahLst/>
            <a:cxnLst/>
            <a:rect l="l" t="t" r="r" b="b"/>
            <a:pathLst>
              <a:path w="6727" h="3888" extrusionOk="0">
                <a:moveTo>
                  <a:pt x="0" y="0"/>
                </a:moveTo>
                <a:cubicBezTo>
                  <a:pt x="0" y="2123"/>
                  <a:pt x="1741" y="3840"/>
                  <a:pt x="3864" y="3888"/>
                </a:cubicBezTo>
                <a:cubicBezTo>
                  <a:pt x="4985" y="3888"/>
                  <a:pt x="6011" y="3363"/>
                  <a:pt x="6726" y="2600"/>
                </a:cubicBezTo>
                <a:lnTo>
                  <a:pt x="5534" y="1527"/>
                </a:lnTo>
                <a:cubicBezTo>
                  <a:pt x="5104" y="1980"/>
                  <a:pt x="4508" y="2266"/>
                  <a:pt x="3864" y="2266"/>
                </a:cubicBezTo>
                <a:cubicBezTo>
                  <a:pt x="2624" y="2266"/>
                  <a:pt x="1622" y="1288"/>
                  <a:pt x="1598" y="72"/>
                </a:cubicBezTo>
                <a:lnTo>
                  <a:pt x="1598" y="0"/>
                </a:lnTo>
                <a:close/>
              </a:path>
            </a:pathLst>
          </a:custGeom>
          <a:solidFill>
            <a:srgbClr val="00899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8" name="Google Shape;3508;p55"/>
          <p:cNvSpPr/>
          <p:nvPr/>
        </p:nvSpPr>
        <p:spPr>
          <a:xfrm flipH="1">
            <a:off x="10742779" y="4656721"/>
            <a:ext cx="1656660" cy="703127"/>
          </a:xfrm>
          <a:custGeom>
            <a:avLst/>
            <a:gdLst/>
            <a:ahLst/>
            <a:cxnLst/>
            <a:rect l="l" t="t" r="r" b="b"/>
            <a:pathLst>
              <a:path w="14502" h="6155" extrusionOk="0">
                <a:moveTo>
                  <a:pt x="526" y="1"/>
                </a:moveTo>
                <a:cubicBezTo>
                  <a:pt x="239" y="1"/>
                  <a:pt x="1" y="239"/>
                  <a:pt x="1" y="502"/>
                </a:cubicBezTo>
                <a:cubicBezTo>
                  <a:pt x="1" y="764"/>
                  <a:pt x="239" y="1002"/>
                  <a:pt x="526" y="1002"/>
                </a:cubicBezTo>
                <a:lnTo>
                  <a:pt x="14001" y="1002"/>
                </a:lnTo>
                <a:cubicBezTo>
                  <a:pt x="14263" y="1002"/>
                  <a:pt x="14502" y="764"/>
                  <a:pt x="14502" y="502"/>
                </a:cubicBezTo>
                <a:cubicBezTo>
                  <a:pt x="14502" y="239"/>
                  <a:pt x="14263" y="1"/>
                  <a:pt x="14001" y="1"/>
                </a:cubicBezTo>
                <a:close/>
                <a:moveTo>
                  <a:pt x="526" y="1718"/>
                </a:moveTo>
                <a:cubicBezTo>
                  <a:pt x="239" y="1718"/>
                  <a:pt x="1" y="1956"/>
                  <a:pt x="1" y="2219"/>
                </a:cubicBezTo>
                <a:cubicBezTo>
                  <a:pt x="1" y="2481"/>
                  <a:pt x="239" y="2744"/>
                  <a:pt x="526" y="2744"/>
                </a:cubicBezTo>
                <a:lnTo>
                  <a:pt x="14001" y="2744"/>
                </a:lnTo>
                <a:cubicBezTo>
                  <a:pt x="14263" y="2744"/>
                  <a:pt x="14502" y="2481"/>
                  <a:pt x="14502" y="2219"/>
                </a:cubicBezTo>
                <a:cubicBezTo>
                  <a:pt x="14502" y="1933"/>
                  <a:pt x="14263" y="1718"/>
                  <a:pt x="14001" y="1718"/>
                </a:cubicBezTo>
                <a:close/>
                <a:moveTo>
                  <a:pt x="526" y="3411"/>
                </a:moveTo>
                <a:cubicBezTo>
                  <a:pt x="239" y="3411"/>
                  <a:pt x="1" y="3650"/>
                  <a:pt x="1" y="3936"/>
                </a:cubicBezTo>
                <a:cubicBezTo>
                  <a:pt x="1" y="4198"/>
                  <a:pt x="239" y="4437"/>
                  <a:pt x="526" y="4437"/>
                </a:cubicBezTo>
                <a:lnTo>
                  <a:pt x="14001" y="4437"/>
                </a:lnTo>
                <a:cubicBezTo>
                  <a:pt x="14263" y="4437"/>
                  <a:pt x="14502" y="4198"/>
                  <a:pt x="14502" y="3936"/>
                </a:cubicBezTo>
                <a:cubicBezTo>
                  <a:pt x="14502" y="3650"/>
                  <a:pt x="14263" y="3411"/>
                  <a:pt x="14001" y="3411"/>
                </a:cubicBezTo>
                <a:close/>
                <a:moveTo>
                  <a:pt x="526" y="5152"/>
                </a:moveTo>
                <a:cubicBezTo>
                  <a:pt x="239" y="5152"/>
                  <a:pt x="1" y="5391"/>
                  <a:pt x="1" y="5653"/>
                </a:cubicBezTo>
                <a:cubicBezTo>
                  <a:pt x="1" y="5916"/>
                  <a:pt x="239" y="6154"/>
                  <a:pt x="526" y="6154"/>
                </a:cubicBezTo>
                <a:lnTo>
                  <a:pt x="14001" y="6154"/>
                </a:lnTo>
                <a:cubicBezTo>
                  <a:pt x="14263" y="6154"/>
                  <a:pt x="14502" y="5916"/>
                  <a:pt x="14502" y="5653"/>
                </a:cubicBezTo>
                <a:cubicBezTo>
                  <a:pt x="14502" y="5367"/>
                  <a:pt x="14263" y="5152"/>
                  <a:pt x="14001" y="5152"/>
                </a:cubicBezTo>
                <a:close/>
              </a:path>
            </a:pathLst>
          </a:cu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09" name="Google Shape;3509;p55"/>
          <p:cNvSpPr/>
          <p:nvPr/>
        </p:nvSpPr>
        <p:spPr>
          <a:xfrm flipH="1">
            <a:off x="8489461" y="3703187"/>
            <a:ext cx="1763015" cy="1697443"/>
          </a:xfrm>
          <a:custGeom>
            <a:avLst/>
            <a:gdLst/>
            <a:ahLst/>
            <a:cxnLst/>
            <a:rect l="l" t="t" r="r" b="b"/>
            <a:pathLst>
              <a:path w="15433" h="14859" extrusionOk="0">
                <a:moveTo>
                  <a:pt x="2076" y="0"/>
                </a:moveTo>
                <a:cubicBezTo>
                  <a:pt x="931" y="0"/>
                  <a:pt x="1" y="906"/>
                  <a:pt x="1" y="2075"/>
                </a:cubicBezTo>
                <a:lnTo>
                  <a:pt x="1" y="12784"/>
                </a:lnTo>
                <a:cubicBezTo>
                  <a:pt x="1" y="13953"/>
                  <a:pt x="931" y="14859"/>
                  <a:pt x="2076" y="14859"/>
                </a:cubicBezTo>
                <a:lnTo>
                  <a:pt x="13357" y="14859"/>
                </a:lnTo>
                <a:cubicBezTo>
                  <a:pt x="14526" y="14859"/>
                  <a:pt x="15432" y="13905"/>
                  <a:pt x="15432" y="12784"/>
                </a:cubicBezTo>
                <a:lnTo>
                  <a:pt x="15432" y="2075"/>
                </a:lnTo>
                <a:cubicBezTo>
                  <a:pt x="15432" y="906"/>
                  <a:pt x="14526" y="0"/>
                  <a:pt x="13357" y="0"/>
                </a:cubicBezTo>
                <a:close/>
              </a:path>
            </a:pathLst>
          </a:cu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0" name="Google Shape;3510;p55"/>
          <p:cNvSpPr/>
          <p:nvPr/>
        </p:nvSpPr>
        <p:spPr>
          <a:xfrm flipH="1">
            <a:off x="8620262" y="3833873"/>
            <a:ext cx="1498671" cy="626816"/>
          </a:xfrm>
          <a:custGeom>
            <a:avLst/>
            <a:gdLst/>
            <a:ahLst/>
            <a:cxnLst/>
            <a:rect l="l" t="t" r="r" b="b"/>
            <a:pathLst>
              <a:path w="13119" h="5487" extrusionOk="0">
                <a:moveTo>
                  <a:pt x="6512" y="335"/>
                </a:moveTo>
                <a:cubicBezTo>
                  <a:pt x="6369" y="335"/>
                  <a:pt x="6273" y="454"/>
                  <a:pt x="6273" y="573"/>
                </a:cubicBezTo>
                <a:cubicBezTo>
                  <a:pt x="6273" y="716"/>
                  <a:pt x="6393" y="812"/>
                  <a:pt x="6512" y="812"/>
                </a:cubicBezTo>
                <a:lnTo>
                  <a:pt x="12880" y="812"/>
                </a:lnTo>
                <a:cubicBezTo>
                  <a:pt x="12890" y="814"/>
                  <a:pt x="12900" y="815"/>
                  <a:pt x="12911" y="815"/>
                </a:cubicBezTo>
                <a:cubicBezTo>
                  <a:pt x="13019" y="815"/>
                  <a:pt x="13118" y="704"/>
                  <a:pt x="13118" y="573"/>
                </a:cubicBezTo>
                <a:cubicBezTo>
                  <a:pt x="13118" y="430"/>
                  <a:pt x="12999" y="335"/>
                  <a:pt x="12880" y="335"/>
                </a:cubicBezTo>
                <a:close/>
                <a:moveTo>
                  <a:pt x="12911" y="1787"/>
                </a:moveTo>
                <a:cubicBezTo>
                  <a:pt x="12900" y="1787"/>
                  <a:pt x="12890" y="1788"/>
                  <a:pt x="12880" y="1790"/>
                </a:cubicBezTo>
                <a:lnTo>
                  <a:pt x="6512" y="1790"/>
                </a:lnTo>
                <a:cubicBezTo>
                  <a:pt x="6393" y="1790"/>
                  <a:pt x="6273" y="1885"/>
                  <a:pt x="6273" y="2028"/>
                </a:cubicBezTo>
                <a:cubicBezTo>
                  <a:pt x="6273" y="2147"/>
                  <a:pt x="6369" y="2267"/>
                  <a:pt x="6512" y="2267"/>
                </a:cubicBezTo>
                <a:lnTo>
                  <a:pt x="12880" y="2267"/>
                </a:lnTo>
                <a:cubicBezTo>
                  <a:pt x="12999" y="2267"/>
                  <a:pt x="13118" y="2195"/>
                  <a:pt x="13118" y="2028"/>
                </a:cubicBezTo>
                <a:cubicBezTo>
                  <a:pt x="13118" y="1897"/>
                  <a:pt x="13019" y="1787"/>
                  <a:pt x="12911" y="1787"/>
                </a:cubicBezTo>
                <a:close/>
                <a:moveTo>
                  <a:pt x="6512" y="3221"/>
                </a:moveTo>
                <a:cubicBezTo>
                  <a:pt x="6393" y="3221"/>
                  <a:pt x="6273" y="3316"/>
                  <a:pt x="6273" y="3459"/>
                </a:cubicBezTo>
                <a:cubicBezTo>
                  <a:pt x="6273" y="3578"/>
                  <a:pt x="6369" y="3698"/>
                  <a:pt x="6512" y="3698"/>
                </a:cubicBezTo>
                <a:lnTo>
                  <a:pt x="12880" y="3698"/>
                </a:lnTo>
                <a:cubicBezTo>
                  <a:pt x="12999" y="3698"/>
                  <a:pt x="13118" y="3626"/>
                  <a:pt x="13118" y="3459"/>
                </a:cubicBezTo>
                <a:cubicBezTo>
                  <a:pt x="13118" y="3316"/>
                  <a:pt x="12999" y="3221"/>
                  <a:pt x="12880" y="3221"/>
                </a:cubicBezTo>
                <a:close/>
                <a:moveTo>
                  <a:pt x="6512" y="4652"/>
                </a:moveTo>
                <a:cubicBezTo>
                  <a:pt x="6393" y="4652"/>
                  <a:pt x="6273" y="4747"/>
                  <a:pt x="6273" y="4890"/>
                </a:cubicBezTo>
                <a:cubicBezTo>
                  <a:pt x="6273" y="5010"/>
                  <a:pt x="6369" y="5129"/>
                  <a:pt x="6512" y="5129"/>
                </a:cubicBezTo>
                <a:lnTo>
                  <a:pt x="12880" y="5129"/>
                </a:lnTo>
                <a:cubicBezTo>
                  <a:pt x="12999" y="5129"/>
                  <a:pt x="13118" y="5057"/>
                  <a:pt x="13118" y="4890"/>
                </a:cubicBezTo>
                <a:cubicBezTo>
                  <a:pt x="13118" y="4771"/>
                  <a:pt x="12999" y="4652"/>
                  <a:pt x="12880" y="4652"/>
                </a:cubicBezTo>
                <a:close/>
                <a:moveTo>
                  <a:pt x="1217" y="1"/>
                </a:moveTo>
                <a:cubicBezTo>
                  <a:pt x="525" y="1"/>
                  <a:pt x="1" y="549"/>
                  <a:pt x="1" y="1241"/>
                </a:cubicBezTo>
                <a:lnTo>
                  <a:pt x="1" y="4270"/>
                </a:lnTo>
                <a:cubicBezTo>
                  <a:pt x="1" y="4962"/>
                  <a:pt x="525" y="5487"/>
                  <a:pt x="1217" y="5487"/>
                </a:cubicBezTo>
                <a:lnTo>
                  <a:pt x="4246" y="5487"/>
                </a:lnTo>
                <a:cubicBezTo>
                  <a:pt x="4938" y="5487"/>
                  <a:pt x="5486" y="4938"/>
                  <a:pt x="5486" y="4270"/>
                </a:cubicBezTo>
                <a:lnTo>
                  <a:pt x="5486" y="1241"/>
                </a:lnTo>
                <a:cubicBezTo>
                  <a:pt x="5486" y="549"/>
                  <a:pt x="4938" y="1"/>
                  <a:pt x="4246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1" name="Google Shape;3511;p55"/>
          <p:cNvSpPr/>
          <p:nvPr/>
        </p:nvSpPr>
        <p:spPr>
          <a:xfrm flipH="1">
            <a:off x="8620262" y="4637643"/>
            <a:ext cx="1498671" cy="626816"/>
          </a:xfrm>
          <a:custGeom>
            <a:avLst/>
            <a:gdLst/>
            <a:ahLst/>
            <a:cxnLst/>
            <a:rect l="l" t="t" r="r" b="b"/>
            <a:pathLst>
              <a:path w="13119" h="5487" extrusionOk="0">
                <a:moveTo>
                  <a:pt x="6512" y="359"/>
                </a:moveTo>
                <a:cubicBezTo>
                  <a:pt x="6369" y="359"/>
                  <a:pt x="6273" y="478"/>
                  <a:pt x="6273" y="597"/>
                </a:cubicBezTo>
                <a:cubicBezTo>
                  <a:pt x="6273" y="764"/>
                  <a:pt x="6393" y="836"/>
                  <a:pt x="6512" y="836"/>
                </a:cubicBezTo>
                <a:lnTo>
                  <a:pt x="12880" y="836"/>
                </a:lnTo>
                <a:cubicBezTo>
                  <a:pt x="12999" y="836"/>
                  <a:pt x="13118" y="716"/>
                  <a:pt x="13118" y="597"/>
                </a:cubicBezTo>
                <a:cubicBezTo>
                  <a:pt x="13118" y="454"/>
                  <a:pt x="12999" y="359"/>
                  <a:pt x="12880" y="359"/>
                </a:cubicBezTo>
                <a:close/>
                <a:moveTo>
                  <a:pt x="6512" y="1790"/>
                </a:moveTo>
                <a:cubicBezTo>
                  <a:pt x="6393" y="1790"/>
                  <a:pt x="6273" y="1885"/>
                  <a:pt x="6273" y="2028"/>
                </a:cubicBezTo>
                <a:cubicBezTo>
                  <a:pt x="6273" y="2147"/>
                  <a:pt x="6369" y="2267"/>
                  <a:pt x="6512" y="2267"/>
                </a:cubicBezTo>
                <a:lnTo>
                  <a:pt x="12880" y="2267"/>
                </a:lnTo>
                <a:cubicBezTo>
                  <a:pt x="12999" y="2267"/>
                  <a:pt x="13118" y="2195"/>
                  <a:pt x="13118" y="2028"/>
                </a:cubicBezTo>
                <a:cubicBezTo>
                  <a:pt x="13118" y="1885"/>
                  <a:pt x="12999" y="1790"/>
                  <a:pt x="12880" y="1790"/>
                </a:cubicBezTo>
                <a:close/>
                <a:moveTo>
                  <a:pt x="12933" y="3258"/>
                </a:moveTo>
                <a:cubicBezTo>
                  <a:pt x="12916" y="3258"/>
                  <a:pt x="12898" y="3261"/>
                  <a:pt x="12880" y="3268"/>
                </a:cubicBezTo>
                <a:lnTo>
                  <a:pt x="6512" y="3268"/>
                </a:lnTo>
                <a:cubicBezTo>
                  <a:pt x="6393" y="3268"/>
                  <a:pt x="6273" y="3340"/>
                  <a:pt x="6273" y="3507"/>
                </a:cubicBezTo>
                <a:cubicBezTo>
                  <a:pt x="6273" y="3626"/>
                  <a:pt x="6369" y="3745"/>
                  <a:pt x="6512" y="3745"/>
                </a:cubicBezTo>
                <a:lnTo>
                  <a:pt x="12880" y="3745"/>
                </a:lnTo>
                <a:cubicBezTo>
                  <a:pt x="12999" y="3745"/>
                  <a:pt x="13118" y="3650"/>
                  <a:pt x="13118" y="3507"/>
                </a:cubicBezTo>
                <a:cubicBezTo>
                  <a:pt x="13118" y="3365"/>
                  <a:pt x="13032" y="3258"/>
                  <a:pt x="12933" y="3258"/>
                </a:cubicBezTo>
                <a:close/>
                <a:moveTo>
                  <a:pt x="6512" y="4699"/>
                </a:moveTo>
                <a:cubicBezTo>
                  <a:pt x="6393" y="4699"/>
                  <a:pt x="6273" y="4771"/>
                  <a:pt x="6273" y="4938"/>
                </a:cubicBezTo>
                <a:cubicBezTo>
                  <a:pt x="6273" y="5057"/>
                  <a:pt x="6369" y="5176"/>
                  <a:pt x="6512" y="5176"/>
                </a:cubicBezTo>
                <a:lnTo>
                  <a:pt x="12880" y="5176"/>
                </a:lnTo>
                <a:cubicBezTo>
                  <a:pt x="12999" y="5176"/>
                  <a:pt x="13118" y="5081"/>
                  <a:pt x="13118" y="4938"/>
                </a:cubicBezTo>
                <a:cubicBezTo>
                  <a:pt x="13118" y="4771"/>
                  <a:pt x="12999" y="4699"/>
                  <a:pt x="12880" y="4699"/>
                </a:cubicBezTo>
                <a:close/>
                <a:moveTo>
                  <a:pt x="1217" y="1"/>
                </a:moveTo>
                <a:cubicBezTo>
                  <a:pt x="525" y="1"/>
                  <a:pt x="1" y="549"/>
                  <a:pt x="1" y="1241"/>
                </a:cubicBezTo>
                <a:lnTo>
                  <a:pt x="1" y="4270"/>
                </a:lnTo>
                <a:cubicBezTo>
                  <a:pt x="1" y="4962"/>
                  <a:pt x="525" y="5486"/>
                  <a:pt x="1217" y="5486"/>
                </a:cubicBezTo>
                <a:lnTo>
                  <a:pt x="4246" y="5486"/>
                </a:lnTo>
                <a:cubicBezTo>
                  <a:pt x="4938" y="5486"/>
                  <a:pt x="5486" y="4962"/>
                  <a:pt x="5486" y="4270"/>
                </a:cubicBezTo>
                <a:lnTo>
                  <a:pt x="5486" y="1241"/>
                </a:lnTo>
                <a:cubicBezTo>
                  <a:pt x="5486" y="549"/>
                  <a:pt x="4938" y="1"/>
                  <a:pt x="4246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2" name="Google Shape;3512;p55"/>
          <p:cNvSpPr/>
          <p:nvPr/>
        </p:nvSpPr>
        <p:spPr>
          <a:xfrm flipH="1">
            <a:off x="7108111" y="3994719"/>
            <a:ext cx="1550420" cy="2419532"/>
          </a:xfrm>
          <a:custGeom>
            <a:avLst/>
            <a:gdLst/>
            <a:ahLst/>
            <a:cxnLst/>
            <a:rect l="l" t="t" r="r" b="b"/>
            <a:pathLst>
              <a:path w="13572" h="21180" extrusionOk="0">
                <a:moveTo>
                  <a:pt x="2385" y="0"/>
                </a:moveTo>
                <a:cubicBezTo>
                  <a:pt x="1074" y="0"/>
                  <a:pt x="0" y="1073"/>
                  <a:pt x="0" y="2385"/>
                </a:cubicBezTo>
                <a:lnTo>
                  <a:pt x="0" y="18794"/>
                </a:lnTo>
                <a:cubicBezTo>
                  <a:pt x="0" y="20106"/>
                  <a:pt x="1074" y="21179"/>
                  <a:pt x="2385" y="21179"/>
                </a:cubicBezTo>
                <a:lnTo>
                  <a:pt x="11186" y="21179"/>
                </a:lnTo>
                <a:cubicBezTo>
                  <a:pt x="12498" y="21179"/>
                  <a:pt x="13571" y="20106"/>
                  <a:pt x="13571" y="18794"/>
                </a:cubicBezTo>
                <a:lnTo>
                  <a:pt x="13571" y="2385"/>
                </a:lnTo>
                <a:cubicBezTo>
                  <a:pt x="13571" y="1073"/>
                  <a:pt x="12498" y="0"/>
                  <a:pt x="11186" y="0"/>
                </a:cubicBezTo>
                <a:close/>
              </a:path>
            </a:pathLst>
          </a:custGeom>
          <a:solidFill>
            <a:srgbClr val="343434"/>
          </a:solidFill>
          <a:ln w="38100" cap="flat" cmpd="sng">
            <a:solidFill>
              <a:srgbClr val="343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3" name="Google Shape;3513;p55"/>
          <p:cNvSpPr/>
          <p:nvPr/>
        </p:nvSpPr>
        <p:spPr>
          <a:xfrm flipH="1">
            <a:off x="7135337" y="4160833"/>
            <a:ext cx="1498680" cy="2087219"/>
          </a:xfrm>
          <a:custGeom>
            <a:avLst/>
            <a:gdLst/>
            <a:ahLst/>
            <a:cxnLst/>
            <a:rect l="l" t="t" r="r" b="b"/>
            <a:pathLst>
              <a:path w="13548" h="18271" extrusionOk="0">
                <a:moveTo>
                  <a:pt x="0" y="1"/>
                </a:moveTo>
                <a:lnTo>
                  <a:pt x="0" y="18270"/>
                </a:lnTo>
                <a:lnTo>
                  <a:pt x="13547" y="18270"/>
                </a:lnTo>
                <a:lnTo>
                  <a:pt x="13547" y="1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343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4" name="Google Shape;3514;p55"/>
          <p:cNvSpPr/>
          <p:nvPr/>
        </p:nvSpPr>
        <p:spPr>
          <a:xfrm flipH="1">
            <a:off x="7222576" y="4253466"/>
            <a:ext cx="1324232" cy="62831"/>
          </a:xfrm>
          <a:custGeom>
            <a:avLst/>
            <a:gdLst/>
            <a:ahLst/>
            <a:cxnLst/>
            <a:rect l="l" t="t" r="r" b="b"/>
            <a:pathLst>
              <a:path w="11592" h="550" extrusionOk="0">
                <a:moveTo>
                  <a:pt x="263" y="1"/>
                </a:moveTo>
                <a:cubicBezTo>
                  <a:pt x="120" y="1"/>
                  <a:pt x="0" y="120"/>
                  <a:pt x="0" y="263"/>
                </a:cubicBezTo>
                <a:cubicBezTo>
                  <a:pt x="0" y="430"/>
                  <a:pt x="120" y="549"/>
                  <a:pt x="263" y="549"/>
                </a:cubicBezTo>
                <a:lnTo>
                  <a:pt x="11329" y="549"/>
                </a:lnTo>
                <a:cubicBezTo>
                  <a:pt x="11472" y="549"/>
                  <a:pt x="11592" y="430"/>
                  <a:pt x="11592" y="263"/>
                </a:cubicBezTo>
                <a:cubicBezTo>
                  <a:pt x="11592" y="120"/>
                  <a:pt x="11472" y="1"/>
                  <a:pt x="11329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5" name="Google Shape;3515;p55"/>
          <p:cNvSpPr/>
          <p:nvPr/>
        </p:nvSpPr>
        <p:spPr>
          <a:xfrm flipH="1">
            <a:off x="7222576" y="4387008"/>
            <a:ext cx="1324232" cy="60088"/>
          </a:xfrm>
          <a:custGeom>
            <a:avLst/>
            <a:gdLst/>
            <a:ahLst/>
            <a:cxnLst/>
            <a:rect l="l" t="t" r="r" b="b"/>
            <a:pathLst>
              <a:path w="11592" h="526" extrusionOk="0">
                <a:moveTo>
                  <a:pt x="263" y="1"/>
                </a:moveTo>
                <a:cubicBezTo>
                  <a:pt x="120" y="1"/>
                  <a:pt x="0" y="120"/>
                  <a:pt x="0" y="263"/>
                </a:cubicBezTo>
                <a:cubicBezTo>
                  <a:pt x="0" y="406"/>
                  <a:pt x="120" y="525"/>
                  <a:pt x="263" y="525"/>
                </a:cubicBezTo>
                <a:lnTo>
                  <a:pt x="11329" y="525"/>
                </a:lnTo>
                <a:cubicBezTo>
                  <a:pt x="11472" y="525"/>
                  <a:pt x="11592" y="406"/>
                  <a:pt x="11592" y="263"/>
                </a:cubicBezTo>
                <a:cubicBezTo>
                  <a:pt x="11592" y="120"/>
                  <a:pt x="11472" y="1"/>
                  <a:pt x="11329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6" name="Google Shape;3516;p55"/>
          <p:cNvSpPr/>
          <p:nvPr/>
        </p:nvSpPr>
        <p:spPr>
          <a:xfrm flipH="1">
            <a:off x="7222576" y="4515067"/>
            <a:ext cx="1324232" cy="62831"/>
          </a:xfrm>
          <a:custGeom>
            <a:avLst/>
            <a:gdLst/>
            <a:ahLst/>
            <a:cxnLst/>
            <a:rect l="l" t="t" r="r" b="b"/>
            <a:pathLst>
              <a:path w="11592" h="550" extrusionOk="0">
                <a:moveTo>
                  <a:pt x="263" y="1"/>
                </a:moveTo>
                <a:cubicBezTo>
                  <a:pt x="120" y="1"/>
                  <a:pt x="0" y="120"/>
                  <a:pt x="0" y="287"/>
                </a:cubicBezTo>
                <a:cubicBezTo>
                  <a:pt x="0" y="430"/>
                  <a:pt x="120" y="549"/>
                  <a:pt x="263" y="549"/>
                </a:cubicBezTo>
                <a:lnTo>
                  <a:pt x="11329" y="549"/>
                </a:lnTo>
                <a:cubicBezTo>
                  <a:pt x="11472" y="549"/>
                  <a:pt x="11592" y="430"/>
                  <a:pt x="11592" y="287"/>
                </a:cubicBezTo>
                <a:cubicBezTo>
                  <a:pt x="11592" y="120"/>
                  <a:pt x="11472" y="1"/>
                  <a:pt x="11329" y="1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7" name="Google Shape;3517;p55"/>
          <p:cNvSpPr/>
          <p:nvPr/>
        </p:nvSpPr>
        <p:spPr>
          <a:xfrm flipH="1">
            <a:off x="7222576" y="4648610"/>
            <a:ext cx="1324232" cy="62716"/>
          </a:xfrm>
          <a:custGeom>
            <a:avLst/>
            <a:gdLst/>
            <a:ahLst/>
            <a:cxnLst/>
            <a:rect l="l" t="t" r="r" b="b"/>
            <a:pathLst>
              <a:path w="11592" h="549" extrusionOk="0">
                <a:moveTo>
                  <a:pt x="263" y="0"/>
                </a:moveTo>
                <a:cubicBezTo>
                  <a:pt x="120" y="0"/>
                  <a:pt x="0" y="119"/>
                  <a:pt x="0" y="263"/>
                </a:cubicBezTo>
                <a:cubicBezTo>
                  <a:pt x="0" y="430"/>
                  <a:pt x="120" y="549"/>
                  <a:pt x="263" y="549"/>
                </a:cubicBezTo>
                <a:lnTo>
                  <a:pt x="11329" y="549"/>
                </a:lnTo>
                <a:cubicBezTo>
                  <a:pt x="11472" y="549"/>
                  <a:pt x="11592" y="430"/>
                  <a:pt x="11592" y="263"/>
                </a:cubicBezTo>
                <a:cubicBezTo>
                  <a:pt x="11592" y="119"/>
                  <a:pt x="11472" y="0"/>
                  <a:pt x="11329" y="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8" name="Google Shape;3518;p55"/>
          <p:cNvSpPr/>
          <p:nvPr/>
        </p:nvSpPr>
        <p:spPr>
          <a:xfrm flipH="1">
            <a:off x="7222576" y="4773927"/>
            <a:ext cx="1326973" cy="1013621"/>
          </a:xfrm>
          <a:custGeom>
            <a:avLst/>
            <a:gdLst/>
            <a:ahLst/>
            <a:cxnLst/>
            <a:rect l="l" t="t" r="r" b="b"/>
            <a:pathLst>
              <a:path w="11616" h="8873" extrusionOk="0">
                <a:moveTo>
                  <a:pt x="1360" y="0"/>
                </a:moveTo>
                <a:cubicBezTo>
                  <a:pt x="597" y="0"/>
                  <a:pt x="0" y="644"/>
                  <a:pt x="0" y="1384"/>
                </a:cubicBezTo>
                <a:lnTo>
                  <a:pt x="0" y="7489"/>
                </a:lnTo>
                <a:cubicBezTo>
                  <a:pt x="0" y="8276"/>
                  <a:pt x="621" y="8873"/>
                  <a:pt x="1360" y="8873"/>
                </a:cubicBezTo>
                <a:lnTo>
                  <a:pt x="10256" y="8873"/>
                </a:lnTo>
                <a:cubicBezTo>
                  <a:pt x="11019" y="8873"/>
                  <a:pt x="11616" y="8276"/>
                  <a:pt x="11616" y="7489"/>
                </a:cubicBezTo>
                <a:lnTo>
                  <a:pt x="11616" y="1384"/>
                </a:lnTo>
                <a:cubicBezTo>
                  <a:pt x="11616" y="597"/>
                  <a:pt x="10995" y="0"/>
                  <a:pt x="10256" y="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19" name="Google Shape;3519;p55"/>
          <p:cNvSpPr/>
          <p:nvPr/>
        </p:nvSpPr>
        <p:spPr>
          <a:xfrm flipH="1">
            <a:off x="7222576" y="5861005"/>
            <a:ext cx="1326973" cy="275311"/>
          </a:xfrm>
          <a:custGeom>
            <a:avLst/>
            <a:gdLst/>
            <a:ahLst/>
            <a:cxnLst/>
            <a:rect l="l" t="t" r="r" b="b"/>
            <a:pathLst>
              <a:path w="11616" h="2410" extrusionOk="0">
                <a:moveTo>
                  <a:pt x="263" y="1"/>
                </a:moveTo>
                <a:cubicBezTo>
                  <a:pt x="120" y="1"/>
                  <a:pt x="0" y="120"/>
                  <a:pt x="0" y="263"/>
                </a:cubicBezTo>
                <a:cubicBezTo>
                  <a:pt x="0" y="430"/>
                  <a:pt x="120" y="549"/>
                  <a:pt x="263" y="549"/>
                </a:cubicBezTo>
                <a:lnTo>
                  <a:pt x="11353" y="549"/>
                </a:lnTo>
                <a:cubicBezTo>
                  <a:pt x="11496" y="549"/>
                  <a:pt x="11616" y="430"/>
                  <a:pt x="11616" y="263"/>
                </a:cubicBezTo>
                <a:cubicBezTo>
                  <a:pt x="11616" y="120"/>
                  <a:pt x="11496" y="1"/>
                  <a:pt x="11353" y="1"/>
                </a:cubicBezTo>
                <a:close/>
                <a:moveTo>
                  <a:pt x="716" y="1050"/>
                </a:moveTo>
                <a:cubicBezTo>
                  <a:pt x="334" y="1050"/>
                  <a:pt x="24" y="1336"/>
                  <a:pt x="24" y="1742"/>
                </a:cubicBezTo>
                <a:cubicBezTo>
                  <a:pt x="24" y="2123"/>
                  <a:pt x="334" y="2410"/>
                  <a:pt x="716" y="2410"/>
                </a:cubicBezTo>
                <a:lnTo>
                  <a:pt x="10948" y="2410"/>
                </a:lnTo>
                <a:cubicBezTo>
                  <a:pt x="11329" y="2410"/>
                  <a:pt x="11616" y="2123"/>
                  <a:pt x="11616" y="1742"/>
                </a:cubicBezTo>
                <a:cubicBezTo>
                  <a:pt x="11616" y="1336"/>
                  <a:pt x="11329" y="1050"/>
                  <a:pt x="10948" y="1050"/>
                </a:cubicBezTo>
                <a:close/>
              </a:path>
            </a:pathLst>
          </a:custGeom>
          <a:solidFill>
            <a:srgbClr val="F0F7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520" name="Google Shape;3520;p55"/>
          <p:cNvGrpSpPr/>
          <p:nvPr/>
        </p:nvGrpSpPr>
        <p:grpSpPr>
          <a:xfrm>
            <a:off x="6615761" y="2846280"/>
            <a:ext cx="1269740" cy="1854176"/>
            <a:chOff x="5038020" y="2134710"/>
            <a:chExt cx="952305" cy="1390632"/>
          </a:xfrm>
        </p:grpSpPr>
        <p:sp>
          <p:nvSpPr>
            <p:cNvPr id="3521" name="Google Shape;3521;p55"/>
            <p:cNvSpPr/>
            <p:nvPr/>
          </p:nvSpPr>
          <p:spPr>
            <a:xfrm flipH="1">
              <a:off x="5046402" y="3383800"/>
              <a:ext cx="177623" cy="87998"/>
            </a:xfrm>
            <a:custGeom>
              <a:avLst/>
              <a:gdLst/>
              <a:ahLst/>
              <a:cxnLst/>
              <a:rect l="l" t="t" r="r" b="b"/>
              <a:pathLst>
                <a:path w="2243" h="1437" extrusionOk="0">
                  <a:moveTo>
                    <a:pt x="501" y="0"/>
                  </a:moveTo>
                  <a:lnTo>
                    <a:pt x="0" y="191"/>
                  </a:lnTo>
                  <a:cubicBezTo>
                    <a:pt x="0" y="191"/>
                    <a:pt x="215" y="692"/>
                    <a:pt x="263" y="883"/>
                  </a:cubicBezTo>
                  <a:lnTo>
                    <a:pt x="263" y="1026"/>
                  </a:lnTo>
                  <a:lnTo>
                    <a:pt x="263" y="1169"/>
                  </a:lnTo>
                  <a:cubicBezTo>
                    <a:pt x="263" y="1264"/>
                    <a:pt x="287" y="1407"/>
                    <a:pt x="382" y="1407"/>
                  </a:cubicBezTo>
                  <a:cubicBezTo>
                    <a:pt x="382" y="1431"/>
                    <a:pt x="382" y="1431"/>
                    <a:pt x="406" y="1431"/>
                  </a:cubicBezTo>
                  <a:cubicBezTo>
                    <a:pt x="412" y="1435"/>
                    <a:pt x="423" y="1436"/>
                    <a:pt x="436" y="1436"/>
                  </a:cubicBezTo>
                  <a:cubicBezTo>
                    <a:pt x="522" y="1436"/>
                    <a:pt x="729" y="1377"/>
                    <a:pt x="811" y="1336"/>
                  </a:cubicBezTo>
                  <a:cubicBezTo>
                    <a:pt x="883" y="1336"/>
                    <a:pt x="978" y="1312"/>
                    <a:pt x="1074" y="1288"/>
                  </a:cubicBezTo>
                  <a:cubicBezTo>
                    <a:pt x="1455" y="1240"/>
                    <a:pt x="1694" y="1074"/>
                    <a:pt x="1694" y="1074"/>
                  </a:cubicBezTo>
                  <a:cubicBezTo>
                    <a:pt x="2242" y="787"/>
                    <a:pt x="2147" y="692"/>
                    <a:pt x="2147" y="692"/>
                  </a:cubicBezTo>
                  <a:cubicBezTo>
                    <a:pt x="2052" y="668"/>
                    <a:pt x="2004" y="668"/>
                    <a:pt x="1956" y="668"/>
                  </a:cubicBezTo>
                  <a:cubicBezTo>
                    <a:pt x="1932" y="668"/>
                    <a:pt x="1455" y="740"/>
                    <a:pt x="1455" y="740"/>
                  </a:cubicBezTo>
                  <a:cubicBezTo>
                    <a:pt x="1455" y="740"/>
                    <a:pt x="1002" y="716"/>
                    <a:pt x="740" y="692"/>
                  </a:cubicBezTo>
                  <a:cubicBezTo>
                    <a:pt x="597" y="477"/>
                    <a:pt x="501" y="0"/>
                    <a:pt x="501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p55"/>
            <p:cNvSpPr/>
            <p:nvPr/>
          </p:nvSpPr>
          <p:spPr>
            <a:xfrm flipH="1">
              <a:off x="5038020" y="3420644"/>
              <a:ext cx="165615" cy="66571"/>
            </a:xfrm>
            <a:custGeom>
              <a:avLst/>
              <a:gdLst/>
              <a:ahLst/>
              <a:cxnLst/>
              <a:rect l="l" t="t" r="r" b="b"/>
              <a:pathLst>
                <a:path w="1933" h="777" extrusionOk="0">
                  <a:moveTo>
                    <a:pt x="1670" y="0"/>
                  </a:moveTo>
                  <a:cubicBezTo>
                    <a:pt x="1647" y="0"/>
                    <a:pt x="1170" y="95"/>
                    <a:pt x="1170" y="95"/>
                  </a:cubicBezTo>
                  <a:cubicBezTo>
                    <a:pt x="1170" y="95"/>
                    <a:pt x="955" y="95"/>
                    <a:pt x="740" y="48"/>
                  </a:cubicBezTo>
                  <a:cubicBezTo>
                    <a:pt x="552" y="194"/>
                    <a:pt x="383" y="267"/>
                    <a:pt x="152" y="267"/>
                  </a:cubicBezTo>
                  <a:cubicBezTo>
                    <a:pt x="119" y="267"/>
                    <a:pt x="84" y="265"/>
                    <a:pt x="49" y="262"/>
                  </a:cubicBezTo>
                  <a:lnTo>
                    <a:pt x="1" y="262"/>
                  </a:lnTo>
                  <a:lnTo>
                    <a:pt x="1" y="358"/>
                  </a:lnTo>
                  <a:lnTo>
                    <a:pt x="1" y="453"/>
                  </a:lnTo>
                  <a:cubicBezTo>
                    <a:pt x="1" y="525"/>
                    <a:pt x="1" y="692"/>
                    <a:pt x="96" y="739"/>
                  </a:cubicBezTo>
                  <a:cubicBezTo>
                    <a:pt x="96" y="763"/>
                    <a:pt x="96" y="763"/>
                    <a:pt x="120" y="763"/>
                  </a:cubicBezTo>
                  <a:cubicBezTo>
                    <a:pt x="125" y="773"/>
                    <a:pt x="139" y="776"/>
                    <a:pt x="158" y="776"/>
                  </a:cubicBezTo>
                  <a:cubicBezTo>
                    <a:pt x="240" y="776"/>
                    <a:pt x="425" y="711"/>
                    <a:pt x="502" y="692"/>
                  </a:cubicBezTo>
                  <a:cubicBezTo>
                    <a:pt x="597" y="692"/>
                    <a:pt x="693" y="644"/>
                    <a:pt x="764" y="620"/>
                  </a:cubicBezTo>
                  <a:cubicBezTo>
                    <a:pt x="1170" y="572"/>
                    <a:pt x="1408" y="406"/>
                    <a:pt x="1408" y="406"/>
                  </a:cubicBezTo>
                  <a:cubicBezTo>
                    <a:pt x="1933" y="119"/>
                    <a:pt x="1837" y="24"/>
                    <a:pt x="1837" y="24"/>
                  </a:cubicBezTo>
                  <a:cubicBezTo>
                    <a:pt x="1766" y="0"/>
                    <a:pt x="1694" y="0"/>
                    <a:pt x="167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p55"/>
            <p:cNvSpPr/>
            <p:nvPr/>
          </p:nvSpPr>
          <p:spPr>
            <a:xfrm flipH="1">
              <a:off x="5085225" y="3414475"/>
              <a:ext cx="167675" cy="106252"/>
            </a:xfrm>
            <a:custGeom>
              <a:avLst/>
              <a:gdLst/>
              <a:ahLst/>
              <a:cxnLst/>
              <a:rect l="l" t="t" r="r" b="b"/>
              <a:pathLst>
                <a:path w="2243" h="1437" extrusionOk="0">
                  <a:moveTo>
                    <a:pt x="501" y="0"/>
                  </a:moveTo>
                  <a:lnTo>
                    <a:pt x="0" y="191"/>
                  </a:lnTo>
                  <a:cubicBezTo>
                    <a:pt x="0" y="191"/>
                    <a:pt x="215" y="692"/>
                    <a:pt x="263" y="859"/>
                  </a:cubicBezTo>
                  <a:lnTo>
                    <a:pt x="263" y="1026"/>
                  </a:lnTo>
                  <a:lnTo>
                    <a:pt x="263" y="1169"/>
                  </a:lnTo>
                  <a:cubicBezTo>
                    <a:pt x="310" y="1264"/>
                    <a:pt x="310" y="1408"/>
                    <a:pt x="382" y="1408"/>
                  </a:cubicBezTo>
                  <a:cubicBezTo>
                    <a:pt x="382" y="1431"/>
                    <a:pt x="382" y="1431"/>
                    <a:pt x="430" y="1431"/>
                  </a:cubicBezTo>
                  <a:cubicBezTo>
                    <a:pt x="433" y="1435"/>
                    <a:pt x="441" y="1436"/>
                    <a:pt x="452" y="1436"/>
                  </a:cubicBezTo>
                  <a:cubicBezTo>
                    <a:pt x="522" y="1436"/>
                    <a:pt x="729" y="1377"/>
                    <a:pt x="811" y="1336"/>
                  </a:cubicBezTo>
                  <a:cubicBezTo>
                    <a:pt x="883" y="1336"/>
                    <a:pt x="978" y="1312"/>
                    <a:pt x="1074" y="1288"/>
                  </a:cubicBezTo>
                  <a:cubicBezTo>
                    <a:pt x="1455" y="1217"/>
                    <a:pt x="1694" y="1074"/>
                    <a:pt x="1694" y="1074"/>
                  </a:cubicBezTo>
                  <a:cubicBezTo>
                    <a:pt x="2242" y="787"/>
                    <a:pt x="2147" y="692"/>
                    <a:pt x="2147" y="692"/>
                  </a:cubicBezTo>
                  <a:cubicBezTo>
                    <a:pt x="2051" y="644"/>
                    <a:pt x="2004" y="644"/>
                    <a:pt x="1980" y="644"/>
                  </a:cubicBezTo>
                  <a:cubicBezTo>
                    <a:pt x="1932" y="644"/>
                    <a:pt x="1455" y="740"/>
                    <a:pt x="1455" y="740"/>
                  </a:cubicBezTo>
                  <a:cubicBezTo>
                    <a:pt x="1455" y="740"/>
                    <a:pt x="1026" y="716"/>
                    <a:pt x="740" y="692"/>
                  </a:cubicBezTo>
                  <a:cubicBezTo>
                    <a:pt x="597" y="477"/>
                    <a:pt x="501" y="0"/>
                    <a:pt x="501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p55"/>
            <p:cNvSpPr/>
            <p:nvPr/>
          </p:nvSpPr>
          <p:spPr>
            <a:xfrm flipH="1">
              <a:off x="5072719" y="3459456"/>
              <a:ext cx="167671" cy="65886"/>
            </a:xfrm>
            <a:custGeom>
              <a:avLst/>
              <a:gdLst/>
              <a:ahLst/>
              <a:cxnLst/>
              <a:rect l="l" t="t" r="r" b="b"/>
              <a:pathLst>
                <a:path w="1957" h="769" extrusionOk="0">
                  <a:moveTo>
                    <a:pt x="1670" y="0"/>
                  </a:moveTo>
                  <a:cubicBezTo>
                    <a:pt x="1646" y="0"/>
                    <a:pt x="1169" y="72"/>
                    <a:pt x="1169" y="72"/>
                  </a:cubicBezTo>
                  <a:cubicBezTo>
                    <a:pt x="1169" y="72"/>
                    <a:pt x="955" y="72"/>
                    <a:pt x="764" y="48"/>
                  </a:cubicBezTo>
                  <a:cubicBezTo>
                    <a:pt x="571" y="176"/>
                    <a:pt x="379" y="266"/>
                    <a:pt x="152" y="266"/>
                  </a:cubicBezTo>
                  <a:cubicBezTo>
                    <a:pt x="126" y="266"/>
                    <a:pt x="99" y="265"/>
                    <a:pt x="72" y="263"/>
                  </a:cubicBezTo>
                  <a:lnTo>
                    <a:pt x="1" y="263"/>
                  </a:lnTo>
                  <a:lnTo>
                    <a:pt x="1" y="358"/>
                  </a:lnTo>
                  <a:lnTo>
                    <a:pt x="1" y="430"/>
                  </a:lnTo>
                  <a:cubicBezTo>
                    <a:pt x="1" y="525"/>
                    <a:pt x="1" y="668"/>
                    <a:pt x="96" y="740"/>
                  </a:cubicBezTo>
                  <a:cubicBezTo>
                    <a:pt x="96" y="763"/>
                    <a:pt x="96" y="763"/>
                    <a:pt x="120" y="763"/>
                  </a:cubicBezTo>
                  <a:cubicBezTo>
                    <a:pt x="126" y="767"/>
                    <a:pt x="137" y="768"/>
                    <a:pt x="150" y="768"/>
                  </a:cubicBezTo>
                  <a:cubicBezTo>
                    <a:pt x="236" y="768"/>
                    <a:pt x="443" y="709"/>
                    <a:pt x="525" y="668"/>
                  </a:cubicBezTo>
                  <a:cubicBezTo>
                    <a:pt x="597" y="668"/>
                    <a:pt x="692" y="644"/>
                    <a:pt x="788" y="620"/>
                  </a:cubicBezTo>
                  <a:cubicBezTo>
                    <a:pt x="1169" y="549"/>
                    <a:pt x="1408" y="406"/>
                    <a:pt x="1408" y="406"/>
                  </a:cubicBezTo>
                  <a:cubicBezTo>
                    <a:pt x="1956" y="119"/>
                    <a:pt x="1861" y="24"/>
                    <a:pt x="1861" y="24"/>
                  </a:cubicBezTo>
                  <a:cubicBezTo>
                    <a:pt x="1766" y="0"/>
                    <a:pt x="1718" y="0"/>
                    <a:pt x="167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p55"/>
            <p:cNvSpPr/>
            <p:nvPr/>
          </p:nvSpPr>
          <p:spPr>
            <a:xfrm flipH="1">
              <a:off x="5162681" y="2789201"/>
              <a:ext cx="827645" cy="664172"/>
            </a:xfrm>
            <a:custGeom>
              <a:avLst/>
              <a:gdLst/>
              <a:ahLst/>
              <a:cxnLst/>
              <a:rect l="l" t="t" r="r" b="b"/>
              <a:pathLst>
                <a:path w="9660" h="7752" extrusionOk="0">
                  <a:moveTo>
                    <a:pt x="2362" y="0"/>
                  </a:moveTo>
                  <a:lnTo>
                    <a:pt x="525" y="453"/>
                  </a:lnTo>
                  <a:cubicBezTo>
                    <a:pt x="1" y="2004"/>
                    <a:pt x="525" y="2409"/>
                    <a:pt x="1479" y="2743"/>
                  </a:cubicBezTo>
                  <a:cubicBezTo>
                    <a:pt x="1557" y="2766"/>
                    <a:pt x="1733" y="2774"/>
                    <a:pt x="1973" y="2774"/>
                  </a:cubicBezTo>
                  <a:cubicBezTo>
                    <a:pt x="2535" y="2774"/>
                    <a:pt x="3449" y="2730"/>
                    <a:pt x="4278" y="2730"/>
                  </a:cubicBezTo>
                  <a:cubicBezTo>
                    <a:pt x="4948" y="2730"/>
                    <a:pt x="5564" y="2759"/>
                    <a:pt x="5892" y="2862"/>
                  </a:cubicBezTo>
                  <a:cubicBezTo>
                    <a:pt x="6822" y="3172"/>
                    <a:pt x="8801" y="7752"/>
                    <a:pt x="8801" y="7752"/>
                  </a:cubicBezTo>
                  <a:lnTo>
                    <a:pt x="9660" y="7251"/>
                  </a:lnTo>
                  <a:cubicBezTo>
                    <a:pt x="9660" y="7251"/>
                    <a:pt x="7728" y="1884"/>
                    <a:pt x="7418" y="1694"/>
                  </a:cubicBezTo>
                  <a:cubicBezTo>
                    <a:pt x="6965" y="1407"/>
                    <a:pt x="4413" y="1145"/>
                    <a:pt x="3673" y="954"/>
                  </a:cubicBezTo>
                  <a:cubicBezTo>
                    <a:pt x="2910" y="740"/>
                    <a:pt x="2362" y="0"/>
                    <a:pt x="2362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p55"/>
            <p:cNvSpPr/>
            <p:nvPr/>
          </p:nvSpPr>
          <p:spPr>
            <a:xfrm flipH="1">
              <a:off x="5454841" y="2507151"/>
              <a:ext cx="466000" cy="367042"/>
            </a:xfrm>
            <a:custGeom>
              <a:avLst/>
              <a:gdLst/>
              <a:ahLst/>
              <a:cxnLst/>
              <a:rect l="l" t="t" r="r" b="b"/>
              <a:pathLst>
                <a:path w="5439" h="4284" extrusionOk="0">
                  <a:moveTo>
                    <a:pt x="859" y="1"/>
                  </a:moveTo>
                  <a:lnTo>
                    <a:pt x="0" y="192"/>
                  </a:lnTo>
                  <a:cubicBezTo>
                    <a:pt x="0" y="192"/>
                    <a:pt x="191" y="2362"/>
                    <a:pt x="430" y="2815"/>
                  </a:cubicBezTo>
                  <a:cubicBezTo>
                    <a:pt x="668" y="3268"/>
                    <a:pt x="3650" y="4270"/>
                    <a:pt x="3888" y="4270"/>
                  </a:cubicBezTo>
                  <a:cubicBezTo>
                    <a:pt x="3917" y="4275"/>
                    <a:pt x="3946" y="4277"/>
                    <a:pt x="3977" y="4277"/>
                  </a:cubicBezTo>
                  <a:cubicBezTo>
                    <a:pt x="4251" y="4277"/>
                    <a:pt x="4580" y="4103"/>
                    <a:pt x="4580" y="4103"/>
                  </a:cubicBezTo>
                  <a:cubicBezTo>
                    <a:pt x="4580" y="4103"/>
                    <a:pt x="5085" y="4284"/>
                    <a:pt x="5263" y="4284"/>
                  </a:cubicBezTo>
                  <a:cubicBezTo>
                    <a:pt x="5290" y="4284"/>
                    <a:pt x="5310" y="4279"/>
                    <a:pt x="5319" y="4270"/>
                  </a:cubicBezTo>
                  <a:cubicBezTo>
                    <a:pt x="5438" y="4222"/>
                    <a:pt x="4723" y="3745"/>
                    <a:pt x="4484" y="3674"/>
                  </a:cubicBezTo>
                  <a:cubicBezTo>
                    <a:pt x="4458" y="3669"/>
                    <a:pt x="4431" y="3667"/>
                    <a:pt x="4403" y="3667"/>
                  </a:cubicBezTo>
                  <a:cubicBezTo>
                    <a:pt x="4149" y="3667"/>
                    <a:pt x="3840" y="3841"/>
                    <a:pt x="3840" y="3841"/>
                  </a:cubicBezTo>
                  <a:cubicBezTo>
                    <a:pt x="3840" y="3841"/>
                    <a:pt x="1551" y="2887"/>
                    <a:pt x="1312" y="2458"/>
                  </a:cubicBezTo>
                  <a:cubicBezTo>
                    <a:pt x="1026" y="2052"/>
                    <a:pt x="859" y="1"/>
                    <a:pt x="859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p55"/>
            <p:cNvSpPr/>
            <p:nvPr/>
          </p:nvSpPr>
          <p:spPr>
            <a:xfrm flipH="1">
              <a:off x="5826767" y="2341707"/>
              <a:ext cx="71626" cy="77709"/>
            </a:xfrm>
            <a:custGeom>
              <a:avLst/>
              <a:gdLst/>
              <a:ahLst/>
              <a:cxnLst/>
              <a:rect l="l" t="t" r="r" b="b"/>
              <a:pathLst>
                <a:path w="836" h="907" extrusionOk="0">
                  <a:moveTo>
                    <a:pt x="287" y="0"/>
                  </a:moveTo>
                  <a:lnTo>
                    <a:pt x="1" y="763"/>
                  </a:lnTo>
                  <a:lnTo>
                    <a:pt x="716" y="906"/>
                  </a:lnTo>
                  <a:lnTo>
                    <a:pt x="836" y="72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p55"/>
            <p:cNvSpPr/>
            <p:nvPr/>
          </p:nvSpPr>
          <p:spPr>
            <a:xfrm flipH="1">
              <a:off x="5749143" y="2201025"/>
              <a:ext cx="157390" cy="175468"/>
            </a:xfrm>
            <a:custGeom>
              <a:avLst/>
              <a:gdLst/>
              <a:ahLst/>
              <a:cxnLst/>
              <a:rect l="l" t="t" r="r" b="b"/>
              <a:pathLst>
                <a:path w="1837" h="2048" extrusionOk="0">
                  <a:moveTo>
                    <a:pt x="748" y="1"/>
                  </a:moveTo>
                  <a:cubicBezTo>
                    <a:pt x="614" y="1"/>
                    <a:pt x="488" y="65"/>
                    <a:pt x="406" y="163"/>
                  </a:cubicBezTo>
                  <a:lnTo>
                    <a:pt x="144" y="497"/>
                  </a:lnTo>
                  <a:cubicBezTo>
                    <a:pt x="48" y="616"/>
                    <a:pt x="0" y="760"/>
                    <a:pt x="48" y="903"/>
                  </a:cubicBezTo>
                  <a:lnTo>
                    <a:pt x="96" y="1117"/>
                  </a:lnTo>
                  <a:cubicBezTo>
                    <a:pt x="96" y="1141"/>
                    <a:pt x="96" y="1165"/>
                    <a:pt x="120" y="1213"/>
                  </a:cubicBezTo>
                  <a:cubicBezTo>
                    <a:pt x="144" y="1380"/>
                    <a:pt x="215" y="1594"/>
                    <a:pt x="334" y="1737"/>
                  </a:cubicBezTo>
                  <a:cubicBezTo>
                    <a:pt x="454" y="1928"/>
                    <a:pt x="621" y="2047"/>
                    <a:pt x="835" y="2047"/>
                  </a:cubicBezTo>
                  <a:cubicBezTo>
                    <a:pt x="1026" y="2047"/>
                    <a:pt x="1193" y="1976"/>
                    <a:pt x="1336" y="1833"/>
                  </a:cubicBezTo>
                  <a:cubicBezTo>
                    <a:pt x="1503" y="1714"/>
                    <a:pt x="1575" y="1523"/>
                    <a:pt x="1646" y="1356"/>
                  </a:cubicBezTo>
                  <a:cubicBezTo>
                    <a:pt x="1741" y="1093"/>
                    <a:pt x="1837" y="736"/>
                    <a:pt x="1694" y="497"/>
                  </a:cubicBezTo>
                  <a:cubicBezTo>
                    <a:pt x="1598" y="378"/>
                    <a:pt x="1217" y="163"/>
                    <a:pt x="931" y="44"/>
                  </a:cubicBezTo>
                  <a:cubicBezTo>
                    <a:pt x="871" y="14"/>
                    <a:pt x="808" y="1"/>
                    <a:pt x="748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55"/>
            <p:cNvSpPr/>
            <p:nvPr/>
          </p:nvSpPr>
          <p:spPr>
            <a:xfrm flipH="1">
              <a:off x="5706219" y="2134710"/>
              <a:ext cx="255490" cy="192774"/>
            </a:xfrm>
            <a:custGeom>
              <a:avLst/>
              <a:gdLst/>
              <a:ahLst/>
              <a:cxnLst/>
              <a:rect l="l" t="t" r="r" b="b"/>
              <a:pathLst>
                <a:path w="2982" h="2250" extrusionOk="0">
                  <a:moveTo>
                    <a:pt x="1429" y="0"/>
                  </a:moveTo>
                  <a:cubicBezTo>
                    <a:pt x="1199" y="0"/>
                    <a:pt x="970" y="99"/>
                    <a:pt x="764" y="365"/>
                  </a:cubicBezTo>
                  <a:cubicBezTo>
                    <a:pt x="0" y="627"/>
                    <a:pt x="358" y="1653"/>
                    <a:pt x="549" y="1891"/>
                  </a:cubicBezTo>
                  <a:cubicBezTo>
                    <a:pt x="668" y="2034"/>
                    <a:pt x="668" y="2154"/>
                    <a:pt x="835" y="2249"/>
                  </a:cubicBezTo>
                  <a:cubicBezTo>
                    <a:pt x="788" y="2058"/>
                    <a:pt x="978" y="1844"/>
                    <a:pt x="1098" y="1701"/>
                  </a:cubicBezTo>
                  <a:cubicBezTo>
                    <a:pt x="1026" y="1653"/>
                    <a:pt x="978" y="1581"/>
                    <a:pt x="954" y="1486"/>
                  </a:cubicBezTo>
                  <a:cubicBezTo>
                    <a:pt x="883" y="1414"/>
                    <a:pt x="883" y="1319"/>
                    <a:pt x="907" y="1224"/>
                  </a:cubicBezTo>
                  <a:cubicBezTo>
                    <a:pt x="948" y="1162"/>
                    <a:pt x="1007" y="1100"/>
                    <a:pt x="1084" y="1100"/>
                  </a:cubicBezTo>
                  <a:cubicBezTo>
                    <a:pt x="1096" y="1100"/>
                    <a:pt x="1109" y="1101"/>
                    <a:pt x="1121" y="1104"/>
                  </a:cubicBezTo>
                  <a:cubicBezTo>
                    <a:pt x="1217" y="1104"/>
                    <a:pt x="1241" y="1462"/>
                    <a:pt x="1265" y="1462"/>
                  </a:cubicBezTo>
                  <a:cubicBezTo>
                    <a:pt x="1267" y="1463"/>
                    <a:pt x="1270" y="1463"/>
                    <a:pt x="1273" y="1463"/>
                  </a:cubicBezTo>
                  <a:cubicBezTo>
                    <a:pt x="1341" y="1463"/>
                    <a:pt x="1426" y="1222"/>
                    <a:pt x="1473" y="1222"/>
                  </a:cubicBezTo>
                  <a:cubicBezTo>
                    <a:pt x="1475" y="1222"/>
                    <a:pt x="1477" y="1223"/>
                    <a:pt x="1479" y="1224"/>
                  </a:cubicBezTo>
                  <a:cubicBezTo>
                    <a:pt x="1575" y="1271"/>
                    <a:pt x="1670" y="1319"/>
                    <a:pt x="1742" y="1367"/>
                  </a:cubicBezTo>
                  <a:cubicBezTo>
                    <a:pt x="1881" y="1436"/>
                    <a:pt x="2008" y="1481"/>
                    <a:pt x="2150" y="1481"/>
                  </a:cubicBezTo>
                  <a:cubicBezTo>
                    <a:pt x="2202" y="1481"/>
                    <a:pt x="2256" y="1475"/>
                    <a:pt x="2314" y="1462"/>
                  </a:cubicBezTo>
                  <a:cubicBezTo>
                    <a:pt x="2767" y="1414"/>
                    <a:pt x="2982" y="1057"/>
                    <a:pt x="2982" y="842"/>
                  </a:cubicBezTo>
                  <a:lnTo>
                    <a:pt x="2982" y="842"/>
                  </a:lnTo>
                  <a:cubicBezTo>
                    <a:pt x="2976" y="845"/>
                    <a:pt x="2970" y="846"/>
                    <a:pt x="2963" y="846"/>
                  </a:cubicBezTo>
                  <a:cubicBezTo>
                    <a:pt x="2785" y="846"/>
                    <a:pt x="2101" y="0"/>
                    <a:pt x="1429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55"/>
            <p:cNvSpPr/>
            <p:nvPr/>
          </p:nvSpPr>
          <p:spPr>
            <a:xfrm flipH="1">
              <a:off x="5187184" y="2762641"/>
              <a:ext cx="795002" cy="709153"/>
            </a:xfrm>
            <a:custGeom>
              <a:avLst/>
              <a:gdLst/>
              <a:ahLst/>
              <a:cxnLst/>
              <a:rect l="l" t="t" r="r" b="b"/>
              <a:pathLst>
                <a:path w="9279" h="8277" extrusionOk="0">
                  <a:moveTo>
                    <a:pt x="2338" y="0"/>
                  </a:moveTo>
                  <a:lnTo>
                    <a:pt x="526" y="501"/>
                  </a:lnTo>
                  <a:cubicBezTo>
                    <a:pt x="1" y="2051"/>
                    <a:pt x="168" y="2958"/>
                    <a:pt x="1122" y="3292"/>
                  </a:cubicBezTo>
                  <a:cubicBezTo>
                    <a:pt x="1504" y="3411"/>
                    <a:pt x="5892" y="3435"/>
                    <a:pt x="5892" y="3435"/>
                  </a:cubicBezTo>
                  <a:lnTo>
                    <a:pt x="8420" y="8276"/>
                  </a:lnTo>
                  <a:lnTo>
                    <a:pt x="9279" y="7752"/>
                  </a:lnTo>
                  <a:cubicBezTo>
                    <a:pt x="9279" y="7752"/>
                    <a:pt x="7180" y="2361"/>
                    <a:pt x="6941" y="2147"/>
                  </a:cubicBezTo>
                  <a:cubicBezTo>
                    <a:pt x="6703" y="1956"/>
                    <a:pt x="4127" y="1598"/>
                    <a:pt x="3388" y="1407"/>
                  </a:cubicBezTo>
                  <a:cubicBezTo>
                    <a:pt x="2648" y="1193"/>
                    <a:pt x="2338" y="0"/>
                    <a:pt x="2338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55"/>
            <p:cNvSpPr/>
            <p:nvPr/>
          </p:nvSpPr>
          <p:spPr>
            <a:xfrm flipH="1">
              <a:off x="5673490" y="2389001"/>
              <a:ext cx="314779" cy="544138"/>
            </a:xfrm>
            <a:custGeom>
              <a:avLst/>
              <a:gdLst/>
              <a:ahLst/>
              <a:cxnLst/>
              <a:rect l="l" t="t" r="r" b="b"/>
              <a:pathLst>
                <a:path w="3674" h="6351" extrusionOk="0">
                  <a:moveTo>
                    <a:pt x="1244" y="0"/>
                  </a:moveTo>
                  <a:cubicBezTo>
                    <a:pt x="727" y="0"/>
                    <a:pt x="263" y="583"/>
                    <a:pt x="143" y="1952"/>
                  </a:cubicBezTo>
                  <a:cubicBezTo>
                    <a:pt x="0" y="3813"/>
                    <a:pt x="120" y="6245"/>
                    <a:pt x="120" y="6245"/>
                  </a:cubicBezTo>
                  <a:cubicBezTo>
                    <a:pt x="406" y="6318"/>
                    <a:pt x="696" y="6350"/>
                    <a:pt x="984" y="6350"/>
                  </a:cubicBezTo>
                  <a:cubicBezTo>
                    <a:pt x="1921" y="6350"/>
                    <a:pt x="2853" y="6014"/>
                    <a:pt x="3673" y="5649"/>
                  </a:cubicBezTo>
                  <a:cubicBezTo>
                    <a:pt x="3673" y="5649"/>
                    <a:pt x="2695" y="4409"/>
                    <a:pt x="2481" y="3216"/>
                  </a:cubicBezTo>
                  <a:cubicBezTo>
                    <a:pt x="2242" y="2191"/>
                    <a:pt x="2409" y="736"/>
                    <a:pt x="1861" y="259"/>
                  </a:cubicBezTo>
                  <a:cubicBezTo>
                    <a:pt x="1659" y="91"/>
                    <a:pt x="1447" y="0"/>
                    <a:pt x="1244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p55"/>
            <p:cNvSpPr/>
            <p:nvPr/>
          </p:nvSpPr>
          <p:spPr>
            <a:xfrm flipH="1">
              <a:off x="5493653" y="2535595"/>
              <a:ext cx="416992" cy="352734"/>
            </a:xfrm>
            <a:custGeom>
              <a:avLst/>
              <a:gdLst/>
              <a:ahLst/>
              <a:cxnLst/>
              <a:rect l="l" t="t" r="r" b="b"/>
              <a:pathLst>
                <a:path w="4867" h="4117" extrusionOk="0">
                  <a:moveTo>
                    <a:pt x="423" y="1"/>
                  </a:moveTo>
                  <a:cubicBezTo>
                    <a:pt x="409" y="1"/>
                    <a:pt x="396" y="1"/>
                    <a:pt x="382" y="3"/>
                  </a:cubicBezTo>
                  <a:cubicBezTo>
                    <a:pt x="144" y="51"/>
                    <a:pt x="1" y="241"/>
                    <a:pt x="25" y="480"/>
                  </a:cubicBezTo>
                  <a:cubicBezTo>
                    <a:pt x="72" y="1148"/>
                    <a:pt x="263" y="2388"/>
                    <a:pt x="430" y="2722"/>
                  </a:cubicBezTo>
                  <a:cubicBezTo>
                    <a:pt x="669" y="3175"/>
                    <a:pt x="3054" y="4057"/>
                    <a:pt x="3340" y="4105"/>
                  </a:cubicBezTo>
                  <a:cubicBezTo>
                    <a:pt x="3483" y="4105"/>
                    <a:pt x="3721" y="4034"/>
                    <a:pt x="3864" y="3986"/>
                  </a:cubicBezTo>
                  <a:cubicBezTo>
                    <a:pt x="3912" y="3962"/>
                    <a:pt x="3966" y="3950"/>
                    <a:pt x="4019" y="3950"/>
                  </a:cubicBezTo>
                  <a:cubicBezTo>
                    <a:pt x="4073" y="3950"/>
                    <a:pt x="4127" y="3962"/>
                    <a:pt x="4175" y="3986"/>
                  </a:cubicBezTo>
                  <a:cubicBezTo>
                    <a:pt x="4335" y="4026"/>
                    <a:pt x="4595" y="4116"/>
                    <a:pt x="4717" y="4116"/>
                  </a:cubicBezTo>
                  <a:cubicBezTo>
                    <a:pt x="4741" y="4116"/>
                    <a:pt x="4759" y="4113"/>
                    <a:pt x="4771" y="4105"/>
                  </a:cubicBezTo>
                  <a:cubicBezTo>
                    <a:pt x="4866" y="4034"/>
                    <a:pt x="4175" y="3557"/>
                    <a:pt x="3936" y="3509"/>
                  </a:cubicBezTo>
                  <a:cubicBezTo>
                    <a:pt x="3897" y="3498"/>
                    <a:pt x="3857" y="3493"/>
                    <a:pt x="3816" y="3493"/>
                  </a:cubicBezTo>
                  <a:cubicBezTo>
                    <a:pt x="3682" y="3493"/>
                    <a:pt x="3539" y="3544"/>
                    <a:pt x="3411" y="3580"/>
                  </a:cubicBezTo>
                  <a:cubicBezTo>
                    <a:pt x="3358" y="3602"/>
                    <a:pt x="3304" y="3614"/>
                    <a:pt x="3250" y="3614"/>
                  </a:cubicBezTo>
                  <a:cubicBezTo>
                    <a:pt x="3185" y="3614"/>
                    <a:pt x="3119" y="3596"/>
                    <a:pt x="3054" y="3557"/>
                  </a:cubicBezTo>
                  <a:cubicBezTo>
                    <a:pt x="2624" y="3318"/>
                    <a:pt x="1503" y="2722"/>
                    <a:pt x="1312" y="2388"/>
                  </a:cubicBezTo>
                  <a:cubicBezTo>
                    <a:pt x="1122" y="2102"/>
                    <a:pt x="979" y="1052"/>
                    <a:pt x="907" y="432"/>
                  </a:cubicBezTo>
                  <a:cubicBezTo>
                    <a:pt x="862" y="185"/>
                    <a:pt x="647" y="1"/>
                    <a:pt x="423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p55"/>
            <p:cNvSpPr/>
            <p:nvPr/>
          </p:nvSpPr>
          <p:spPr>
            <a:xfrm flipH="1">
              <a:off x="5806290" y="2417789"/>
              <a:ext cx="161588" cy="187634"/>
            </a:xfrm>
            <a:custGeom>
              <a:avLst/>
              <a:gdLst/>
              <a:ahLst/>
              <a:cxnLst/>
              <a:rect l="l" t="t" r="r" b="b"/>
              <a:pathLst>
                <a:path w="1886" h="2190" extrusionOk="0">
                  <a:moveTo>
                    <a:pt x="1033" y="1"/>
                  </a:moveTo>
                  <a:cubicBezTo>
                    <a:pt x="993" y="1"/>
                    <a:pt x="951" y="6"/>
                    <a:pt x="907" y="18"/>
                  </a:cubicBezTo>
                  <a:cubicBezTo>
                    <a:pt x="1" y="257"/>
                    <a:pt x="430" y="2093"/>
                    <a:pt x="430" y="2093"/>
                  </a:cubicBezTo>
                  <a:cubicBezTo>
                    <a:pt x="596" y="2162"/>
                    <a:pt x="777" y="2190"/>
                    <a:pt x="971" y="2190"/>
                  </a:cubicBezTo>
                  <a:cubicBezTo>
                    <a:pt x="1253" y="2190"/>
                    <a:pt x="1561" y="2130"/>
                    <a:pt x="1885" y="2046"/>
                  </a:cubicBezTo>
                  <a:cubicBezTo>
                    <a:pt x="1750" y="1618"/>
                    <a:pt x="1700" y="1"/>
                    <a:pt x="1033" y="1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p55"/>
            <p:cNvSpPr/>
            <p:nvPr/>
          </p:nvSpPr>
          <p:spPr>
            <a:xfrm flipH="1">
              <a:off x="5317928" y="2590943"/>
              <a:ext cx="376124" cy="310752"/>
            </a:xfrm>
            <a:custGeom>
              <a:avLst/>
              <a:gdLst/>
              <a:ahLst/>
              <a:cxnLst/>
              <a:rect l="l" t="t" r="r" b="b"/>
              <a:pathLst>
                <a:path w="4390" h="3627" extrusionOk="0">
                  <a:moveTo>
                    <a:pt x="4199" y="1"/>
                  </a:moveTo>
                  <a:cubicBezTo>
                    <a:pt x="4079" y="1"/>
                    <a:pt x="3984" y="48"/>
                    <a:pt x="3960" y="168"/>
                  </a:cubicBezTo>
                  <a:lnTo>
                    <a:pt x="3483" y="3221"/>
                  </a:lnTo>
                  <a:lnTo>
                    <a:pt x="215" y="3221"/>
                  </a:lnTo>
                  <a:cubicBezTo>
                    <a:pt x="96" y="3221"/>
                    <a:pt x="1" y="3292"/>
                    <a:pt x="1" y="3411"/>
                  </a:cubicBezTo>
                  <a:cubicBezTo>
                    <a:pt x="1" y="3531"/>
                    <a:pt x="96" y="3626"/>
                    <a:pt x="215" y="3626"/>
                  </a:cubicBezTo>
                  <a:lnTo>
                    <a:pt x="3674" y="3626"/>
                  </a:lnTo>
                  <a:cubicBezTo>
                    <a:pt x="3793" y="3626"/>
                    <a:pt x="3841" y="3531"/>
                    <a:pt x="3912" y="3459"/>
                  </a:cubicBezTo>
                  <a:lnTo>
                    <a:pt x="4389" y="239"/>
                  </a:lnTo>
                  <a:cubicBezTo>
                    <a:pt x="4389" y="120"/>
                    <a:pt x="4318" y="25"/>
                    <a:pt x="4199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535" name="Google Shape;3535;p55"/>
          <p:cNvSpPr txBox="1">
            <a:spLocks noGrp="1"/>
          </p:cNvSpPr>
          <p:nvPr>
            <p:ph type="subTitle" idx="1"/>
          </p:nvPr>
        </p:nvSpPr>
        <p:spPr>
          <a:xfrm>
            <a:off x="229559" y="3489682"/>
            <a:ext cx="5088000" cy="105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sz="3600" dirty="0">
                <a:solidFill>
                  <a:schemeClr val="bg1"/>
                </a:solidFill>
              </a:rPr>
              <a:t>Seminar 1 - Introducere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3536" name="Google Shape;3536;p55"/>
          <p:cNvSpPr txBox="1">
            <a:spLocks noGrp="1"/>
          </p:cNvSpPr>
          <p:nvPr>
            <p:ph type="title"/>
          </p:nvPr>
        </p:nvSpPr>
        <p:spPr>
          <a:xfrm>
            <a:off x="191348" y="1594804"/>
            <a:ext cx="7450606" cy="17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o-RO" sz="4800" dirty="0"/>
              <a:t>Analiza și p</a:t>
            </a:r>
            <a:r>
              <a:rPr lang="en" sz="4800" dirty="0"/>
              <a:t>roiectarea sistemelor informatice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864153" y="2120515"/>
            <a:ext cx="5008660" cy="215869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/>
              <a:t>Dezvoltarea de software este un proces complex</a:t>
            </a:r>
            <a:endParaRPr dirty="0"/>
          </a:p>
        </p:txBody>
      </p:sp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6701283" y="5074187"/>
            <a:ext cx="3640896" cy="79123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dirty="0"/>
              <a:t>Implică o</a:t>
            </a:r>
            <a:r>
              <a:rPr lang="en-US" dirty="0"/>
              <a:t> </a:t>
            </a:r>
            <a:r>
              <a:rPr lang="ro-RO" dirty="0"/>
              <a:t>multitudine</a:t>
            </a:r>
            <a:r>
              <a:rPr lang="en-US" dirty="0"/>
              <a:t> de </a:t>
            </a:r>
            <a:r>
              <a:rPr lang="ro-RO" dirty="0"/>
              <a:t>elemente care trebuie armonizate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3A3344-8728-4199-A310-756F7954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16" y="492027"/>
            <a:ext cx="6883830" cy="458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7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Google Shape;3564;p58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1140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 dirty="0"/>
              <a:t>Ce armonizăm</a:t>
            </a:r>
            <a:endParaRPr dirty="0"/>
          </a:p>
        </p:txBody>
      </p:sp>
      <p:sp>
        <p:nvSpPr>
          <p:cNvPr id="3565" name="Google Shape;3565;p58"/>
          <p:cNvSpPr txBox="1">
            <a:spLocks noGrp="1"/>
          </p:cNvSpPr>
          <p:nvPr>
            <p:ph type="subTitle" idx="1"/>
          </p:nvPr>
        </p:nvSpPr>
        <p:spPr>
          <a:xfrm>
            <a:off x="2153781" y="2967898"/>
            <a:ext cx="3291200" cy="90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eneficiari, dezvoltatori, specialiști în domeniu, utilizatori</a:t>
            </a:r>
            <a:endParaRPr dirty="0"/>
          </a:p>
        </p:txBody>
      </p:sp>
      <p:sp>
        <p:nvSpPr>
          <p:cNvPr id="3566" name="Google Shape;3566;p58"/>
          <p:cNvSpPr txBox="1">
            <a:spLocks noGrp="1"/>
          </p:cNvSpPr>
          <p:nvPr>
            <p:ph type="subTitle" idx="2"/>
          </p:nvPr>
        </p:nvSpPr>
        <p:spPr>
          <a:xfrm>
            <a:off x="6556677" y="3012731"/>
            <a:ext cx="3291200" cy="90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dirty="0"/>
              <a:t>P</a:t>
            </a:r>
            <a:r>
              <a:rPr lang="en-US" dirty="0" err="1"/>
              <a:t>roducție</a:t>
            </a:r>
            <a:r>
              <a:rPr lang="en-US" dirty="0"/>
              <a:t>, </a:t>
            </a:r>
            <a:r>
              <a:rPr lang="ro-RO" dirty="0"/>
              <a:t>HR</a:t>
            </a:r>
            <a:r>
              <a:rPr lang="en-US" dirty="0"/>
              <a:t>, </a:t>
            </a:r>
            <a:r>
              <a:rPr lang="en-US" dirty="0" err="1"/>
              <a:t>contabilitate</a:t>
            </a:r>
            <a:r>
              <a:rPr lang="en-US" dirty="0"/>
              <a:t>, </a:t>
            </a:r>
            <a:r>
              <a:rPr lang="en-US" dirty="0" err="1"/>
              <a:t>sănătate</a:t>
            </a:r>
            <a:r>
              <a:rPr lang="en-US" dirty="0"/>
              <a:t>, </a:t>
            </a:r>
            <a:r>
              <a:rPr lang="en-US" dirty="0" err="1"/>
              <a:t>învățământ</a:t>
            </a:r>
            <a:endParaRPr lang="en-US" dirty="0"/>
          </a:p>
        </p:txBody>
      </p:sp>
      <p:sp>
        <p:nvSpPr>
          <p:cNvPr id="3567" name="Google Shape;3567;p58"/>
          <p:cNvSpPr txBox="1">
            <a:spLocks noGrp="1"/>
          </p:cNvSpPr>
          <p:nvPr>
            <p:ph type="subTitle" idx="3"/>
          </p:nvPr>
        </p:nvSpPr>
        <p:spPr>
          <a:xfrm>
            <a:off x="2233789" y="5489709"/>
            <a:ext cx="3291200" cy="90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o-RO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oftware, hardware, rețele</a:t>
            </a:r>
            <a:endParaRPr dirty="0"/>
          </a:p>
        </p:txBody>
      </p:sp>
      <p:sp>
        <p:nvSpPr>
          <p:cNvPr id="3568" name="Google Shape;3568;p58"/>
          <p:cNvSpPr txBox="1">
            <a:spLocks noGrp="1"/>
          </p:cNvSpPr>
          <p:nvPr>
            <p:ph type="subTitle" idx="4"/>
          </p:nvPr>
        </p:nvSpPr>
        <p:spPr>
          <a:xfrm>
            <a:off x="6556677" y="5476014"/>
            <a:ext cx="3291200" cy="90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ugete, termene </a:t>
            </a:r>
            <a:endParaRPr dirty="0"/>
          </a:p>
        </p:txBody>
      </p:sp>
      <p:sp>
        <p:nvSpPr>
          <p:cNvPr id="3574" name="Google Shape;3574;p58"/>
          <p:cNvSpPr/>
          <p:nvPr/>
        </p:nvSpPr>
        <p:spPr>
          <a:xfrm>
            <a:off x="7745530" y="1733107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76" name="Google Shape;3576;p58"/>
          <p:cNvSpPr/>
          <p:nvPr/>
        </p:nvSpPr>
        <p:spPr>
          <a:xfrm>
            <a:off x="3514789" y="4260409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77" name="Google Shape;3577;p58"/>
          <p:cNvSpPr/>
          <p:nvPr/>
        </p:nvSpPr>
        <p:spPr>
          <a:xfrm>
            <a:off x="7921183" y="1908890"/>
            <a:ext cx="378607" cy="378607"/>
          </a:xfrm>
          <a:custGeom>
            <a:avLst/>
            <a:gdLst/>
            <a:ahLst/>
            <a:cxnLst/>
            <a:rect l="l" t="t" r="r" b="b"/>
            <a:pathLst>
              <a:path w="12004" h="12004" extrusionOk="0">
                <a:moveTo>
                  <a:pt x="5671" y="725"/>
                </a:moveTo>
                <a:lnTo>
                  <a:pt x="5671" y="2395"/>
                </a:lnTo>
                <a:cubicBezTo>
                  <a:pt x="5671" y="2616"/>
                  <a:pt x="5843" y="2760"/>
                  <a:pt x="6021" y="2760"/>
                </a:cubicBezTo>
                <a:cubicBezTo>
                  <a:pt x="6097" y="2760"/>
                  <a:pt x="6173" y="2734"/>
                  <a:pt x="6239" y="2678"/>
                </a:cubicBezTo>
                <a:cubicBezTo>
                  <a:pt x="6365" y="2552"/>
                  <a:pt x="6554" y="2489"/>
                  <a:pt x="6711" y="2489"/>
                </a:cubicBezTo>
                <a:cubicBezTo>
                  <a:pt x="7121" y="2489"/>
                  <a:pt x="7436" y="2804"/>
                  <a:pt x="7436" y="3182"/>
                </a:cubicBezTo>
                <a:cubicBezTo>
                  <a:pt x="7436" y="3592"/>
                  <a:pt x="7121" y="3907"/>
                  <a:pt x="6711" y="3907"/>
                </a:cubicBezTo>
                <a:cubicBezTo>
                  <a:pt x="6554" y="3907"/>
                  <a:pt x="6365" y="3812"/>
                  <a:pt x="6239" y="3686"/>
                </a:cubicBezTo>
                <a:cubicBezTo>
                  <a:pt x="6173" y="3630"/>
                  <a:pt x="6097" y="3605"/>
                  <a:pt x="6021" y="3605"/>
                </a:cubicBezTo>
                <a:cubicBezTo>
                  <a:pt x="5843" y="3605"/>
                  <a:pt x="5671" y="3748"/>
                  <a:pt x="5671" y="3970"/>
                </a:cubicBezTo>
                <a:lnTo>
                  <a:pt x="5671" y="5640"/>
                </a:lnTo>
                <a:lnTo>
                  <a:pt x="4569" y="5640"/>
                </a:lnTo>
                <a:cubicBezTo>
                  <a:pt x="4600" y="5514"/>
                  <a:pt x="4600" y="5388"/>
                  <a:pt x="4600" y="5262"/>
                </a:cubicBezTo>
                <a:cubicBezTo>
                  <a:pt x="4600" y="4474"/>
                  <a:pt x="3970" y="3875"/>
                  <a:pt x="3183" y="3875"/>
                </a:cubicBezTo>
                <a:cubicBezTo>
                  <a:pt x="2395" y="3875"/>
                  <a:pt x="1765" y="4474"/>
                  <a:pt x="1765" y="5262"/>
                </a:cubicBezTo>
                <a:cubicBezTo>
                  <a:pt x="1765" y="5388"/>
                  <a:pt x="1765" y="5514"/>
                  <a:pt x="1796" y="5640"/>
                </a:cubicBezTo>
                <a:lnTo>
                  <a:pt x="694" y="5640"/>
                </a:lnTo>
                <a:lnTo>
                  <a:pt x="694" y="1071"/>
                </a:lnTo>
                <a:cubicBezTo>
                  <a:pt x="694" y="882"/>
                  <a:pt x="851" y="725"/>
                  <a:pt x="1040" y="725"/>
                </a:cubicBezTo>
                <a:close/>
                <a:moveTo>
                  <a:pt x="10964" y="725"/>
                </a:moveTo>
                <a:cubicBezTo>
                  <a:pt x="11122" y="725"/>
                  <a:pt x="11311" y="882"/>
                  <a:pt x="11311" y="1071"/>
                </a:cubicBezTo>
                <a:lnTo>
                  <a:pt x="11311" y="5671"/>
                </a:lnTo>
                <a:lnTo>
                  <a:pt x="9610" y="5671"/>
                </a:lnTo>
                <a:cubicBezTo>
                  <a:pt x="9295" y="5671"/>
                  <a:pt x="9169" y="6018"/>
                  <a:pt x="9326" y="6270"/>
                </a:cubicBezTo>
                <a:cubicBezTo>
                  <a:pt x="9452" y="6396"/>
                  <a:pt x="9515" y="6585"/>
                  <a:pt x="9515" y="6742"/>
                </a:cubicBezTo>
                <a:cubicBezTo>
                  <a:pt x="9515" y="7120"/>
                  <a:pt x="9200" y="7435"/>
                  <a:pt x="8822" y="7435"/>
                </a:cubicBezTo>
                <a:cubicBezTo>
                  <a:pt x="8412" y="7435"/>
                  <a:pt x="8097" y="7120"/>
                  <a:pt x="8097" y="6742"/>
                </a:cubicBezTo>
                <a:cubicBezTo>
                  <a:pt x="8097" y="6585"/>
                  <a:pt x="8192" y="6364"/>
                  <a:pt x="8286" y="6270"/>
                </a:cubicBezTo>
                <a:cubicBezTo>
                  <a:pt x="8507" y="6018"/>
                  <a:pt x="8349" y="5671"/>
                  <a:pt x="8034" y="5671"/>
                </a:cubicBezTo>
                <a:lnTo>
                  <a:pt x="6365" y="5671"/>
                </a:lnTo>
                <a:lnTo>
                  <a:pt x="6365" y="4568"/>
                </a:lnTo>
                <a:cubicBezTo>
                  <a:pt x="6491" y="4600"/>
                  <a:pt x="6617" y="4600"/>
                  <a:pt x="6711" y="4600"/>
                </a:cubicBezTo>
                <a:cubicBezTo>
                  <a:pt x="7499" y="4600"/>
                  <a:pt x="8160" y="3970"/>
                  <a:pt x="8160" y="3182"/>
                </a:cubicBezTo>
                <a:cubicBezTo>
                  <a:pt x="8160" y="2395"/>
                  <a:pt x="7499" y="1764"/>
                  <a:pt x="6711" y="1764"/>
                </a:cubicBezTo>
                <a:cubicBezTo>
                  <a:pt x="6617" y="1764"/>
                  <a:pt x="6491" y="1764"/>
                  <a:pt x="6365" y="1796"/>
                </a:cubicBezTo>
                <a:lnTo>
                  <a:pt x="6365" y="725"/>
                </a:lnTo>
                <a:close/>
                <a:moveTo>
                  <a:pt x="3183" y="4568"/>
                </a:moveTo>
                <a:cubicBezTo>
                  <a:pt x="3561" y="4568"/>
                  <a:pt x="3876" y="4883"/>
                  <a:pt x="3876" y="5293"/>
                </a:cubicBezTo>
                <a:cubicBezTo>
                  <a:pt x="3876" y="5451"/>
                  <a:pt x="3813" y="5640"/>
                  <a:pt x="3687" y="5766"/>
                </a:cubicBezTo>
                <a:cubicBezTo>
                  <a:pt x="3498" y="5986"/>
                  <a:pt x="3655" y="6333"/>
                  <a:pt x="3970" y="6333"/>
                </a:cubicBezTo>
                <a:lnTo>
                  <a:pt x="5608" y="6333"/>
                </a:lnTo>
                <a:lnTo>
                  <a:pt x="5608" y="7435"/>
                </a:lnTo>
                <a:cubicBezTo>
                  <a:pt x="5514" y="7404"/>
                  <a:pt x="5388" y="7404"/>
                  <a:pt x="5262" y="7404"/>
                </a:cubicBezTo>
                <a:cubicBezTo>
                  <a:pt x="4474" y="7404"/>
                  <a:pt x="3844" y="8034"/>
                  <a:pt x="3844" y="8822"/>
                </a:cubicBezTo>
                <a:cubicBezTo>
                  <a:pt x="3844" y="9609"/>
                  <a:pt x="4474" y="10239"/>
                  <a:pt x="5262" y="10239"/>
                </a:cubicBezTo>
                <a:cubicBezTo>
                  <a:pt x="5388" y="10239"/>
                  <a:pt x="5514" y="10239"/>
                  <a:pt x="5608" y="10208"/>
                </a:cubicBezTo>
                <a:lnTo>
                  <a:pt x="5608" y="11310"/>
                </a:lnTo>
                <a:lnTo>
                  <a:pt x="1009" y="11310"/>
                </a:lnTo>
                <a:cubicBezTo>
                  <a:pt x="851" y="11310"/>
                  <a:pt x="694" y="11153"/>
                  <a:pt x="694" y="10964"/>
                </a:cubicBezTo>
                <a:lnTo>
                  <a:pt x="694" y="6333"/>
                </a:lnTo>
                <a:lnTo>
                  <a:pt x="2395" y="6333"/>
                </a:lnTo>
                <a:cubicBezTo>
                  <a:pt x="2710" y="6333"/>
                  <a:pt x="2868" y="5986"/>
                  <a:pt x="2679" y="5766"/>
                </a:cubicBezTo>
                <a:cubicBezTo>
                  <a:pt x="2552" y="5640"/>
                  <a:pt x="2458" y="5482"/>
                  <a:pt x="2458" y="5293"/>
                </a:cubicBezTo>
                <a:cubicBezTo>
                  <a:pt x="2458" y="4883"/>
                  <a:pt x="2773" y="4568"/>
                  <a:pt x="3183" y="4568"/>
                </a:cubicBezTo>
                <a:close/>
                <a:moveTo>
                  <a:pt x="11311" y="6333"/>
                </a:moveTo>
                <a:lnTo>
                  <a:pt x="11311" y="10964"/>
                </a:lnTo>
                <a:cubicBezTo>
                  <a:pt x="11311" y="11153"/>
                  <a:pt x="11153" y="11310"/>
                  <a:pt x="10933" y="11310"/>
                </a:cubicBezTo>
                <a:lnTo>
                  <a:pt x="6333" y="11310"/>
                </a:lnTo>
                <a:lnTo>
                  <a:pt x="6333" y="9609"/>
                </a:lnTo>
                <a:cubicBezTo>
                  <a:pt x="6333" y="9388"/>
                  <a:pt x="6162" y="9244"/>
                  <a:pt x="5972" y="9244"/>
                </a:cubicBezTo>
                <a:cubicBezTo>
                  <a:pt x="5892" y="9244"/>
                  <a:pt x="5809" y="9270"/>
                  <a:pt x="5735" y="9326"/>
                </a:cubicBezTo>
                <a:cubicBezTo>
                  <a:pt x="5640" y="9452"/>
                  <a:pt x="5482" y="9546"/>
                  <a:pt x="5262" y="9546"/>
                </a:cubicBezTo>
                <a:cubicBezTo>
                  <a:pt x="4884" y="9546"/>
                  <a:pt x="4569" y="9231"/>
                  <a:pt x="4569" y="8822"/>
                </a:cubicBezTo>
                <a:cubicBezTo>
                  <a:pt x="4569" y="8443"/>
                  <a:pt x="4884" y="8097"/>
                  <a:pt x="5262" y="8097"/>
                </a:cubicBezTo>
                <a:cubicBezTo>
                  <a:pt x="5419" y="8097"/>
                  <a:pt x="5640" y="8191"/>
                  <a:pt x="5735" y="8317"/>
                </a:cubicBezTo>
                <a:cubicBezTo>
                  <a:pt x="5809" y="8374"/>
                  <a:pt x="5892" y="8399"/>
                  <a:pt x="5972" y="8399"/>
                </a:cubicBezTo>
                <a:cubicBezTo>
                  <a:pt x="6162" y="8399"/>
                  <a:pt x="6333" y="8255"/>
                  <a:pt x="6333" y="8034"/>
                </a:cubicBezTo>
                <a:lnTo>
                  <a:pt x="6333" y="6333"/>
                </a:lnTo>
                <a:lnTo>
                  <a:pt x="7436" y="6333"/>
                </a:lnTo>
                <a:cubicBezTo>
                  <a:pt x="7404" y="6459"/>
                  <a:pt x="7404" y="6585"/>
                  <a:pt x="7404" y="6711"/>
                </a:cubicBezTo>
                <a:cubicBezTo>
                  <a:pt x="7404" y="7498"/>
                  <a:pt x="8034" y="8097"/>
                  <a:pt x="8822" y="8097"/>
                </a:cubicBezTo>
                <a:cubicBezTo>
                  <a:pt x="9610" y="8097"/>
                  <a:pt x="10240" y="7498"/>
                  <a:pt x="10240" y="6711"/>
                </a:cubicBezTo>
                <a:cubicBezTo>
                  <a:pt x="10240" y="6585"/>
                  <a:pt x="10240" y="6459"/>
                  <a:pt x="10208" y="6333"/>
                </a:cubicBezTo>
                <a:close/>
                <a:moveTo>
                  <a:pt x="1040" y="0"/>
                </a:moveTo>
                <a:cubicBezTo>
                  <a:pt x="473" y="0"/>
                  <a:pt x="1" y="473"/>
                  <a:pt x="1" y="1071"/>
                </a:cubicBezTo>
                <a:lnTo>
                  <a:pt x="1" y="10964"/>
                </a:lnTo>
                <a:cubicBezTo>
                  <a:pt x="1" y="11531"/>
                  <a:pt x="473" y="12004"/>
                  <a:pt x="1040" y="12004"/>
                </a:cubicBezTo>
                <a:lnTo>
                  <a:pt x="10933" y="12004"/>
                </a:lnTo>
                <a:cubicBezTo>
                  <a:pt x="11531" y="12004"/>
                  <a:pt x="12004" y="11531"/>
                  <a:pt x="12004" y="10964"/>
                </a:cubicBezTo>
                <a:lnTo>
                  <a:pt x="12004" y="1071"/>
                </a:lnTo>
                <a:cubicBezTo>
                  <a:pt x="11972" y="473"/>
                  <a:pt x="11500" y="0"/>
                  <a:pt x="10933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578" name="Google Shape;3578;p58"/>
          <p:cNvGrpSpPr/>
          <p:nvPr/>
        </p:nvGrpSpPr>
        <p:grpSpPr>
          <a:xfrm>
            <a:off x="3670295" y="4415577"/>
            <a:ext cx="418612" cy="419725"/>
            <a:chOff x="-44528075" y="1982825"/>
            <a:chExt cx="300900" cy="301700"/>
          </a:xfrm>
        </p:grpSpPr>
        <p:sp>
          <p:nvSpPr>
            <p:cNvPr id="3579" name="Google Shape;3579;p58"/>
            <p:cNvSpPr/>
            <p:nvPr/>
          </p:nvSpPr>
          <p:spPr>
            <a:xfrm>
              <a:off x="-44528075" y="1982825"/>
              <a:ext cx="300900" cy="301700"/>
            </a:xfrm>
            <a:custGeom>
              <a:avLst/>
              <a:gdLst/>
              <a:ahLst/>
              <a:cxnLst/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p58"/>
            <p:cNvSpPr/>
            <p:nvPr/>
          </p:nvSpPr>
          <p:spPr>
            <a:xfrm>
              <a:off x="-4445560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p58"/>
            <p:cNvSpPr/>
            <p:nvPr/>
          </p:nvSpPr>
          <p:spPr>
            <a:xfrm>
              <a:off x="-44455600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p58"/>
            <p:cNvSpPr/>
            <p:nvPr/>
          </p:nvSpPr>
          <p:spPr>
            <a:xfrm>
              <a:off x="-443146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p58"/>
            <p:cNvSpPr/>
            <p:nvPr/>
          </p:nvSpPr>
          <p:spPr>
            <a:xfrm>
              <a:off x="-44314625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p58"/>
            <p:cNvSpPr/>
            <p:nvPr/>
          </p:nvSpPr>
          <p:spPr>
            <a:xfrm>
              <a:off x="-44447725" y="2062375"/>
              <a:ext cx="143350" cy="140225"/>
            </a:xfrm>
            <a:custGeom>
              <a:avLst/>
              <a:gdLst/>
              <a:ahLst/>
              <a:cxnLst/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p58"/>
            <p:cNvSpPr/>
            <p:nvPr/>
          </p:nvSpPr>
          <p:spPr>
            <a:xfrm>
              <a:off x="-44403625" y="2107275"/>
              <a:ext cx="53575" cy="52800"/>
            </a:xfrm>
            <a:custGeom>
              <a:avLst/>
              <a:gdLst/>
              <a:ahLst/>
              <a:cxnLst/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605" name="Google Shape;3605;p58"/>
          <p:cNvSpPr txBox="1">
            <a:spLocks noGrp="1"/>
          </p:cNvSpPr>
          <p:nvPr>
            <p:ph type="subTitle" idx="7"/>
          </p:nvPr>
        </p:nvSpPr>
        <p:spPr>
          <a:xfrm>
            <a:off x="2168348" y="2520731"/>
            <a:ext cx="32912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umane</a:t>
            </a:r>
            <a:endParaRPr dirty="0"/>
          </a:p>
        </p:txBody>
      </p:sp>
      <p:sp>
        <p:nvSpPr>
          <p:cNvPr id="3606" name="Google Shape;3606;p58"/>
          <p:cNvSpPr txBox="1">
            <a:spLocks noGrp="1"/>
          </p:cNvSpPr>
          <p:nvPr>
            <p:ph type="subTitle" idx="8"/>
          </p:nvPr>
        </p:nvSpPr>
        <p:spPr>
          <a:xfrm>
            <a:off x="6556677" y="2520731"/>
            <a:ext cx="32912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dirty="0"/>
              <a:t>Modele de afaceri</a:t>
            </a:r>
            <a:endParaRPr dirty="0"/>
          </a:p>
        </p:txBody>
      </p:sp>
      <p:sp>
        <p:nvSpPr>
          <p:cNvPr id="3607" name="Google Shape;3607;p58"/>
          <p:cNvSpPr txBox="1">
            <a:spLocks noGrp="1"/>
          </p:cNvSpPr>
          <p:nvPr>
            <p:ph type="subTitle" idx="9"/>
          </p:nvPr>
        </p:nvSpPr>
        <p:spPr>
          <a:xfrm>
            <a:off x="2233823" y="5042542"/>
            <a:ext cx="32912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Cerințe tehnice</a:t>
            </a:r>
            <a:endParaRPr lang="en-US" dirty="0"/>
          </a:p>
        </p:txBody>
      </p:sp>
      <p:sp>
        <p:nvSpPr>
          <p:cNvPr id="3610" name="Google Shape;3610;p58"/>
          <p:cNvSpPr txBox="1">
            <a:spLocks noGrp="1"/>
          </p:cNvSpPr>
          <p:nvPr>
            <p:ph type="subTitle" idx="15"/>
          </p:nvPr>
        </p:nvSpPr>
        <p:spPr>
          <a:xfrm>
            <a:off x="6556677" y="5042542"/>
            <a:ext cx="32912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Cerințe economice</a:t>
            </a:r>
            <a:endParaRPr dirty="0"/>
          </a:p>
        </p:txBody>
      </p:sp>
      <p:sp>
        <p:nvSpPr>
          <p:cNvPr id="49" name="Google Shape;3572;p58">
            <a:extLst>
              <a:ext uri="{FF2B5EF4-FFF2-40B4-BE49-F238E27FC236}">
                <a16:creationId xmlns:a16="http://schemas.microsoft.com/office/drawing/2014/main" id="{E6490DAF-83DE-48E5-AE77-666B09D321C7}"/>
              </a:ext>
            </a:extLst>
          </p:cNvPr>
          <p:cNvSpPr/>
          <p:nvPr/>
        </p:nvSpPr>
        <p:spPr>
          <a:xfrm>
            <a:off x="3434415" y="1734631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0" name="Google Shape;3601;p58">
            <a:extLst>
              <a:ext uri="{FF2B5EF4-FFF2-40B4-BE49-F238E27FC236}">
                <a16:creationId xmlns:a16="http://schemas.microsoft.com/office/drawing/2014/main" id="{6A3000D5-DF86-47BC-AF44-1093463D8D21}"/>
              </a:ext>
            </a:extLst>
          </p:cNvPr>
          <p:cNvGrpSpPr/>
          <p:nvPr/>
        </p:nvGrpSpPr>
        <p:grpSpPr>
          <a:xfrm>
            <a:off x="3620179" y="1890257"/>
            <a:ext cx="358116" cy="418673"/>
            <a:chOff x="-48237000" y="2342650"/>
            <a:chExt cx="256800" cy="300225"/>
          </a:xfrm>
        </p:grpSpPr>
        <p:sp>
          <p:nvSpPr>
            <p:cNvPr id="51" name="Google Shape;3602;p58">
              <a:extLst>
                <a:ext uri="{FF2B5EF4-FFF2-40B4-BE49-F238E27FC236}">
                  <a16:creationId xmlns:a16="http://schemas.microsoft.com/office/drawing/2014/main" id="{972551DA-F3C4-4844-8703-35397CAFC8DE}"/>
                </a:ext>
              </a:extLst>
            </p:cNvPr>
            <p:cNvSpPr/>
            <p:nvPr/>
          </p:nvSpPr>
          <p:spPr>
            <a:xfrm>
              <a:off x="-48237000" y="2342650"/>
              <a:ext cx="256800" cy="300225"/>
            </a:xfrm>
            <a:custGeom>
              <a:avLst/>
              <a:gdLst/>
              <a:ahLst/>
              <a:cxnLst/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3603;p58">
              <a:extLst>
                <a:ext uri="{FF2B5EF4-FFF2-40B4-BE49-F238E27FC236}">
                  <a16:creationId xmlns:a16="http://schemas.microsoft.com/office/drawing/2014/main" id="{D7C76EAF-93C6-4F1A-B582-85901D30CA05}"/>
                </a:ext>
              </a:extLst>
            </p:cNvPr>
            <p:cNvSpPr/>
            <p:nvPr/>
          </p:nvSpPr>
          <p:spPr>
            <a:xfrm>
              <a:off x="-48195250" y="2377425"/>
              <a:ext cx="144150" cy="140225"/>
            </a:xfrm>
            <a:custGeom>
              <a:avLst/>
              <a:gdLst/>
              <a:ahLst/>
              <a:cxnLst/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3604;p58">
              <a:extLst>
                <a:ext uri="{FF2B5EF4-FFF2-40B4-BE49-F238E27FC236}">
                  <a16:creationId xmlns:a16="http://schemas.microsoft.com/office/drawing/2014/main" id="{F9DA7956-B628-4724-9C14-1DD7C54A5901}"/>
                </a:ext>
              </a:extLst>
            </p:cNvPr>
            <p:cNvSpPr/>
            <p:nvPr/>
          </p:nvSpPr>
          <p:spPr>
            <a:xfrm>
              <a:off x="-48150350" y="2422325"/>
              <a:ext cx="52775" cy="52800"/>
            </a:xfrm>
            <a:custGeom>
              <a:avLst/>
              <a:gdLst/>
              <a:ahLst/>
              <a:cxnLst/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3575;p58">
            <a:extLst>
              <a:ext uri="{FF2B5EF4-FFF2-40B4-BE49-F238E27FC236}">
                <a16:creationId xmlns:a16="http://schemas.microsoft.com/office/drawing/2014/main" id="{9AFE2D3A-E4EB-4B75-8307-24CB276A40DD}"/>
              </a:ext>
            </a:extLst>
          </p:cNvPr>
          <p:cNvSpPr/>
          <p:nvPr/>
        </p:nvSpPr>
        <p:spPr>
          <a:xfrm>
            <a:off x="7766036" y="4306569"/>
            <a:ext cx="729600" cy="729999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3586;p58">
            <a:extLst>
              <a:ext uri="{FF2B5EF4-FFF2-40B4-BE49-F238E27FC236}">
                <a16:creationId xmlns:a16="http://schemas.microsoft.com/office/drawing/2014/main" id="{C1B6DD6F-9B0D-4A4A-A1B2-888233A5E278}"/>
              </a:ext>
            </a:extLst>
          </p:cNvPr>
          <p:cNvGrpSpPr/>
          <p:nvPr/>
        </p:nvGrpSpPr>
        <p:grpSpPr>
          <a:xfrm>
            <a:off x="7947613" y="4466202"/>
            <a:ext cx="394060" cy="391930"/>
            <a:chOff x="-47160325" y="1974175"/>
            <a:chExt cx="301700" cy="300100"/>
          </a:xfrm>
        </p:grpSpPr>
        <p:sp>
          <p:nvSpPr>
            <p:cNvPr id="64" name="Google Shape;3587;p58">
              <a:extLst>
                <a:ext uri="{FF2B5EF4-FFF2-40B4-BE49-F238E27FC236}">
                  <a16:creationId xmlns:a16="http://schemas.microsoft.com/office/drawing/2014/main" id="{11422745-F7BD-41EE-8055-9F36FB81CCAF}"/>
                </a:ext>
              </a:extLst>
            </p:cNvPr>
            <p:cNvSpPr/>
            <p:nvPr/>
          </p:nvSpPr>
          <p:spPr>
            <a:xfrm>
              <a:off x="-47160325" y="1974175"/>
              <a:ext cx="301700" cy="300100"/>
            </a:xfrm>
            <a:custGeom>
              <a:avLst/>
              <a:gdLst/>
              <a:ahLst/>
              <a:cxnLst/>
              <a:rect l="l" t="t" r="r" b="b"/>
              <a:pathLst>
                <a:path w="12068" h="12004" extrusionOk="0">
                  <a:moveTo>
                    <a:pt x="8539" y="1166"/>
                  </a:moveTo>
                  <a:lnTo>
                    <a:pt x="9452" y="2080"/>
                  </a:lnTo>
                  <a:lnTo>
                    <a:pt x="8539" y="2080"/>
                  </a:lnTo>
                  <a:lnTo>
                    <a:pt x="8539" y="1166"/>
                  </a:lnTo>
                  <a:close/>
                  <a:moveTo>
                    <a:pt x="7846" y="693"/>
                  </a:moveTo>
                  <a:lnTo>
                    <a:pt x="7846" y="2489"/>
                  </a:lnTo>
                  <a:cubicBezTo>
                    <a:pt x="7846" y="2678"/>
                    <a:pt x="8003" y="2836"/>
                    <a:pt x="8192" y="2836"/>
                  </a:cubicBezTo>
                  <a:lnTo>
                    <a:pt x="9957" y="2836"/>
                  </a:lnTo>
                  <a:lnTo>
                    <a:pt x="9957" y="4254"/>
                  </a:lnTo>
                  <a:lnTo>
                    <a:pt x="4916" y="4254"/>
                  </a:lnTo>
                  <a:lnTo>
                    <a:pt x="4538" y="3434"/>
                  </a:lnTo>
                  <a:cubicBezTo>
                    <a:pt x="4349" y="3056"/>
                    <a:pt x="3971" y="2836"/>
                    <a:pt x="3593" y="2836"/>
                  </a:cubicBezTo>
                  <a:lnTo>
                    <a:pt x="2206" y="2836"/>
                  </a:lnTo>
                  <a:lnTo>
                    <a:pt x="2206" y="693"/>
                  </a:lnTo>
                  <a:close/>
                  <a:moveTo>
                    <a:pt x="3561" y="3529"/>
                  </a:moveTo>
                  <a:cubicBezTo>
                    <a:pt x="3656" y="3529"/>
                    <a:pt x="3782" y="3623"/>
                    <a:pt x="3876" y="3718"/>
                  </a:cubicBezTo>
                  <a:lnTo>
                    <a:pt x="4380" y="4758"/>
                  </a:lnTo>
                  <a:cubicBezTo>
                    <a:pt x="4443" y="4884"/>
                    <a:pt x="4569" y="4947"/>
                    <a:pt x="4695" y="4947"/>
                  </a:cubicBezTo>
                  <a:lnTo>
                    <a:pt x="11028" y="4947"/>
                  </a:lnTo>
                  <a:cubicBezTo>
                    <a:pt x="11248" y="4947"/>
                    <a:pt x="11406" y="5104"/>
                    <a:pt x="11406" y="5293"/>
                  </a:cubicBezTo>
                  <a:lnTo>
                    <a:pt x="11406" y="10933"/>
                  </a:lnTo>
                  <a:lnTo>
                    <a:pt x="11343" y="10933"/>
                  </a:lnTo>
                  <a:cubicBezTo>
                    <a:pt x="11343" y="11153"/>
                    <a:pt x="11185" y="11311"/>
                    <a:pt x="10996" y="11311"/>
                  </a:cubicBezTo>
                  <a:lnTo>
                    <a:pt x="1104" y="11311"/>
                  </a:lnTo>
                  <a:cubicBezTo>
                    <a:pt x="915" y="11311"/>
                    <a:pt x="757" y="11153"/>
                    <a:pt x="757" y="10933"/>
                  </a:cubicBezTo>
                  <a:lnTo>
                    <a:pt x="757" y="3875"/>
                  </a:lnTo>
                  <a:cubicBezTo>
                    <a:pt x="757" y="3686"/>
                    <a:pt x="915" y="3529"/>
                    <a:pt x="1104" y="3529"/>
                  </a:cubicBezTo>
                  <a:close/>
                  <a:moveTo>
                    <a:pt x="1797" y="0"/>
                  </a:moveTo>
                  <a:cubicBezTo>
                    <a:pt x="1576" y="0"/>
                    <a:pt x="1419" y="158"/>
                    <a:pt x="1419" y="347"/>
                  </a:cubicBezTo>
                  <a:lnTo>
                    <a:pt x="1419" y="2836"/>
                  </a:lnTo>
                  <a:lnTo>
                    <a:pt x="1072" y="2836"/>
                  </a:lnTo>
                  <a:cubicBezTo>
                    <a:pt x="474" y="2836"/>
                    <a:pt x="1" y="3308"/>
                    <a:pt x="1" y="3907"/>
                  </a:cubicBezTo>
                  <a:lnTo>
                    <a:pt x="1" y="10933"/>
                  </a:lnTo>
                  <a:cubicBezTo>
                    <a:pt x="1" y="11531"/>
                    <a:pt x="474" y="12004"/>
                    <a:pt x="1072" y="12004"/>
                  </a:cubicBezTo>
                  <a:lnTo>
                    <a:pt x="10965" y="12004"/>
                  </a:lnTo>
                  <a:cubicBezTo>
                    <a:pt x="11563" y="12004"/>
                    <a:pt x="12036" y="11531"/>
                    <a:pt x="12036" y="10933"/>
                  </a:cubicBezTo>
                  <a:lnTo>
                    <a:pt x="12036" y="5325"/>
                  </a:lnTo>
                  <a:cubicBezTo>
                    <a:pt x="12067" y="4726"/>
                    <a:pt x="11595" y="4254"/>
                    <a:pt x="10996" y="4254"/>
                  </a:cubicBezTo>
                  <a:lnTo>
                    <a:pt x="10650" y="4254"/>
                  </a:lnTo>
                  <a:lnTo>
                    <a:pt x="10650" y="2489"/>
                  </a:lnTo>
                  <a:cubicBezTo>
                    <a:pt x="10650" y="2395"/>
                    <a:pt x="10618" y="2269"/>
                    <a:pt x="10524" y="2237"/>
                  </a:cubicBezTo>
                  <a:lnTo>
                    <a:pt x="8413" y="126"/>
                  </a:lnTo>
                  <a:cubicBezTo>
                    <a:pt x="8318" y="32"/>
                    <a:pt x="8255" y="0"/>
                    <a:pt x="8161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588;p58">
              <a:extLst>
                <a:ext uri="{FF2B5EF4-FFF2-40B4-BE49-F238E27FC236}">
                  <a16:creationId xmlns:a16="http://schemas.microsoft.com/office/drawing/2014/main" id="{854D3C5E-FC18-4163-9F70-566E621431B3}"/>
                </a:ext>
              </a:extLst>
            </p:cNvPr>
            <p:cNvSpPr/>
            <p:nvPr/>
          </p:nvSpPr>
          <p:spPr>
            <a:xfrm>
              <a:off x="-47070525" y="2115150"/>
              <a:ext cx="123675" cy="123675"/>
            </a:xfrm>
            <a:custGeom>
              <a:avLst/>
              <a:gdLst/>
              <a:ahLst/>
              <a:cxnLst/>
              <a:rect l="l" t="t" r="r" b="b"/>
              <a:pathLst>
                <a:path w="4947" h="4947" extrusionOk="0">
                  <a:moveTo>
                    <a:pt x="1796" y="694"/>
                  </a:moveTo>
                  <a:cubicBezTo>
                    <a:pt x="2269" y="694"/>
                    <a:pt x="2678" y="977"/>
                    <a:pt x="2804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65"/>
                  </a:cubicBezTo>
                  <a:lnTo>
                    <a:pt x="1450" y="2742"/>
                  </a:lnTo>
                  <a:cubicBezTo>
                    <a:pt x="1009" y="2584"/>
                    <a:pt x="757" y="2175"/>
                    <a:pt x="757" y="1765"/>
                  </a:cubicBezTo>
                  <a:cubicBezTo>
                    <a:pt x="757" y="1166"/>
                    <a:pt x="1229" y="694"/>
                    <a:pt x="1796" y="694"/>
                  </a:cubicBezTo>
                  <a:close/>
                  <a:moveTo>
                    <a:pt x="2804" y="2112"/>
                  </a:moveTo>
                  <a:cubicBezTo>
                    <a:pt x="2678" y="2427"/>
                    <a:pt x="2426" y="2679"/>
                    <a:pt x="2174" y="2742"/>
                  </a:cubicBezTo>
                  <a:lnTo>
                    <a:pt x="2174" y="2112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773"/>
                    <a:pt x="3498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1" y="788"/>
                    <a:pt x="1" y="1765"/>
                  </a:cubicBezTo>
                  <a:cubicBezTo>
                    <a:pt x="1" y="2616"/>
                    <a:pt x="599" y="3340"/>
                    <a:pt x="1418" y="3498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89"/>
                    <a:pt x="4915" y="4600"/>
                  </a:cubicBezTo>
                  <a:lnTo>
                    <a:pt x="4915" y="1797"/>
                  </a:lnTo>
                  <a:cubicBezTo>
                    <a:pt x="4947" y="1576"/>
                    <a:pt x="4789" y="1387"/>
                    <a:pt x="4600" y="1387"/>
                  </a:cubicBezTo>
                  <a:lnTo>
                    <a:pt x="3498" y="1387"/>
                  </a:lnTo>
                  <a:cubicBezTo>
                    <a:pt x="3340" y="599"/>
                    <a:pt x="2647" y="1"/>
                    <a:pt x="1765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p72"/>
          <p:cNvSpPr txBox="1">
            <a:spLocks noGrp="1"/>
          </p:cNvSpPr>
          <p:nvPr>
            <p:ph type="title"/>
          </p:nvPr>
        </p:nvSpPr>
        <p:spPr>
          <a:xfrm>
            <a:off x="1014667" y="512067"/>
            <a:ext cx="10412400" cy="68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 dirty="0"/>
              <a:t>Provocări</a:t>
            </a:r>
            <a:endParaRPr dirty="0"/>
          </a:p>
        </p:txBody>
      </p:sp>
      <p:sp>
        <p:nvSpPr>
          <p:cNvPr id="3958" name="Google Shape;3958;p72"/>
          <p:cNvSpPr txBox="1">
            <a:spLocks noGrp="1"/>
          </p:cNvSpPr>
          <p:nvPr>
            <p:ph type="subTitle" idx="1"/>
          </p:nvPr>
        </p:nvSpPr>
        <p:spPr>
          <a:xfrm>
            <a:off x="1432200" y="1634841"/>
            <a:ext cx="5685200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inadecvată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echipei</a:t>
            </a:r>
            <a:r>
              <a:rPr lang="en-US" dirty="0"/>
              <a:t> de </a:t>
            </a:r>
            <a:r>
              <a:rPr lang="en-US" dirty="0" err="1"/>
              <a:t>dezvoltare</a:t>
            </a:r>
            <a:endParaRPr dirty="0"/>
          </a:p>
        </p:txBody>
      </p:sp>
      <p:sp>
        <p:nvSpPr>
          <p:cNvPr id="3959" name="Google Shape;3959;p72"/>
          <p:cNvSpPr txBox="1">
            <a:spLocks noGrp="1"/>
          </p:cNvSpPr>
          <p:nvPr>
            <p:ph type="subTitle" idx="2"/>
          </p:nvPr>
        </p:nvSpPr>
        <p:spPr>
          <a:xfrm>
            <a:off x="1432200" y="3133177"/>
            <a:ext cx="5685200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Reticența beneficiarilor sau utilizatorilor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60" name="Google Shape;3960;p72"/>
          <p:cNvSpPr txBox="1">
            <a:spLocks noGrp="1"/>
          </p:cNvSpPr>
          <p:nvPr>
            <p:ph type="subTitle" idx="3"/>
          </p:nvPr>
        </p:nvSpPr>
        <p:spPr>
          <a:xfrm>
            <a:off x="1432200" y="3882343"/>
            <a:ext cx="5685200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Testarea inadecvată a software-ului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61" name="Google Shape;3961;p72"/>
          <p:cNvSpPr txBox="1">
            <a:spLocks noGrp="1"/>
          </p:cNvSpPr>
          <p:nvPr>
            <p:ph type="subTitle" idx="4"/>
          </p:nvPr>
        </p:nvSpPr>
        <p:spPr>
          <a:xfrm>
            <a:off x="1432200" y="4631508"/>
            <a:ext cx="5685200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Progresul rapid al tehnologiei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62" name="Google Shape;3962;p72"/>
          <p:cNvSpPr txBox="1">
            <a:spLocks noGrp="1"/>
          </p:cNvSpPr>
          <p:nvPr>
            <p:ph type="subTitle" idx="5"/>
          </p:nvPr>
        </p:nvSpPr>
        <p:spPr>
          <a:xfrm>
            <a:off x="1432200" y="2384011"/>
            <a:ext cx="6124738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Planificare defectuoasă a procesului de dezvoltare software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63" name="Google Shape;3963;p72"/>
          <p:cNvSpPr/>
          <p:nvPr/>
        </p:nvSpPr>
        <p:spPr>
          <a:xfrm>
            <a:off x="1014667" y="1743475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64" name="Google Shape;3964;p72"/>
          <p:cNvSpPr/>
          <p:nvPr/>
        </p:nvSpPr>
        <p:spPr>
          <a:xfrm>
            <a:off x="1014667" y="2515841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65" name="Google Shape;3965;p72"/>
          <p:cNvSpPr/>
          <p:nvPr/>
        </p:nvSpPr>
        <p:spPr>
          <a:xfrm>
            <a:off x="1014667" y="3260308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66" name="Google Shape;3966;p72"/>
          <p:cNvSpPr/>
          <p:nvPr/>
        </p:nvSpPr>
        <p:spPr>
          <a:xfrm>
            <a:off x="1014667" y="4004757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67" name="Google Shape;3967;p72"/>
          <p:cNvSpPr/>
          <p:nvPr/>
        </p:nvSpPr>
        <p:spPr>
          <a:xfrm>
            <a:off x="1014667" y="4749241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68" name="Google Shape;3968;p72"/>
          <p:cNvSpPr/>
          <p:nvPr/>
        </p:nvSpPr>
        <p:spPr>
          <a:xfrm>
            <a:off x="8133900" y="6091833"/>
            <a:ext cx="1188800" cy="118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969" name="Google Shape;3969;p72"/>
          <p:cNvGrpSpPr/>
          <p:nvPr/>
        </p:nvGrpSpPr>
        <p:grpSpPr>
          <a:xfrm>
            <a:off x="10626389" y="5072912"/>
            <a:ext cx="2290248" cy="2290800"/>
            <a:chOff x="1347125" y="349025"/>
            <a:chExt cx="4978800" cy="4980000"/>
          </a:xfrm>
        </p:grpSpPr>
        <p:sp>
          <p:nvSpPr>
            <p:cNvPr id="3970" name="Google Shape;3970;p72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1" name="Google Shape;3971;p72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2" name="Google Shape;3972;p72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72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4" name="Google Shape;3974;p72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5" name="Google Shape;3975;p72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6" name="Google Shape;3976;p72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p72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72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p72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p72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p72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p72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72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p72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p72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p72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7" name="Google Shape;3987;p72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72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p72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90" name="Google Shape;3990;p72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p72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992" name="Google Shape;3992;p72"/>
          <p:cNvSpPr/>
          <p:nvPr/>
        </p:nvSpPr>
        <p:spPr>
          <a:xfrm>
            <a:off x="11689500" y="4866700"/>
            <a:ext cx="314000" cy="31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FE48A44-ADCE-42D3-B576-6C352BE580AD}"/>
              </a:ext>
            </a:extLst>
          </p:cNvPr>
          <p:cNvGrpSpPr/>
          <p:nvPr/>
        </p:nvGrpSpPr>
        <p:grpSpPr>
          <a:xfrm>
            <a:off x="8619986" y="3987766"/>
            <a:ext cx="2153684" cy="2024823"/>
            <a:chOff x="8882485" y="4074993"/>
            <a:chExt cx="1611262" cy="1472453"/>
          </a:xfrm>
        </p:grpSpPr>
        <p:sp>
          <p:nvSpPr>
            <p:cNvPr id="2" name="Google Shape;4050;p74">
              <a:extLst>
                <a:ext uri="{FF2B5EF4-FFF2-40B4-BE49-F238E27FC236}">
                  <a16:creationId xmlns:a16="http://schemas.microsoft.com/office/drawing/2014/main" id="{B1F5D659-61C8-476B-B77E-A91E361FCE3D}"/>
                </a:ext>
              </a:extLst>
            </p:cNvPr>
            <p:cNvSpPr/>
            <p:nvPr/>
          </p:nvSpPr>
          <p:spPr>
            <a:xfrm>
              <a:off x="9402483" y="5144942"/>
              <a:ext cx="310967" cy="392963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" name="Google Shape;4051;p74">
              <a:extLst>
                <a:ext uri="{FF2B5EF4-FFF2-40B4-BE49-F238E27FC236}">
                  <a16:creationId xmlns:a16="http://schemas.microsoft.com/office/drawing/2014/main" id="{4A1CF0DD-9BFA-43D8-B689-6C253E1738B4}"/>
                </a:ext>
              </a:extLst>
            </p:cNvPr>
            <p:cNvSpPr/>
            <p:nvPr/>
          </p:nvSpPr>
          <p:spPr>
            <a:xfrm>
              <a:off x="9216616" y="5480791"/>
              <a:ext cx="738010" cy="66654"/>
            </a:xfrm>
            <a:custGeom>
              <a:avLst/>
              <a:gdLst/>
              <a:ahLst/>
              <a:cxnLst/>
              <a:rect l="l" t="t" r="r" b="b"/>
              <a:pathLst>
                <a:path w="17173" h="1551" extrusionOk="0">
                  <a:moveTo>
                    <a:pt x="787" y="0"/>
                  </a:moveTo>
                  <a:cubicBezTo>
                    <a:pt x="358" y="0"/>
                    <a:pt x="0" y="358"/>
                    <a:pt x="0" y="764"/>
                  </a:cubicBezTo>
                  <a:cubicBezTo>
                    <a:pt x="0" y="1193"/>
                    <a:pt x="358" y="1551"/>
                    <a:pt x="787" y="1551"/>
                  </a:cubicBezTo>
                  <a:lnTo>
                    <a:pt x="16409" y="1551"/>
                  </a:lnTo>
                  <a:cubicBezTo>
                    <a:pt x="16815" y="1551"/>
                    <a:pt x="17173" y="1217"/>
                    <a:pt x="17173" y="764"/>
                  </a:cubicBezTo>
                  <a:cubicBezTo>
                    <a:pt x="17173" y="358"/>
                    <a:pt x="16815" y="0"/>
                    <a:pt x="16409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052;p74">
              <a:extLst>
                <a:ext uri="{FF2B5EF4-FFF2-40B4-BE49-F238E27FC236}">
                  <a16:creationId xmlns:a16="http://schemas.microsoft.com/office/drawing/2014/main" id="{83012A11-6F5B-4D95-951E-ACE765E570A7}"/>
                </a:ext>
              </a:extLst>
            </p:cNvPr>
            <p:cNvSpPr/>
            <p:nvPr/>
          </p:nvSpPr>
          <p:spPr>
            <a:xfrm>
              <a:off x="8882485" y="4255961"/>
              <a:ext cx="1408334" cy="955291"/>
            </a:xfrm>
            <a:custGeom>
              <a:avLst/>
              <a:gdLst/>
              <a:ahLst/>
              <a:cxnLst/>
              <a:rect l="l" t="t" r="r" b="b"/>
              <a:pathLst>
                <a:path w="32771" h="22229" extrusionOk="0">
                  <a:moveTo>
                    <a:pt x="4055" y="0"/>
                  </a:moveTo>
                  <a:cubicBezTo>
                    <a:pt x="1813" y="0"/>
                    <a:pt x="0" y="1813"/>
                    <a:pt x="0" y="4055"/>
                  </a:cubicBezTo>
                  <a:lnTo>
                    <a:pt x="0" y="18174"/>
                  </a:lnTo>
                  <a:cubicBezTo>
                    <a:pt x="0" y="20416"/>
                    <a:pt x="1813" y="22229"/>
                    <a:pt x="4055" y="22229"/>
                  </a:cubicBezTo>
                  <a:lnTo>
                    <a:pt x="28716" y="22229"/>
                  </a:lnTo>
                  <a:cubicBezTo>
                    <a:pt x="30934" y="22229"/>
                    <a:pt x="32747" y="20416"/>
                    <a:pt x="32771" y="18174"/>
                  </a:cubicBezTo>
                  <a:lnTo>
                    <a:pt x="32771" y="4055"/>
                  </a:lnTo>
                  <a:cubicBezTo>
                    <a:pt x="32771" y="1813"/>
                    <a:pt x="30934" y="0"/>
                    <a:pt x="28716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053;p74">
              <a:extLst>
                <a:ext uri="{FF2B5EF4-FFF2-40B4-BE49-F238E27FC236}">
                  <a16:creationId xmlns:a16="http://schemas.microsoft.com/office/drawing/2014/main" id="{86E0D151-16E6-442A-8CD2-ACBA8F003B4C}"/>
                </a:ext>
              </a:extLst>
            </p:cNvPr>
            <p:cNvSpPr/>
            <p:nvPr/>
          </p:nvSpPr>
          <p:spPr>
            <a:xfrm>
              <a:off x="8931649" y="4302073"/>
              <a:ext cx="1308933" cy="862036"/>
            </a:xfrm>
            <a:custGeom>
              <a:avLst/>
              <a:gdLst/>
              <a:ahLst/>
              <a:cxnLst/>
              <a:rect l="l" t="t" r="r" b="b"/>
              <a:pathLst>
                <a:path w="30458" h="20059" extrusionOk="0">
                  <a:moveTo>
                    <a:pt x="4079" y="0"/>
                  </a:moveTo>
                  <a:cubicBezTo>
                    <a:pt x="1837" y="0"/>
                    <a:pt x="1" y="1813"/>
                    <a:pt x="1" y="4055"/>
                  </a:cubicBezTo>
                  <a:lnTo>
                    <a:pt x="1" y="16004"/>
                  </a:lnTo>
                  <a:cubicBezTo>
                    <a:pt x="1" y="18246"/>
                    <a:pt x="1837" y="20059"/>
                    <a:pt x="4079" y="20059"/>
                  </a:cubicBezTo>
                  <a:lnTo>
                    <a:pt x="26403" y="20059"/>
                  </a:lnTo>
                  <a:cubicBezTo>
                    <a:pt x="28621" y="20059"/>
                    <a:pt x="30458" y="18246"/>
                    <a:pt x="30458" y="16004"/>
                  </a:cubicBezTo>
                  <a:lnTo>
                    <a:pt x="30458" y="4055"/>
                  </a:lnTo>
                  <a:cubicBezTo>
                    <a:pt x="30458" y="1813"/>
                    <a:pt x="28621" y="0"/>
                    <a:pt x="26403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054;p74">
              <a:extLst>
                <a:ext uri="{FF2B5EF4-FFF2-40B4-BE49-F238E27FC236}">
                  <a16:creationId xmlns:a16="http://schemas.microsoft.com/office/drawing/2014/main" id="{259C67EF-2142-4AF3-849F-9DCE2D62F5C8}"/>
                </a:ext>
              </a:extLst>
            </p:cNvPr>
            <p:cNvSpPr/>
            <p:nvPr/>
          </p:nvSpPr>
          <p:spPr>
            <a:xfrm>
              <a:off x="9805975" y="4729459"/>
              <a:ext cx="434606" cy="434649"/>
            </a:xfrm>
            <a:custGeom>
              <a:avLst/>
              <a:gdLst/>
              <a:ahLst/>
              <a:cxnLst/>
              <a:rect l="l" t="t" r="r" b="b"/>
              <a:pathLst>
                <a:path w="10113" h="10114" extrusionOk="0">
                  <a:moveTo>
                    <a:pt x="10113" y="1"/>
                  </a:moveTo>
                  <a:lnTo>
                    <a:pt x="0" y="10114"/>
                  </a:lnTo>
                  <a:lnTo>
                    <a:pt x="3077" y="10114"/>
                  </a:lnTo>
                  <a:lnTo>
                    <a:pt x="10113" y="3078"/>
                  </a:lnTo>
                  <a:lnTo>
                    <a:pt x="1011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055;p74">
              <a:extLst>
                <a:ext uri="{FF2B5EF4-FFF2-40B4-BE49-F238E27FC236}">
                  <a16:creationId xmlns:a16="http://schemas.microsoft.com/office/drawing/2014/main" id="{42D4B06B-98B0-4E90-AFA3-396CBDC5EE02}"/>
                </a:ext>
              </a:extLst>
            </p:cNvPr>
            <p:cNvSpPr/>
            <p:nvPr/>
          </p:nvSpPr>
          <p:spPr>
            <a:xfrm>
              <a:off x="9979207" y="4212341"/>
              <a:ext cx="77914" cy="178948"/>
            </a:xfrm>
            <a:custGeom>
              <a:avLst/>
              <a:gdLst/>
              <a:ahLst/>
              <a:cxnLst/>
              <a:rect l="l" t="t" r="r" b="b"/>
              <a:pathLst>
                <a:path w="1813" h="4164" extrusionOk="0">
                  <a:moveTo>
                    <a:pt x="669" y="0"/>
                  </a:moveTo>
                  <a:cubicBezTo>
                    <a:pt x="530" y="0"/>
                    <a:pt x="378" y="68"/>
                    <a:pt x="215" y="228"/>
                  </a:cubicBezTo>
                  <a:cubicBezTo>
                    <a:pt x="48" y="395"/>
                    <a:pt x="0" y="586"/>
                    <a:pt x="0" y="777"/>
                  </a:cubicBezTo>
                  <a:cubicBezTo>
                    <a:pt x="0" y="1611"/>
                    <a:pt x="644" y="3758"/>
                    <a:pt x="644" y="3758"/>
                  </a:cubicBezTo>
                  <a:lnTo>
                    <a:pt x="1693" y="4163"/>
                  </a:lnTo>
                  <a:cubicBezTo>
                    <a:pt x="1789" y="4163"/>
                    <a:pt x="1813" y="2327"/>
                    <a:pt x="1789" y="2208"/>
                  </a:cubicBezTo>
                  <a:cubicBezTo>
                    <a:pt x="1769" y="1789"/>
                    <a:pt x="1382" y="0"/>
                    <a:pt x="669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056;p74">
              <a:extLst>
                <a:ext uri="{FF2B5EF4-FFF2-40B4-BE49-F238E27FC236}">
                  <a16:creationId xmlns:a16="http://schemas.microsoft.com/office/drawing/2014/main" id="{AC9F8559-91E6-43D0-8DC0-201346BACFF9}"/>
                </a:ext>
              </a:extLst>
            </p:cNvPr>
            <p:cNvSpPr/>
            <p:nvPr/>
          </p:nvSpPr>
          <p:spPr>
            <a:xfrm>
              <a:off x="9886940" y="4362066"/>
              <a:ext cx="185566" cy="202885"/>
            </a:xfrm>
            <a:custGeom>
              <a:avLst/>
              <a:gdLst/>
              <a:ahLst/>
              <a:cxnLst/>
              <a:rect l="l" t="t" r="r" b="b"/>
              <a:pathLst>
                <a:path w="4318" h="4721" extrusionOk="0">
                  <a:moveTo>
                    <a:pt x="3418" y="0"/>
                  </a:moveTo>
                  <a:cubicBezTo>
                    <a:pt x="3259" y="0"/>
                    <a:pt x="3088" y="84"/>
                    <a:pt x="2982" y="155"/>
                  </a:cubicBezTo>
                  <a:cubicBezTo>
                    <a:pt x="2600" y="393"/>
                    <a:pt x="1575" y="2874"/>
                    <a:pt x="1575" y="2874"/>
                  </a:cubicBezTo>
                  <a:lnTo>
                    <a:pt x="1265" y="3112"/>
                  </a:lnTo>
                  <a:lnTo>
                    <a:pt x="907" y="3279"/>
                  </a:lnTo>
                  <a:lnTo>
                    <a:pt x="716" y="3398"/>
                  </a:lnTo>
                  <a:cubicBezTo>
                    <a:pt x="644" y="3422"/>
                    <a:pt x="549" y="3422"/>
                    <a:pt x="501" y="3422"/>
                  </a:cubicBezTo>
                  <a:lnTo>
                    <a:pt x="382" y="3422"/>
                  </a:lnTo>
                  <a:cubicBezTo>
                    <a:pt x="358" y="3422"/>
                    <a:pt x="311" y="3470"/>
                    <a:pt x="311" y="3494"/>
                  </a:cubicBezTo>
                  <a:cubicBezTo>
                    <a:pt x="311" y="3518"/>
                    <a:pt x="311" y="3518"/>
                    <a:pt x="358" y="3541"/>
                  </a:cubicBezTo>
                  <a:cubicBezTo>
                    <a:pt x="406" y="3613"/>
                    <a:pt x="478" y="3637"/>
                    <a:pt x="549" y="3637"/>
                  </a:cubicBezTo>
                  <a:cubicBezTo>
                    <a:pt x="597" y="3637"/>
                    <a:pt x="621" y="3637"/>
                    <a:pt x="644" y="3613"/>
                  </a:cubicBezTo>
                  <a:lnTo>
                    <a:pt x="740" y="3613"/>
                  </a:lnTo>
                  <a:cubicBezTo>
                    <a:pt x="764" y="3613"/>
                    <a:pt x="788" y="3637"/>
                    <a:pt x="788" y="3661"/>
                  </a:cubicBezTo>
                  <a:cubicBezTo>
                    <a:pt x="835" y="3684"/>
                    <a:pt x="788" y="3732"/>
                    <a:pt x="764" y="3756"/>
                  </a:cubicBezTo>
                  <a:lnTo>
                    <a:pt x="668" y="3851"/>
                  </a:lnTo>
                  <a:lnTo>
                    <a:pt x="621" y="3899"/>
                  </a:lnTo>
                  <a:lnTo>
                    <a:pt x="549" y="3971"/>
                  </a:lnTo>
                  <a:cubicBezTo>
                    <a:pt x="525" y="3995"/>
                    <a:pt x="525" y="4018"/>
                    <a:pt x="501" y="4018"/>
                  </a:cubicBezTo>
                  <a:cubicBezTo>
                    <a:pt x="287" y="4233"/>
                    <a:pt x="144" y="4209"/>
                    <a:pt x="48" y="4376"/>
                  </a:cubicBezTo>
                  <a:cubicBezTo>
                    <a:pt x="1" y="4472"/>
                    <a:pt x="144" y="4448"/>
                    <a:pt x="167" y="4567"/>
                  </a:cubicBezTo>
                  <a:cubicBezTo>
                    <a:pt x="167" y="4578"/>
                    <a:pt x="187" y="4581"/>
                    <a:pt x="217" y="4581"/>
                  </a:cubicBezTo>
                  <a:cubicBezTo>
                    <a:pt x="270" y="4581"/>
                    <a:pt x="355" y="4570"/>
                    <a:pt x="419" y="4570"/>
                  </a:cubicBezTo>
                  <a:cubicBezTo>
                    <a:pt x="478" y="4570"/>
                    <a:pt x="519" y="4579"/>
                    <a:pt x="501" y="4615"/>
                  </a:cubicBezTo>
                  <a:cubicBezTo>
                    <a:pt x="454" y="4678"/>
                    <a:pt x="544" y="4721"/>
                    <a:pt x="708" y="4721"/>
                  </a:cubicBezTo>
                  <a:cubicBezTo>
                    <a:pt x="790" y="4721"/>
                    <a:pt x="891" y="4710"/>
                    <a:pt x="1002" y="4686"/>
                  </a:cubicBezTo>
                  <a:cubicBezTo>
                    <a:pt x="1265" y="4591"/>
                    <a:pt x="1432" y="4472"/>
                    <a:pt x="1551" y="4328"/>
                  </a:cubicBezTo>
                  <a:lnTo>
                    <a:pt x="1575" y="4281"/>
                  </a:lnTo>
                  <a:lnTo>
                    <a:pt x="2099" y="3279"/>
                  </a:lnTo>
                  <a:cubicBezTo>
                    <a:pt x="2171" y="3136"/>
                    <a:pt x="2672" y="2540"/>
                    <a:pt x="2767" y="2420"/>
                  </a:cubicBezTo>
                  <a:cubicBezTo>
                    <a:pt x="2886" y="2230"/>
                    <a:pt x="4317" y="489"/>
                    <a:pt x="3578" y="35"/>
                  </a:cubicBezTo>
                  <a:cubicBezTo>
                    <a:pt x="3529" y="11"/>
                    <a:pt x="3474" y="0"/>
                    <a:pt x="3418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057;p74">
              <a:extLst>
                <a:ext uri="{FF2B5EF4-FFF2-40B4-BE49-F238E27FC236}">
                  <a16:creationId xmlns:a16="http://schemas.microsoft.com/office/drawing/2014/main" id="{0A64E0BB-BEF5-45F3-A097-2CD33EE34A8D}"/>
                </a:ext>
              </a:extLst>
            </p:cNvPr>
            <p:cNvSpPr/>
            <p:nvPr/>
          </p:nvSpPr>
          <p:spPr>
            <a:xfrm>
              <a:off x="9958708" y="4360605"/>
              <a:ext cx="119943" cy="130085"/>
            </a:xfrm>
            <a:custGeom>
              <a:avLst/>
              <a:gdLst/>
              <a:ahLst/>
              <a:cxnLst/>
              <a:rect l="l" t="t" r="r" b="b"/>
              <a:pathLst>
                <a:path w="2791" h="3027" extrusionOk="0">
                  <a:moveTo>
                    <a:pt x="1738" y="1"/>
                  </a:moveTo>
                  <a:cubicBezTo>
                    <a:pt x="1583" y="1"/>
                    <a:pt x="1434" y="101"/>
                    <a:pt x="1312" y="189"/>
                  </a:cubicBezTo>
                  <a:cubicBezTo>
                    <a:pt x="954" y="403"/>
                    <a:pt x="262" y="1954"/>
                    <a:pt x="0" y="2550"/>
                  </a:cubicBezTo>
                  <a:cubicBezTo>
                    <a:pt x="215" y="2693"/>
                    <a:pt x="453" y="2836"/>
                    <a:pt x="644" y="3027"/>
                  </a:cubicBezTo>
                  <a:cubicBezTo>
                    <a:pt x="859" y="2741"/>
                    <a:pt x="1193" y="2335"/>
                    <a:pt x="1288" y="2240"/>
                  </a:cubicBezTo>
                  <a:cubicBezTo>
                    <a:pt x="1407" y="2097"/>
                    <a:pt x="2791" y="570"/>
                    <a:pt x="1908" y="46"/>
                  </a:cubicBezTo>
                  <a:cubicBezTo>
                    <a:pt x="1851" y="14"/>
                    <a:pt x="1794" y="1"/>
                    <a:pt x="1738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058;p74">
              <a:extLst>
                <a:ext uri="{FF2B5EF4-FFF2-40B4-BE49-F238E27FC236}">
                  <a16:creationId xmlns:a16="http://schemas.microsoft.com/office/drawing/2014/main" id="{12840588-DBB1-4D74-A56F-8719E012E17D}"/>
                </a:ext>
              </a:extLst>
            </p:cNvPr>
            <p:cNvSpPr/>
            <p:nvPr/>
          </p:nvSpPr>
          <p:spPr>
            <a:xfrm>
              <a:off x="10060172" y="4728471"/>
              <a:ext cx="164036" cy="118439"/>
            </a:xfrm>
            <a:custGeom>
              <a:avLst/>
              <a:gdLst/>
              <a:ahLst/>
              <a:cxnLst/>
              <a:rect l="l" t="t" r="r" b="b"/>
              <a:pathLst>
                <a:path w="3817" h="2756" extrusionOk="0">
                  <a:moveTo>
                    <a:pt x="2528" y="0"/>
                  </a:moveTo>
                  <a:cubicBezTo>
                    <a:pt x="2528" y="0"/>
                    <a:pt x="2671" y="859"/>
                    <a:pt x="2552" y="1383"/>
                  </a:cubicBezTo>
                  <a:cubicBezTo>
                    <a:pt x="2099" y="1622"/>
                    <a:pt x="1336" y="1980"/>
                    <a:pt x="1336" y="1980"/>
                  </a:cubicBezTo>
                  <a:cubicBezTo>
                    <a:pt x="1336" y="1980"/>
                    <a:pt x="430" y="2123"/>
                    <a:pt x="382" y="2147"/>
                  </a:cubicBezTo>
                  <a:cubicBezTo>
                    <a:pt x="310" y="2171"/>
                    <a:pt x="239" y="2194"/>
                    <a:pt x="72" y="2337"/>
                  </a:cubicBezTo>
                  <a:cubicBezTo>
                    <a:pt x="72" y="2337"/>
                    <a:pt x="0" y="2576"/>
                    <a:pt x="1097" y="2719"/>
                  </a:cubicBezTo>
                  <a:cubicBezTo>
                    <a:pt x="1097" y="2719"/>
                    <a:pt x="1278" y="2755"/>
                    <a:pt x="1595" y="2755"/>
                  </a:cubicBezTo>
                  <a:cubicBezTo>
                    <a:pt x="1793" y="2755"/>
                    <a:pt x="2044" y="2741"/>
                    <a:pt x="2338" y="2695"/>
                  </a:cubicBezTo>
                  <a:cubicBezTo>
                    <a:pt x="2528" y="2648"/>
                    <a:pt x="2671" y="2648"/>
                    <a:pt x="2862" y="2624"/>
                  </a:cubicBezTo>
                  <a:cubicBezTo>
                    <a:pt x="3029" y="2600"/>
                    <a:pt x="3530" y="2600"/>
                    <a:pt x="3602" y="2528"/>
                  </a:cubicBezTo>
                  <a:lnTo>
                    <a:pt x="3649" y="2481"/>
                  </a:lnTo>
                  <a:cubicBezTo>
                    <a:pt x="3816" y="2337"/>
                    <a:pt x="3721" y="2051"/>
                    <a:pt x="3697" y="1884"/>
                  </a:cubicBezTo>
                  <a:cubicBezTo>
                    <a:pt x="3697" y="1789"/>
                    <a:pt x="3625" y="1741"/>
                    <a:pt x="3602" y="1646"/>
                  </a:cubicBezTo>
                  <a:cubicBezTo>
                    <a:pt x="3602" y="1622"/>
                    <a:pt x="3506" y="1407"/>
                    <a:pt x="3506" y="1383"/>
                  </a:cubicBezTo>
                  <a:cubicBezTo>
                    <a:pt x="3482" y="1026"/>
                    <a:pt x="3530" y="0"/>
                    <a:pt x="3530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059;p74">
              <a:extLst>
                <a:ext uri="{FF2B5EF4-FFF2-40B4-BE49-F238E27FC236}">
                  <a16:creationId xmlns:a16="http://schemas.microsoft.com/office/drawing/2014/main" id="{44B1B820-9656-4A5C-A301-89BA3987569B}"/>
                </a:ext>
              </a:extLst>
            </p:cNvPr>
            <p:cNvSpPr/>
            <p:nvPr/>
          </p:nvSpPr>
          <p:spPr>
            <a:xfrm>
              <a:off x="10061204" y="4793019"/>
              <a:ext cx="160941" cy="54922"/>
            </a:xfrm>
            <a:custGeom>
              <a:avLst/>
              <a:gdLst/>
              <a:ahLst/>
              <a:cxnLst/>
              <a:rect l="l" t="t" r="r" b="b"/>
              <a:pathLst>
                <a:path w="3745" h="1278" extrusionOk="0">
                  <a:moveTo>
                    <a:pt x="3530" y="1"/>
                  </a:moveTo>
                  <a:cubicBezTo>
                    <a:pt x="3506" y="25"/>
                    <a:pt x="3458" y="25"/>
                    <a:pt x="3435" y="48"/>
                  </a:cubicBezTo>
                  <a:cubicBezTo>
                    <a:pt x="3177" y="177"/>
                    <a:pt x="2902" y="229"/>
                    <a:pt x="2626" y="229"/>
                  </a:cubicBezTo>
                  <a:cubicBezTo>
                    <a:pt x="2441" y="229"/>
                    <a:pt x="2256" y="206"/>
                    <a:pt x="2075" y="168"/>
                  </a:cubicBezTo>
                  <a:lnTo>
                    <a:pt x="2051" y="168"/>
                  </a:lnTo>
                  <a:cubicBezTo>
                    <a:pt x="1693" y="335"/>
                    <a:pt x="1336" y="502"/>
                    <a:pt x="1336" y="502"/>
                  </a:cubicBezTo>
                  <a:cubicBezTo>
                    <a:pt x="1336" y="502"/>
                    <a:pt x="453" y="645"/>
                    <a:pt x="382" y="669"/>
                  </a:cubicBezTo>
                  <a:cubicBezTo>
                    <a:pt x="310" y="716"/>
                    <a:pt x="239" y="740"/>
                    <a:pt x="72" y="859"/>
                  </a:cubicBezTo>
                  <a:cubicBezTo>
                    <a:pt x="72" y="859"/>
                    <a:pt x="0" y="1098"/>
                    <a:pt x="1097" y="1241"/>
                  </a:cubicBezTo>
                  <a:cubicBezTo>
                    <a:pt x="1097" y="1241"/>
                    <a:pt x="1278" y="1277"/>
                    <a:pt x="1595" y="1277"/>
                  </a:cubicBezTo>
                  <a:cubicBezTo>
                    <a:pt x="1793" y="1277"/>
                    <a:pt x="2044" y="1263"/>
                    <a:pt x="2337" y="1217"/>
                  </a:cubicBezTo>
                  <a:cubicBezTo>
                    <a:pt x="2528" y="1193"/>
                    <a:pt x="2671" y="1193"/>
                    <a:pt x="2862" y="1146"/>
                  </a:cubicBezTo>
                  <a:cubicBezTo>
                    <a:pt x="3029" y="1122"/>
                    <a:pt x="3530" y="1122"/>
                    <a:pt x="3601" y="1074"/>
                  </a:cubicBezTo>
                  <a:lnTo>
                    <a:pt x="3673" y="1002"/>
                  </a:lnTo>
                  <a:cubicBezTo>
                    <a:pt x="3745" y="859"/>
                    <a:pt x="3673" y="549"/>
                    <a:pt x="3625" y="406"/>
                  </a:cubicBezTo>
                  <a:cubicBezTo>
                    <a:pt x="3673" y="311"/>
                    <a:pt x="3625" y="239"/>
                    <a:pt x="3601" y="144"/>
                  </a:cubicBezTo>
                  <a:cubicBezTo>
                    <a:pt x="3601" y="144"/>
                    <a:pt x="3578" y="48"/>
                    <a:pt x="353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060;p74">
              <a:extLst>
                <a:ext uri="{FF2B5EF4-FFF2-40B4-BE49-F238E27FC236}">
                  <a16:creationId xmlns:a16="http://schemas.microsoft.com/office/drawing/2014/main" id="{85081E46-DD5F-497D-A96F-F44F5F6F488D}"/>
                </a:ext>
              </a:extLst>
            </p:cNvPr>
            <p:cNvSpPr/>
            <p:nvPr/>
          </p:nvSpPr>
          <p:spPr>
            <a:xfrm>
              <a:off x="10155491" y="4312129"/>
              <a:ext cx="112766" cy="461466"/>
            </a:xfrm>
            <a:custGeom>
              <a:avLst/>
              <a:gdLst/>
              <a:ahLst/>
              <a:cxnLst/>
              <a:rect l="l" t="t" r="r" b="b"/>
              <a:pathLst>
                <a:path w="2624" h="10738" extrusionOk="0">
                  <a:moveTo>
                    <a:pt x="1624" y="0"/>
                  </a:moveTo>
                  <a:cubicBezTo>
                    <a:pt x="1440" y="0"/>
                    <a:pt x="1251" y="60"/>
                    <a:pt x="1074" y="76"/>
                  </a:cubicBezTo>
                  <a:cubicBezTo>
                    <a:pt x="334" y="148"/>
                    <a:pt x="120" y="1794"/>
                    <a:pt x="120" y="2676"/>
                  </a:cubicBezTo>
                  <a:cubicBezTo>
                    <a:pt x="96" y="3368"/>
                    <a:pt x="0" y="3988"/>
                    <a:pt x="96" y="4608"/>
                  </a:cubicBezTo>
                  <a:cubicBezTo>
                    <a:pt x="96" y="4703"/>
                    <a:pt x="72" y="4799"/>
                    <a:pt x="72" y="4918"/>
                  </a:cubicBezTo>
                  <a:cubicBezTo>
                    <a:pt x="96" y="5538"/>
                    <a:pt x="96" y="10571"/>
                    <a:pt x="96" y="10571"/>
                  </a:cubicBezTo>
                  <a:lnTo>
                    <a:pt x="1574" y="10738"/>
                  </a:lnTo>
                  <a:cubicBezTo>
                    <a:pt x="1574" y="10738"/>
                    <a:pt x="2004" y="7637"/>
                    <a:pt x="1551" y="5443"/>
                  </a:cubicBezTo>
                  <a:cubicBezTo>
                    <a:pt x="1622" y="5324"/>
                    <a:pt x="1646" y="5204"/>
                    <a:pt x="1694" y="5109"/>
                  </a:cubicBezTo>
                  <a:cubicBezTo>
                    <a:pt x="2004" y="4179"/>
                    <a:pt x="2218" y="3272"/>
                    <a:pt x="2433" y="2366"/>
                  </a:cubicBezTo>
                  <a:cubicBezTo>
                    <a:pt x="2505" y="1937"/>
                    <a:pt x="2624" y="1531"/>
                    <a:pt x="2576" y="1078"/>
                  </a:cubicBezTo>
                  <a:cubicBezTo>
                    <a:pt x="2528" y="720"/>
                    <a:pt x="2361" y="363"/>
                    <a:pt x="2051" y="148"/>
                  </a:cubicBezTo>
                  <a:lnTo>
                    <a:pt x="1884" y="53"/>
                  </a:lnTo>
                  <a:cubicBezTo>
                    <a:pt x="1800" y="14"/>
                    <a:pt x="1712" y="0"/>
                    <a:pt x="1624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061;p74">
              <a:extLst>
                <a:ext uri="{FF2B5EF4-FFF2-40B4-BE49-F238E27FC236}">
                  <a16:creationId xmlns:a16="http://schemas.microsoft.com/office/drawing/2014/main" id="{DD27B5A5-91A6-4246-93A1-3BBBE584BA50}"/>
                </a:ext>
              </a:extLst>
            </p:cNvPr>
            <p:cNvSpPr/>
            <p:nvPr/>
          </p:nvSpPr>
          <p:spPr>
            <a:xfrm>
              <a:off x="10160605" y="4722326"/>
              <a:ext cx="160984" cy="128323"/>
            </a:xfrm>
            <a:custGeom>
              <a:avLst/>
              <a:gdLst/>
              <a:ahLst/>
              <a:cxnLst/>
              <a:rect l="l" t="t" r="r" b="b"/>
              <a:pathLst>
                <a:path w="3746" h="2986" extrusionOk="0">
                  <a:moveTo>
                    <a:pt x="3268" y="0"/>
                  </a:moveTo>
                  <a:lnTo>
                    <a:pt x="2266" y="119"/>
                  </a:lnTo>
                  <a:cubicBezTo>
                    <a:pt x="2266" y="119"/>
                    <a:pt x="2505" y="954"/>
                    <a:pt x="2457" y="1479"/>
                  </a:cubicBezTo>
                  <a:cubicBezTo>
                    <a:pt x="2028" y="1789"/>
                    <a:pt x="1288" y="2194"/>
                    <a:pt x="1288" y="2194"/>
                  </a:cubicBezTo>
                  <a:cubicBezTo>
                    <a:pt x="1288" y="2194"/>
                    <a:pt x="430" y="2433"/>
                    <a:pt x="358" y="2457"/>
                  </a:cubicBezTo>
                  <a:cubicBezTo>
                    <a:pt x="334" y="2504"/>
                    <a:pt x="215" y="2528"/>
                    <a:pt x="96" y="2671"/>
                  </a:cubicBezTo>
                  <a:cubicBezTo>
                    <a:pt x="96" y="2671"/>
                    <a:pt x="1" y="2910"/>
                    <a:pt x="1145" y="2981"/>
                  </a:cubicBezTo>
                  <a:cubicBezTo>
                    <a:pt x="1145" y="2981"/>
                    <a:pt x="1193" y="2986"/>
                    <a:pt x="1280" y="2986"/>
                  </a:cubicBezTo>
                  <a:cubicBezTo>
                    <a:pt x="1476" y="2986"/>
                    <a:pt x="1874" y="2963"/>
                    <a:pt x="2386" y="2814"/>
                  </a:cubicBezTo>
                  <a:cubicBezTo>
                    <a:pt x="2576" y="2791"/>
                    <a:pt x="2719" y="2767"/>
                    <a:pt x="2910" y="2743"/>
                  </a:cubicBezTo>
                  <a:cubicBezTo>
                    <a:pt x="3077" y="2695"/>
                    <a:pt x="3578" y="2624"/>
                    <a:pt x="3650" y="2552"/>
                  </a:cubicBezTo>
                  <a:lnTo>
                    <a:pt x="3697" y="2504"/>
                  </a:lnTo>
                  <a:cubicBezTo>
                    <a:pt x="3745" y="2314"/>
                    <a:pt x="3602" y="2051"/>
                    <a:pt x="3578" y="1884"/>
                  </a:cubicBezTo>
                  <a:cubicBezTo>
                    <a:pt x="3554" y="1789"/>
                    <a:pt x="3530" y="1717"/>
                    <a:pt x="3507" y="1646"/>
                  </a:cubicBezTo>
                  <a:cubicBezTo>
                    <a:pt x="3507" y="1598"/>
                    <a:pt x="3411" y="1383"/>
                    <a:pt x="3387" y="1360"/>
                  </a:cubicBezTo>
                  <a:cubicBezTo>
                    <a:pt x="3316" y="1002"/>
                    <a:pt x="3268" y="0"/>
                    <a:pt x="3268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062;p74">
              <a:extLst>
                <a:ext uri="{FF2B5EF4-FFF2-40B4-BE49-F238E27FC236}">
                  <a16:creationId xmlns:a16="http://schemas.microsoft.com/office/drawing/2014/main" id="{8FCB4A2B-9CDE-4C67-ABDD-01F1BE927A9D}"/>
                </a:ext>
              </a:extLst>
            </p:cNvPr>
            <p:cNvSpPr/>
            <p:nvPr/>
          </p:nvSpPr>
          <p:spPr>
            <a:xfrm>
              <a:off x="10159573" y="4787905"/>
              <a:ext cx="162016" cy="63818"/>
            </a:xfrm>
            <a:custGeom>
              <a:avLst/>
              <a:gdLst/>
              <a:ahLst/>
              <a:cxnLst/>
              <a:rect l="l" t="t" r="r" b="b"/>
              <a:pathLst>
                <a:path w="3770" h="1485" extrusionOk="0">
                  <a:moveTo>
                    <a:pt x="3435" y="0"/>
                  </a:moveTo>
                  <a:cubicBezTo>
                    <a:pt x="3387" y="24"/>
                    <a:pt x="3364" y="48"/>
                    <a:pt x="3316" y="48"/>
                  </a:cubicBezTo>
                  <a:cubicBezTo>
                    <a:pt x="3038" y="240"/>
                    <a:pt x="2696" y="317"/>
                    <a:pt x="2365" y="317"/>
                  </a:cubicBezTo>
                  <a:cubicBezTo>
                    <a:pt x="2242" y="317"/>
                    <a:pt x="2120" y="306"/>
                    <a:pt x="2004" y="287"/>
                  </a:cubicBezTo>
                  <a:lnTo>
                    <a:pt x="1956" y="287"/>
                  </a:lnTo>
                  <a:cubicBezTo>
                    <a:pt x="1599" y="501"/>
                    <a:pt x="1289" y="716"/>
                    <a:pt x="1289" y="716"/>
                  </a:cubicBezTo>
                  <a:cubicBezTo>
                    <a:pt x="1289" y="716"/>
                    <a:pt x="430" y="954"/>
                    <a:pt x="358" y="978"/>
                  </a:cubicBezTo>
                  <a:cubicBezTo>
                    <a:pt x="335" y="1002"/>
                    <a:pt x="215" y="1026"/>
                    <a:pt x="96" y="1169"/>
                  </a:cubicBezTo>
                  <a:cubicBezTo>
                    <a:pt x="96" y="1169"/>
                    <a:pt x="1" y="1408"/>
                    <a:pt x="1146" y="1479"/>
                  </a:cubicBezTo>
                  <a:cubicBezTo>
                    <a:pt x="1146" y="1479"/>
                    <a:pt x="1201" y="1484"/>
                    <a:pt x="1303" y="1484"/>
                  </a:cubicBezTo>
                  <a:cubicBezTo>
                    <a:pt x="1506" y="1484"/>
                    <a:pt x="1893" y="1463"/>
                    <a:pt x="2386" y="1336"/>
                  </a:cubicBezTo>
                  <a:cubicBezTo>
                    <a:pt x="2577" y="1288"/>
                    <a:pt x="2720" y="1265"/>
                    <a:pt x="2887" y="1241"/>
                  </a:cubicBezTo>
                  <a:cubicBezTo>
                    <a:pt x="3077" y="1217"/>
                    <a:pt x="3578" y="1121"/>
                    <a:pt x="3650" y="1050"/>
                  </a:cubicBezTo>
                  <a:lnTo>
                    <a:pt x="3698" y="1002"/>
                  </a:lnTo>
                  <a:cubicBezTo>
                    <a:pt x="3769" y="811"/>
                    <a:pt x="3650" y="549"/>
                    <a:pt x="3602" y="406"/>
                  </a:cubicBezTo>
                  <a:cubicBezTo>
                    <a:pt x="3578" y="287"/>
                    <a:pt x="3554" y="191"/>
                    <a:pt x="3483" y="144"/>
                  </a:cubicBezTo>
                  <a:cubicBezTo>
                    <a:pt x="3483" y="144"/>
                    <a:pt x="3459" y="48"/>
                    <a:pt x="3435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063;p74">
              <a:extLst>
                <a:ext uri="{FF2B5EF4-FFF2-40B4-BE49-F238E27FC236}">
                  <a16:creationId xmlns:a16="http://schemas.microsoft.com/office/drawing/2014/main" id="{51A7AC9F-8925-4392-B42E-4A40A37DDDE4}"/>
                </a:ext>
              </a:extLst>
            </p:cNvPr>
            <p:cNvSpPr/>
            <p:nvPr/>
          </p:nvSpPr>
          <p:spPr>
            <a:xfrm>
              <a:off x="10203666" y="4274956"/>
              <a:ext cx="113798" cy="495545"/>
            </a:xfrm>
            <a:custGeom>
              <a:avLst/>
              <a:gdLst/>
              <a:ahLst/>
              <a:cxnLst/>
              <a:rect l="l" t="t" r="r" b="b"/>
              <a:pathLst>
                <a:path w="2648" h="11531" extrusionOk="0">
                  <a:moveTo>
                    <a:pt x="568" y="0"/>
                  </a:moveTo>
                  <a:cubicBezTo>
                    <a:pt x="516" y="0"/>
                    <a:pt x="470" y="11"/>
                    <a:pt x="430" y="35"/>
                  </a:cubicBezTo>
                  <a:cubicBezTo>
                    <a:pt x="0" y="321"/>
                    <a:pt x="143" y="2039"/>
                    <a:pt x="72" y="2563"/>
                  </a:cubicBezTo>
                  <a:cubicBezTo>
                    <a:pt x="24" y="3279"/>
                    <a:pt x="48" y="4066"/>
                    <a:pt x="143" y="4734"/>
                  </a:cubicBezTo>
                  <a:cubicBezTo>
                    <a:pt x="191" y="5139"/>
                    <a:pt x="263" y="5521"/>
                    <a:pt x="382" y="5902"/>
                  </a:cubicBezTo>
                  <a:cubicBezTo>
                    <a:pt x="406" y="5974"/>
                    <a:pt x="406" y="6022"/>
                    <a:pt x="430" y="6117"/>
                  </a:cubicBezTo>
                  <a:cubicBezTo>
                    <a:pt x="501" y="6689"/>
                    <a:pt x="978" y="10529"/>
                    <a:pt x="1097" y="11531"/>
                  </a:cubicBezTo>
                  <a:lnTo>
                    <a:pt x="2457" y="11531"/>
                  </a:lnTo>
                  <a:cubicBezTo>
                    <a:pt x="2505" y="10815"/>
                    <a:pt x="2552" y="8144"/>
                    <a:pt x="1932" y="6332"/>
                  </a:cubicBezTo>
                  <a:cubicBezTo>
                    <a:pt x="1980" y="6260"/>
                    <a:pt x="2004" y="6165"/>
                    <a:pt x="2004" y="6117"/>
                  </a:cubicBezTo>
                  <a:cubicBezTo>
                    <a:pt x="2075" y="5807"/>
                    <a:pt x="2123" y="5521"/>
                    <a:pt x="2195" y="5187"/>
                  </a:cubicBezTo>
                  <a:cubicBezTo>
                    <a:pt x="2290" y="4662"/>
                    <a:pt x="2385" y="4137"/>
                    <a:pt x="2457" y="3613"/>
                  </a:cubicBezTo>
                  <a:cubicBezTo>
                    <a:pt x="2552" y="3112"/>
                    <a:pt x="2648" y="2563"/>
                    <a:pt x="2528" y="2062"/>
                  </a:cubicBezTo>
                  <a:cubicBezTo>
                    <a:pt x="2433" y="1705"/>
                    <a:pt x="2314" y="1037"/>
                    <a:pt x="2004" y="870"/>
                  </a:cubicBezTo>
                  <a:cubicBezTo>
                    <a:pt x="1686" y="679"/>
                    <a:pt x="974" y="0"/>
                    <a:pt x="568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064;p74">
              <a:extLst>
                <a:ext uri="{FF2B5EF4-FFF2-40B4-BE49-F238E27FC236}">
                  <a16:creationId xmlns:a16="http://schemas.microsoft.com/office/drawing/2014/main" id="{B2D4D15E-A4C5-49BB-B641-9CB5342F48AB}"/>
                </a:ext>
              </a:extLst>
            </p:cNvPr>
            <p:cNvSpPr/>
            <p:nvPr/>
          </p:nvSpPr>
          <p:spPr>
            <a:xfrm>
              <a:off x="9976113" y="4140100"/>
              <a:ext cx="295238" cy="276802"/>
            </a:xfrm>
            <a:custGeom>
              <a:avLst/>
              <a:gdLst/>
              <a:ahLst/>
              <a:cxnLst/>
              <a:rect l="l" t="t" r="r" b="b"/>
              <a:pathLst>
                <a:path w="6870" h="6441" extrusionOk="0">
                  <a:moveTo>
                    <a:pt x="2075" y="1"/>
                  </a:moveTo>
                  <a:cubicBezTo>
                    <a:pt x="1789" y="25"/>
                    <a:pt x="955" y="287"/>
                    <a:pt x="883" y="335"/>
                  </a:cubicBezTo>
                  <a:cubicBezTo>
                    <a:pt x="525" y="502"/>
                    <a:pt x="239" y="955"/>
                    <a:pt x="167" y="1384"/>
                  </a:cubicBezTo>
                  <a:cubicBezTo>
                    <a:pt x="120" y="1647"/>
                    <a:pt x="72" y="1909"/>
                    <a:pt x="48" y="2171"/>
                  </a:cubicBezTo>
                  <a:cubicBezTo>
                    <a:pt x="0" y="2481"/>
                    <a:pt x="120" y="2768"/>
                    <a:pt x="406" y="2982"/>
                  </a:cubicBezTo>
                  <a:cubicBezTo>
                    <a:pt x="955" y="3435"/>
                    <a:pt x="1503" y="3841"/>
                    <a:pt x="2075" y="4270"/>
                  </a:cubicBezTo>
                  <a:cubicBezTo>
                    <a:pt x="2362" y="4485"/>
                    <a:pt x="2672" y="4652"/>
                    <a:pt x="2934" y="4914"/>
                  </a:cubicBezTo>
                  <a:cubicBezTo>
                    <a:pt x="3268" y="5272"/>
                    <a:pt x="3697" y="6059"/>
                    <a:pt x="4270" y="6441"/>
                  </a:cubicBezTo>
                  <a:cubicBezTo>
                    <a:pt x="4270" y="6441"/>
                    <a:pt x="4294" y="6345"/>
                    <a:pt x="4461" y="6226"/>
                  </a:cubicBezTo>
                  <a:cubicBezTo>
                    <a:pt x="4866" y="5940"/>
                    <a:pt x="5367" y="5248"/>
                    <a:pt x="5725" y="4890"/>
                  </a:cubicBezTo>
                  <a:cubicBezTo>
                    <a:pt x="6082" y="4556"/>
                    <a:pt x="6655" y="4079"/>
                    <a:pt x="6846" y="3602"/>
                  </a:cubicBezTo>
                  <a:cubicBezTo>
                    <a:pt x="6869" y="3579"/>
                    <a:pt x="6440" y="3149"/>
                    <a:pt x="6154" y="2958"/>
                  </a:cubicBezTo>
                  <a:cubicBezTo>
                    <a:pt x="5629" y="2672"/>
                    <a:pt x="5128" y="2458"/>
                    <a:pt x="4723" y="2076"/>
                  </a:cubicBezTo>
                  <a:cubicBezTo>
                    <a:pt x="4294" y="1647"/>
                    <a:pt x="3864" y="1265"/>
                    <a:pt x="3435" y="836"/>
                  </a:cubicBezTo>
                  <a:cubicBezTo>
                    <a:pt x="3268" y="669"/>
                    <a:pt x="3077" y="454"/>
                    <a:pt x="2910" y="311"/>
                  </a:cubicBezTo>
                  <a:cubicBezTo>
                    <a:pt x="2672" y="73"/>
                    <a:pt x="2362" y="1"/>
                    <a:pt x="2075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065;p74">
              <a:extLst>
                <a:ext uri="{FF2B5EF4-FFF2-40B4-BE49-F238E27FC236}">
                  <a16:creationId xmlns:a16="http://schemas.microsoft.com/office/drawing/2014/main" id="{5ACAAA91-8930-412B-B939-E9389A616B44}"/>
                </a:ext>
              </a:extLst>
            </p:cNvPr>
            <p:cNvSpPr/>
            <p:nvPr/>
          </p:nvSpPr>
          <p:spPr>
            <a:xfrm>
              <a:off x="9983591" y="4148308"/>
              <a:ext cx="54063" cy="61325"/>
            </a:xfrm>
            <a:custGeom>
              <a:avLst/>
              <a:gdLst/>
              <a:ahLst/>
              <a:cxnLst/>
              <a:rect l="l" t="t" r="r" b="b"/>
              <a:pathLst>
                <a:path w="1258" h="1427" extrusionOk="0">
                  <a:moveTo>
                    <a:pt x="11" y="1131"/>
                  </a:moveTo>
                  <a:cubicBezTo>
                    <a:pt x="5" y="1139"/>
                    <a:pt x="1" y="1145"/>
                    <a:pt x="1" y="1145"/>
                  </a:cubicBezTo>
                  <a:cubicBezTo>
                    <a:pt x="1" y="1145"/>
                    <a:pt x="4" y="1141"/>
                    <a:pt x="11" y="1131"/>
                  </a:cubicBezTo>
                  <a:close/>
                  <a:moveTo>
                    <a:pt x="971" y="1"/>
                  </a:moveTo>
                  <a:cubicBezTo>
                    <a:pt x="852" y="48"/>
                    <a:pt x="757" y="96"/>
                    <a:pt x="733" y="96"/>
                  </a:cubicBezTo>
                  <a:cubicBezTo>
                    <a:pt x="351" y="287"/>
                    <a:pt x="65" y="716"/>
                    <a:pt x="17" y="1122"/>
                  </a:cubicBezTo>
                  <a:cubicBezTo>
                    <a:pt x="15" y="1125"/>
                    <a:pt x="13" y="1128"/>
                    <a:pt x="11" y="1131"/>
                  </a:cubicBezTo>
                  <a:lnTo>
                    <a:pt x="11" y="1131"/>
                  </a:lnTo>
                  <a:cubicBezTo>
                    <a:pt x="19" y="1121"/>
                    <a:pt x="29" y="1110"/>
                    <a:pt x="36" y="1110"/>
                  </a:cubicBezTo>
                  <a:cubicBezTo>
                    <a:pt x="39" y="1110"/>
                    <a:pt x="41" y="1113"/>
                    <a:pt x="41" y="1122"/>
                  </a:cubicBezTo>
                  <a:cubicBezTo>
                    <a:pt x="142" y="1335"/>
                    <a:pt x="275" y="1427"/>
                    <a:pt x="417" y="1427"/>
                  </a:cubicBezTo>
                  <a:cubicBezTo>
                    <a:pt x="577" y="1427"/>
                    <a:pt x="748" y="1311"/>
                    <a:pt x="900" y="1122"/>
                  </a:cubicBezTo>
                  <a:cubicBezTo>
                    <a:pt x="1138" y="764"/>
                    <a:pt x="1258" y="263"/>
                    <a:pt x="971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066;p74">
              <a:extLst>
                <a:ext uri="{FF2B5EF4-FFF2-40B4-BE49-F238E27FC236}">
                  <a16:creationId xmlns:a16="http://schemas.microsoft.com/office/drawing/2014/main" id="{B8186C10-1533-4226-82CE-56371F50E087}"/>
                </a:ext>
              </a:extLst>
            </p:cNvPr>
            <p:cNvSpPr/>
            <p:nvPr/>
          </p:nvSpPr>
          <p:spPr>
            <a:xfrm>
              <a:off x="9959697" y="4133955"/>
              <a:ext cx="78988" cy="69147"/>
            </a:xfrm>
            <a:custGeom>
              <a:avLst/>
              <a:gdLst/>
              <a:ahLst/>
              <a:cxnLst/>
              <a:rect l="l" t="t" r="r" b="b"/>
              <a:pathLst>
                <a:path w="1838" h="1609" extrusionOk="0">
                  <a:moveTo>
                    <a:pt x="693" y="1"/>
                  </a:moveTo>
                  <a:lnTo>
                    <a:pt x="1" y="859"/>
                  </a:lnTo>
                  <a:lnTo>
                    <a:pt x="836" y="1551"/>
                  </a:lnTo>
                  <a:cubicBezTo>
                    <a:pt x="875" y="1591"/>
                    <a:pt x="907" y="1608"/>
                    <a:pt x="940" y="1608"/>
                  </a:cubicBezTo>
                  <a:cubicBezTo>
                    <a:pt x="967" y="1608"/>
                    <a:pt x="994" y="1596"/>
                    <a:pt x="1026" y="1575"/>
                  </a:cubicBezTo>
                  <a:cubicBezTo>
                    <a:pt x="1837" y="1146"/>
                    <a:pt x="1289" y="478"/>
                    <a:pt x="1289" y="478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067;p74">
              <a:extLst>
                <a:ext uri="{FF2B5EF4-FFF2-40B4-BE49-F238E27FC236}">
                  <a16:creationId xmlns:a16="http://schemas.microsoft.com/office/drawing/2014/main" id="{16881069-139D-4E14-8C84-75808D522C7B}"/>
                </a:ext>
              </a:extLst>
            </p:cNvPr>
            <p:cNvSpPr/>
            <p:nvPr/>
          </p:nvSpPr>
          <p:spPr>
            <a:xfrm>
              <a:off x="9898199" y="4104259"/>
              <a:ext cx="111778" cy="100476"/>
            </a:xfrm>
            <a:custGeom>
              <a:avLst/>
              <a:gdLst/>
              <a:ahLst/>
              <a:cxnLst/>
              <a:rect l="l" t="t" r="r" b="b"/>
              <a:pathLst>
                <a:path w="2601" h="2338" extrusionOk="0">
                  <a:moveTo>
                    <a:pt x="1098" y="0"/>
                  </a:moveTo>
                  <a:lnTo>
                    <a:pt x="1" y="1384"/>
                  </a:lnTo>
                  <a:cubicBezTo>
                    <a:pt x="1" y="1384"/>
                    <a:pt x="1514" y="2338"/>
                    <a:pt x="1872" y="2338"/>
                  </a:cubicBezTo>
                  <a:cubicBezTo>
                    <a:pt x="1877" y="2338"/>
                    <a:pt x="1881" y="2338"/>
                    <a:pt x="1885" y="2338"/>
                  </a:cubicBezTo>
                  <a:cubicBezTo>
                    <a:pt x="2219" y="2338"/>
                    <a:pt x="2601" y="1741"/>
                    <a:pt x="2290" y="954"/>
                  </a:cubicBezTo>
                  <a:lnTo>
                    <a:pt x="2147" y="883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068;p74">
              <a:extLst>
                <a:ext uri="{FF2B5EF4-FFF2-40B4-BE49-F238E27FC236}">
                  <a16:creationId xmlns:a16="http://schemas.microsoft.com/office/drawing/2014/main" id="{E91BEE67-C57F-48B5-8EE3-92DB9E658760}"/>
                </a:ext>
              </a:extLst>
            </p:cNvPr>
            <p:cNvSpPr/>
            <p:nvPr/>
          </p:nvSpPr>
          <p:spPr>
            <a:xfrm>
              <a:off x="9942292" y="4178047"/>
              <a:ext cx="21573" cy="23636"/>
            </a:xfrm>
            <a:custGeom>
              <a:avLst/>
              <a:gdLst/>
              <a:ahLst/>
              <a:cxnLst/>
              <a:rect l="l" t="t" r="r" b="b"/>
              <a:pathLst>
                <a:path w="502" h="550" extrusionOk="0">
                  <a:moveTo>
                    <a:pt x="0" y="0"/>
                  </a:moveTo>
                  <a:lnTo>
                    <a:pt x="334" y="549"/>
                  </a:lnTo>
                  <a:lnTo>
                    <a:pt x="501" y="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069;p74">
              <a:extLst>
                <a:ext uri="{FF2B5EF4-FFF2-40B4-BE49-F238E27FC236}">
                  <a16:creationId xmlns:a16="http://schemas.microsoft.com/office/drawing/2014/main" id="{4DFA4000-D4D5-4A38-B1E1-C04D4578B213}"/>
                </a:ext>
              </a:extLst>
            </p:cNvPr>
            <p:cNvSpPr/>
            <p:nvPr/>
          </p:nvSpPr>
          <p:spPr>
            <a:xfrm>
              <a:off x="9875852" y="4074993"/>
              <a:ext cx="131031" cy="104687"/>
            </a:xfrm>
            <a:custGeom>
              <a:avLst/>
              <a:gdLst/>
              <a:ahLst/>
              <a:cxnLst/>
              <a:rect l="l" t="t" r="r" b="b"/>
              <a:pathLst>
                <a:path w="3049" h="2436" extrusionOk="0">
                  <a:moveTo>
                    <a:pt x="1516" y="1"/>
                  </a:moveTo>
                  <a:cubicBezTo>
                    <a:pt x="1204" y="1"/>
                    <a:pt x="1022" y="300"/>
                    <a:pt x="1022" y="300"/>
                  </a:cubicBezTo>
                  <a:cubicBezTo>
                    <a:pt x="1013" y="299"/>
                    <a:pt x="1004" y="298"/>
                    <a:pt x="996" y="298"/>
                  </a:cubicBezTo>
                  <a:cubicBezTo>
                    <a:pt x="590" y="298"/>
                    <a:pt x="0" y="1362"/>
                    <a:pt x="187" y="1969"/>
                  </a:cubicBezTo>
                  <a:cubicBezTo>
                    <a:pt x="314" y="2287"/>
                    <a:pt x="558" y="2436"/>
                    <a:pt x="784" y="2436"/>
                  </a:cubicBezTo>
                  <a:cubicBezTo>
                    <a:pt x="897" y="2436"/>
                    <a:pt x="1006" y="2398"/>
                    <a:pt x="1093" y="2327"/>
                  </a:cubicBezTo>
                  <a:cubicBezTo>
                    <a:pt x="1464" y="2072"/>
                    <a:pt x="1475" y="1412"/>
                    <a:pt x="1475" y="1375"/>
                  </a:cubicBezTo>
                  <a:lnTo>
                    <a:pt x="1475" y="1375"/>
                  </a:lnTo>
                  <a:cubicBezTo>
                    <a:pt x="1492" y="1377"/>
                    <a:pt x="1559" y="1383"/>
                    <a:pt x="1785" y="1397"/>
                  </a:cubicBezTo>
                  <a:cubicBezTo>
                    <a:pt x="1952" y="1397"/>
                    <a:pt x="2190" y="1516"/>
                    <a:pt x="2333" y="1611"/>
                  </a:cubicBezTo>
                  <a:cubicBezTo>
                    <a:pt x="2340" y="1614"/>
                    <a:pt x="2347" y="1615"/>
                    <a:pt x="2355" y="1615"/>
                  </a:cubicBezTo>
                  <a:cubicBezTo>
                    <a:pt x="2433" y="1615"/>
                    <a:pt x="2570" y="1512"/>
                    <a:pt x="2548" y="1468"/>
                  </a:cubicBezTo>
                  <a:lnTo>
                    <a:pt x="2381" y="1230"/>
                  </a:lnTo>
                  <a:lnTo>
                    <a:pt x="3049" y="1731"/>
                  </a:lnTo>
                  <a:cubicBezTo>
                    <a:pt x="2834" y="1349"/>
                    <a:pt x="2596" y="944"/>
                    <a:pt x="2333" y="634"/>
                  </a:cubicBezTo>
                  <a:cubicBezTo>
                    <a:pt x="2011" y="145"/>
                    <a:pt x="1732" y="1"/>
                    <a:pt x="1516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070;p74">
              <a:extLst>
                <a:ext uri="{FF2B5EF4-FFF2-40B4-BE49-F238E27FC236}">
                  <a16:creationId xmlns:a16="http://schemas.microsoft.com/office/drawing/2014/main" id="{E1334793-F2FB-4ED8-ADE7-117193935F7F}"/>
                </a:ext>
              </a:extLst>
            </p:cNvPr>
            <p:cNvSpPr/>
            <p:nvPr/>
          </p:nvSpPr>
          <p:spPr>
            <a:xfrm>
              <a:off x="9965842" y="4114444"/>
              <a:ext cx="27590" cy="25699"/>
            </a:xfrm>
            <a:custGeom>
              <a:avLst/>
              <a:gdLst/>
              <a:ahLst/>
              <a:cxnLst/>
              <a:rect l="l" t="t" r="r" b="b"/>
              <a:pathLst>
                <a:path w="642" h="598" extrusionOk="0">
                  <a:moveTo>
                    <a:pt x="219" y="0"/>
                  </a:moveTo>
                  <a:cubicBezTo>
                    <a:pt x="210" y="0"/>
                    <a:pt x="201" y="1"/>
                    <a:pt x="192" y="2"/>
                  </a:cubicBezTo>
                  <a:cubicBezTo>
                    <a:pt x="73" y="2"/>
                    <a:pt x="1" y="193"/>
                    <a:pt x="73" y="288"/>
                  </a:cubicBezTo>
                  <a:lnTo>
                    <a:pt x="573" y="598"/>
                  </a:lnTo>
                  <a:cubicBezTo>
                    <a:pt x="642" y="255"/>
                    <a:pt x="426" y="0"/>
                    <a:pt x="219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071;p74">
              <a:extLst>
                <a:ext uri="{FF2B5EF4-FFF2-40B4-BE49-F238E27FC236}">
                  <a16:creationId xmlns:a16="http://schemas.microsoft.com/office/drawing/2014/main" id="{D6DED46D-B886-4FF3-8163-20728AAD4DC0}"/>
                </a:ext>
              </a:extLst>
            </p:cNvPr>
            <p:cNvSpPr/>
            <p:nvPr/>
          </p:nvSpPr>
          <p:spPr>
            <a:xfrm>
              <a:off x="10047881" y="4135631"/>
              <a:ext cx="112766" cy="152260"/>
            </a:xfrm>
            <a:custGeom>
              <a:avLst/>
              <a:gdLst/>
              <a:ahLst/>
              <a:cxnLst/>
              <a:rect l="l" t="t" r="r" b="b"/>
              <a:pathLst>
                <a:path w="2624" h="3543" extrusionOk="0">
                  <a:moveTo>
                    <a:pt x="477" y="1"/>
                  </a:moveTo>
                  <a:cubicBezTo>
                    <a:pt x="351" y="1"/>
                    <a:pt x="229" y="58"/>
                    <a:pt x="119" y="200"/>
                  </a:cubicBezTo>
                  <a:cubicBezTo>
                    <a:pt x="0" y="343"/>
                    <a:pt x="0" y="534"/>
                    <a:pt x="48" y="677"/>
                  </a:cubicBezTo>
                  <a:cubicBezTo>
                    <a:pt x="191" y="1345"/>
                    <a:pt x="1598" y="3420"/>
                    <a:pt x="1598" y="3420"/>
                  </a:cubicBezTo>
                  <a:cubicBezTo>
                    <a:pt x="1598" y="3420"/>
                    <a:pt x="2248" y="3542"/>
                    <a:pt x="2423" y="3542"/>
                  </a:cubicBezTo>
                  <a:cubicBezTo>
                    <a:pt x="2438" y="3542"/>
                    <a:pt x="2449" y="3541"/>
                    <a:pt x="2457" y="3539"/>
                  </a:cubicBezTo>
                  <a:cubicBezTo>
                    <a:pt x="2457" y="3539"/>
                    <a:pt x="2624" y="3253"/>
                    <a:pt x="2600" y="2943"/>
                  </a:cubicBezTo>
                  <a:cubicBezTo>
                    <a:pt x="2552" y="2538"/>
                    <a:pt x="2361" y="2108"/>
                    <a:pt x="2147" y="1727"/>
                  </a:cubicBezTo>
                  <a:cubicBezTo>
                    <a:pt x="1980" y="1417"/>
                    <a:pt x="1765" y="1131"/>
                    <a:pt x="1526" y="820"/>
                  </a:cubicBezTo>
                  <a:cubicBezTo>
                    <a:pt x="1361" y="637"/>
                    <a:pt x="899" y="1"/>
                    <a:pt x="477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072;p74">
              <a:extLst>
                <a:ext uri="{FF2B5EF4-FFF2-40B4-BE49-F238E27FC236}">
                  <a16:creationId xmlns:a16="http://schemas.microsoft.com/office/drawing/2014/main" id="{7F579C2F-C348-4EE2-BD8D-72B7F6D07460}"/>
                </a:ext>
              </a:extLst>
            </p:cNvPr>
            <p:cNvSpPr/>
            <p:nvPr/>
          </p:nvSpPr>
          <p:spPr>
            <a:xfrm>
              <a:off x="9981227" y="4328717"/>
              <a:ext cx="70780" cy="62915"/>
            </a:xfrm>
            <a:custGeom>
              <a:avLst/>
              <a:gdLst/>
              <a:ahLst/>
              <a:cxnLst/>
              <a:rect l="l" t="t" r="r" b="b"/>
              <a:pathLst>
                <a:path w="1647" h="1464" extrusionOk="0">
                  <a:moveTo>
                    <a:pt x="1360" y="0"/>
                  </a:moveTo>
                  <a:lnTo>
                    <a:pt x="549" y="215"/>
                  </a:lnTo>
                  <a:cubicBezTo>
                    <a:pt x="525" y="215"/>
                    <a:pt x="478" y="239"/>
                    <a:pt x="454" y="263"/>
                  </a:cubicBezTo>
                  <a:lnTo>
                    <a:pt x="1" y="1312"/>
                  </a:lnTo>
                  <a:lnTo>
                    <a:pt x="1" y="1360"/>
                  </a:lnTo>
                  <a:cubicBezTo>
                    <a:pt x="1" y="1433"/>
                    <a:pt x="56" y="1464"/>
                    <a:pt x="125" y="1464"/>
                  </a:cubicBezTo>
                  <a:cubicBezTo>
                    <a:pt x="147" y="1464"/>
                    <a:pt x="169" y="1461"/>
                    <a:pt x="192" y="1455"/>
                  </a:cubicBezTo>
                  <a:lnTo>
                    <a:pt x="311" y="1408"/>
                  </a:lnTo>
                  <a:cubicBezTo>
                    <a:pt x="335" y="1408"/>
                    <a:pt x="335" y="1384"/>
                    <a:pt x="358" y="1336"/>
                  </a:cubicBezTo>
                  <a:lnTo>
                    <a:pt x="525" y="978"/>
                  </a:lnTo>
                  <a:cubicBezTo>
                    <a:pt x="525" y="954"/>
                    <a:pt x="549" y="954"/>
                    <a:pt x="573" y="931"/>
                  </a:cubicBezTo>
                  <a:cubicBezTo>
                    <a:pt x="716" y="859"/>
                    <a:pt x="1193" y="692"/>
                    <a:pt x="1599" y="454"/>
                  </a:cubicBezTo>
                  <a:cubicBezTo>
                    <a:pt x="1646" y="430"/>
                    <a:pt x="1646" y="358"/>
                    <a:pt x="1623" y="311"/>
                  </a:cubicBezTo>
                  <a:lnTo>
                    <a:pt x="1432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073;p74">
              <a:extLst>
                <a:ext uri="{FF2B5EF4-FFF2-40B4-BE49-F238E27FC236}">
                  <a16:creationId xmlns:a16="http://schemas.microsoft.com/office/drawing/2014/main" id="{4AA58C13-039E-40B5-99F6-728A04745BB4}"/>
                </a:ext>
              </a:extLst>
            </p:cNvPr>
            <p:cNvSpPr/>
            <p:nvPr/>
          </p:nvSpPr>
          <p:spPr>
            <a:xfrm>
              <a:off x="10021194" y="4264427"/>
              <a:ext cx="133308" cy="96178"/>
            </a:xfrm>
            <a:custGeom>
              <a:avLst/>
              <a:gdLst/>
              <a:ahLst/>
              <a:cxnLst/>
              <a:rect l="l" t="t" r="r" b="b"/>
              <a:pathLst>
                <a:path w="3102" h="2238" extrusionOk="0">
                  <a:moveTo>
                    <a:pt x="2444" y="0"/>
                  </a:moveTo>
                  <a:cubicBezTo>
                    <a:pt x="2380" y="0"/>
                    <a:pt x="2313" y="13"/>
                    <a:pt x="2243" y="42"/>
                  </a:cubicBezTo>
                  <a:cubicBezTo>
                    <a:pt x="1694" y="256"/>
                    <a:pt x="1456" y="614"/>
                    <a:pt x="1" y="1449"/>
                  </a:cubicBezTo>
                  <a:lnTo>
                    <a:pt x="502" y="2236"/>
                  </a:lnTo>
                  <a:cubicBezTo>
                    <a:pt x="502" y="2237"/>
                    <a:pt x="503" y="2237"/>
                    <a:pt x="505" y="2237"/>
                  </a:cubicBezTo>
                  <a:cubicBezTo>
                    <a:pt x="597" y="2237"/>
                    <a:pt x="2868" y="1126"/>
                    <a:pt x="3101" y="519"/>
                  </a:cubicBezTo>
                  <a:cubicBezTo>
                    <a:pt x="3101" y="519"/>
                    <a:pt x="2851" y="0"/>
                    <a:pt x="2444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074;p74">
              <a:extLst>
                <a:ext uri="{FF2B5EF4-FFF2-40B4-BE49-F238E27FC236}">
                  <a16:creationId xmlns:a16="http://schemas.microsoft.com/office/drawing/2014/main" id="{EAF7E57C-5CE9-4C5B-92DE-8BE52C3C9C07}"/>
                </a:ext>
              </a:extLst>
            </p:cNvPr>
            <p:cNvSpPr/>
            <p:nvPr/>
          </p:nvSpPr>
          <p:spPr>
            <a:xfrm>
              <a:off x="9448251" y="4389183"/>
              <a:ext cx="587339" cy="585320"/>
            </a:xfrm>
            <a:custGeom>
              <a:avLst/>
              <a:gdLst/>
              <a:ahLst/>
              <a:cxnLst/>
              <a:rect l="l" t="t" r="r" b="b"/>
              <a:pathLst>
                <a:path w="13667" h="13620" extrusionOk="0">
                  <a:moveTo>
                    <a:pt x="6798" y="4103"/>
                  </a:moveTo>
                  <a:cubicBezTo>
                    <a:pt x="8300" y="4103"/>
                    <a:pt x="9493" y="5295"/>
                    <a:pt x="9493" y="6798"/>
                  </a:cubicBezTo>
                  <a:cubicBezTo>
                    <a:pt x="9493" y="8277"/>
                    <a:pt x="8300" y="9469"/>
                    <a:pt x="6798" y="9469"/>
                  </a:cubicBezTo>
                  <a:cubicBezTo>
                    <a:pt x="5319" y="9469"/>
                    <a:pt x="4127" y="8277"/>
                    <a:pt x="4127" y="6798"/>
                  </a:cubicBezTo>
                  <a:cubicBezTo>
                    <a:pt x="4127" y="5295"/>
                    <a:pt x="5319" y="4103"/>
                    <a:pt x="6798" y="4103"/>
                  </a:cubicBezTo>
                  <a:close/>
                  <a:moveTo>
                    <a:pt x="5319" y="1"/>
                  </a:moveTo>
                  <a:lnTo>
                    <a:pt x="5319" y="215"/>
                  </a:lnTo>
                  <a:lnTo>
                    <a:pt x="5319" y="1909"/>
                  </a:lnTo>
                  <a:cubicBezTo>
                    <a:pt x="5009" y="2004"/>
                    <a:pt x="4723" y="2123"/>
                    <a:pt x="4413" y="2266"/>
                  </a:cubicBezTo>
                  <a:lnTo>
                    <a:pt x="3220" y="1074"/>
                  </a:lnTo>
                  <a:lnTo>
                    <a:pt x="3077" y="931"/>
                  </a:lnTo>
                  <a:lnTo>
                    <a:pt x="2934" y="1074"/>
                  </a:lnTo>
                  <a:lnTo>
                    <a:pt x="1145" y="2863"/>
                  </a:lnTo>
                  <a:lnTo>
                    <a:pt x="1002" y="3006"/>
                  </a:lnTo>
                  <a:lnTo>
                    <a:pt x="1145" y="3149"/>
                  </a:lnTo>
                  <a:lnTo>
                    <a:pt x="2290" y="4318"/>
                  </a:lnTo>
                  <a:cubicBezTo>
                    <a:pt x="2123" y="4628"/>
                    <a:pt x="2004" y="4938"/>
                    <a:pt x="1885" y="5295"/>
                  </a:cubicBezTo>
                  <a:lnTo>
                    <a:pt x="1" y="5295"/>
                  </a:lnTo>
                  <a:lnTo>
                    <a:pt x="1" y="5510"/>
                  </a:lnTo>
                  <a:lnTo>
                    <a:pt x="1" y="8038"/>
                  </a:lnTo>
                  <a:lnTo>
                    <a:pt x="1" y="8253"/>
                  </a:lnTo>
                  <a:lnTo>
                    <a:pt x="1861" y="8253"/>
                  </a:lnTo>
                  <a:cubicBezTo>
                    <a:pt x="1980" y="8611"/>
                    <a:pt x="2099" y="8968"/>
                    <a:pt x="2290" y="9302"/>
                  </a:cubicBezTo>
                  <a:lnTo>
                    <a:pt x="1145" y="10447"/>
                  </a:lnTo>
                  <a:lnTo>
                    <a:pt x="1002" y="10614"/>
                  </a:lnTo>
                  <a:lnTo>
                    <a:pt x="1145" y="10757"/>
                  </a:lnTo>
                  <a:lnTo>
                    <a:pt x="2934" y="12546"/>
                  </a:lnTo>
                  <a:lnTo>
                    <a:pt x="3077" y="12689"/>
                  </a:lnTo>
                  <a:lnTo>
                    <a:pt x="3220" y="12546"/>
                  </a:lnTo>
                  <a:lnTo>
                    <a:pt x="4413" y="11353"/>
                  </a:lnTo>
                  <a:cubicBezTo>
                    <a:pt x="4723" y="11497"/>
                    <a:pt x="5057" y="11640"/>
                    <a:pt x="5367" y="11735"/>
                  </a:cubicBezTo>
                  <a:lnTo>
                    <a:pt x="5367" y="13405"/>
                  </a:lnTo>
                  <a:lnTo>
                    <a:pt x="5367" y="13619"/>
                  </a:lnTo>
                  <a:lnTo>
                    <a:pt x="8324" y="13619"/>
                  </a:lnTo>
                  <a:lnTo>
                    <a:pt x="8324" y="13405"/>
                  </a:lnTo>
                  <a:lnTo>
                    <a:pt x="8324" y="11687"/>
                  </a:lnTo>
                  <a:cubicBezTo>
                    <a:pt x="8634" y="11592"/>
                    <a:pt x="8921" y="11473"/>
                    <a:pt x="9183" y="11330"/>
                  </a:cubicBezTo>
                  <a:lnTo>
                    <a:pt x="10423" y="12546"/>
                  </a:lnTo>
                  <a:lnTo>
                    <a:pt x="10566" y="12689"/>
                  </a:lnTo>
                  <a:lnTo>
                    <a:pt x="10709" y="12546"/>
                  </a:lnTo>
                  <a:lnTo>
                    <a:pt x="12498" y="10757"/>
                  </a:lnTo>
                  <a:lnTo>
                    <a:pt x="12641" y="10614"/>
                  </a:lnTo>
                  <a:lnTo>
                    <a:pt x="12498" y="10471"/>
                  </a:lnTo>
                  <a:lnTo>
                    <a:pt x="11282" y="9231"/>
                  </a:lnTo>
                  <a:cubicBezTo>
                    <a:pt x="11425" y="8945"/>
                    <a:pt x="11568" y="8635"/>
                    <a:pt x="11663" y="8324"/>
                  </a:cubicBezTo>
                  <a:lnTo>
                    <a:pt x="13667" y="8324"/>
                  </a:lnTo>
                  <a:lnTo>
                    <a:pt x="13667" y="8110"/>
                  </a:lnTo>
                  <a:lnTo>
                    <a:pt x="13667" y="5582"/>
                  </a:lnTo>
                  <a:lnTo>
                    <a:pt x="13667" y="5367"/>
                  </a:lnTo>
                  <a:lnTo>
                    <a:pt x="11735" y="5367"/>
                  </a:lnTo>
                  <a:cubicBezTo>
                    <a:pt x="11640" y="5009"/>
                    <a:pt x="11496" y="4675"/>
                    <a:pt x="11306" y="4389"/>
                  </a:cubicBezTo>
                  <a:lnTo>
                    <a:pt x="12522" y="3149"/>
                  </a:lnTo>
                  <a:lnTo>
                    <a:pt x="12689" y="3006"/>
                  </a:lnTo>
                  <a:lnTo>
                    <a:pt x="12522" y="2863"/>
                  </a:lnTo>
                  <a:lnTo>
                    <a:pt x="10733" y="1074"/>
                  </a:lnTo>
                  <a:lnTo>
                    <a:pt x="10590" y="931"/>
                  </a:lnTo>
                  <a:lnTo>
                    <a:pt x="10447" y="1074"/>
                  </a:lnTo>
                  <a:lnTo>
                    <a:pt x="9231" y="2290"/>
                  </a:lnTo>
                  <a:cubicBezTo>
                    <a:pt x="8921" y="2147"/>
                    <a:pt x="8587" y="2004"/>
                    <a:pt x="8277" y="1909"/>
                  </a:cubicBezTo>
                  <a:lnTo>
                    <a:pt x="8277" y="215"/>
                  </a:lnTo>
                  <a:lnTo>
                    <a:pt x="8277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075;p74">
              <a:extLst>
                <a:ext uri="{FF2B5EF4-FFF2-40B4-BE49-F238E27FC236}">
                  <a16:creationId xmlns:a16="http://schemas.microsoft.com/office/drawing/2014/main" id="{F97D169F-C2F9-4E7F-8A5A-FA9881B7A1C1}"/>
                </a:ext>
              </a:extLst>
            </p:cNvPr>
            <p:cNvSpPr/>
            <p:nvPr/>
          </p:nvSpPr>
          <p:spPr>
            <a:xfrm>
              <a:off x="9137671" y="4738699"/>
              <a:ext cx="370058" cy="373152"/>
            </a:xfrm>
            <a:custGeom>
              <a:avLst/>
              <a:gdLst/>
              <a:ahLst/>
              <a:cxnLst/>
              <a:rect l="l" t="t" r="r" b="b"/>
              <a:pathLst>
                <a:path w="8611" h="8683" extrusionOk="0">
                  <a:moveTo>
                    <a:pt x="4246" y="2624"/>
                  </a:moveTo>
                  <a:cubicBezTo>
                    <a:pt x="5176" y="2624"/>
                    <a:pt x="5963" y="3387"/>
                    <a:pt x="5963" y="4318"/>
                  </a:cubicBezTo>
                  <a:cubicBezTo>
                    <a:pt x="5963" y="5248"/>
                    <a:pt x="5176" y="6035"/>
                    <a:pt x="4246" y="6035"/>
                  </a:cubicBezTo>
                  <a:cubicBezTo>
                    <a:pt x="3340" y="6035"/>
                    <a:pt x="2553" y="5248"/>
                    <a:pt x="2553" y="4318"/>
                  </a:cubicBezTo>
                  <a:cubicBezTo>
                    <a:pt x="2553" y="3411"/>
                    <a:pt x="3340" y="2624"/>
                    <a:pt x="4246" y="2624"/>
                  </a:cubicBezTo>
                  <a:close/>
                  <a:moveTo>
                    <a:pt x="3340" y="1"/>
                  </a:moveTo>
                  <a:lnTo>
                    <a:pt x="3340" y="144"/>
                  </a:lnTo>
                  <a:lnTo>
                    <a:pt x="3340" y="1217"/>
                  </a:lnTo>
                  <a:cubicBezTo>
                    <a:pt x="3125" y="1289"/>
                    <a:pt x="2934" y="1384"/>
                    <a:pt x="2768" y="1456"/>
                  </a:cubicBezTo>
                  <a:lnTo>
                    <a:pt x="2028" y="716"/>
                  </a:lnTo>
                  <a:lnTo>
                    <a:pt x="1933" y="621"/>
                  </a:lnTo>
                  <a:lnTo>
                    <a:pt x="1837" y="716"/>
                  </a:lnTo>
                  <a:lnTo>
                    <a:pt x="716" y="1861"/>
                  </a:lnTo>
                  <a:lnTo>
                    <a:pt x="621" y="1933"/>
                  </a:lnTo>
                  <a:lnTo>
                    <a:pt x="716" y="2028"/>
                  </a:lnTo>
                  <a:lnTo>
                    <a:pt x="1456" y="2767"/>
                  </a:lnTo>
                  <a:cubicBezTo>
                    <a:pt x="1337" y="2982"/>
                    <a:pt x="1241" y="3173"/>
                    <a:pt x="1193" y="3411"/>
                  </a:cubicBezTo>
                  <a:lnTo>
                    <a:pt x="1" y="3411"/>
                  </a:lnTo>
                  <a:lnTo>
                    <a:pt x="1" y="3554"/>
                  </a:lnTo>
                  <a:lnTo>
                    <a:pt x="1" y="5128"/>
                  </a:lnTo>
                  <a:lnTo>
                    <a:pt x="1" y="5272"/>
                  </a:lnTo>
                  <a:lnTo>
                    <a:pt x="1193" y="5272"/>
                  </a:lnTo>
                  <a:cubicBezTo>
                    <a:pt x="1241" y="5510"/>
                    <a:pt x="1337" y="5725"/>
                    <a:pt x="1456" y="5939"/>
                  </a:cubicBezTo>
                  <a:lnTo>
                    <a:pt x="716" y="6679"/>
                  </a:lnTo>
                  <a:lnTo>
                    <a:pt x="621" y="6774"/>
                  </a:lnTo>
                  <a:lnTo>
                    <a:pt x="716" y="6870"/>
                  </a:lnTo>
                  <a:lnTo>
                    <a:pt x="1837" y="7991"/>
                  </a:lnTo>
                  <a:lnTo>
                    <a:pt x="1933" y="8086"/>
                  </a:lnTo>
                  <a:lnTo>
                    <a:pt x="2028" y="7991"/>
                  </a:lnTo>
                  <a:lnTo>
                    <a:pt x="2768" y="7251"/>
                  </a:lnTo>
                  <a:cubicBezTo>
                    <a:pt x="2982" y="7347"/>
                    <a:pt x="3149" y="7418"/>
                    <a:pt x="3364" y="7490"/>
                  </a:cubicBezTo>
                  <a:lnTo>
                    <a:pt x="3364" y="8539"/>
                  </a:lnTo>
                  <a:lnTo>
                    <a:pt x="3364" y="8682"/>
                  </a:lnTo>
                  <a:lnTo>
                    <a:pt x="5248" y="8682"/>
                  </a:lnTo>
                  <a:lnTo>
                    <a:pt x="5248" y="8539"/>
                  </a:lnTo>
                  <a:lnTo>
                    <a:pt x="5248" y="7466"/>
                  </a:lnTo>
                  <a:cubicBezTo>
                    <a:pt x="5415" y="7394"/>
                    <a:pt x="5630" y="7299"/>
                    <a:pt x="5773" y="7227"/>
                  </a:cubicBezTo>
                  <a:lnTo>
                    <a:pt x="6560" y="7991"/>
                  </a:lnTo>
                  <a:lnTo>
                    <a:pt x="6631" y="8086"/>
                  </a:lnTo>
                  <a:lnTo>
                    <a:pt x="6727" y="7991"/>
                  </a:lnTo>
                  <a:lnTo>
                    <a:pt x="7872" y="6870"/>
                  </a:lnTo>
                  <a:lnTo>
                    <a:pt x="7943" y="6774"/>
                  </a:lnTo>
                  <a:lnTo>
                    <a:pt x="7872" y="6679"/>
                  </a:lnTo>
                  <a:lnTo>
                    <a:pt x="7084" y="5916"/>
                  </a:lnTo>
                  <a:cubicBezTo>
                    <a:pt x="7180" y="5725"/>
                    <a:pt x="7275" y="5510"/>
                    <a:pt x="7323" y="5319"/>
                  </a:cubicBezTo>
                  <a:lnTo>
                    <a:pt x="8468" y="5272"/>
                  </a:lnTo>
                  <a:lnTo>
                    <a:pt x="8611" y="5272"/>
                  </a:lnTo>
                  <a:lnTo>
                    <a:pt x="8611" y="5128"/>
                  </a:lnTo>
                  <a:lnTo>
                    <a:pt x="8611" y="3554"/>
                  </a:lnTo>
                  <a:lnTo>
                    <a:pt x="8611" y="3387"/>
                  </a:lnTo>
                  <a:lnTo>
                    <a:pt x="7395" y="3387"/>
                  </a:lnTo>
                  <a:cubicBezTo>
                    <a:pt x="7323" y="3197"/>
                    <a:pt x="7228" y="2982"/>
                    <a:pt x="7108" y="2767"/>
                  </a:cubicBezTo>
                  <a:lnTo>
                    <a:pt x="7895" y="2004"/>
                  </a:lnTo>
                  <a:lnTo>
                    <a:pt x="7991" y="1909"/>
                  </a:lnTo>
                  <a:lnTo>
                    <a:pt x="7895" y="1813"/>
                  </a:lnTo>
                  <a:lnTo>
                    <a:pt x="6751" y="692"/>
                  </a:lnTo>
                  <a:lnTo>
                    <a:pt x="6679" y="597"/>
                  </a:lnTo>
                  <a:lnTo>
                    <a:pt x="6584" y="692"/>
                  </a:lnTo>
                  <a:lnTo>
                    <a:pt x="5797" y="1456"/>
                  </a:lnTo>
                  <a:cubicBezTo>
                    <a:pt x="5630" y="1360"/>
                    <a:pt x="5415" y="1289"/>
                    <a:pt x="5200" y="1217"/>
                  </a:cubicBezTo>
                  <a:lnTo>
                    <a:pt x="5200" y="144"/>
                  </a:lnTo>
                  <a:lnTo>
                    <a:pt x="5200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076;p74">
              <a:extLst>
                <a:ext uri="{FF2B5EF4-FFF2-40B4-BE49-F238E27FC236}">
                  <a16:creationId xmlns:a16="http://schemas.microsoft.com/office/drawing/2014/main" id="{555AF194-1C2A-470C-8B9F-00F4AC4D5C16}"/>
                </a:ext>
              </a:extLst>
            </p:cNvPr>
            <p:cNvSpPr/>
            <p:nvPr/>
          </p:nvSpPr>
          <p:spPr>
            <a:xfrm>
              <a:off x="9093622" y="5067716"/>
              <a:ext cx="64591" cy="52215"/>
            </a:xfrm>
            <a:custGeom>
              <a:avLst/>
              <a:gdLst/>
              <a:ahLst/>
              <a:cxnLst/>
              <a:rect l="l" t="t" r="r" b="b"/>
              <a:pathLst>
                <a:path w="1503" h="1215" extrusionOk="0">
                  <a:moveTo>
                    <a:pt x="334" y="1"/>
                  </a:moveTo>
                  <a:cubicBezTo>
                    <a:pt x="215" y="168"/>
                    <a:pt x="96" y="335"/>
                    <a:pt x="0" y="501"/>
                  </a:cubicBezTo>
                  <a:cubicBezTo>
                    <a:pt x="24" y="549"/>
                    <a:pt x="96" y="573"/>
                    <a:pt x="120" y="597"/>
                  </a:cubicBezTo>
                  <a:cubicBezTo>
                    <a:pt x="215" y="692"/>
                    <a:pt x="310" y="788"/>
                    <a:pt x="382" y="835"/>
                  </a:cubicBezTo>
                  <a:cubicBezTo>
                    <a:pt x="453" y="931"/>
                    <a:pt x="501" y="1026"/>
                    <a:pt x="597" y="1074"/>
                  </a:cubicBezTo>
                  <a:cubicBezTo>
                    <a:pt x="668" y="1145"/>
                    <a:pt x="811" y="1169"/>
                    <a:pt x="907" y="1193"/>
                  </a:cubicBezTo>
                  <a:cubicBezTo>
                    <a:pt x="907" y="1193"/>
                    <a:pt x="917" y="1214"/>
                    <a:pt x="931" y="1214"/>
                  </a:cubicBezTo>
                  <a:cubicBezTo>
                    <a:pt x="938" y="1214"/>
                    <a:pt x="946" y="1209"/>
                    <a:pt x="954" y="1193"/>
                  </a:cubicBezTo>
                  <a:cubicBezTo>
                    <a:pt x="978" y="1169"/>
                    <a:pt x="978" y="1145"/>
                    <a:pt x="1026" y="1145"/>
                  </a:cubicBezTo>
                  <a:cubicBezTo>
                    <a:pt x="1050" y="1145"/>
                    <a:pt x="1050" y="1145"/>
                    <a:pt x="1074" y="1122"/>
                  </a:cubicBezTo>
                  <a:cubicBezTo>
                    <a:pt x="1097" y="1074"/>
                    <a:pt x="1097" y="1074"/>
                    <a:pt x="1097" y="1050"/>
                  </a:cubicBezTo>
                  <a:lnTo>
                    <a:pt x="1145" y="1026"/>
                  </a:lnTo>
                  <a:cubicBezTo>
                    <a:pt x="1169" y="1002"/>
                    <a:pt x="1193" y="955"/>
                    <a:pt x="1193" y="931"/>
                  </a:cubicBezTo>
                  <a:cubicBezTo>
                    <a:pt x="1193" y="907"/>
                    <a:pt x="1193" y="907"/>
                    <a:pt x="1217" y="883"/>
                  </a:cubicBezTo>
                  <a:cubicBezTo>
                    <a:pt x="1264" y="883"/>
                    <a:pt x="1288" y="883"/>
                    <a:pt x="1288" y="835"/>
                  </a:cubicBezTo>
                  <a:cubicBezTo>
                    <a:pt x="1288" y="812"/>
                    <a:pt x="1288" y="788"/>
                    <a:pt x="1312" y="788"/>
                  </a:cubicBezTo>
                  <a:lnTo>
                    <a:pt x="1312" y="764"/>
                  </a:lnTo>
                  <a:cubicBezTo>
                    <a:pt x="1288" y="716"/>
                    <a:pt x="1264" y="668"/>
                    <a:pt x="1217" y="645"/>
                  </a:cubicBezTo>
                  <a:cubicBezTo>
                    <a:pt x="1193" y="645"/>
                    <a:pt x="1145" y="549"/>
                    <a:pt x="1145" y="549"/>
                  </a:cubicBezTo>
                  <a:cubicBezTo>
                    <a:pt x="1193" y="525"/>
                    <a:pt x="1217" y="478"/>
                    <a:pt x="1288" y="478"/>
                  </a:cubicBezTo>
                  <a:cubicBezTo>
                    <a:pt x="1304" y="478"/>
                    <a:pt x="1320" y="499"/>
                    <a:pt x="1343" y="499"/>
                  </a:cubicBezTo>
                  <a:cubicBezTo>
                    <a:pt x="1355" y="499"/>
                    <a:pt x="1368" y="494"/>
                    <a:pt x="1384" y="478"/>
                  </a:cubicBezTo>
                  <a:cubicBezTo>
                    <a:pt x="1408" y="478"/>
                    <a:pt x="1431" y="454"/>
                    <a:pt x="1455" y="430"/>
                  </a:cubicBezTo>
                  <a:cubicBezTo>
                    <a:pt x="1455" y="406"/>
                    <a:pt x="1503" y="406"/>
                    <a:pt x="1503" y="358"/>
                  </a:cubicBezTo>
                  <a:lnTo>
                    <a:pt x="1503" y="239"/>
                  </a:lnTo>
                  <a:lnTo>
                    <a:pt x="1455" y="215"/>
                  </a:lnTo>
                  <a:lnTo>
                    <a:pt x="1431" y="215"/>
                  </a:lnTo>
                  <a:cubicBezTo>
                    <a:pt x="1384" y="215"/>
                    <a:pt x="1288" y="239"/>
                    <a:pt x="1217" y="239"/>
                  </a:cubicBezTo>
                  <a:cubicBezTo>
                    <a:pt x="1205" y="251"/>
                    <a:pt x="1191" y="256"/>
                    <a:pt x="1177" y="256"/>
                  </a:cubicBezTo>
                  <a:cubicBezTo>
                    <a:pt x="1133" y="256"/>
                    <a:pt x="1080" y="215"/>
                    <a:pt x="1026" y="215"/>
                  </a:cubicBezTo>
                  <a:cubicBezTo>
                    <a:pt x="954" y="215"/>
                    <a:pt x="907" y="191"/>
                    <a:pt x="835" y="191"/>
                  </a:cubicBezTo>
                  <a:cubicBezTo>
                    <a:pt x="716" y="168"/>
                    <a:pt x="620" y="168"/>
                    <a:pt x="549" y="120"/>
                  </a:cubicBezTo>
                  <a:lnTo>
                    <a:pt x="430" y="96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077;p74">
              <a:extLst>
                <a:ext uri="{FF2B5EF4-FFF2-40B4-BE49-F238E27FC236}">
                  <a16:creationId xmlns:a16="http://schemas.microsoft.com/office/drawing/2014/main" id="{CDDA3DCA-B36D-4761-B756-7BCE455DD174}"/>
                </a:ext>
              </a:extLst>
            </p:cNvPr>
            <p:cNvSpPr/>
            <p:nvPr/>
          </p:nvSpPr>
          <p:spPr>
            <a:xfrm>
              <a:off x="9007500" y="5002136"/>
              <a:ext cx="107695" cy="91236"/>
            </a:xfrm>
            <a:custGeom>
              <a:avLst/>
              <a:gdLst/>
              <a:ahLst/>
              <a:cxnLst/>
              <a:rect l="l" t="t" r="r" b="b"/>
              <a:pathLst>
                <a:path w="2506" h="2123" extrusionOk="0">
                  <a:moveTo>
                    <a:pt x="430" y="0"/>
                  </a:moveTo>
                  <a:cubicBezTo>
                    <a:pt x="216" y="0"/>
                    <a:pt x="120" y="72"/>
                    <a:pt x="72" y="310"/>
                  </a:cubicBezTo>
                  <a:cubicBezTo>
                    <a:pt x="49" y="382"/>
                    <a:pt x="1" y="406"/>
                    <a:pt x="1" y="453"/>
                  </a:cubicBezTo>
                  <a:cubicBezTo>
                    <a:pt x="1" y="525"/>
                    <a:pt x="1" y="620"/>
                    <a:pt x="49" y="668"/>
                  </a:cubicBezTo>
                  <a:cubicBezTo>
                    <a:pt x="96" y="787"/>
                    <a:pt x="192" y="883"/>
                    <a:pt x="287" y="930"/>
                  </a:cubicBezTo>
                  <a:cubicBezTo>
                    <a:pt x="669" y="1193"/>
                    <a:pt x="1050" y="1479"/>
                    <a:pt x="1480" y="1717"/>
                  </a:cubicBezTo>
                  <a:cubicBezTo>
                    <a:pt x="1670" y="1837"/>
                    <a:pt x="1957" y="2004"/>
                    <a:pt x="2147" y="2123"/>
                  </a:cubicBezTo>
                  <a:lnTo>
                    <a:pt x="2505" y="1646"/>
                  </a:lnTo>
                  <a:cubicBezTo>
                    <a:pt x="2505" y="1646"/>
                    <a:pt x="1360" y="763"/>
                    <a:pt x="788" y="215"/>
                  </a:cubicBezTo>
                  <a:cubicBezTo>
                    <a:pt x="693" y="119"/>
                    <a:pt x="573" y="0"/>
                    <a:pt x="430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078;p74">
              <a:extLst>
                <a:ext uri="{FF2B5EF4-FFF2-40B4-BE49-F238E27FC236}">
                  <a16:creationId xmlns:a16="http://schemas.microsoft.com/office/drawing/2014/main" id="{9C362A0B-2B6F-4E82-8161-785F95BAF2D7}"/>
                </a:ext>
              </a:extLst>
            </p:cNvPr>
            <p:cNvSpPr/>
            <p:nvPr/>
          </p:nvSpPr>
          <p:spPr>
            <a:xfrm>
              <a:off x="9122329" y="5084046"/>
              <a:ext cx="27719" cy="38033"/>
            </a:xfrm>
            <a:custGeom>
              <a:avLst/>
              <a:gdLst/>
              <a:ahLst/>
              <a:cxnLst/>
              <a:rect l="l" t="t" r="r" b="b"/>
              <a:pathLst>
                <a:path w="645" h="885" extrusionOk="0">
                  <a:moveTo>
                    <a:pt x="322" y="0"/>
                  </a:moveTo>
                  <a:cubicBezTo>
                    <a:pt x="115" y="0"/>
                    <a:pt x="72" y="193"/>
                    <a:pt x="72" y="193"/>
                  </a:cubicBezTo>
                  <a:lnTo>
                    <a:pt x="191" y="384"/>
                  </a:lnTo>
                  <a:cubicBezTo>
                    <a:pt x="171" y="357"/>
                    <a:pt x="150" y="347"/>
                    <a:pt x="131" y="347"/>
                  </a:cubicBezTo>
                  <a:cubicBezTo>
                    <a:pt x="84" y="347"/>
                    <a:pt x="48" y="408"/>
                    <a:pt x="48" y="408"/>
                  </a:cubicBezTo>
                  <a:cubicBezTo>
                    <a:pt x="119" y="503"/>
                    <a:pt x="119" y="455"/>
                    <a:pt x="167" y="551"/>
                  </a:cubicBezTo>
                  <a:cubicBezTo>
                    <a:pt x="191" y="551"/>
                    <a:pt x="191" y="575"/>
                    <a:pt x="239" y="622"/>
                  </a:cubicBezTo>
                  <a:lnTo>
                    <a:pt x="72" y="455"/>
                  </a:lnTo>
                  <a:cubicBezTo>
                    <a:pt x="72" y="455"/>
                    <a:pt x="48" y="455"/>
                    <a:pt x="24" y="527"/>
                  </a:cubicBezTo>
                  <a:cubicBezTo>
                    <a:pt x="0" y="575"/>
                    <a:pt x="191" y="861"/>
                    <a:pt x="286" y="885"/>
                  </a:cubicBezTo>
                  <a:lnTo>
                    <a:pt x="310" y="885"/>
                  </a:lnTo>
                  <a:cubicBezTo>
                    <a:pt x="334" y="885"/>
                    <a:pt x="382" y="885"/>
                    <a:pt x="382" y="837"/>
                  </a:cubicBezTo>
                  <a:lnTo>
                    <a:pt x="382" y="813"/>
                  </a:lnTo>
                  <a:cubicBezTo>
                    <a:pt x="406" y="789"/>
                    <a:pt x="429" y="789"/>
                    <a:pt x="429" y="765"/>
                  </a:cubicBezTo>
                  <a:cubicBezTo>
                    <a:pt x="477" y="718"/>
                    <a:pt x="429" y="694"/>
                    <a:pt x="477" y="670"/>
                  </a:cubicBezTo>
                  <a:cubicBezTo>
                    <a:pt x="477" y="646"/>
                    <a:pt x="501" y="646"/>
                    <a:pt x="525" y="599"/>
                  </a:cubicBezTo>
                  <a:cubicBezTo>
                    <a:pt x="549" y="575"/>
                    <a:pt x="525" y="527"/>
                    <a:pt x="549" y="479"/>
                  </a:cubicBezTo>
                  <a:cubicBezTo>
                    <a:pt x="596" y="455"/>
                    <a:pt x="620" y="455"/>
                    <a:pt x="620" y="432"/>
                  </a:cubicBezTo>
                  <a:cubicBezTo>
                    <a:pt x="644" y="432"/>
                    <a:pt x="620" y="408"/>
                    <a:pt x="620" y="360"/>
                  </a:cubicBezTo>
                  <a:cubicBezTo>
                    <a:pt x="596" y="336"/>
                    <a:pt x="358" y="2"/>
                    <a:pt x="358" y="2"/>
                  </a:cubicBezTo>
                  <a:cubicBezTo>
                    <a:pt x="345" y="1"/>
                    <a:pt x="333" y="0"/>
                    <a:pt x="322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079;p74">
              <a:extLst>
                <a:ext uri="{FF2B5EF4-FFF2-40B4-BE49-F238E27FC236}">
                  <a16:creationId xmlns:a16="http://schemas.microsoft.com/office/drawing/2014/main" id="{89484056-EE35-4144-BF29-6CE0328F9A9A}"/>
                </a:ext>
              </a:extLst>
            </p:cNvPr>
            <p:cNvSpPr/>
            <p:nvPr/>
          </p:nvSpPr>
          <p:spPr>
            <a:xfrm>
              <a:off x="9006511" y="4881849"/>
              <a:ext cx="70737" cy="155698"/>
            </a:xfrm>
            <a:custGeom>
              <a:avLst/>
              <a:gdLst/>
              <a:ahLst/>
              <a:cxnLst/>
              <a:rect l="l" t="t" r="r" b="b"/>
              <a:pathLst>
                <a:path w="1646" h="3623" extrusionOk="0">
                  <a:moveTo>
                    <a:pt x="1051" y="0"/>
                  </a:moveTo>
                  <a:cubicBezTo>
                    <a:pt x="941" y="0"/>
                    <a:pt x="812" y="31"/>
                    <a:pt x="739" y="104"/>
                  </a:cubicBezTo>
                  <a:cubicBezTo>
                    <a:pt x="692" y="152"/>
                    <a:pt x="620" y="223"/>
                    <a:pt x="596" y="319"/>
                  </a:cubicBezTo>
                  <a:cubicBezTo>
                    <a:pt x="501" y="510"/>
                    <a:pt x="477" y="748"/>
                    <a:pt x="453" y="939"/>
                  </a:cubicBezTo>
                  <a:cubicBezTo>
                    <a:pt x="358" y="1297"/>
                    <a:pt x="262" y="1654"/>
                    <a:pt x="215" y="2012"/>
                  </a:cubicBezTo>
                  <a:cubicBezTo>
                    <a:pt x="143" y="2251"/>
                    <a:pt x="119" y="2489"/>
                    <a:pt x="95" y="2728"/>
                  </a:cubicBezTo>
                  <a:cubicBezTo>
                    <a:pt x="72" y="2942"/>
                    <a:pt x="0" y="3181"/>
                    <a:pt x="72" y="3348"/>
                  </a:cubicBezTo>
                  <a:cubicBezTo>
                    <a:pt x="111" y="3526"/>
                    <a:pt x="283" y="3622"/>
                    <a:pt x="449" y="3622"/>
                  </a:cubicBezTo>
                  <a:cubicBezTo>
                    <a:pt x="483" y="3622"/>
                    <a:pt x="516" y="3618"/>
                    <a:pt x="549" y="3610"/>
                  </a:cubicBezTo>
                  <a:cubicBezTo>
                    <a:pt x="596" y="3610"/>
                    <a:pt x="692" y="3586"/>
                    <a:pt x="739" y="3539"/>
                  </a:cubicBezTo>
                  <a:cubicBezTo>
                    <a:pt x="859" y="3443"/>
                    <a:pt x="906" y="3252"/>
                    <a:pt x="954" y="3085"/>
                  </a:cubicBezTo>
                  <a:cubicBezTo>
                    <a:pt x="1049" y="2632"/>
                    <a:pt x="1169" y="2227"/>
                    <a:pt x="1264" y="1774"/>
                  </a:cubicBezTo>
                  <a:cubicBezTo>
                    <a:pt x="1312" y="1559"/>
                    <a:pt x="1336" y="1392"/>
                    <a:pt x="1407" y="1177"/>
                  </a:cubicBezTo>
                  <a:cubicBezTo>
                    <a:pt x="1503" y="796"/>
                    <a:pt x="1646" y="200"/>
                    <a:pt x="1145" y="9"/>
                  </a:cubicBezTo>
                  <a:cubicBezTo>
                    <a:pt x="1117" y="3"/>
                    <a:pt x="1085" y="0"/>
                    <a:pt x="1051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080;p74">
              <a:extLst>
                <a:ext uri="{FF2B5EF4-FFF2-40B4-BE49-F238E27FC236}">
                  <a16:creationId xmlns:a16="http://schemas.microsoft.com/office/drawing/2014/main" id="{549A535E-C796-4CF6-9453-B5C21388CB9E}"/>
                </a:ext>
              </a:extLst>
            </p:cNvPr>
            <p:cNvSpPr/>
            <p:nvPr/>
          </p:nvSpPr>
          <p:spPr>
            <a:xfrm>
              <a:off x="9006511" y="4870245"/>
              <a:ext cx="81008" cy="107309"/>
            </a:xfrm>
            <a:custGeom>
              <a:avLst/>
              <a:gdLst/>
              <a:ahLst/>
              <a:cxnLst/>
              <a:rect l="l" t="t" r="r" b="b"/>
              <a:pathLst>
                <a:path w="1885" h="2497" extrusionOk="0">
                  <a:moveTo>
                    <a:pt x="1065" y="0"/>
                  </a:moveTo>
                  <a:cubicBezTo>
                    <a:pt x="348" y="0"/>
                    <a:pt x="0" y="2306"/>
                    <a:pt x="0" y="2306"/>
                  </a:cubicBezTo>
                  <a:lnTo>
                    <a:pt x="1216" y="2497"/>
                  </a:lnTo>
                  <a:cubicBezTo>
                    <a:pt x="1264" y="1972"/>
                    <a:pt x="1884" y="231"/>
                    <a:pt x="1169" y="16"/>
                  </a:cubicBezTo>
                  <a:cubicBezTo>
                    <a:pt x="1133" y="6"/>
                    <a:pt x="1099" y="0"/>
                    <a:pt x="1065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81;p74">
              <a:extLst>
                <a:ext uri="{FF2B5EF4-FFF2-40B4-BE49-F238E27FC236}">
                  <a16:creationId xmlns:a16="http://schemas.microsoft.com/office/drawing/2014/main" id="{33003A5B-81BF-4681-8371-731444A32640}"/>
                </a:ext>
              </a:extLst>
            </p:cNvPr>
            <p:cNvSpPr/>
            <p:nvPr/>
          </p:nvSpPr>
          <p:spPr>
            <a:xfrm>
              <a:off x="9005480" y="5006304"/>
              <a:ext cx="131246" cy="258280"/>
            </a:xfrm>
            <a:custGeom>
              <a:avLst/>
              <a:gdLst/>
              <a:ahLst/>
              <a:cxnLst/>
              <a:rect l="l" t="t" r="r" b="b"/>
              <a:pathLst>
                <a:path w="3054" h="6010" extrusionOk="0">
                  <a:moveTo>
                    <a:pt x="2474" y="0"/>
                  </a:moveTo>
                  <a:cubicBezTo>
                    <a:pt x="2296" y="0"/>
                    <a:pt x="2023" y="77"/>
                    <a:pt x="1598" y="166"/>
                  </a:cubicBezTo>
                  <a:cubicBezTo>
                    <a:pt x="1479" y="189"/>
                    <a:pt x="1360" y="237"/>
                    <a:pt x="1240" y="309"/>
                  </a:cubicBezTo>
                  <a:cubicBezTo>
                    <a:pt x="0" y="1167"/>
                    <a:pt x="740" y="3147"/>
                    <a:pt x="1073" y="4244"/>
                  </a:cubicBezTo>
                  <a:cubicBezTo>
                    <a:pt x="1217" y="4721"/>
                    <a:pt x="1431" y="5293"/>
                    <a:pt x="1598" y="5770"/>
                  </a:cubicBezTo>
                  <a:cubicBezTo>
                    <a:pt x="1828" y="5951"/>
                    <a:pt x="2040" y="6010"/>
                    <a:pt x="2221" y="6010"/>
                  </a:cubicBezTo>
                  <a:cubicBezTo>
                    <a:pt x="2565" y="6010"/>
                    <a:pt x="2791" y="5794"/>
                    <a:pt x="2791" y="5794"/>
                  </a:cubicBezTo>
                  <a:cubicBezTo>
                    <a:pt x="3029" y="4936"/>
                    <a:pt x="3053" y="4005"/>
                    <a:pt x="3053" y="3147"/>
                  </a:cubicBezTo>
                  <a:cubicBezTo>
                    <a:pt x="3053" y="2694"/>
                    <a:pt x="2862" y="1072"/>
                    <a:pt x="2815" y="643"/>
                  </a:cubicBezTo>
                  <a:cubicBezTo>
                    <a:pt x="2787" y="153"/>
                    <a:pt x="2726" y="0"/>
                    <a:pt x="2474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082;p74">
              <a:extLst>
                <a:ext uri="{FF2B5EF4-FFF2-40B4-BE49-F238E27FC236}">
                  <a16:creationId xmlns:a16="http://schemas.microsoft.com/office/drawing/2014/main" id="{513DF666-160C-4216-B46C-F0F7B0B5B40A}"/>
                </a:ext>
              </a:extLst>
            </p:cNvPr>
            <p:cNvSpPr/>
            <p:nvPr/>
          </p:nvSpPr>
          <p:spPr>
            <a:xfrm>
              <a:off x="9045447" y="5433648"/>
              <a:ext cx="145599" cy="113067"/>
            </a:xfrm>
            <a:custGeom>
              <a:avLst/>
              <a:gdLst/>
              <a:ahLst/>
              <a:cxnLst/>
              <a:rect l="l" t="t" r="r" b="b"/>
              <a:pathLst>
                <a:path w="3388" h="2631" extrusionOk="0">
                  <a:moveTo>
                    <a:pt x="382" y="0"/>
                  </a:moveTo>
                  <a:cubicBezTo>
                    <a:pt x="382" y="0"/>
                    <a:pt x="358" y="883"/>
                    <a:pt x="310" y="1217"/>
                  </a:cubicBezTo>
                  <a:cubicBezTo>
                    <a:pt x="310" y="1240"/>
                    <a:pt x="239" y="1431"/>
                    <a:pt x="239" y="1455"/>
                  </a:cubicBezTo>
                  <a:cubicBezTo>
                    <a:pt x="191" y="1503"/>
                    <a:pt x="167" y="1598"/>
                    <a:pt x="143" y="1670"/>
                  </a:cubicBezTo>
                  <a:cubicBezTo>
                    <a:pt x="72" y="1813"/>
                    <a:pt x="0" y="2051"/>
                    <a:pt x="24" y="2194"/>
                  </a:cubicBezTo>
                  <a:lnTo>
                    <a:pt x="72" y="2266"/>
                  </a:lnTo>
                  <a:cubicBezTo>
                    <a:pt x="143" y="2314"/>
                    <a:pt x="620" y="2385"/>
                    <a:pt x="764" y="2409"/>
                  </a:cubicBezTo>
                  <a:lnTo>
                    <a:pt x="1217" y="2505"/>
                  </a:lnTo>
                  <a:cubicBezTo>
                    <a:pt x="1657" y="2611"/>
                    <a:pt x="1991" y="2630"/>
                    <a:pt x="2175" y="2630"/>
                  </a:cubicBezTo>
                  <a:cubicBezTo>
                    <a:pt x="2281" y="2630"/>
                    <a:pt x="2338" y="2624"/>
                    <a:pt x="2338" y="2624"/>
                  </a:cubicBezTo>
                  <a:cubicBezTo>
                    <a:pt x="3387" y="2528"/>
                    <a:pt x="3292" y="2314"/>
                    <a:pt x="3292" y="2314"/>
                  </a:cubicBezTo>
                  <a:cubicBezTo>
                    <a:pt x="3220" y="2194"/>
                    <a:pt x="3101" y="2171"/>
                    <a:pt x="3053" y="2147"/>
                  </a:cubicBezTo>
                  <a:cubicBezTo>
                    <a:pt x="3029" y="2099"/>
                    <a:pt x="2218" y="1908"/>
                    <a:pt x="2218" y="1908"/>
                  </a:cubicBezTo>
                  <a:cubicBezTo>
                    <a:pt x="2218" y="1908"/>
                    <a:pt x="1551" y="1527"/>
                    <a:pt x="1145" y="1264"/>
                  </a:cubicBezTo>
                  <a:cubicBezTo>
                    <a:pt x="1074" y="835"/>
                    <a:pt x="1264" y="48"/>
                    <a:pt x="1264" y="48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083;p74">
              <a:extLst>
                <a:ext uri="{FF2B5EF4-FFF2-40B4-BE49-F238E27FC236}">
                  <a16:creationId xmlns:a16="http://schemas.microsoft.com/office/drawing/2014/main" id="{E77B0F26-5684-4046-8ABC-0488648841C0}"/>
                </a:ext>
              </a:extLst>
            </p:cNvPr>
            <p:cNvSpPr/>
            <p:nvPr/>
          </p:nvSpPr>
          <p:spPr>
            <a:xfrm>
              <a:off x="9042352" y="5495145"/>
              <a:ext cx="147662" cy="51570"/>
            </a:xfrm>
            <a:custGeom>
              <a:avLst/>
              <a:gdLst/>
              <a:ahLst/>
              <a:cxnLst/>
              <a:rect l="l" t="t" r="r" b="b"/>
              <a:pathLst>
                <a:path w="3436" h="1200" extrusionOk="0">
                  <a:moveTo>
                    <a:pt x="1408" y="0"/>
                  </a:moveTo>
                  <a:cubicBezTo>
                    <a:pt x="1289" y="48"/>
                    <a:pt x="1098" y="72"/>
                    <a:pt x="955" y="72"/>
                  </a:cubicBezTo>
                  <a:cubicBezTo>
                    <a:pt x="740" y="72"/>
                    <a:pt x="502" y="72"/>
                    <a:pt x="263" y="24"/>
                  </a:cubicBezTo>
                  <a:cubicBezTo>
                    <a:pt x="239" y="72"/>
                    <a:pt x="215" y="143"/>
                    <a:pt x="120" y="239"/>
                  </a:cubicBezTo>
                  <a:cubicBezTo>
                    <a:pt x="96" y="382"/>
                    <a:pt x="1" y="620"/>
                    <a:pt x="72" y="763"/>
                  </a:cubicBezTo>
                  <a:lnTo>
                    <a:pt x="120" y="835"/>
                  </a:lnTo>
                  <a:cubicBezTo>
                    <a:pt x="192" y="883"/>
                    <a:pt x="669" y="954"/>
                    <a:pt x="812" y="978"/>
                  </a:cubicBezTo>
                  <a:lnTo>
                    <a:pt x="1265" y="1074"/>
                  </a:lnTo>
                  <a:cubicBezTo>
                    <a:pt x="1690" y="1180"/>
                    <a:pt x="2028" y="1199"/>
                    <a:pt x="2218" y="1199"/>
                  </a:cubicBezTo>
                  <a:cubicBezTo>
                    <a:pt x="2326" y="1199"/>
                    <a:pt x="2386" y="1193"/>
                    <a:pt x="2386" y="1193"/>
                  </a:cubicBezTo>
                  <a:cubicBezTo>
                    <a:pt x="3435" y="1097"/>
                    <a:pt x="3340" y="883"/>
                    <a:pt x="3340" y="883"/>
                  </a:cubicBezTo>
                  <a:cubicBezTo>
                    <a:pt x="3244" y="763"/>
                    <a:pt x="3125" y="740"/>
                    <a:pt x="3101" y="716"/>
                  </a:cubicBezTo>
                  <a:cubicBezTo>
                    <a:pt x="3078" y="668"/>
                    <a:pt x="2267" y="477"/>
                    <a:pt x="2267" y="477"/>
                  </a:cubicBezTo>
                  <a:cubicBezTo>
                    <a:pt x="2267" y="477"/>
                    <a:pt x="1790" y="239"/>
                    <a:pt x="1408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084;p74">
              <a:extLst>
                <a:ext uri="{FF2B5EF4-FFF2-40B4-BE49-F238E27FC236}">
                  <a16:creationId xmlns:a16="http://schemas.microsoft.com/office/drawing/2014/main" id="{E364C98A-1344-4AAF-AB23-D4CB7E4EC504}"/>
                </a:ext>
              </a:extLst>
            </p:cNvPr>
            <p:cNvSpPr/>
            <p:nvPr/>
          </p:nvSpPr>
          <p:spPr>
            <a:xfrm>
              <a:off x="9053655" y="5230677"/>
              <a:ext cx="73831" cy="221450"/>
            </a:xfrm>
            <a:custGeom>
              <a:avLst/>
              <a:gdLst/>
              <a:ahLst/>
              <a:cxnLst/>
              <a:rect l="l" t="t" r="r" b="b"/>
              <a:pathLst>
                <a:path w="1718" h="5153" extrusionOk="0">
                  <a:moveTo>
                    <a:pt x="1073" y="1"/>
                  </a:moveTo>
                  <a:cubicBezTo>
                    <a:pt x="835" y="1"/>
                    <a:pt x="644" y="216"/>
                    <a:pt x="549" y="430"/>
                  </a:cubicBezTo>
                  <a:cubicBezTo>
                    <a:pt x="0" y="1694"/>
                    <a:pt x="72" y="4055"/>
                    <a:pt x="167" y="5129"/>
                  </a:cubicBezTo>
                  <a:lnTo>
                    <a:pt x="1073" y="5153"/>
                  </a:lnTo>
                  <a:cubicBezTo>
                    <a:pt x="1264" y="3936"/>
                    <a:pt x="1646" y="1336"/>
                    <a:pt x="1670" y="931"/>
                  </a:cubicBezTo>
                  <a:cubicBezTo>
                    <a:pt x="1717" y="788"/>
                    <a:pt x="1717" y="359"/>
                    <a:pt x="1622" y="239"/>
                  </a:cubicBezTo>
                  <a:cubicBezTo>
                    <a:pt x="1503" y="96"/>
                    <a:pt x="1264" y="1"/>
                    <a:pt x="1073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085;p74">
              <a:extLst>
                <a:ext uri="{FF2B5EF4-FFF2-40B4-BE49-F238E27FC236}">
                  <a16:creationId xmlns:a16="http://schemas.microsoft.com/office/drawing/2014/main" id="{019E1CFC-C6E4-46FF-8BE5-9D9FAD434A46}"/>
                </a:ext>
              </a:extLst>
            </p:cNvPr>
            <p:cNvSpPr/>
            <p:nvPr/>
          </p:nvSpPr>
          <p:spPr>
            <a:xfrm>
              <a:off x="9027010" y="5057488"/>
              <a:ext cx="188617" cy="214531"/>
            </a:xfrm>
            <a:custGeom>
              <a:avLst/>
              <a:gdLst/>
              <a:ahLst/>
              <a:cxnLst/>
              <a:rect l="l" t="t" r="r" b="b"/>
              <a:pathLst>
                <a:path w="4389" h="4992" extrusionOk="0">
                  <a:moveTo>
                    <a:pt x="95" y="0"/>
                  </a:moveTo>
                  <a:cubicBezTo>
                    <a:pt x="0" y="668"/>
                    <a:pt x="119" y="1145"/>
                    <a:pt x="119" y="1145"/>
                  </a:cubicBezTo>
                  <a:cubicBezTo>
                    <a:pt x="310" y="2004"/>
                    <a:pt x="1383" y="2337"/>
                    <a:pt x="1741" y="2433"/>
                  </a:cubicBezTo>
                  <a:cubicBezTo>
                    <a:pt x="1932" y="2838"/>
                    <a:pt x="2170" y="3220"/>
                    <a:pt x="2361" y="3554"/>
                  </a:cubicBezTo>
                  <a:cubicBezTo>
                    <a:pt x="2600" y="4007"/>
                    <a:pt x="2862" y="4412"/>
                    <a:pt x="3124" y="4842"/>
                  </a:cubicBezTo>
                  <a:cubicBezTo>
                    <a:pt x="3330" y="4951"/>
                    <a:pt x="3516" y="4991"/>
                    <a:pt x="3676" y="4991"/>
                  </a:cubicBezTo>
                  <a:cubicBezTo>
                    <a:pt x="4110" y="4991"/>
                    <a:pt x="4365" y="4699"/>
                    <a:pt x="4365" y="4699"/>
                  </a:cubicBezTo>
                  <a:cubicBezTo>
                    <a:pt x="4389" y="3792"/>
                    <a:pt x="4245" y="2910"/>
                    <a:pt x="4055" y="2027"/>
                  </a:cubicBezTo>
                  <a:cubicBezTo>
                    <a:pt x="3959" y="1717"/>
                    <a:pt x="3578" y="644"/>
                    <a:pt x="3363" y="0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086;p74">
              <a:extLst>
                <a:ext uri="{FF2B5EF4-FFF2-40B4-BE49-F238E27FC236}">
                  <a16:creationId xmlns:a16="http://schemas.microsoft.com/office/drawing/2014/main" id="{2DD35439-D6BC-42F4-A2E0-57836D50CCFA}"/>
                </a:ext>
              </a:extLst>
            </p:cNvPr>
            <p:cNvSpPr/>
            <p:nvPr/>
          </p:nvSpPr>
          <p:spPr>
            <a:xfrm>
              <a:off x="9163327" y="5440825"/>
              <a:ext cx="146588" cy="105847"/>
            </a:xfrm>
            <a:custGeom>
              <a:avLst/>
              <a:gdLst/>
              <a:ahLst/>
              <a:cxnLst/>
              <a:rect l="l" t="t" r="r" b="b"/>
              <a:pathLst>
                <a:path w="3411" h="2463" extrusionOk="0">
                  <a:moveTo>
                    <a:pt x="1026" y="0"/>
                  </a:moveTo>
                  <a:lnTo>
                    <a:pt x="143" y="24"/>
                  </a:lnTo>
                  <a:cubicBezTo>
                    <a:pt x="143" y="24"/>
                    <a:pt x="191" y="930"/>
                    <a:pt x="191" y="1264"/>
                  </a:cubicBezTo>
                  <a:cubicBezTo>
                    <a:pt x="191" y="1288"/>
                    <a:pt x="143" y="1455"/>
                    <a:pt x="143" y="1503"/>
                  </a:cubicBezTo>
                  <a:cubicBezTo>
                    <a:pt x="119" y="1550"/>
                    <a:pt x="72" y="1646"/>
                    <a:pt x="72" y="1694"/>
                  </a:cubicBezTo>
                  <a:cubicBezTo>
                    <a:pt x="48" y="1861"/>
                    <a:pt x="0" y="2099"/>
                    <a:pt x="119" y="2266"/>
                  </a:cubicBezTo>
                  <a:lnTo>
                    <a:pt x="167" y="2314"/>
                  </a:lnTo>
                  <a:cubicBezTo>
                    <a:pt x="239" y="2361"/>
                    <a:pt x="716" y="2385"/>
                    <a:pt x="859" y="2385"/>
                  </a:cubicBezTo>
                  <a:cubicBezTo>
                    <a:pt x="1002" y="2385"/>
                    <a:pt x="1145" y="2409"/>
                    <a:pt x="1312" y="2409"/>
                  </a:cubicBezTo>
                  <a:cubicBezTo>
                    <a:pt x="1535" y="2449"/>
                    <a:pt x="1733" y="2462"/>
                    <a:pt x="1899" y="2462"/>
                  </a:cubicBezTo>
                  <a:cubicBezTo>
                    <a:pt x="2231" y="2462"/>
                    <a:pt x="2433" y="2409"/>
                    <a:pt x="2433" y="2409"/>
                  </a:cubicBezTo>
                  <a:cubicBezTo>
                    <a:pt x="3411" y="2242"/>
                    <a:pt x="3339" y="2027"/>
                    <a:pt x="3339" y="2027"/>
                  </a:cubicBezTo>
                  <a:cubicBezTo>
                    <a:pt x="3220" y="1908"/>
                    <a:pt x="3101" y="1908"/>
                    <a:pt x="3053" y="1884"/>
                  </a:cubicBezTo>
                  <a:cubicBezTo>
                    <a:pt x="3005" y="1884"/>
                    <a:pt x="2194" y="1765"/>
                    <a:pt x="2194" y="1765"/>
                  </a:cubicBezTo>
                  <a:cubicBezTo>
                    <a:pt x="2194" y="1765"/>
                    <a:pt x="1479" y="1455"/>
                    <a:pt x="1073" y="1240"/>
                  </a:cubicBezTo>
                  <a:cubicBezTo>
                    <a:pt x="906" y="763"/>
                    <a:pt x="1026" y="0"/>
                    <a:pt x="1026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087;p74">
              <a:extLst>
                <a:ext uri="{FF2B5EF4-FFF2-40B4-BE49-F238E27FC236}">
                  <a16:creationId xmlns:a16="http://schemas.microsoft.com/office/drawing/2014/main" id="{CA23A685-003F-4D0B-8A2B-D3C36A3D414C}"/>
                </a:ext>
              </a:extLst>
            </p:cNvPr>
            <p:cNvSpPr/>
            <p:nvPr/>
          </p:nvSpPr>
          <p:spPr>
            <a:xfrm>
              <a:off x="9184857" y="5439793"/>
              <a:ext cx="5157" cy="6188"/>
            </a:xfrm>
            <a:custGeom>
              <a:avLst/>
              <a:gdLst/>
              <a:ahLst/>
              <a:cxnLst/>
              <a:rect l="l" t="t" r="r" b="b"/>
              <a:pathLst>
                <a:path w="120" h="144" extrusionOk="0">
                  <a:moveTo>
                    <a:pt x="0" y="0"/>
                  </a:moveTo>
                  <a:cubicBezTo>
                    <a:pt x="24" y="48"/>
                    <a:pt x="24" y="96"/>
                    <a:pt x="48" y="143"/>
                  </a:cubicBezTo>
                  <a:cubicBezTo>
                    <a:pt x="72" y="96"/>
                    <a:pt x="72" y="48"/>
                    <a:pt x="119" y="0"/>
                  </a:cubicBezTo>
                  <a:close/>
                </a:path>
              </a:pathLst>
            </a:custGeom>
            <a:solidFill>
              <a:srgbClr val="F4D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88;p74">
              <a:extLst>
                <a:ext uri="{FF2B5EF4-FFF2-40B4-BE49-F238E27FC236}">
                  <a16:creationId xmlns:a16="http://schemas.microsoft.com/office/drawing/2014/main" id="{918C9BDF-CD12-4859-A359-750621ED1986}"/>
                </a:ext>
              </a:extLst>
            </p:cNvPr>
            <p:cNvSpPr/>
            <p:nvPr/>
          </p:nvSpPr>
          <p:spPr>
            <a:xfrm>
              <a:off x="9163327" y="5497165"/>
              <a:ext cx="145556" cy="47444"/>
            </a:xfrm>
            <a:custGeom>
              <a:avLst/>
              <a:gdLst/>
              <a:ahLst/>
              <a:cxnLst/>
              <a:rect l="l" t="t" r="r" b="b"/>
              <a:pathLst>
                <a:path w="3387" h="1104" extrusionOk="0">
                  <a:moveTo>
                    <a:pt x="167" y="1"/>
                  </a:moveTo>
                  <a:cubicBezTo>
                    <a:pt x="167" y="49"/>
                    <a:pt x="143" y="144"/>
                    <a:pt x="143" y="144"/>
                  </a:cubicBezTo>
                  <a:cubicBezTo>
                    <a:pt x="119" y="239"/>
                    <a:pt x="72" y="311"/>
                    <a:pt x="72" y="359"/>
                  </a:cubicBezTo>
                  <a:cubicBezTo>
                    <a:pt x="72" y="502"/>
                    <a:pt x="0" y="740"/>
                    <a:pt x="72" y="883"/>
                  </a:cubicBezTo>
                  <a:lnTo>
                    <a:pt x="143" y="955"/>
                  </a:lnTo>
                  <a:cubicBezTo>
                    <a:pt x="191" y="979"/>
                    <a:pt x="668" y="1003"/>
                    <a:pt x="835" y="1003"/>
                  </a:cubicBezTo>
                  <a:cubicBezTo>
                    <a:pt x="978" y="1003"/>
                    <a:pt x="1121" y="1050"/>
                    <a:pt x="1264" y="1050"/>
                  </a:cubicBezTo>
                  <a:cubicBezTo>
                    <a:pt x="1495" y="1090"/>
                    <a:pt x="1699" y="1103"/>
                    <a:pt x="1868" y="1103"/>
                  </a:cubicBezTo>
                  <a:cubicBezTo>
                    <a:pt x="2208" y="1103"/>
                    <a:pt x="2409" y="1050"/>
                    <a:pt x="2409" y="1050"/>
                  </a:cubicBezTo>
                  <a:cubicBezTo>
                    <a:pt x="3387" y="860"/>
                    <a:pt x="3292" y="645"/>
                    <a:pt x="3292" y="645"/>
                  </a:cubicBezTo>
                  <a:cubicBezTo>
                    <a:pt x="3172" y="526"/>
                    <a:pt x="3053" y="526"/>
                    <a:pt x="3029" y="502"/>
                  </a:cubicBezTo>
                  <a:cubicBezTo>
                    <a:pt x="2981" y="502"/>
                    <a:pt x="2171" y="383"/>
                    <a:pt x="2171" y="383"/>
                  </a:cubicBezTo>
                  <a:cubicBezTo>
                    <a:pt x="2171" y="383"/>
                    <a:pt x="1837" y="263"/>
                    <a:pt x="1503" y="120"/>
                  </a:cubicBezTo>
                  <a:lnTo>
                    <a:pt x="1479" y="120"/>
                  </a:lnTo>
                  <a:cubicBezTo>
                    <a:pt x="1293" y="164"/>
                    <a:pt x="1103" y="193"/>
                    <a:pt x="914" y="193"/>
                  </a:cubicBezTo>
                  <a:cubicBezTo>
                    <a:pt x="691" y="193"/>
                    <a:pt x="470" y="152"/>
                    <a:pt x="263" y="49"/>
                  </a:cubicBezTo>
                  <a:cubicBezTo>
                    <a:pt x="239" y="25"/>
                    <a:pt x="191" y="25"/>
                    <a:pt x="167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089;p74">
              <a:extLst>
                <a:ext uri="{FF2B5EF4-FFF2-40B4-BE49-F238E27FC236}">
                  <a16:creationId xmlns:a16="http://schemas.microsoft.com/office/drawing/2014/main" id="{F9E3957F-2194-416F-8159-25934FDE1C3A}"/>
                </a:ext>
              </a:extLst>
            </p:cNvPr>
            <p:cNvSpPr/>
            <p:nvPr/>
          </p:nvSpPr>
          <p:spPr>
            <a:xfrm>
              <a:off x="9156150" y="5243097"/>
              <a:ext cx="58446" cy="216207"/>
            </a:xfrm>
            <a:custGeom>
              <a:avLst/>
              <a:gdLst/>
              <a:ahLst/>
              <a:cxnLst/>
              <a:rect l="l" t="t" r="r" b="b"/>
              <a:pathLst>
                <a:path w="1360" h="5031" extrusionOk="0">
                  <a:moveTo>
                    <a:pt x="733" y="1"/>
                  </a:moveTo>
                  <a:cubicBezTo>
                    <a:pt x="612" y="1"/>
                    <a:pt x="496" y="25"/>
                    <a:pt x="406" y="70"/>
                  </a:cubicBezTo>
                  <a:cubicBezTo>
                    <a:pt x="48" y="260"/>
                    <a:pt x="72" y="737"/>
                    <a:pt x="48" y="1095"/>
                  </a:cubicBezTo>
                  <a:cubicBezTo>
                    <a:pt x="0" y="1453"/>
                    <a:pt x="0" y="1763"/>
                    <a:pt x="0" y="2121"/>
                  </a:cubicBezTo>
                  <a:cubicBezTo>
                    <a:pt x="0" y="3122"/>
                    <a:pt x="119" y="4076"/>
                    <a:pt x="310" y="5031"/>
                  </a:cubicBezTo>
                  <a:cubicBezTo>
                    <a:pt x="310" y="5031"/>
                    <a:pt x="1264" y="4959"/>
                    <a:pt x="1240" y="4935"/>
                  </a:cubicBezTo>
                  <a:cubicBezTo>
                    <a:pt x="1264" y="3719"/>
                    <a:pt x="1360" y="1095"/>
                    <a:pt x="1360" y="666"/>
                  </a:cubicBezTo>
                  <a:cubicBezTo>
                    <a:pt x="1360" y="451"/>
                    <a:pt x="1312" y="213"/>
                    <a:pt x="1121" y="93"/>
                  </a:cubicBezTo>
                  <a:cubicBezTo>
                    <a:pt x="1008" y="31"/>
                    <a:pt x="868" y="1"/>
                    <a:pt x="733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090;p74">
              <a:extLst>
                <a:ext uri="{FF2B5EF4-FFF2-40B4-BE49-F238E27FC236}">
                  <a16:creationId xmlns:a16="http://schemas.microsoft.com/office/drawing/2014/main" id="{DE5E680C-FE38-4147-8CF0-BAB6B052A8B1}"/>
                </a:ext>
              </a:extLst>
            </p:cNvPr>
            <p:cNvSpPr/>
            <p:nvPr/>
          </p:nvSpPr>
          <p:spPr>
            <a:xfrm>
              <a:off x="9158170" y="4795082"/>
              <a:ext cx="12377" cy="25656"/>
            </a:xfrm>
            <a:custGeom>
              <a:avLst/>
              <a:gdLst/>
              <a:ahLst/>
              <a:cxnLst/>
              <a:rect l="l" t="t" r="r" b="b"/>
              <a:pathLst>
                <a:path w="288" h="597" extrusionOk="0">
                  <a:moveTo>
                    <a:pt x="144" y="0"/>
                  </a:moveTo>
                  <a:lnTo>
                    <a:pt x="1" y="549"/>
                  </a:lnTo>
                  <a:lnTo>
                    <a:pt x="287" y="597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091;p74">
              <a:extLst>
                <a:ext uri="{FF2B5EF4-FFF2-40B4-BE49-F238E27FC236}">
                  <a16:creationId xmlns:a16="http://schemas.microsoft.com/office/drawing/2014/main" id="{5110FF33-A547-4D15-9978-953DD3BF0548}"/>
                </a:ext>
              </a:extLst>
            </p:cNvPr>
            <p:cNvSpPr/>
            <p:nvPr/>
          </p:nvSpPr>
          <p:spPr>
            <a:xfrm>
              <a:off x="9086445" y="4795082"/>
              <a:ext cx="42073" cy="78429"/>
            </a:xfrm>
            <a:custGeom>
              <a:avLst/>
              <a:gdLst/>
              <a:ahLst/>
              <a:cxnLst/>
              <a:rect l="l" t="t" r="r" b="b"/>
              <a:pathLst>
                <a:path w="979" h="1825" extrusionOk="0">
                  <a:moveTo>
                    <a:pt x="48" y="0"/>
                  </a:moveTo>
                  <a:lnTo>
                    <a:pt x="0" y="1431"/>
                  </a:lnTo>
                  <a:cubicBezTo>
                    <a:pt x="0" y="1431"/>
                    <a:pt x="0" y="1551"/>
                    <a:pt x="167" y="1694"/>
                  </a:cubicBezTo>
                  <a:cubicBezTo>
                    <a:pt x="275" y="1789"/>
                    <a:pt x="454" y="1825"/>
                    <a:pt x="618" y="1825"/>
                  </a:cubicBezTo>
                  <a:cubicBezTo>
                    <a:pt x="781" y="1825"/>
                    <a:pt x="931" y="1789"/>
                    <a:pt x="978" y="1741"/>
                  </a:cubicBezTo>
                  <a:cubicBezTo>
                    <a:pt x="978" y="1741"/>
                    <a:pt x="954" y="740"/>
                    <a:pt x="954" y="573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092;p74">
              <a:extLst>
                <a:ext uri="{FF2B5EF4-FFF2-40B4-BE49-F238E27FC236}">
                  <a16:creationId xmlns:a16="http://schemas.microsoft.com/office/drawing/2014/main" id="{7AEB0E50-AC8B-41F4-9E5F-3880B55E8FCC}"/>
                </a:ext>
              </a:extLst>
            </p:cNvPr>
            <p:cNvSpPr/>
            <p:nvPr/>
          </p:nvSpPr>
          <p:spPr>
            <a:xfrm>
              <a:off x="9084382" y="4747939"/>
              <a:ext cx="86165" cy="98499"/>
            </a:xfrm>
            <a:custGeom>
              <a:avLst/>
              <a:gdLst/>
              <a:ahLst/>
              <a:cxnLst/>
              <a:rect l="l" t="t" r="r" b="b"/>
              <a:pathLst>
                <a:path w="2005" h="2292" extrusionOk="0">
                  <a:moveTo>
                    <a:pt x="191" y="0"/>
                  </a:moveTo>
                  <a:lnTo>
                    <a:pt x="120" y="501"/>
                  </a:lnTo>
                  <a:lnTo>
                    <a:pt x="48" y="1264"/>
                  </a:lnTo>
                  <a:lnTo>
                    <a:pt x="1" y="1479"/>
                  </a:lnTo>
                  <a:cubicBezTo>
                    <a:pt x="356" y="2060"/>
                    <a:pt x="853" y="2292"/>
                    <a:pt x="1219" y="2292"/>
                  </a:cubicBezTo>
                  <a:cubicBezTo>
                    <a:pt x="1393" y="2292"/>
                    <a:pt x="1538" y="2239"/>
                    <a:pt x="1623" y="2147"/>
                  </a:cubicBezTo>
                  <a:cubicBezTo>
                    <a:pt x="1885" y="1837"/>
                    <a:pt x="2004" y="239"/>
                    <a:pt x="2004" y="239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093;p74">
              <a:extLst>
                <a:ext uri="{FF2B5EF4-FFF2-40B4-BE49-F238E27FC236}">
                  <a16:creationId xmlns:a16="http://schemas.microsoft.com/office/drawing/2014/main" id="{35466747-62BB-42B6-BF90-7E97A84D84CC}"/>
                </a:ext>
              </a:extLst>
            </p:cNvPr>
            <p:cNvSpPr/>
            <p:nvPr/>
          </p:nvSpPr>
          <p:spPr>
            <a:xfrm>
              <a:off x="9060832" y="4726924"/>
              <a:ext cx="143536" cy="118439"/>
            </a:xfrm>
            <a:custGeom>
              <a:avLst/>
              <a:gdLst/>
              <a:ahLst/>
              <a:cxnLst/>
              <a:rect l="l" t="t" r="r" b="b"/>
              <a:pathLst>
                <a:path w="3340" h="2756" extrusionOk="0">
                  <a:moveTo>
                    <a:pt x="1289" y="0"/>
                  </a:moveTo>
                  <a:cubicBezTo>
                    <a:pt x="962" y="0"/>
                    <a:pt x="670" y="89"/>
                    <a:pt x="596" y="275"/>
                  </a:cubicBezTo>
                  <a:cubicBezTo>
                    <a:pt x="596" y="275"/>
                    <a:pt x="0" y="346"/>
                    <a:pt x="143" y="1133"/>
                  </a:cubicBezTo>
                  <a:cubicBezTo>
                    <a:pt x="262" y="1944"/>
                    <a:pt x="501" y="2636"/>
                    <a:pt x="668" y="2684"/>
                  </a:cubicBezTo>
                  <a:lnTo>
                    <a:pt x="954" y="2755"/>
                  </a:lnTo>
                  <a:cubicBezTo>
                    <a:pt x="954" y="2755"/>
                    <a:pt x="1574" y="1419"/>
                    <a:pt x="1789" y="1324"/>
                  </a:cubicBezTo>
                  <a:cubicBezTo>
                    <a:pt x="1980" y="1205"/>
                    <a:pt x="2648" y="1372"/>
                    <a:pt x="2981" y="847"/>
                  </a:cubicBezTo>
                  <a:cubicBezTo>
                    <a:pt x="3339" y="346"/>
                    <a:pt x="3125" y="60"/>
                    <a:pt x="2981" y="36"/>
                  </a:cubicBezTo>
                  <a:cubicBezTo>
                    <a:pt x="2978" y="36"/>
                    <a:pt x="2974" y="35"/>
                    <a:pt x="2970" y="35"/>
                  </a:cubicBezTo>
                  <a:cubicBezTo>
                    <a:pt x="2841" y="35"/>
                    <a:pt x="2671" y="316"/>
                    <a:pt x="2407" y="316"/>
                  </a:cubicBezTo>
                  <a:cubicBezTo>
                    <a:pt x="2329" y="316"/>
                    <a:pt x="2243" y="291"/>
                    <a:pt x="2147" y="227"/>
                  </a:cubicBezTo>
                  <a:cubicBezTo>
                    <a:pt x="1928" y="77"/>
                    <a:pt x="1593" y="0"/>
                    <a:pt x="1289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094;p74">
              <a:extLst>
                <a:ext uri="{FF2B5EF4-FFF2-40B4-BE49-F238E27FC236}">
                  <a16:creationId xmlns:a16="http://schemas.microsoft.com/office/drawing/2014/main" id="{71EB808F-C857-469B-899A-C4CF649B73A5}"/>
                </a:ext>
              </a:extLst>
            </p:cNvPr>
            <p:cNvSpPr/>
            <p:nvPr/>
          </p:nvSpPr>
          <p:spPr>
            <a:xfrm>
              <a:off x="9109007" y="4780643"/>
              <a:ext cx="24625" cy="40096"/>
            </a:xfrm>
            <a:custGeom>
              <a:avLst/>
              <a:gdLst/>
              <a:ahLst/>
              <a:cxnLst/>
              <a:rect l="l" t="t" r="r" b="b"/>
              <a:pathLst>
                <a:path w="573" h="933" extrusionOk="0">
                  <a:moveTo>
                    <a:pt x="337" y="1"/>
                  </a:moveTo>
                  <a:cubicBezTo>
                    <a:pt x="293" y="1"/>
                    <a:pt x="250" y="15"/>
                    <a:pt x="215" y="50"/>
                  </a:cubicBezTo>
                  <a:cubicBezTo>
                    <a:pt x="0" y="193"/>
                    <a:pt x="0" y="670"/>
                    <a:pt x="429" y="933"/>
                  </a:cubicBezTo>
                  <a:lnTo>
                    <a:pt x="573" y="169"/>
                  </a:lnTo>
                  <a:cubicBezTo>
                    <a:pt x="556" y="85"/>
                    <a:pt x="443" y="1"/>
                    <a:pt x="337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095;p74">
              <a:extLst>
                <a:ext uri="{FF2B5EF4-FFF2-40B4-BE49-F238E27FC236}">
                  <a16:creationId xmlns:a16="http://schemas.microsoft.com/office/drawing/2014/main" id="{066CA723-DA87-4994-8D7B-A9743E64D697}"/>
                </a:ext>
              </a:extLst>
            </p:cNvPr>
            <p:cNvSpPr/>
            <p:nvPr/>
          </p:nvSpPr>
          <p:spPr>
            <a:xfrm>
              <a:off x="9020822" y="4857611"/>
              <a:ext cx="158922" cy="247407"/>
            </a:xfrm>
            <a:custGeom>
              <a:avLst/>
              <a:gdLst/>
              <a:ahLst/>
              <a:cxnLst/>
              <a:rect l="l" t="t" r="r" b="b"/>
              <a:pathLst>
                <a:path w="3698" h="5757" extrusionOk="0">
                  <a:moveTo>
                    <a:pt x="1575" y="0"/>
                  </a:moveTo>
                  <a:cubicBezTo>
                    <a:pt x="1337" y="0"/>
                    <a:pt x="1074" y="24"/>
                    <a:pt x="860" y="72"/>
                  </a:cubicBezTo>
                  <a:cubicBezTo>
                    <a:pt x="740" y="96"/>
                    <a:pt x="573" y="167"/>
                    <a:pt x="502" y="286"/>
                  </a:cubicBezTo>
                  <a:cubicBezTo>
                    <a:pt x="1" y="1193"/>
                    <a:pt x="25" y="5557"/>
                    <a:pt x="25" y="5557"/>
                  </a:cubicBezTo>
                  <a:cubicBezTo>
                    <a:pt x="472" y="5701"/>
                    <a:pt x="902" y="5757"/>
                    <a:pt x="1301" y="5757"/>
                  </a:cubicBezTo>
                  <a:cubicBezTo>
                    <a:pt x="2690" y="5757"/>
                    <a:pt x="3698" y="5080"/>
                    <a:pt x="3698" y="5080"/>
                  </a:cubicBezTo>
                  <a:lnTo>
                    <a:pt x="3388" y="4055"/>
                  </a:lnTo>
                  <a:cubicBezTo>
                    <a:pt x="3245" y="3626"/>
                    <a:pt x="3245" y="3101"/>
                    <a:pt x="3268" y="2624"/>
                  </a:cubicBezTo>
                  <a:cubicBezTo>
                    <a:pt x="3268" y="2338"/>
                    <a:pt x="3316" y="2075"/>
                    <a:pt x="3340" y="1789"/>
                  </a:cubicBezTo>
                  <a:cubicBezTo>
                    <a:pt x="3364" y="1479"/>
                    <a:pt x="3364" y="1074"/>
                    <a:pt x="3245" y="764"/>
                  </a:cubicBezTo>
                  <a:cubicBezTo>
                    <a:pt x="3030" y="120"/>
                    <a:pt x="2147" y="48"/>
                    <a:pt x="1575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096;p74">
              <a:extLst>
                <a:ext uri="{FF2B5EF4-FFF2-40B4-BE49-F238E27FC236}">
                  <a16:creationId xmlns:a16="http://schemas.microsoft.com/office/drawing/2014/main" id="{DC38825F-893D-498A-929E-16ECFE68DD20}"/>
                </a:ext>
              </a:extLst>
            </p:cNvPr>
            <p:cNvSpPr/>
            <p:nvPr/>
          </p:nvSpPr>
          <p:spPr>
            <a:xfrm>
              <a:off x="9211502" y="4855548"/>
              <a:ext cx="92267" cy="168032"/>
            </a:xfrm>
            <a:custGeom>
              <a:avLst/>
              <a:gdLst/>
              <a:ahLst/>
              <a:cxnLst/>
              <a:rect l="l" t="t" r="r" b="b"/>
              <a:pathLst>
                <a:path w="2147" h="3910" extrusionOk="0">
                  <a:moveTo>
                    <a:pt x="2147" y="1"/>
                  </a:moveTo>
                  <a:cubicBezTo>
                    <a:pt x="1765" y="24"/>
                    <a:pt x="1455" y="239"/>
                    <a:pt x="1216" y="525"/>
                  </a:cubicBezTo>
                  <a:cubicBezTo>
                    <a:pt x="1216" y="740"/>
                    <a:pt x="1264" y="931"/>
                    <a:pt x="1264" y="931"/>
                  </a:cubicBezTo>
                  <a:lnTo>
                    <a:pt x="1073" y="1217"/>
                  </a:lnTo>
                  <a:cubicBezTo>
                    <a:pt x="596" y="1932"/>
                    <a:pt x="0" y="2648"/>
                    <a:pt x="96" y="3578"/>
                  </a:cubicBezTo>
                  <a:cubicBezTo>
                    <a:pt x="96" y="3650"/>
                    <a:pt x="119" y="3769"/>
                    <a:pt x="191" y="3841"/>
                  </a:cubicBezTo>
                  <a:cubicBezTo>
                    <a:pt x="236" y="3888"/>
                    <a:pt x="284" y="3909"/>
                    <a:pt x="336" y="3909"/>
                  </a:cubicBezTo>
                  <a:cubicBezTo>
                    <a:pt x="856" y="3909"/>
                    <a:pt x="1650" y="1688"/>
                    <a:pt x="1694" y="1384"/>
                  </a:cubicBezTo>
                  <a:cubicBezTo>
                    <a:pt x="1789" y="978"/>
                    <a:pt x="2027" y="716"/>
                    <a:pt x="2123" y="311"/>
                  </a:cubicBezTo>
                  <a:cubicBezTo>
                    <a:pt x="2147" y="191"/>
                    <a:pt x="2147" y="72"/>
                    <a:pt x="2147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097;p74">
              <a:extLst>
                <a:ext uri="{FF2B5EF4-FFF2-40B4-BE49-F238E27FC236}">
                  <a16:creationId xmlns:a16="http://schemas.microsoft.com/office/drawing/2014/main" id="{30B3B5DC-3C72-480F-9FDF-D521F3E4691D}"/>
                </a:ext>
              </a:extLst>
            </p:cNvPr>
            <p:cNvSpPr/>
            <p:nvPr/>
          </p:nvSpPr>
          <p:spPr>
            <a:xfrm>
              <a:off x="9261697" y="4837112"/>
              <a:ext cx="22605" cy="56426"/>
            </a:xfrm>
            <a:custGeom>
              <a:avLst/>
              <a:gdLst/>
              <a:ahLst/>
              <a:cxnLst/>
              <a:rect l="l" t="t" r="r" b="b"/>
              <a:pathLst>
                <a:path w="526" h="1313" extrusionOk="0">
                  <a:moveTo>
                    <a:pt x="526" y="907"/>
                  </a:moveTo>
                  <a:cubicBezTo>
                    <a:pt x="526" y="907"/>
                    <a:pt x="406" y="907"/>
                    <a:pt x="382" y="716"/>
                  </a:cubicBezTo>
                  <a:cubicBezTo>
                    <a:pt x="335" y="549"/>
                    <a:pt x="239" y="120"/>
                    <a:pt x="239" y="120"/>
                  </a:cubicBezTo>
                  <a:cubicBezTo>
                    <a:pt x="239" y="120"/>
                    <a:pt x="168" y="0"/>
                    <a:pt x="120" y="24"/>
                  </a:cubicBezTo>
                  <a:cubicBezTo>
                    <a:pt x="96" y="96"/>
                    <a:pt x="1" y="239"/>
                    <a:pt x="96" y="477"/>
                  </a:cubicBezTo>
                  <a:cubicBezTo>
                    <a:pt x="96" y="477"/>
                    <a:pt x="144" y="692"/>
                    <a:pt x="120" y="787"/>
                  </a:cubicBezTo>
                  <a:cubicBezTo>
                    <a:pt x="96" y="859"/>
                    <a:pt x="25" y="1074"/>
                    <a:pt x="120" y="1288"/>
                  </a:cubicBezTo>
                  <a:cubicBezTo>
                    <a:pt x="96" y="1312"/>
                    <a:pt x="526" y="1264"/>
                    <a:pt x="526" y="907"/>
                  </a:cubicBezTo>
                  <a:close/>
                </a:path>
              </a:pathLst>
            </a:custGeom>
            <a:solidFill>
              <a:srgbClr val="ECB3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098;p74">
              <a:extLst>
                <a:ext uri="{FF2B5EF4-FFF2-40B4-BE49-F238E27FC236}">
                  <a16:creationId xmlns:a16="http://schemas.microsoft.com/office/drawing/2014/main" id="{97088AAB-C19B-4769-AF11-3B6D5964E691}"/>
                </a:ext>
              </a:extLst>
            </p:cNvPr>
            <p:cNvSpPr/>
            <p:nvPr/>
          </p:nvSpPr>
          <p:spPr>
            <a:xfrm>
              <a:off x="9129506" y="4897578"/>
              <a:ext cx="111735" cy="127120"/>
            </a:xfrm>
            <a:custGeom>
              <a:avLst/>
              <a:gdLst/>
              <a:ahLst/>
              <a:cxnLst/>
              <a:rect l="l" t="t" r="r" b="b"/>
              <a:pathLst>
                <a:path w="2600" h="2958" extrusionOk="0">
                  <a:moveTo>
                    <a:pt x="692" y="0"/>
                  </a:moveTo>
                  <a:cubicBezTo>
                    <a:pt x="573" y="0"/>
                    <a:pt x="429" y="0"/>
                    <a:pt x="334" y="96"/>
                  </a:cubicBezTo>
                  <a:cubicBezTo>
                    <a:pt x="0" y="454"/>
                    <a:pt x="334" y="883"/>
                    <a:pt x="573" y="1193"/>
                  </a:cubicBezTo>
                  <a:lnTo>
                    <a:pt x="930" y="1646"/>
                  </a:lnTo>
                  <a:cubicBezTo>
                    <a:pt x="1193" y="1980"/>
                    <a:pt x="1431" y="2290"/>
                    <a:pt x="1693" y="2624"/>
                  </a:cubicBezTo>
                  <a:cubicBezTo>
                    <a:pt x="1813" y="2743"/>
                    <a:pt x="1908" y="2886"/>
                    <a:pt x="2051" y="2934"/>
                  </a:cubicBezTo>
                  <a:cubicBezTo>
                    <a:pt x="2123" y="2958"/>
                    <a:pt x="2218" y="2958"/>
                    <a:pt x="2266" y="2958"/>
                  </a:cubicBezTo>
                  <a:cubicBezTo>
                    <a:pt x="2457" y="2886"/>
                    <a:pt x="2600" y="2743"/>
                    <a:pt x="2576" y="2529"/>
                  </a:cubicBezTo>
                  <a:cubicBezTo>
                    <a:pt x="2528" y="2338"/>
                    <a:pt x="2385" y="2147"/>
                    <a:pt x="2290" y="2004"/>
                  </a:cubicBezTo>
                  <a:cubicBezTo>
                    <a:pt x="2170" y="1789"/>
                    <a:pt x="2027" y="1622"/>
                    <a:pt x="1908" y="1431"/>
                  </a:cubicBezTo>
                  <a:cubicBezTo>
                    <a:pt x="1693" y="1145"/>
                    <a:pt x="1503" y="859"/>
                    <a:pt x="1288" y="597"/>
                  </a:cubicBezTo>
                  <a:cubicBezTo>
                    <a:pt x="1169" y="454"/>
                    <a:pt x="1050" y="239"/>
                    <a:pt x="906" y="120"/>
                  </a:cubicBezTo>
                  <a:cubicBezTo>
                    <a:pt x="835" y="48"/>
                    <a:pt x="787" y="24"/>
                    <a:pt x="692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099;p74">
              <a:extLst>
                <a:ext uri="{FF2B5EF4-FFF2-40B4-BE49-F238E27FC236}">
                  <a16:creationId xmlns:a16="http://schemas.microsoft.com/office/drawing/2014/main" id="{E267FF76-7BFD-4EF4-AEC9-5E8B1CC43FE4}"/>
                </a:ext>
              </a:extLst>
            </p:cNvPr>
            <p:cNvSpPr/>
            <p:nvPr/>
          </p:nvSpPr>
          <p:spPr>
            <a:xfrm>
              <a:off x="9106944" y="4871363"/>
              <a:ext cx="90247" cy="87755"/>
            </a:xfrm>
            <a:custGeom>
              <a:avLst/>
              <a:gdLst/>
              <a:ahLst/>
              <a:cxnLst/>
              <a:rect l="l" t="t" r="r" b="b"/>
              <a:pathLst>
                <a:path w="2100" h="2042" extrusionOk="0">
                  <a:moveTo>
                    <a:pt x="830" y="0"/>
                  </a:moveTo>
                  <a:cubicBezTo>
                    <a:pt x="734" y="0"/>
                    <a:pt x="639" y="33"/>
                    <a:pt x="549" y="110"/>
                  </a:cubicBezTo>
                  <a:cubicBezTo>
                    <a:pt x="0" y="587"/>
                    <a:pt x="716" y="1588"/>
                    <a:pt x="954" y="2041"/>
                  </a:cubicBezTo>
                  <a:lnTo>
                    <a:pt x="2099" y="1254"/>
                  </a:lnTo>
                  <a:cubicBezTo>
                    <a:pt x="2099" y="1254"/>
                    <a:pt x="1428" y="0"/>
                    <a:pt x="83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00;p74">
              <a:extLst>
                <a:ext uri="{FF2B5EF4-FFF2-40B4-BE49-F238E27FC236}">
                  <a16:creationId xmlns:a16="http://schemas.microsoft.com/office/drawing/2014/main" id="{75011266-12E1-48B7-9D4C-D32F30D41222}"/>
                </a:ext>
              </a:extLst>
            </p:cNvPr>
            <p:cNvSpPr/>
            <p:nvPr/>
          </p:nvSpPr>
          <p:spPr>
            <a:xfrm>
              <a:off x="10278485" y="5148680"/>
              <a:ext cx="114829" cy="22605"/>
            </a:xfrm>
            <a:custGeom>
              <a:avLst/>
              <a:gdLst/>
              <a:ahLst/>
              <a:cxnLst/>
              <a:rect l="l" t="t" r="r" b="b"/>
              <a:pathLst>
                <a:path w="2672" h="526" extrusionOk="0">
                  <a:moveTo>
                    <a:pt x="0" y="1"/>
                  </a:moveTo>
                  <a:lnTo>
                    <a:pt x="0" y="526"/>
                  </a:lnTo>
                  <a:lnTo>
                    <a:pt x="2672" y="526"/>
                  </a:lnTo>
                  <a:lnTo>
                    <a:pt x="2672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01;p74">
              <a:extLst>
                <a:ext uri="{FF2B5EF4-FFF2-40B4-BE49-F238E27FC236}">
                  <a16:creationId xmlns:a16="http://schemas.microsoft.com/office/drawing/2014/main" id="{92958000-5A57-4364-B470-A8569ECDA7DC}"/>
                </a:ext>
              </a:extLst>
            </p:cNvPr>
            <p:cNvSpPr/>
            <p:nvPr/>
          </p:nvSpPr>
          <p:spPr>
            <a:xfrm>
              <a:off x="10328723" y="5298319"/>
              <a:ext cx="113798" cy="23636"/>
            </a:xfrm>
            <a:custGeom>
              <a:avLst/>
              <a:gdLst/>
              <a:ahLst/>
              <a:cxnLst/>
              <a:rect l="l" t="t" r="r" b="b"/>
              <a:pathLst>
                <a:path w="2648" h="550" extrusionOk="0">
                  <a:moveTo>
                    <a:pt x="0" y="1"/>
                  </a:moveTo>
                  <a:lnTo>
                    <a:pt x="0" y="550"/>
                  </a:lnTo>
                  <a:lnTo>
                    <a:pt x="2647" y="550"/>
                  </a:lnTo>
                  <a:lnTo>
                    <a:pt x="2647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02;p74">
              <a:extLst>
                <a:ext uri="{FF2B5EF4-FFF2-40B4-BE49-F238E27FC236}">
                  <a16:creationId xmlns:a16="http://schemas.microsoft.com/office/drawing/2014/main" id="{D0C9DC9F-F8A4-4920-AD3F-5A23A8CB8058}"/>
                </a:ext>
              </a:extLst>
            </p:cNvPr>
            <p:cNvSpPr/>
            <p:nvPr/>
          </p:nvSpPr>
          <p:spPr>
            <a:xfrm>
              <a:off x="10357387" y="5433648"/>
              <a:ext cx="136360" cy="22562"/>
            </a:xfrm>
            <a:custGeom>
              <a:avLst/>
              <a:gdLst/>
              <a:ahLst/>
              <a:cxnLst/>
              <a:rect l="l" t="t" r="r" b="b"/>
              <a:pathLst>
                <a:path w="3173" h="525" extrusionOk="0">
                  <a:moveTo>
                    <a:pt x="1" y="0"/>
                  </a:moveTo>
                  <a:lnTo>
                    <a:pt x="1" y="525"/>
                  </a:lnTo>
                  <a:lnTo>
                    <a:pt x="3173" y="525"/>
                  </a:lnTo>
                  <a:lnTo>
                    <a:pt x="3173" y="0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03;p74">
              <a:extLst>
                <a:ext uri="{FF2B5EF4-FFF2-40B4-BE49-F238E27FC236}">
                  <a16:creationId xmlns:a16="http://schemas.microsoft.com/office/drawing/2014/main" id="{6F2F1165-43D2-45E1-85B1-4C33C4B9131F}"/>
                </a:ext>
              </a:extLst>
            </p:cNvPr>
            <p:cNvSpPr/>
            <p:nvPr/>
          </p:nvSpPr>
          <p:spPr>
            <a:xfrm>
              <a:off x="10240538" y="4991865"/>
              <a:ext cx="97424" cy="23636"/>
            </a:xfrm>
            <a:custGeom>
              <a:avLst/>
              <a:gdLst/>
              <a:ahLst/>
              <a:cxnLst/>
              <a:rect l="l" t="t" r="r" b="b"/>
              <a:pathLst>
                <a:path w="2267" h="550" extrusionOk="0">
                  <a:moveTo>
                    <a:pt x="1" y="1"/>
                  </a:moveTo>
                  <a:lnTo>
                    <a:pt x="1" y="549"/>
                  </a:lnTo>
                  <a:lnTo>
                    <a:pt x="2267" y="549"/>
                  </a:lnTo>
                  <a:lnTo>
                    <a:pt x="2267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04;p74">
              <a:extLst>
                <a:ext uri="{FF2B5EF4-FFF2-40B4-BE49-F238E27FC236}">
                  <a16:creationId xmlns:a16="http://schemas.microsoft.com/office/drawing/2014/main" id="{D369A46D-A549-4DFC-937B-4365803E6167}"/>
                </a:ext>
              </a:extLst>
            </p:cNvPr>
            <p:cNvSpPr/>
            <p:nvPr/>
          </p:nvSpPr>
          <p:spPr>
            <a:xfrm>
              <a:off x="10191375" y="4842226"/>
              <a:ext cx="97381" cy="17448"/>
            </a:xfrm>
            <a:custGeom>
              <a:avLst/>
              <a:gdLst/>
              <a:ahLst/>
              <a:cxnLst/>
              <a:rect l="l" t="t" r="r" b="b"/>
              <a:pathLst>
                <a:path w="2266" h="406" extrusionOk="0">
                  <a:moveTo>
                    <a:pt x="0" y="1"/>
                  </a:moveTo>
                  <a:lnTo>
                    <a:pt x="0" y="406"/>
                  </a:lnTo>
                  <a:lnTo>
                    <a:pt x="2266" y="406"/>
                  </a:lnTo>
                  <a:lnTo>
                    <a:pt x="2266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05;p74">
              <a:extLst>
                <a:ext uri="{FF2B5EF4-FFF2-40B4-BE49-F238E27FC236}">
                  <a16:creationId xmlns:a16="http://schemas.microsoft.com/office/drawing/2014/main" id="{83676214-D6F0-4959-8499-5EB6A7BCC188}"/>
                </a:ext>
              </a:extLst>
            </p:cNvPr>
            <p:cNvSpPr/>
            <p:nvPr/>
          </p:nvSpPr>
          <p:spPr>
            <a:xfrm>
              <a:off x="10186218" y="4842226"/>
              <a:ext cx="212211" cy="705220"/>
            </a:xfrm>
            <a:custGeom>
              <a:avLst/>
              <a:gdLst/>
              <a:ahLst/>
              <a:cxnLst/>
              <a:rect l="l" t="t" r="r" b="b"/>
              <a:pathLst>
                <a:path w="4938" h="16410" extrusionOk="0">
                  <a:moveTo>
                    <a:pt x="1" y="1"/>
                  </a:moveTo>
                  <a:lnTo>
                    <a:pt x="4103" y="16410"/>
                  </a:lnTo>
                  <a:lnTo>
                    <a:pt x="4938" y="16410"/>
                  </a:lnTo>
                  <a:lnTo>
                    <a:pt x="812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06;p74">
              <a:extLst>
                <a:ext uri="{FF2B5EF4-FFF2-40B4-BE49-F238E27FC236}">
                  <a16:creationId xmlns:a16="http://schemas.microsoft.com/office/drawing/2014/main" id="{D98D5F5E-0B1B-4EBA-9CA7-B2F1D5C44798}"/>
                </a:ext>
              </a:extLst>
            </p:cNvPr>
            <p:cNvSpPr/>
            <p:nvPr/>
          </p:nvSpPr>
          <p:spPr>
            <a:xfrm>
              <a:off x="9867472" y="4842226"/>
              <a:ext cx="262448" cy="705220"/>
            </a:xfrm>
            <a:custGeom>
              <a:avLst/>
              <a:gdLst/>
              <a:ahLst/>
              <a:cxnLst/>
              <a:rect l="l" t="t" r="r" b="b"/>
              <a:pathLst>
                <a:path w="6107" h="16410" extrusionOk="0">
                  <a:moveTo>
                    <a:pt x="5391" y="1"/>
                  </a:moveTo>
                  <a:lnTo>
                    <a:pt x="0" y="16410"/>
                  </a:lnTo>
                  <a:lnTo>
                    <a:pt x="692" y="16410"/>
                  </a:lnTo>
                  <a:lnTo>
                    <a:pt x="6106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07;p74">
              <a:extLst>
                <a:ext uri="{FF2B5EF4-FFF2-40B4-BE49-F238E27FC236}">
                  <a16:creationId xmlns:a16="http://schemas.microsoft.com/office/drawing/2014/main" id="{47B3FF5B-6511-4BB3-A8D4-A43D7FD2008E}"/>
                </a:ext>
              </a:extLst>
            </p:cNvPr>
            <p:cNvSpPr/>
            <p:nvPr/>
          </p:nvSpPr>
          <p:spPr>
            <a:xfrm>
              <a:off x="9954583" y="5307559"/>
              <a:ext cx="127163" cy="23636"/>
            </a:xfrm>
            <a:custGeom>
              <a:avLst/>
              <a:gdLst/>
              <a:ahLst/>
              <a:cxnLst/>
              <a:rect l="l" t="t" r="r" b="b"/>
              <a:pathLst>
                <a:path w="2959" h="550" extrusionOk="0">
                  <a:moveTo>
                    <a:pt x="263" y="1"/>
                  </a:moveTo>
                  <a:cubicBezTo>
                    <a:pt x="144" y="1"/>
                    <a:pt x="1" y="120"/>
                    <a:pt x="1" y="263"/>
                  </a:cubicBezTo>
                  <a:cubicBezTo>
                    <a:pt x="1" y="430"/>
                    <a:pt x="120" y="549"/>
                    <a:pt x="263" y="549"/>
                  </a:cubicBezTo>
                  <a:lnTo>
                    <a:pt x="2696" y="549"/>
                  </a:lnTo>
                  <a:cubicBezTo>
                    <a:pt x="2839" y="549"/>
                    <a:pt x="2958" y="430"/>
                    <a:pt x="2958" y="263"/>
                  </a:cubicBezTo>
                  <a:cubicBezTo>
                    <a:pt x="2958" y="120"/>
                    <a:pt x="2839" y="1"/>
                    <a:pt x="2696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08;p74">
              <a:extLst>
                <a:ext uri="{FF2B5EF4-FFF2-40B4-BE49-F238E27FC236}">
                  <a16:creationId xmlns:a16="http://schemas.microsoft.com/office/drawing/2014/main" id="{3BB54E56-690F-4364-A2D0-319678719693}"/>
                </a:ext>
              </a:extLst>
            </p:cNvPr>
            <p:cNvSpPr/>
            <p:nvPr/>
          </p:nvSpPr>
          <p:spPr>
            <a:xfrm>
              <a:off x="9909502" y="5456167"/>
              <a:ext cx="127120" cy="22605"/>
            </a:xfrm>
            <a:custGeom>
              <a:avLst/>
              <a:gdLst/>
              <a:ahLst/>
              <a:cxnLst/>
              <a:rect l="l" t="t" r="r" b="b"/>
              <a:pathLst>
                <a:path w="2958" h="526" extrusionOk="0">
                  <a:moveTo>
                    <a:pt x="286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06"/>
                    <a:pt x="119" y="526"/>
                    <a:pt x="286" y="526"/>
                  </a:cubicBezTo>
                  <a:lnTo>
                    <a:pt x="2695" y="526"/>
                  </a:lnTo>
                  <a:cubicBezTo>
                    <a:pt x="2838" y="526"/>
                    <a:pt x="2958" y="406"/>
                    <a:pt x="2958" y="263"/>
                  </a:cubicBezTo>
                  <a:cubicBezTo>
                    <a:pt x="2958" y="120"/>
                    <a:pt x="2838" y="1"/>
                    <a:pt x="2695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09;p74">
              <a:extLst>
                <a:ext uri="{FF2B5EF4-FFF2-40B4-BE49-F238E27FC236}">
                  <a16:creationId xmlns:a16="http://schemas.microsoft.com/office/drawing/2014/main" id="{8B4B834A-DA37-4B7C-B96C-09F3763FE173}"/>
                </a:ext>
              </a:extLst>
            </p:cNvPr>
            <p:cNvSpPr/>
            <p:nvPr/>
          </p:nvSpPr>
          <p:spPr>
            <a:xfrm>
              <a:off x="10005852" y="5154826"/>
              <a:ext cx="127120" cy="23636"/>
            </a:xfrm>
            <a:custGeom>
              <a:avLst/>
              <a:gdLst/>
              <a:ahLst/>
              <a:cxnLst/>
              <a:rect l="l" t="t" r="r" b="b"/>
              <a:pathLst>
                <a:path w="2958" h="550" extrusionOk="0">
                  <a:moveTo>
                    <a:pt x="263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30"/>
                    <a:pt x="119" y="549"/>
                    <a:pt x="263" y="549"/>
                  </a:cubicBezTo>
                  <a:lnTo>
                    <a:pt x="2695" y="549"/>
                  </a:lnTo>
                  <a:cubicBezTo>
                    <a:pt x="2838" y="549"/>
                    <a:pt x="2958" y="430"/>
                    <a:pt x="2958" y="263"/>
                  </a:cubicBezTo>
                  <a:cubicBezTo>
                    <a:pt x="2958" y="120"/>
                    <a:pt x="2838" y="1"/>
                    <a:pt x="2695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10;p74">
              <a:extLst>
                <a:ext uri="{FF2B5EF4-FFF2-40B4-BE49-F238E27FC236}">
                  <a16:creationId xmlns:a16="http://schemas.microsoft.com/office/drawing/2014/main" id="{06C3894C-C97A-4A17-AB07-C3DEC0CD1598}"/>
                </a:ext>
              </a:extLst>
            </p:cNvPr>
            <p:cNvSpPr/>
            <p:nvPr/>
          </p:nvSpPr>
          <p:spPr>
            <a:xfrm>
              <a:off x="10056047" y="4998010"/>
              <a:ext cx="119986" cy="22605"/>
            </a:xfrm>
            <a:custGeom>
              <a:avLst/>
              <a:gdLst/>
              <a:ahLst/>
              <a:cxnLst/>
              <a:rect l="l" t="t" r="r" b="b"/>
              <a:pathLst>
                <a:path w="2792" h="526" extrusionOk="0"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cubicBezTo>
                    <a:pt x="1" y="406"/>
                    <a:pt x="120" y="526"/>
                    <a:pt x="263" y="526"/>
                  </a:cubicBezTo>
                  <a:lnTo>
                    <a:pt x="2529" y="526"/>
                  </a:lnTo>
                  <a:cubicBezTo>
                    <a:pt x="2672" y="526"/>
                    <a:pt x="2791" y="406"/>
                    <a:pt x="2791" y="263"/>
                  </a:cubicBezTo>
                  <a:cubicBezTo>
                    <a:pt x="2791" y="120"/>
                    <a:pt x="2672" y="1"/>
                    <a:pt x="2529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11;p74">
              <a:extLst>
                <a:ext uri="{FF2B5EF4-FFF2-40B4-BE49-F238E27FC236}">
                  <a16:creationId xmlns:a16="http://schemas.microsoft.com/office/drawing/2014/main" id="{9A47C960-5813-4870-A5D5-E34806F2918F}"/>
                </a:ext>
              </a:extLst>
            </p:cNvPr>
            <p:cNvSpPr/>
            <p:nvPr/>
          </p:nvSpPr>
          <p:spPr>
            <a:xfrm>
              <a:off x="10102202" y="4842226"/>
              <a:ext cx="97381" cy="22605"/>
            </a:xfrm>
            <a:custGeom>
              <a:avLst/>
              <a:gdLst/>
              <a:ahLst/>
              <a:cxnLst/>
              <a:rect l="l" t="t" r="r" b="b"/>
              <a:pathLst>
                <a:path w="2266" h="526" extrusionOk="0">
                  <a:moveTo>
                    <a:pt x="119" y="1"/>
                  </a:moveTo>
                  <a:cubicBezTo>
                    <a:pt x="24" y="72"/>
                    <a:pt x="0" y="120"/>
                    <a:pt x="0" y="239"/>
                  </a:cubicBezTo>
                  <a:cubicBezTo>
                    <a:pt x="0" y="406"/>
                    <a:pt x="119" y="525"/>
                    <a:pt x="262" y="525"/>
                  </a:cubicBezTo>
                  <a:lnTo>
                    <a:pt x="1980" y="525"/>
                  </a:lnTo>
                  <a:cubicBezTo>
                    <a:pt x="2147" y="525"/>
                    <a:pt x="2266" y="406"/>
                    <a:pt x="2266" y="239"/>
                  </a:cubicBezTo>
                  <a:cubicBezTo>
                    <a:pt x="2266" y="120"/>
                    <a:pt x="2242" y="48"/>
                    <a:pt x="2147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12;p74">
              <a:extLst>
                <a:ext uri="{FF2B5EF4-FFF2-40B4-BE49-F238E27FC236}">
                  <a16:creationId xmlns:a16="http://schemas.microsoft.com/office/drawing/2014/main" id="{09DBE1E9-536E-44D6-B0D2-4F08E8F6FE4F}"/>
                </a:ext>
              </a:extLst>
            </p:cNvPr>
            <p:cNvSpPr/>
            <p:nvPr/>
          </p:nvSpPr>
          <p:spPr>
            <a:xfrm>
              <a:off x="10004820" y="4842226"/>
              <a:ext cx="216293" cy="705220"/>
            </a:xfrm>
            <a:custGeom>
              <a:avLst/>
              <a:gdLst/>
              <a:ahLst/>
              <a:cxnLst/>
              <a:rect l="l" t="t" r="r" b="b"/>
              <a:pathLst>
                <a:path w="5033" h="16410" extrusionOk="0">
                  <a:moveTo>
                    <a:pt x="4174" y="1"/>
                  </a:moveTo>
                  <a:lnTo>
                    <a:pt x="0" y="16410"/>
                  </a:lnTo>
                  <a:lnTo>
                    <a:pt x="1050" y="16410"/>
                  </a:lnTo>
                  <a:lnTo>
                    <a:pt x="5033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14;p74">
              <a:extLst>
                <a:ext uri="{FF2B5EF4-FFF2-40B4-BE49-F238E27FC236}">
                  <a16:creationId xmlns:a16="http://schemas.microsoft.com/office/drawing/2014/main" id="{B727453E-9BDA-4B7D-8905-B88787DC3EAA}"/>
                </a:ext>
              </a:extLst>
            </p:cNvPr>
            <p:cNvSpPr/>
            <p:nvPr/>
          </p:nvSpPr>
          <p:spPr>
            <a:xfrm>
              <a:off x="10139074" y="4842226"/>
              <a:ext cx="180452" cy="20542"/>
            </a:xfrm>
            <a:custGeom>
              <a:avLst/>
              <a:gdLst/>
              <a:ahLst/>
              <a:cxnLst/>
              <a:rect l="l" t="t" r="r" b="b"/>
              <a:pathLst>
                <a:path w="419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4198" y="478"/>
                  </a:lnTo>
                  <a:lnTo>
                    <a:pt x="4031" y="1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3961;p72">
            <a:extLst>
              <a:ext uri="{FF2B5EF4-FFF2-40B4-BE49-F238E27FC236}">
                <a16:creationId xmlns:a16="http://schemas.microsoft.com/office/drawing/2014/main" id="{6E6B292E-C8C2-4DC3-A3B7-3B929424F16B}"/>
              </a:ext>
            </a:extLst>
          </p:cNvPr>
          <p:cNvSpPr txBox="1">
            <a:spLocks/>
          </p:cNvSpPr>
          <p:nvPr/>
        </p:nvSpPr>
        <p:spPr>
          <a:xfrm>
            <a:off x="1441721" y="5417681"/>
            <a:ext cx="5685200" cy="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Modificarea cerințelor clienților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1" name="Google Shape;3967;p72">
            <a:extLst>
              <a:ext uri="{FF2B5EF4-FFF2-40B4-BE49-F238E27FC236}">
                <a16:creationId xmlns:a16="http://schemas.microsoft.com/office/drawing/2014/main" id="{0D71E29A-5312-47F9-8CAC-052C6F82B1F8}"/>
              </a:ext>
            </a:extLst>
          </p:cNvPr>
          <p:cNvSpPr/>
          <p:nvPr/>
        </p:nvSpPr>
        <p:spPr>
          <a:xfrm>
            <a:off x="1024188" y="5535414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2" name="Google Shape;3961;p72">
            <a:extLst>
              <a:ext uri="{FF2B5EF4-FFF2-40B4-BE49-F238E27FC236}">
                <a16:creationId xmlns:a16="http://schemas.microsoft.com/office/drawing/2014/main" id="{95619FBA-EECB-4A2D-8D04-BC406B79694D}"/>
              </a:ext>
            </a:extLst>
          </p:cNvPr>
          <p:cNvSpPr txBox="1">
            <a:spLocks/>
          </p:cNvSpPr>
          <p:nvPr/>
        </p:nvSpPr>
        <p:spPr>
          <a:xfrm>
            <a:off x="1432200" y="6071933"/>
            <a:ext cx="5685200" cy="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 de timp, resurse, infrastructură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3" name="Google Shape;3967;p72">
            <a:extLst>
              <a:ext uri="{FF2B5EF4-FFF2-40B4-BE49-F238E27FC236}">
                <a16:creationId xmlns:a16="http://schemas.microsoft.com/office/drawing/2014/main" id="{BC645148-E361-47D5-A3ED-DA661440938C}"/>
              </a:ext>
            </a:extLst>
          </p:cNvPr>
          <p:cNvSpPr/>
          <p:nvPr/>
        </p:nvSpPr>
        <p:spPr>
          <a:xfrm>
            <a:off x="1014667" y="6189666"/>
            <a:ext cx="327200" cy="327200"/>
          </a:xfrm>
          <a:prstGeom prst="mathPlus">
            <a:avLst>
              <a:gd name="adj1" fmla="val 23520"/>
            </a:avLst>
          </a:pr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659258" y="2414455"/>
            <a:ext cx="1788193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ro-RO" dirty="0"/>
              <a:t>Soluții</a:t>
            </a:r>
            <a:endParaRPr dirty="0"/>
          </a:p>
        </p:txBody>
      </p:sp>
      <p:sp>
        <p:nvSpPr>
          <p:cNvPr id="3636" name="Google Shape;3636;p60"/>
          <p:cNvSpPr/>
          <p:nvPr/>
        </p:nvSpPr>
        <p:spPr>
          <a:xfrm>
            <a:off x="3951843" y="3255055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37" name="Google Shape;3637;p60"/>
          <p:cNvSpPr/>
          <p:nvPr/>
        </p:nvSpPr>
        <p:spPr>
          <a:xfrm>
            <a:off x="3329090" y="2127616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38" name="Google Shape;3638;p60"/>
          <p:cNvSpPr/>
          <p:nvPr/>
        </p:nvSpPr>
        <p:spPr>
          <a:xfrm>
            <a:off x="2909110" y="1036000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39" name="Google Shape;3639;p60"/>
          <p:cNvSpPr/>
          <p:nvPr/>
        </p:nvSpPr>
        <p:spPr>
          <a:xfrm>
            <a:off x="5108261" y="5437771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40" name="Google Shape;3640;p60"/>
          <p:cNvSpPr txBox="1">
            <a:spLocks noGrp="1"/>
          </p:cNvSpPr>
          <p:nvPr>
            <p:ph type="subTitle" idx="1"/>
          </p:nvPr>
        </p:nvSpPr>
        <p:spPr>
          <a:xfrm>
            <a:off x="3969080" y="1014800"/>
            <a:ext cx="5248258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Creșterea nivelului de disciplină și rigurozitate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1" name="Google Shape;3641;p60"/>
          <p:cNvSpPr txBox="1">
            <a:spLocks noGrp="1"/>
          </p:cNvSpPr>
          <p:nvPr>
            <p:ph type="subTitle" idx="2"/>
          </p:nvPr>
        </p:nvSpPr>
        <p:spPr>
          <a:xfrm>
            <a:off x="4357509" y="2193008"/>
            <a:ext cx="6423168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Etapizare, planificare, coordonare, stabilire rezultate (livrabile) </a:t>
            </a:r>
            <a:endParaRPr sz="1900" dirty="0"/>
          </a:p>
        </p:txBody>
      </p:sp>
      <p:sp>
        <p:nvSpPr>
          <p:cNvPr id="3642" name="Google Shape;3642;p60"/>
          <p:cNvSpPr txBox="1">
            <a:spLocks noGrp="1"/>
          </p:cNvSpPr>
          <p:nvPr>
            <p:ph type="subTitle" idx="3"/>
          </p:nvPr>
        </p:nvSpPr>
        <p:spPr>
          <a:xfrm>
            <a:off x="4902868" y="3191421"/>
            <a:ext cx="6320768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Facilitarea comunicării între membrii echipei de dezvoltare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5374540" y="4314596"/>
            <a:ext cx="3184400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Folosirea de modele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4" name="Google Shape;3644;p60"/>
          <p:cNvSpPr/>
          <p:nvPr/>
        </p:nvSpPr>
        <p:spPr>
          <a:xfrm>
            <a:off x="5317291" y="5666224"/>
            <a:ext cx="390155" cy="273093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45" name="Google Shape;3645;p60"/>
          <p:cNvSpPr/>
          <p:nvPr/>
        </p:nvSpPr>
        <p:spPr>
          <a:xfrm>
            <a:off x="4104669" y="3454517"/>
            <a:ext cx="390140" cy="286100"/>
          </a:xfrm>
          <a:custGeom>
            <a:avLst/>
            <a:gdLst/>
            <a:ahLst/>
            <a:cxnLst/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46" name="Google Shape;3646;p60"/>
          <p:cNvSpPr/>
          <p:nvPr/>
        </p:nvSpPr>
        <p:spPr>
          <a:xfrm>
            <a:off x="3513910" y="2297536"/>
            <a:ext cx="390140" cy="390160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47" name="Google Shape;3647;p60"/>
          <p:cNvSpPr/>
          <p:nvPr/>
        </p:nvSpPr>
        <p:spPr>
          <a:xfrm>
            <a:off x="3085918" y="1155792"/>
            <a:ext cx="416147" cy="390145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rgbClr val="FF721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3648" name="Google Shape;3648;p60"/>
          <p:cNvCxnSpPr>
            <a:cxnSpLocks/>
            <a:stCxn id="3638" idx="5"/>
            <a:endCxn id="3637" idx="0"/>
          </p:cNvCxnSpPr>
          <p:nvPr/>
        </p:nvCxnSpPr>
        <p:spPr>
          <a:xfrm>
            <a:off x="3531863" y="1659094"/>
            <a:ext cx="162027" cy="4685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649" name="Google Shape;3649;p60"/>
          <p:cNvCxnSpPr>
            <a:cxnSpLocks/>
            <a:stCxn id="3637" idx="5"/>
          </p:cNvCxnSpPr>
          <p:nvPr/>
        </p:nvCxnSpPr>
        <p:spPr>
          <a:xfrm>
            <a:off x="3951843" y="2750710"/>
            <a:ext cx="210596" cy="56065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650" name="Google Shape;3650;p60"/>
          <p:cNvCxnSpPr>
            <a:cxnSpLocks/>
          </p:cNvCxnSpPr>
          <p:nvPr/>
        </p:nvCxnSpPr>
        <p:spPr>
          <a:xfrm>
            <a:off x="4499517" y="3980142"/>
            <a:ext cx="198797" cy="387488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9" name="Google Shape;3643;p60">
            <a:extLst>
              <a:ext uri="{FF2B5EF4-FFF2-40B4-BE49-F238E27FC236}">
                <a16:creationId xmlns:a16="http://schemas.microsoft.com/office/drawing/2014/main" id="{EA786C60-10B4-497E-ACC7-F7D450852955}"/>
              </a:ext>
            </a:extLst>
          </p:cNvPr>
          <p:cNvSpPr txBox="1">
            <a:spLocks/>
          </p:cNvSpPr>
          <p:nvPr/>
        </p:nvSpPr>
        <p:spPr>
          <a:xfrm>
            <a:off x="5967186" y="5481315"/>
            <a:ext cx="31844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Utilizarea de standarde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573;p58">
            <a:extLst>
              <a:ext uri="{FF2B5EF4-FFF2-40B4-BE49-F238E27FC236}">
                <a16:creationId xmlns:a16="http://schemas.microsoft.com/office/drawing/2014/main" id="{924978CA-1610-4AC6-8928-8884091AF56D}"/>
              </a:ext>
            </a:extLst>
          </p:cNvPr>
          <p:cNvSpPr/>
          <p:nvPr/>
        </p:nvSpPr>
        <p:spPr>
          <a:xfrm>
            <a:off x="4499517" y="4325196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597;p58">
            <a:extLst>
              <a:ext uri="{FF2B5EF4-FFF2-40B4-BE49-F238E27FC236}">
                <a16:creationId xmlns:a16="http://schemas.microsoft.com/office/drawing/2014/main" id="{19244117-31D3-41A5-B823-8DADC5508977}"/>
              </a:ext>
            </a:extLst>
          </p:cNvPr>
          <p:cNvGrpSpPr/>
          <p:nvPr/>
        </p:nvGrpSpPr>
        <p:grpSpPr>
          <a:xfrm>
            <a:off x="4677458" y="4503373"/>
            <a:ext cx="373718" cy="373646"/>
            <a:chOff x="-44914800" y="2342000"/>
            <a:chExt cx="300900" cy="300875"/>
          </a:xfrm>
        </p:grpSpPr>
        <p:sp>
          <p:nvSpPr>
            <p:cNvPr id="33" name="Google Shape;3598;p58">
              <a:extLst>
                <a:ext uri="{FF2B5EF4-FFF2-40B4-BE49-F238E27FC236}">
                  <a16:creationId xmlns:a16="http://schemas.microsoft.com/office/drawing/2014/main" id="{7D15DF4F-4251-4C7B-AACD-6A0D5AA10BC2}"/>
                </a:ext>
              </a:extLst>
            </p:cNvPr>
            <p:cNvSpPr/>
            <p:nvPr/>
          </p:nvSpPr>
          <p:spPr>
            <a:xfrm>
              <a:off x="-44914800" y="2342000"/>
              <a:ext cx="300900" cy="300875"/>
            </a:xfrm>
            <a:custGeom>
              <a:avLst/>
              <a:gdLst/>
              <a:ahLst/>
              <a:cxnLst/>
              <a:rect l="l" t="t" r="r" b="b"/>
              <a:pathLst>
                <a:path w="12036" h="12035" extrusionOk="0">
                  <a:moveTo>
                    <a:pt x="1450" y="725"/>
                  </a:moveTo>
                  <a:lnTo>
                    <a:pt x="1450" y="1418"/>
                  </a:ln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11311" y="725"/>
                  </a:moveTo>
                  <a:lnTo>
                    <a:pt x="11311" y="1418"/>
                  </a:lnTo>
                  <a:lnTo>
                    <a:pt x="10618" y="1418"/>
                  </a:lnTo>
                  <a:lnTo>
                    <a:pt x="10618" y="725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1" y="2142"/>
                    <a:pt x="10240" y="2142"/>
                  </a:cubicBezTo>
                  <a:lnTo>
                    <a:pt x="10618" y="2142"/>
                  </a:lnTo>
                  <a:lnTo>
                    <a:pt x="10618" y="9893"/>
                  </a:lnTo>
                  <a:lnTo>
                    <a:pt x="10240" y="9893"/>
                  </a:lnTo>
                  <a:cubicBezTo>
                    <a:pt x="10051" y="9893"/>
                    <a:pt x="9893" y="10050"/>
                    <a:pt x="9893" y="10239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39"/>
                  </a:lnTo>
                  <a:cubicBezTo>
                    <a:pt x="2143" y="10050"/>
                    <a:pt x="1985" y="9893"/>
                    <a:pt x="1796" y="9893"/>
                  </a:cubicBezTo>
                  <a:lnTo>
                    <a:pt x="1450" y="9893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1418" y="10617"/>
                  </a:moveTo>
                  <a:lnTo>
                    <a:pt x="1418" y="11310"/>
                  </a:lnTo>
                  <a:lnTo>
                    <a:pt x="725" y="11310"/>
                  </a:lnTo>
                  <a:lnTo>
                    <a:pt x="725" y="10617"/>
                  </a:lnTo>
                  <a:close/>
                  <a:moveTo>
                    <a:pt x="11311" y="10617"/>
                  </a:moveTo>
                  <a:lnTo>
                    <a:pt x="11311" y="11310"/>
                  </a:lnTo>
                  <a:lnTo>
                    <a:pt x="10618" y="11310"/>
                  </a:lnTo>
                  <a:lnTo>
                    <a:pt x="10618" y="10617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64"/>
                  </a:lnTo>
                  <a:cubicBezTo>
                    <a:pt x="1" y="1985"/>
                    <a:pt x="158" y="2142"/>
                    <a:pt x="379" y="2142"/>
                  </a:cubicBezTo>
                  <a:lnTo>
                    <a:pt x="725" y="2142"/>
                  </a:lnTo>
                  <a:lnTo>
                    <a:pt x="725" y="9893"/>
                  </a:lnTo>
                  <a:lnTo>
                    <a:pt x="379" y="9893"/>
                  </a:lnTo>
                  <a:cubicBezTo>
                    <a:pt x="158" y="9893"/>
                    <a:pt x="1" y="10050"/>
                    <a:pt x="1" y="10239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79" y="12035"/>
                  </a:cubicBezTo>
                  <a:lnTo>
                    <a:pt x="1796" y="12035"/>
                  </a:lnTo>
                  <a:cubicBezTo>
                    <a:pt x="1985" y="12035"/>
                    <a:pt x="2143" y="11877"/>
                    <a:pt x="2143" y="11657"/>
                  </a:cubicBezTo>
                  <a:lnTo>
                    <a:pt x="2143" y="11310"/>
                  </a:lnTo>
                  <a:lnTo>
                    <a:pt x="9893" y="11310"/>
                  </a:lnTo>
                  <a:lnTo>
                    <a:pt x="9893" y="11657"/>
                  </a:lnTo>
                  <a:cubicBezTo>
                    <a:pt x="9893" y="11877"/>
                    <a:pt x="10051" y="12035"/>
                    <a:pt x="10240" y="12035"/>
                  </a:cubicBezTo>
                  <a:lnTo>
                    <a:pt x="11657" y="12035"/>
                  </a:lnTo>
                  <a:cubicBezTo>
                    <a:pt x="11878" y="12035"/>
                    <a:pt x="12036" y="11877"/>
                    <a:pt x="12036" y="11657"/>
                  </a:cubicBezTo>
                  <a:lnTo>
                    <a:pt x="12036" y="10239"/>
                  </a:lnTo>
                  <a:cubicBezTo>
                    <a:pt x="12036" y="10050"/>
                    <a:pt x="11878" y="9893"/>
                    <a:pt x="11657" y="9893"/>
                  </a:cubicBezTo>
                  <a:lnTo>
                    <a:pt x="11311" y="9893"/>
                  </a:lnTo>
                  <a:lnTo>
                    <a:pt x="11311" y="2142"/>
                  </a:lnTo>
                  <a:lnTo>
                    <a:pt x="11657" y="2142"/>
                  </a:lnTo>
                  <a:cubicBezTo>
                    <a:pt x="11878" y="2142"/>
                    <a:pt x="12036" y="1985"/>
                    <a:pt x="12036" y="1764"/>
                  </a:cubicBezTo>
                  <a:lnTo>
                    <a:pt x="12036" y="378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599;p58">
              <a:extLst>
                <a:ext uri="{FF2B5EF4-FFF2-40B4-BE49-F238E27FC236}">
                  <a16:creationId xmlns:a16="http://schemas.microsoft.com/office/drawing/2014/main" id="{9670D05C-ABD0-4350-97EE-AEA4F5A456BA}"/>
                </a:ext>
              </a:extLst>
            </p:cNvPr>
            <p:cNvSpPr/>
            <p:nvPr/>
          </p:nvSpPr>
          <p:spPr>
            <a:xfrm>
              <a:off x="-44860450" y="2412875"/>
              <a:ext cx="193000" cy="159125"/>
            </a:xfrm>
            <a:custGeom>
              <a:avLst/>
              <a:gdLst/>
              <a:ahLst/>
              <a:cxnLst/>
              <a:rect l="l" t="t" r="r" b="b"/>
              <a:pathLst>
                <a:path w="7720" h="6365" extrusionOk="0">
                  <a:moveTo>
                    <a:pt x="7026" y="694"/>
                  </a:moveTo>
                  <a:lnTo>
                    <a:pt x="7026" y="725"/>
                  </a:lnTo>
                  <a:lnTo>
                    <a:pt x="7026" y="5136"/>
                  </a:lnTo>
                  <a:lnTo>
                    <a:pt x="5514" y="3624"/>
                  </a:lnTo>
                  <a:cubicBezTo>
                    <a:pt x="5451" y="3561"/>
                    <a:pt x="5356" y="3498"/>
                    <a:pt x="5262" y="3498"/>
                  </a:cubicBezTo>
                  <a:cubicBezTo>
                    <a:pt x="5167" y="3498"/>
                    <a:pt x="5041" y="3561"/>
                    <a:pt x="5010" y="3624"/>
                  </a:cubicBezTo>
                  <a:lnTo>
                    <a:pt x="3907" y="4821"/>
                  </a:lnTo>
                  <a:lnTo>
                    <a:pt x="2678" y="3592"/>
                  </a:lnTo>
                  <a:cubicBezTo>
                    <a:pt x="2615" y="3529"/>
                    <a:pt x="2529" y="3498"/>
                    <a:pt x="2438" y="3498"/>
                  </a:cubicBezTo>
                  <a:cubicBezTo>
                    <a:pt x="2348" y="3498"/>
                    <a:pt x="2253" y="3529"/>
                    <a:pt x="2174" y="3592"/>
                  </a:cubicBezTo>
                  <a:lnTo>
                    <a:pt x="662" y="5104"/>
                  </a:lnTo>
                  <a:lnTo>
                    <a:pt x="662" y="694"/>
                  </a:lnTo>
                  <a:close/>
                  <a:moveTo>
                    <a:pt x="2458" y="4380"/>
                  </a:moveTo>
                  <a:lnTo>
                    <a:pt x="3718" y="5640"/>
                  </a:lnTo>
                  <a:lnTo>
                    <a:pt x="1198" y="5640"/>
                  </a:lnTo>
                  <a:lnTo>
                    <a:pt x="2458" y="4380"/>
                  </a:lnTo>
                  <a:close/>
                  <a:moveTo>
                    <a:pt x="5293" y="4411"/>
                  </a:moveTo>
                  <a:lnTo>
                    <a:pt x="6554" y="5671"/>
                  </a:lnTo>
                  <a:lnTo>
                    <a:pt x="4695" y="5671"/>
                  </a:lnTo>
                  <a:lnTo>
                    <a:pt x="4695" y="5640"/>
                  </a:lnTo>
                  <a:lnTo>
                    <a:pt x="4411" y="5356"/>
                  </a:lnTo>
                  <a:lnTo>
                    <a:pt x="5293" y="4411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5986"/>
                  </a:lnTo>
                  <a:cubicBezTo>
                    <a:pt x="0" y="6207"/>
                    <a:pt x="158" y="6365"/>
                    <a:pt x="347" y="6365"/>
                  </a:cubicBezTo>
                  <a:lnTo>
                    <a:pt x="7373" y="6365"/>
                  </a:lnTo>
                  <a:cubicBezTo>
                    <a:pt x="7562" y="6365"/>
                    <a:pt x="7719" y="6207"/>
                    <a:pt x="7719" y="5986"/>
                  </a:cubicBezTo>
                  <a:lnTo>
                    <a:pt x="7719" y="379"/>
                  </a:lnTo>
                  <a:cubicBezTo>
                    <a:pt x="7719" y="158"/>
                    <a:pt x="7562" y="1"/>
                    <a:pt x="7373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00;p58">
              <a:extLst>
                <a:ext uri="{FF2B5EF4-FFF2-40B4-BE49-F238E27FC236}">
                  <a16:creationId xmlns:a16="http://schemas.microsoft.com/office/drawing/2014/main" id="{FB4EE6D3-F5D6-4606-9DA0-9D4007AAE4AF}"/>
                </a:ext>
              </a:extLst>
            </p:cNvPr>
            <p:cNvSpPr/>
            <p:nvPr/>
          </p:nvSpPr>
          <p:spPr>
            <a:xfrm>
              <a:off x="-44791150" y="243965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041" y="725"/>
                  </a:moveTo>
                  <a:cubicBezTo>
                    <a:pt x="1261" y="725"/>
                    <a:pt x="1419" y="883"/>
                    <a:pt x="1419" y="1072"/>
                  </a:cubicBezTo>
                  <a:cubicBezTo>
                    <a:pt x="1419" y="1261"/>
                    <a:pt x="1261" y="1418"/>
                    <a:pt x="1041" y="1418"/>
                  </a:cubicBezTo>
                  <a:cubicBezTo>
                    <a:pt x="852" y="1418"/>
                    <a:pt x="694" y="1261"/>
                    <a:pt x="694" y="1072"/>
                  </a:cubicBezTo>
                  <a:cubicBezTo>
                    <a:pt x="694" y="883"/>
                    <a:pt x="852" y="725"/>
                    <a:pt x="1041" y="725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32" y="1670"/>
                    <a:pt x="505" y="2143"/>
                    <a:pt x="1041" y="2143"/>
                  </a:cubicBezTo>
                  <a:cubicBezTo>
                    <a:pt x="1639" y="2143"/>
                    <a:pt x="2112" y="1670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" name="Google Shape;3650;p60">
            <a:extLst>
              <a:ext uri="{FF2B5EF4-FFF2-40B4-BE49-F238E27FC236}">
                <a16:creationId xmlns:a16="http://schemas.microsoft.com/office/drawing/2014/main" id="{E2936AD4-E9FB-49C8-8F50-F896988C72AE}"/>
              </a:ext>
            </a:extLst>
          </p:cNvPr>
          <p:cNvCxnSpPr>
            <a:cxnSpLocks/>
          </p:cNvCxnSpPr>
          <p:nvPr/>
        </p:nvCxnSpPr>
        <p:spPr>
          <a:xfrm>
            <a:off x="5020978" y="5055196"/>
            <a:ext cx="208139" cy="44321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14667" y="1595511"/>
            <a:ext cx="9369554" cy="39331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Simplificări sau abstractizări ale unor elemente reale sau care se proiectează. </a:t>
            </a:r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Evidenţiază numai acele elemente care sunt importante pentru analist. </a:t>
            </a:r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Sunt specificate folosind notaţii grafice sau textuale precise, cu ajutorul unui anumit limbaj de simboluri. </a:t>
            </a:r>
          </a:p>
          <a:p>
            <a:pPr marL="38100" marR="0" indent="-342900" algn="just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 colecţie de imagini şi text care are o anumită semnificaţie şi intenţionează să reprezinte ceva. </a:t>
            </a:r>
          </a:p>
          <a:p>
            <a:pPr marL="342900" indent="-342900" algn="just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40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Ce sunt modelele?</a:t>
            </a:r>
          </a:p>
        </p:txBody>
      </p:sp>
    </p:spTree>
    <p:extLst>
      <p:ext uri="{BB962C8B-B14F-4D97-AF65-F5344CB8AC3E}">
        <p14:creationId xmlns:p14="http://schemas.microsoft.com/office/powerpoint/2010/main" val="105620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014667" y="1584753"/>
            <a:ext cx="9369554" cy="509982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În </a:t>
            </a:r>
            <a:r>
              <a:rPr lang="ro-RO" sz="2400">
                <a:solidFill>
                  <a:srgbClr val="000000"/>
                </a:solidFill>
                <a:latin typeface="Calibri" panose="020F0502020204030204" pitchFamily="34" charset="0"/>
              </a:rPr>
              <a:t>dezvoltarea</a:t>
            </a: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de software modelele pot fi de mai multe feluri: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modele de mediu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ro-RO" sz="19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odele de domeniu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ro-RO" sz="19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odele de specificare a sistemului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ro-RO" sz="19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odele de proiectare a sistemului </a:t>
            </a:r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Modelele sunt valoaroase deoarece: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sunt rapide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sunt intuitive</a:t>
            </a:r>
            <a:endParaRPr lang="ro-RO" sz="19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9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este mai simplu să modifici un model decât cod sursă</a:t>
            </a:r>
          </a:p>
          <a:p>
            <a:pPr marL="342900" indent="-342900" algn="just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40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 dirty="0"/>
              <a:t>Ce sunt modelele?</a:t>
            </a:r>
          </a:p>
        </p:txBody>
      </p:sp>
    </p:spTree>
    <p:extLst>
      <p:ext uri="{BB962C8B-B14F-4D97-AF65-F5344CB8AC3E}">
        <p14:creationId xmlns:p14="http://schemas.microsoft.com/office/powerpoint/2010/main" val="378156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685061" y="2265129"/>
            <a:ext cx="5066390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ro-RO" dirty="0" err="1"/>
              <a:t>Metologii</a:t>
            </a:r>
            <a:r>
              <a:rPr lang="ro-RO" dirty="0"/>
              <a:t> de dezvoltare software</a:t>
            </a:r>
            <a:endParaRPr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5C8FF58-15E2-4768-816F-6816F5C407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493212"/>
              </p:ext>
            </p:extLst>
          </p:nvPr>
        </p:nvGraphicFramePr>
        <p:xfrm>
          <a:off x="4386317" y="87732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316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685061" y="2265129"/>
            <a:ext cx="5066390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ro-RO"/>
              <a:t>Metologii de dezvoltare software</a:t>
            </a:r>
          </a:p>
        </p:txBody>
      </p:sp>
      <p:sp>
        <p:nvSpPr>
          <p:cNvPr id="4" name="Google Shape;3636;p60">
            <a:extLst>
              <a:ext uri="{FF2B5EF4-FFF2-40B4-BE49-F238E27FC236}">
                <a16:creationId xmlns:a16="http://schemas.microsoft.com/office/drawing/2014/main" id="{6914E581-8B4B-4070-80A1-5AB6CF5F9123}"/>
              </a:ext>
            </a:extLst>
          </p:cNvPr>
          <p:cNvSpPr/>
          <p:nvPr/>
        </p:nvSpPr>
        <p:spPr>
          <a:xfrm>
            <a:off x="5690227" y="2174616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3637;p60">
            <a:extLst>
              <a:ext uri="{FF2B5EF4-FFF2-40B4-BE49-F238E27FC236}">
                <a16:creationId xmlns:a16="http://schemas.microsoft.com/office/drawing/2014/main" id="{D02796B3-4389-4669-BEC1-16C37F8EDBF3}"/>
              </a:ext>
            </a:extLst>
          </p:cNvPr>
          <p:cNvSpPr/>
          <p:nvPr/>
        </p:nvSpPr>
        <p:spPr>
          <a:xfrm>
            <a:off x="5690227" y="3365833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638;p60">
            <a:extLst>
              <a:ext uri="{FF2B5EF4-FFF2-40B4-BE49-F238E27FC236}">
                <a16:creationId xmlns:a16="http://schemas.microsoft.com/office/drawing/2014/main" id="{FC9697B8-25E2-4C5A-9A57-EB442DDA474F}"/>
              </a:ext>
            </a:extLst>
          </p:cNvPr>
          <p:cNvSpPr/>
          <p:nvPr/>
        </p:nvSpPr>
        <p:spPr>
          <a:xfrm>
            <a:off x="5677986" y="4535867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3640;p60">
            <a:extLst>
              <a:ext uri="{FF2B5EF4-FFF2-40B4-BE49-F238E27FC236}">
                <a16:creationId xmlns:a16="http://schemas.microsoft.com/office/drawing/2014/main" id="{0C7DD4CD-5B18-4C78-B7BB-A2A770D0A3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541742" y="2063931"/>
            <a:ext cx="5406633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965"/>
              </a:spcAft>
            </a:pPr>
            <a:r>
              <a:rPr lang="ro-RO" sz="24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</a:t>
            </a:r>
            <a:r>
              <a:rPr lang="ro-RO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 set de activităţi care concură la atingerea obiectivelor urmărite</a:t>
            </a:r>
            <a:endParaRPr lang="ro-RO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3641;p60">
            <a:extLst>
              <a:ext uri="{FF2B5EF4-FFF2-40B4-BE49-F238E27FC236}">
                <a16:creationId xmlns:a16="http://schemas.microsoft.com/office/drawing/2014/main" id="{E89A066B-5EF5-4351-ACC9-B2A1FCD48A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41742" y="3279391"/>
            <a:ext cx="5891996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965"/>
              </a:spcAft>
            </a:pPr>
            <a:r>
              <a:rPr lang="ro-RO" sz="2400" b="1" i="1">
                <a:latin typeface="Calibri" panose="020F0502020204030204" pitchFamily="34" charset="0"/>
                <a:cs typeface="Calibri" panose="020F0502020204030204" pitchFamily="34" charset="0"/>
              </a:rPr>
              <a:t>Vocabular</a:t>
            </a:r>
            <a:r>
              <a:rPr lang="ro-RO" sz="2400">
                <a:latin typeface="Calibri" panose="020F0502020204030204" pitchFamily="34" charset="0"/>
                <a:cs typeface="Calibri" panose="020F0502020204030204" pitchFamily="34" charset="0"/>
              </a:rPr>
              <a:t>: descrie procesul şi rezultatele obţinute în timpul aplicării acestuia</a:t>
            </a:r>
          </a:p>
        </p:txBody>
      </p:sp>
      <p:sp>
        <p:nvSpPr>
          <p:cNvPr id="10" name="Google Shape;3642;p60">
            <a:extLst>
              <a:ext uri="{FF2B5EF4-FFF2-40B4-BE49-F238E27FC236}">
                <a16:creationId xmlns:a16="http://schemas.microsoft.com/office/drawing/2014/main" id="{A43A058B-ED65-4672-8D8D-C4EF5230D72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576552" y="4535867"/>
            <a:ext cx="5441402" cy="75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400" b="1" i="1">
                <a:latin typeface="Calibri" panose="020F0502020204030204" pitchFamily="34" charset="0"/>
                <a:cs typeface="Calibri" panose="020F0502020204030204" pitchFamily="34" charset="0"/>
              </a:rPr>
              <a:t>Reguli şi indicaţii</a:t>
            </a:r>
            <a:r>
              <a:rPr lang="ro-RO" sz="2400">
                <a:latin typeface="Calibri" panose="020F0502020204030204" pitchFamily="34" charset="0"/>
                <a:cs typeface="Calibri" panose="020F0502020204030204" pitchFamily="34" charset="0"/>
              </a:rPr>
              <a:t>: definesc calitatea procesului şi a rezultatelor</a:t>
            </a:r>
          </a:p>
        </p:txBody>
      </p:sp>
      <p:cxnSp>
        <p:nvCxnSpPr>
          <p:cNvPr id="17" name="Google Shape;3648;p60">
            <a:extLst>
              <a:ext uri="{FF2B5EF4-FFF2-40B4-BE49-F238E27FC236}">
                <a16:creationId xmlns:a16="http://schemas.microsoft.com/office/drawing/2014/main" id="{EB9FE152-63C3-4CF9-B00A-E596C9C0DB68}"/>
              </a:ext>
            </a:extLst>
          </p:cNvPr>
          <p:cNvCxnSpPr>
            <a:endCxn id="5" idx="0"/>
          </p:cNvCxnSpPr>
          <p:nvPr/>
        </p:nvCxnSpPr>
        <p:spPr>
          <a:xfrm flipH="1">
            <a:off x="6055027" y="2917833"/>
            <a:ext cx="12800" cy="44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" name="Google Shape;3649;p60">
            <a:extLst>
              <a:ext uri="{FF2B5EF4-FFF2-40B4-BE49-F238E27FC236}">
                <a16:creationId xmlns:a16="http://schemas.microsoft.com/office/drawing/2014/main" id="{E307DFB2-B0B5-4CDF-9EBD-4F8524A78E66}"/>
              </a:ext>
            </a:extLst>
          </p:cNvPr>
          <p:cNvCxnSpPr/>
          <p:nvPr/>
        </p:nvCxnSpPr>
        <p:spPr>
          <a:xfrm flipH="1">
            <a:off x="6055027" y="4111116"/>
            <a:ext cx="12800" cy="44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0" name="Google Shape;13266;p87">
            <a:extLst>
              <a:ext uri="{FF2B5EF4-FFF2-40B4-BE49-F238E27FC236}">
                <a16:creationId xmlns:a16="http://schemas.microsoft.com/office/drawing/2014/main" id="{67B5808C-3EFC-4846-A4B5-2BE1A4FAAF42}"/>
              </a:ext>
            </a:extLst>
          </p:cNvPr>
          <p:cNvGrpSpPr/>
          <p:nvPr/>
        </p:nvGrpSpPr>
        <p:grpSpPr>
          <a:xfrm>
            <a:off x="5846952" y="2319125"/>
            <a:ext cx="366269" cy="368091"/>
            <a:chOff x="-62150375" y="2664925"/>
            <a:chExt cx="316650" cy="318225"/>
          </a:xfrm>
          <a:solidFill>
            <a:schemeClr val="accent2">
              <a:lumMod val="75000"/>
            </a:schemeClr>
          </a:solidFill>
        </p:grpSpPr>
        <p:sp>
          <p:nvSpPr>
            <p:cNvPr id="21" name="Google Shape;13267;p87">
              <a:extLst>
                <a:ext uri="{FF2B5EF4-FFF2-40B4-BE49-F238E27FC236}">
                  <a16:creationId xmlns:a16="http://schemas.microsoft.com/office/drawing/2014/main" id="{FE59D4CE-2CCF-4620-837E-165FB9B9FCA6}"/>
                </a:ext>
              </a:extLst>
            </p:cNvPr>
            <p:cNvSpPr/>
            <p:nvPr/>
          </p:nvSpPr>
          <p:spPr>
            <a:xfrm>
              <a:off x="-62150375" y="2961850"/>
              <a:ext cx="316650" cy="21300"/>
            </a:xfrm>
            <a:custGeom>
              <a:avLst/>
              <a:gdLst/>
              <a:ahLst/>
              <a:cxnLst/>
              <a:rect l="l" t="t" r="r" b="b"/>
              <a:pathLst>
                <a:path w="12666" h="852" extrusionOk="0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2" name="Google Shape;13268;p87">
              <a:extLst>
                <a:ext uri="{FF2B5EF4-FFF2-40B4-BE49-F238E27FC236}">
                  <a16:creationId xmlns:a16="http://schemas.microsoft.com/office/drawing/2014/main" id="{3820A549-463A-4E41-B7E8-BCE38A3E016B}"/>
                </a:ext>
              </a:extLst>
            </p:cNvPr>
            <p:cNvSpPr/>
            <p:nvPr/>
          </p:nvSpPr>
          <p:spPr>
            <a:xfrm>
              <a:off x="-62150375" y="2838200"/>
              <a:ext cx="82725" cy="102400"/>
            </a:xfrm>
            <a:custGeom>
              <a:avLst/>
              <a:gdLst/>
              <a:ahLst/>
              <a:cxnLst/>
              <a:rect l="l" t="t" r="r" b="b"/>
              <a:pathLst>
                <a:path w="3309" h="4096" extrusionOk="0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3" name="Google Shape;13269;p87">
              <a:extLst>
                <a:ext uri="{FF2B5EF4-FFF2-40B4-BE49-F238E27FC236}">
                  <a16:creationId xmlns:a16="http://schemas.microsoft.com/office/drawing/2014/main" id="{0DE45D00-D849-44AC-86A0-FFAD9CAA2D74}"/>
                </a:ext>
              </a:extLst>
            </p:cNvPr>
            <p:cNvSpPr/>
            <p:nvPr/>
          </p:nvSpPr>
          <p:spPr>
            <a:xfrm>
              <a:off x="-62033800" y="2664925"/>
              <a:ext cx="82725" cy="274900"/>
            </a:xfrm>
            <a:custGeom>
              <a:avLst/>
              <a:gdLst/>
              <a:ahLst/>
              <a:cxnLst/>
              <a:rect l="l" t="t" r="r" b="b"/>
              <a:pathLst>
                <a:path w="3309" h="10996" extrusionOk="0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4" name="Google Shape;13270;p87">
              <a:extLst>
                <a:ext uri="{FF2B5EF4-FFF2-40B4-BE49-F238E27FC236}">
                  <a16:creationId xmlns:a16="http://schemas.microsoft.com/office/drawing/2014/main" id="{57FD1197-0782-4A5B-B614-BDD7024FE138}"/>
                </a:ext>
              </a:extLst>
            </p:cNvPr>
            <p:cNvSpPr/>
            <p:nvPr/>
          </p:nvSpPr>
          <p:spPr>
            <a:xfrm>
              <a:off x="-61917225" y="2754700"/>
              <a:ext cx="83500" cy="185900"/>
            </a:xfrm>
            <a:custGeom>
              <a:avLst/>
              <a:gdLst/>
              <a:ahLst/>
              <a:cxnLst/>
              <a:rect l="l" t="t" r="r" b="b"/>
              <a:pathLst>
                <a:path w="3340" h="7436" extrusionOk="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6" name="Google Shape;13340;p87">
            <a:extLst>
              <a:ext uri="{FF2B5EF4-FFF2-40B4-BE49-F238E27FC236}">
                <a16:creationId xmlns:a16="http://schemas.microsoft.com/office/drawing/2014/main" id="{F5B97413-B2F5-4C02-B4AE-1D92CE1FC282}"/>
              </a:ext>
            </a:extLst>
          </p:cNvPr>
          <p:cNvGrpSpPr/>
          <p:nvPr/>
        </p:nvGrpSpPr>
        <p:grpSpPr>
          <a:xfrm>
            <a:off x="5874532" y="3531013"/>
            <a:ext cx="351315" cy="349486"/>
            <a:chOff x="685475" y="2318350"/>
            <a:chExt cx="297750" cy="296200"/>
          </a:xfrm>
        </p:grpSpPr>
        <p:sp>
          <p:nvSpPr>
            <p:cNvPr id="27" name="Google Shape;13341;p87">
              <a:extLst>
                <a:ext uri="{FF2B5EF4-FFF2-40B4-BE49-F238E27FC236}">
                  <a16:creationId xmlns:a16="http://schemas.microsoft.com/office/drawing/2014/main" id="{104276A0-613F-4FA1-9EE5-1BC39CA8747D}"/>
                </a:ext>
              </a:extLst>
            </p:cNvPr>
            <p:cNvSpPr/>
            <p:nvPr/>
          </p:nvSpPr>
          <p:spPr>
            <a:xfrm>
              <a:off x="685475" y="2371925"/>
              <a:ext cx="142600" cy="241975"/>
            </a:xfrm>
            <a:custGeom>
              <a:avLst/>
              <a:gdLst/>
              <a:ahLst/>
              <a:cxnLst/>
              <a:rect l="l" t="t" r="r" b="b"/>
              <a:pathLst>
                <a:path w="5704" h="9679" extrusionOk="0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Google Shape;13342;p87">
              <a:extLst>
                <a:ext uri="{FF2B5EF4-FFF2-40B4-BE49-F238E27FC236}">
                  <a16:creationId xmlns:a16="http://schemas.microsoft.com/office/drawing/2014/main" id="{F570A204-D435-4315-BF1A-9BB2DC6CF055}"/>
                </a:ext>
              </a:extLst>
            </p:cNvPr>
            <p:cNvSpPr/>
            <p:nvPr/>
          </p:nvSpPr>
          <p:spPr>
            <a:xfrm>
              <a:off x="839850" y="2371925"/>
              <a:ext cx="143375" cy="242625"/>
            </a:xfrm>
            <a:custGeom>
              <a:avLst/>
              <a:gdLst/>
              <a:ahLst/>
              <a:cxnLst/>
              <a:rect l="l" t="t" r="r" b="b"/>
              <a:pathLst>
                <a:path w="5735" h="9705" extrusionOk="0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9" name="Google Shape;13343;p87">
              <a:extLst>
                <a:ext uri="{FF2B5EF4-FFF2-40B4-BE49-F238E27FC236}">
                  <a16:creationId xmlns:a16="http://schemas.microsoft.com/office/drawing/2014/main" id="{2A3856D0-8F94-4D59-8AC7-92FEAFD9349A}"/>
                </a:ext>
              </a:extLst>
            </p:cNvPr>
            <p:cNvSpPr/>
            <p:nvPr/>
          </p:nvSpPr>
          <p:spPr>
            <a:xfrm>
              <a:off x="772900" y="2318350"/>
              <a:ext cx="122125" cy="105075"/>
            </a:xfrm>
            <a:custGeom>
              <a:avLst/>
              <a:gdLst/>
              <a:ahLst/>
              <a:cxnLst/>
              <a:rect l="l" t="t" r="r" b="b"/>
              <a:pathLst>
                <a:path w="4885" h="4203" extrusionOk="0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30" name="Google Shape;13409;p87">
            <a:extLst>
              <a:ext uri="{FF2B5EF4-FFF2-40B4-BE49-F238E27FC236}">
                <a16:creationId xmlns:a16="http://schemas.microsoft.com/office/drawing/2014/main" id="{77BC9F7B-15CC-4FCA-83A7-339CA5DB7A2F}"/>
              </a:ext>
            </a:extLst>
          </p:cNvPr>
          <p:cNvGrpSpPr/>
          <p:nvPr/>
        </p:nvGrpSpPr>
        <p:grpSpPr>
          <a:xfrm>
            <a:off x="5901824" y="4748835"/>
            <a:ext cx="351315" cy="348513"/>
            <a:chOff x="6167350" y="2672800"/>
            <a:chExt cx="297750" cy="295375"/>
          </a:xfrm>
          <a:noFill/>
        </p:grpSpPr>
        <p:sp>
          <p:nvSpPr>
            <p:cNvPr id="31" name="Google Shape;13410;p87">
              <a:extLst>
                <a:ext uri="{FF2B5EF4-FFF2-40B4-BE49-F238E27FC236}">
                  <a16:creationId xmlns:a16="http://schemas.microsoft.com/office/drawing/2014/main" id="{9D5CA94B-BC46-49F6-A7C3-FE09ED51AB66}"/>
                </a:ext>
              </a:extLst>
            </p:cNvPr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32" name="Google Shape;13411;p87">
              <a:extLst>
                <a:ext uri="{FF2B5EF4-FFF2-40B4-BE49-F238E27FC236}">
                  <a16:creationId xmlns:a16="http://schemas.microsoft.com/office/drawing/2014/main" id="{F9908BBB-A47C-4F1A-BF61-C15F1C3C179F}"/>
                </a:ext>
              </a:extLst>
            </p:cNvPr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33" name="Google Shape;13412;p87">
              <a:extLst>
                <a:ext uri="{FF2B5EF4-FFF2-40B4-BE49-F238E27FC236}">
                  <a16:creationId xmlns:a16="http://schemas.microsoft.com/office/drawing/2014/main" id="{B2675E6F-B160-44D2-96BB-C822A355E8BD}"/>
                </a:ext>
              </a:extLst>
            </p:cNvPr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34" name="Google Shape;13413;p87">
              <a:extLst>
                <a:ext uri="{FF2B5EF4-FFF2-40B4-BE49-F238E27FC236}">
                  <a16:creationId xmlns:a16="http://schemas.microsoft.com/office/drawing/2014/main" id="{EC45940F-9D84-4254-A60B-605C60076AE0}"/>
                </a:ext>
              </a:extLst>
            </p:cNvPr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35" name="Google Shape;13414;p87">
              <a:extLst>
                <a:ext uri="{FF2B5EF4-FFF2-40B4-BE49-F238E27FC236}">
                  <a16:creationId xmlns:a16="http://schemas.microsoft.com/office/drawing/2014/main" id="{5FDE0D47-3F66-4105-994D-5586744C567D}"/>
                </a:ext>
              </a:extLst>
            </p:cNvPr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</p:grpSp>
      <p:sp>
        <p:nvSpPr>
          <p:cNvPr id="41" name="Google Shape;3642;p60">
            <a:extLst>
              <a:ext uri="{FF2B5EF4-FFF2-40B4-BE49-F238E27FC236}">
                <a16:creationId xmlns:a16="http://schemas.microsoft.com/office/drawing/2014/main" id="{5B669C07-9C7E-4FDD-ADD5-7CDD4D87EEF8}"/>
              </a:ext>
            </a:extLst>
          </p:cNvPr>
          <p:cNvSpPr txBox="1">
            <a:spLocks/>
          </p:cNvSpPr>
          <p:nvPr/>
        </p:nvSpPr>
        <p:spPr>
          <a:xfrm>
            <a:off x="7417702" y="6048024"/>
            <a:ext cx="4575809" cy="6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/>
            <a:r>
              <a:rPr lang="ro-RO" sz="2400" b="1" i="1" kern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Roluri într-o echipă de dezvoltare  </a:t>
            </a:r>
            <a:endParaRPr lang="ro-RO" sz="2400" kern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E281CE3E-3052-450A-AC50-C6EF53433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89564" y="6026791"/>
            <a:ext cx="728138" cy="72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86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169349" y="2296660"/>
            <a:ext cx="5066390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ro-RO"/>
              <a:t>Metologii de dezvoltare software</a:t>
            </a:r>
          </a:p>
        </p:txBody>
      </p:sp>
      <p:sp>
        <p:nvSpPr>
          <p:cNvPr id="4" name="Google Shape;3636;p60">
            <a:extLst>
              <a:ext uri="{FF2B5EF4-FFF2-40B4-BE49-F238E27FC236}">
                <a16:creationId xmlns:a16="http://schemas.microsoft.com/office/drawing/2014/main" id="{6914E581-8B4B-4070-80A1-5AB6CF5F9123}"/>
              </a:ext>
            </a:extLst>
          </p:cNvPr>
          <p:cNvSpPr/>
          <p:nvPr/>
        </p:nvSpPr>
        <p:spPr>
          <a:xfrm>
            <a:off x="5030821" y="1692853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638;p60">
            <a:extLst>
              <a:ext uri="{FF2B5EF4-FFF2-40B4-BE49-F238E27FC236}">
                <a16:creationId xmlns:a16="http://schemas.microsoft.com/office/drawing/2014/main" id="{FC9697B8-25E2-4C5A-9A57-EB442DDA474F}"/>
              </a:ext>
            </a:extLst>
          </p:cNvPr>
          <p:cNvSpPr/>
          <p:nvPr/>
        </p:nvSpPr>
        <p:spPr>
          <a:xfrm>
            <a:off x="5029817" y="4792345"/>
            <a:ext cx="729600" cy="7300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3640;p60">
            <a:extLst>
              <a:ext uri="{FF2B5EF4-FFF2-40B4-BE49-F238E27FC236}">
                <a16:creationId xmlns:a16="http://schemas.microsoft.com/office/drawing/2014/main" id="{0C7DD4CD-5B18-4C78-B7BB-A2A770D0A3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6935" y="1538927"/>
            <a:ext cx="5406633" cy="973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965"/>
              </a:spcAft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Partea unei metodologii care poate fi standardizată este </a:t>
            </a:r>
            <a:r>
              <a:rPr lang="ro-RO" sz="2400" b="1" i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vocabularul </a:t>
            </a:r>
            <a:r>
              <a:rPr lang="ro-RO" sz="24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(notaţia) </a:t>
            </a:r>
            <a:endParaRPr lang="ro-RO" sz="1100" b="1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Google Shape;3641;p60">
            <a:extLst>
              <a:ext uri="{FF2B5EF4-FFF2-40B4-BE49-F238E27FC236}">
                <a16:creationId xmlns:a16="http://schemas.microsoft.com/office/drawing/2014/main" id="{E89A066B-5EF5-4351-ACC9-B2A1FCD48A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096000" y="2931036"/>
            <a:ext cx="6289098" cy="12797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965"/>
              </a:spcAft>
            </a:pPr>
            <a:r>
              <a:rPr lang="ro-RO" sz="24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UML (Unified Modeling Language) </a:t>
            </a:r>
            <a:r>
              <a:rPr lang="ro-RO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notaţie comună care poate fi aplicată mai multor metodologii</a:t>
            </a:r>
            <a:endParaRPr lang="ro-RO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3642;p60">
            <a:extLst>
              <a:ext uri="{FF2B5EF4-FFF2-40B4-BE49-F238E27FC236}">
                <a16:creationId xmlns:a16="http://schemas.microsoft.com/office/drawing/2014/main" id="{A43A058B-ED65-4672-8D8D-C4EF5230D72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994722" y="4413757"/>
            <a:ext cx="5619209" cy="136043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foarte greu să se definească un singur proces potrivit pentru toate tipurile de proiecte</a:t>
            </a:r>
            <a:endParaRPr lang="ro-RO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Google Shape;3648;p60">
            <a:extLst>
              <a:ext uri="{FF2B5EF4-FFF2-40B4-BE49-F238E27FC236}">
                <a16:creationId xmlns:a16="http://schemas.microsoft.com/office/drawing/2014/main" id="{EB9FE152-63C3-4CF9-B00A-E596C9C0DB68}"/>
              </a:ext>
            </a:extLst>
          </p:cNvPr>
          <p:cNvCxnSpPr>
            <a:cxnSpLocks/>
            <a:stCxn id="4" idx="4"/>
            <a:endCxn id="2" idx="0"/>
          </p:cNvCxnSpPr>
          <p:nvPr/>
        </p:nvCxnSpPr>
        <p:spPr>
          <a:xfrm flipH="1">
            <a:off x="5394617" y="2422853"/>
            <a:ext cx="1004" cy="87278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" name="Google Shape;3649;p60">
            <a:extLst>
              <a:ext uri="{FF2B5EF4-FFF2-40B4-BE49-F238E27FC236}">
                <a16:creationId xmlns:a16="http://schemas.microsoft.com/office/drawing/2014/main" id="{E307DFB2-B0B5-4CDF-9EBD-4F8524A78E66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5394617" y="3846160"/>
            <a:ext cx="0" cy="94618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1" name="Google Shape;3642;p60">
            <a:extLst>
              <a:ext uri="{FF2B5EF4-FFF2-40B4-BE49-F238E27FC236}">
                <a16:creationId xmlns:a16="http://schemas.microsoft.com/office/drawing/2014/main" id="{5B669C07-9C7E-4FDD-ADD5-7CDD4D87EEF8}"/>
              </a:ext>
            </a:extLst>
          </p:cNvPr>
          <p:cNvSpPr txBox="1">
            <a:spLocks/>
          </p:cNvSpPr>
          <p:nvPr/>
        </p:nvSpPr>
        <p:spPr>
          <a:xfrm>
            <a:off x="7417702" y="6048024"/>
            <a:ext cx="4575809" cy="6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/>
            <a:r>
              <a:rPr lang="ro-RO" sz="2400" b="1" i="1" kern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 de alte notaţii standard</a:t>
            </a:r>
            <a:endParaRPr lang="ro-RO" sz="2400" kern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E281CE3E-3052-450A-AC50-C6EF53433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89564" y="6026791"/>
            <a:ext cx="728138" cy="7281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F95893-9A55-4AF3-99C9-28F591DF3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828" y="3295639"/>
            <a:ext cx="961577" cy="550521"/>
          </a:xfrm>
          <a:prstGeom prst="rect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</p:pic>
      <p:grpSp>
        <p:nvGrpSpPr>
          <p:cNvPr id="37" name="Google Shape;13450;p87">
            <a:extLst>
              <a:ext uri="{FF2B5EF4-FFF2-40B4-BE49-F238E27FC236}">
                <a16:creationId xmlns:a16="http://schemas.microsoft.com/office/drawing/2014/main" id="{441B61C4-EEB7-442C-8B22-46F182D4F62A}"/>
              </a:ext>
            </a:extLst>
          </p:cNvPr>
          <p:cNvGrpSpPr/>
          <p:nvPr/>
        </p:nvGrpSpPr>
        <p:grpSpPr>
          <a:xfrm>
            <a:off x="5216545" y="1865681"/>
            <a:ext cx="350401" cy="349457"/>
            <a:chOff x="2141000" y="1954475"/>
            <a:chExt cx="296975" cy="296175"/>
          </a:xfrm>
          <a:solidFill>
            <a:schemeClr val="accent2"/>
          </a:solidFill>
        </p:grpSpPr>
        <p:sp>
          <p:nvSpPr>
            <p:cNvPr id="38" name="Google Shape;13451;p87">
              <a:extLst>
                <a:ext uri="{FF2B5EF4-FFF2-40B4-BE49-F238E27FC236}">
                  <a16:creationId xmlns:a16="http://schemas.microsoft.com/office/drawing/2014/main" id="{EF54A05E-26F5-4759-92CA-BEE1BE08575F}"/>
                </a:ext>
              </a:extLst>
            </p:cNvPr>
            <p:cNvSpPr/>
            <p:nvPr/>
          </p:nvSpPr>
          <p:spPr>
            <a:xfrm>
              <a:off x="2280425" y="1989925"/>
              <a:ext cx="104775" cy="68550"/>
            </a:xfrm>
            <a:custGeom>
              <a:avLst/>
              <a:gdLst/>
              <a:ahLst/>
              <a:cxnLst/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39" name="Google Shape;13452;p87">
              <a:extLst>
                <a:ext uri="{FF2B5EF4-FFF2-40B4-BE49-F238E27FC236}">
                  <a16:creationId xmlns:a16="http://schemas.microsoft.com/office/drawing/2014/main" id="{62B89B1B-0F63-4E12-AE04-3E19A66431DF}"/>
                </a:ext>
              </a:extLst>
            </p:cNvPr>
            <p:cNvSpPr/>
            <p:nvPr/>
          </p:nvSpPr>
          <p:spPr>
            <a:xfrm>
              <a:off x="2174875" y="2145875"/>
              <a:ext cx="105575" cy="69325"/>
            </a:xfrm>
            <a:custGeom>
              <a:avLst/>
              <a:gdLst/>
              <a:ahLst/>
              <a:cxnLst/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40" name="Google Shape;13453;p87">
              <a:extLst>
                <a:ext uri="{FF2B5EF4-FFF2-40B4-BE49-F238E27FC236}">
                  <a16:creationId xmlns:a16="http://schemas.microsoft.com/office/drawing/2014/main" id="{F6F913BC-3DFD-438C-9FE4-2695EB97FAEA}"/>
                </a:ext>
              </a:extLst>
            </p:cNvPr>
            <p:cNvSpPr/>
            <p:nvPr/>
          </p:nvSpPr>
          <p:spPr>
            <a:xfrm>
              <a:off x="2141000" y="1954475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42" name="Google Shape;13454;p87">
              <a:extLst>
                <a:ext uri="{FF2B5EF4-FFF2-40B4-BE49-F238E27FC236}">
                  <a16:creationId xmlns:a16="http://schemas.microsoft.com/office/drawing/2014/main" id="{71EB9D39-A46F-49D1-9DC4-9C11E9ED86DE}"/>
                </a:ext>
              </a:extLst>
            </p:cNvPr>
            <p:cNvSpPr/>
            <p:nvPr/>
          </p:nvSpPr>
          <p:spPr>
            <a:xfrm>
              <a:off x="2298525" y="2076550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grpFill/>
            <a:ln w="317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</p:grpSp>
      <p:sp>
        <p:nvSpPr>
          <p:cNvPr id="19" name="Google Shape;13392;p87">
            <a:extLst>
              <a:ext uri="{FF2B5EF4-FFF2-40B4-BE49-F238E27FC236}">
                <a16:creationId xmlns:a16="http://schemas.microsoft.com/office/drawing/2014/main" id="{F735D7EE-3FF4-474A-BC76-20D8F05AF205}"/>
              </a:ext>
            </a:extLst>
          </p:cNvPr>
          <p:cNvSpPr/>
          <p:nvPr/>
        </p:nvSpPr>
        <p:spPr>
          <a:xfrm>
            <a:off x="5228138" y="4984475"/>
            <a:ext cx="348542" cy="345740"/>
          </a:xfrm>
          <a:custGeom>
            <a:avLst/>
            <a:gdLst/>
            <a:ahLst/>
            <a:cxnLst/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63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789596" y="1330190"/>
            <a:ext cx="6702763" cy="509982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RUP (Rational Unified Process):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 iterativ şi incremental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livrarea de versiuni parţiale ale produsului la fiecare iteraţie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perioade scurte livrare şi verificări frecvente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rezultate verificabile pentru clienţi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proces exhaustiv; poate deveni greu de controlat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personalizarea RUP necesită un efort semnificativ </a:t>
            </a:r>
          </a:p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OMT (Object Management Technique)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Precursor al UML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Utilizează conceptele orientării obiect </a:t>
            </a:r>
          </a:p>
          <a:p>
            <a:pPr marL="342900" indent="-342900" algn="just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40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/>
              <a:t>Exemple de metologii</a:t>
            </a:r>
          </a:p>
        </p:txBody>
      </p:sp>
    </p:spTree>
    <p:extLst>
      <p:ext uri="{BB962C8B-B14F-4D97-AF65-F5344CB8AC3E}">
        <p14:creationId xmlns:p14="http://schemas.microsoft.com/office/powerpoint/2010/main" val="2402697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p60"/>
          <p:cNvSpPr txBox="1">
            <a:spLocks noGrp="1"/>
          </p:cNvSpPr>
          <p:nvPr>
            <p:ph type="subTitle" idx="4"/>
          </p:nvPr>
        </p:nvSpPr>
        <p:spPr>
          <a:xfrm>
            <a:off x="1779086" y="1343015"/>
            <a:ext cx="6702763" cy="509982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marR="0" indent="-342900" algn="just">
              <a:spcBef>
                <a:spcPts val="0"/>
              </a:spcBef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4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XP (Extreme Programming)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metodologie agilă de dezvoltare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pune accentul pe codificare (standarde, principii)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încurajează ca programatorii să lucreze câte doi (“pair programming”)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numeroase sesiuni de discuţii pe parcursul dezvoltării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fiecare iteraţie (1-4 săptămâni) are un rezultat funcţional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suport redus pentru modelare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relaţie strânsă între clienţi şi dezvoltatori </a:t>
            </a:r>
          </a:p>
          <a:p>
            <a:pPr marL="495300" lvl="1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1733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lipsa documentaţiei de realizare </a:t>
            </a:r>
          </a:p>
          <a:p>
            <a:pPr marL="342900" indent="-342900" algn="just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400"/>
          </a:p>
        </p:txBody>
      </p:sp>
      <p:sp>
        <p:nvSpPr>
          <p:cNvPr id="7" name="Google Shape;3957;p72">
            <a:extLst>
              <a:ext uri="{FF2B5EF4-FFF2-40B4-BE49-F238E27FC236}">
                <a16:creationId xmlns:a16="http://schemas.microsoft.com/office/drawing/2014/main" id="{73FFAB81-F0BD-408A-90E7-1083A66D2E90}"/>
              </a:ext>
            </a:extLst>
          </p:cNvPr>
          <p:cNvSpPr txBox="1">
            <a:spLocks/>
          </p:cNvSpPr>
          <p:nvPr/>
        </p:nvSpPr>
        <p:spPr>
          <a:xfrm>
            <a:off x="1014667" y="512067"/>
            <a:ext cx="10412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C1"/>
              </a:buClr>
              <a:buSzPts val="2700"/>
              <a:buFont typeface="Roboto"/>
              <a:buNone/>
              <a:defRPr sz="3600" b="1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1867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o-RO" kern="0"/>
              <a:t>Exemple de metologii</a:t>
            </a:r>
          </a:p>
        </p:txBody>
      </p:sp>
    </p:spTree>
    <p:extLst>
      <p:ext uri="{BB962C8B-B14F-4D97-AF65-F5344CB8AC3E}">
        <p14:creationId xmlns:p14="http://schemas.microsoft.com/office/powerpoint/2010/main" val="48903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p72"/>
          <p:cNvSpPr txBox="1">
            <a:spLocks noGrp="1"/>
          </p:cNvSpPr>
          <p:nvPr>
            <p:ph type="title"/>
          </p:nvPr>
        </p:nvSpPr>
        <p:spPr>
          <a:xfrm>
            <a:off x="1014667" y="512067"/>
            <a:ext cx="10412400" cy="68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/>
              <a:t>Ce este UML?</a:t>
            </a:r>
          </a:p>
        </p:txBody>
      </p:sp>
      <p:sp>
        <p:nvSpPr>
          <p:cNvPr id="3958" name="Google Shape;3958;p72"/>
          <p:cNvSpPr txBox="1">
            <a:spLocks noGrp="1"/>
          </p:cNvSpPr>
          <p:nvPr>
            <p:ph type="subTitle" idx="1"/>
          </p:nvPr>
        </p:nvSpPr>
        <p:spPr>
          <a:xfrm>
            <a:off x="1432199" y="1634841"/>
            <a:ext cx="5991657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900" b="1"/>
              <a:t>UML = Unified Modeling Language</a:t>
            </a:r>
          </a:p>
        </p:txBody>
      </p:sp>
      <p:sp>
        <p:nvSpPr>
          <p:cNvPr id="3959" name="Google Shape;3959;p72"/>
          <p:cNvSpPr txBox="1">
            <a:spLocks noGrp="1"/>
          </p:cNvSpPr>
          <p:nvPr>
            <p:ph type="subTitle" idx="2"/>
          </p:nvPr>
        </p:nvSpPr>
        <p:spPr>
          <a:xfrm>
            <a:off x="1432200" y="3133177"/>
            <a:ext cx="9809758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Combină </a:t>
            </a:r>
            <a:r>
              <a:rPr lang="ro-RO" sz="19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cele mai bune practici în domeniul construirii diagramelor din ultimii 50 de ani</a:t>
            </a:r>
          </a:p>
        </p:txBody>
      </p:sp>
      <p:sp>
        <p:nvSpPr>
          <p:cNvPr id="3960" name="Google Shape;3960;p72"/>
          <p:cNvSpPr txBox="1">
            <a:spLocks noGrp="1"/>
          </p:cNvSpPr>
          <p:nvPr>
            <p:ph type="subTitle" idx="3"/>
          </p:nvPr>
        </p:nvSpPr>
        <p:spPr>
          <a:xfrm>
            <a:off x="1442969" y="3851355"/>
            <a:ext cx="8776919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Standardizează</a:t>
            </a:r>
            <a:r>
              <a:rPr lang="ro-RO" sz="19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notaţiile, dar nu stabileşte modul în care acestea să fie folosite</a:t>
            </a:r>
          </a:p>
        </p:txBody>
      </p:sp>
      <p:sp>
        <p:nvSpPr>
          <p:cNvPr id="3961" name="Google Shape;3961;p72"/>
          <p:cNvSpPr txBox="1">
            <a:spLocks noGrp="1"/>
          </p:cNvSpPr>
          <p:nvPr>
            <p:ph type="subTitle" idx="4"/>
          </p:nvPr>
        </p:nvSpPr>
        <p:spPr>
          <a:xfrm>
            <a:off x="1432199" y="4631508"/>
            <a:ext cx="7412412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 este o metodologie</a:t>
            </a:r>
            <a:r>
              <a:rPr lang="ro-RO" sz="19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poate fi folosit ca vocabular pentru metodologii</a:t>
            </a:r>
          </a:p>
        </p:txBody>
      </p:sp>
      <p:sp>
        <p:nvSpPr>
          <p:cNvPr id="3962" name="Google Shape;3962;p72"/>
          <p:cNvSpPr txBox="1">
            <a:spLocks noGrp="1"/>
          </p:cNvSpPr>
          <p:nvPr>
            <p:ph type="subTitle" idx="5"/>
          </p:nvPr>
        </p:nvSpPr>
        <p:spPr>
          <a:xfrm>
            <a:off x="1432200" y="2384011"/>
            <a:ext cx="10251810" cy="54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Limbaj de notaţii </a:t>
            </a:r>
            <a:r>
              <a:rPr lang="ro-RO" sz="19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pentru specificarea, construirea, vizualizarea şi documentarea sistemelor software</a:t>
            </a:r>
          </a:p>
        </p:txBody>
      </p:sp>
      <p:sp>
        <p:nvSpPr>
          <p:cNvPr id="3968" name="Google Shape;3968;p72"/>
          <p:cNvSpPr/>
          <p:nvPr/>
        </p:nvSpPr>
        <p:spPr>
          <a:xfrm>
            <a:off x="8133900" y="6091833"/>
            <a:ext cx="1188800" cy="118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969" name="Google Shape;3969;p72"/>
          <p:cNvGrpSpPr/>
          <p:nvPr/>
        </p:nvGrpSpPr>
        <p:grpSpPr>
          <a:xfrm>
            <a:off x="10626389" y="5072912"/>
            <a:ext cx="2290248" cy="2290800"/>
            <a:chOff x="1347125" y="349025"/>
            <a:chExt cx="4978800" cy="4980000"/>
          </a:xfrm>
        </p:grpSpPr>
        <p:sp>
          <p:nvSpPr>
            <p:cNvPr id="3970" name="Google Shape;3970;p72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1" name="Google Shape;3971;p72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2" name="Google Shape;3972;p72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72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4" name="Google Shape;3974;p72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5" name="Google Shape;3975;p72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6" name="Google Shape;3976;p72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p72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72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p72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p72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p72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p72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72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p72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p72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p72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7" name="Google Shape;3987;p72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72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p72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90" name="Google Shape;3990;p72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p72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992" name="Google Shape;3992;p72"/>
          <p:cNvSpPr/>
          <p:nvPr/>
        </p:nvSpPr>
        <p:spPr>
          <a:xfrm>
            <a:off x="11689500" y="4866700"/>
            <a:ext cx="314000" cy="31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0" name="Google Shape;3961;p72">
            <a:extLst>
              <a:ext uri="{FF2B5EF4-FFF2-40B4-BE49-F238E27FC236}">
                <a16:creationId xmlns:a16="http://schemas.microsoft.com/office/drawing/2014/main" id="{6E6B292E-C8C2-4DC3-A3B7-3B929424F16B}"/>
              </a:ext>
            </a:extLst>
          </p:cNvPr>
          <p:cNvSpPr txBox="1">
            <a:spLocks/>
          </p:cNvSpPr>
          <p:nvPr/>
        </p:nvSpPr>
        <p:spPr>
          <a:xfrm>
            <a:off x="1441720" y="5417681"/>
            <a:ext cx="7232374" cy="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Oferă flexibilitate </a:t>
            </a:r>
            <a:r>
              <a:rPr lang="ro-RO" sz="19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dezvoltatorilor, asigurând în acelaşi timp consistenţă</a:t>
            </a:r>
          </a:p>
        </p:txBody>
      </p:sp>
      <p:sp>
        <p:nvSpPr>
          <p:cNvPr id="242" name="Google Shape;3961;p72">
            <a:extLst>
              <a:ext uri="{FF2B5EF4-FFF2-40B4-BE49-F238E27FC236}">
                <a16:creationId xmlns:a16="http://schemas.microsoft.com/office/drawing/2014/main" id="{95619FBA-EECB-4A2D-8D04-BC406B79694D}"/>
              </a:ext>
            </a:extLst>
          </p:cNvPr>
          <p:cNvSpPr txBox="1">
            <a:spLocks/>
          </p:cNvSpPr>
          <p:nvPr/>
        </p:nvSpPr>
        <p:spPr>
          <a:xfrm>
            <a:off x="1385844" y="6091833"/>
            <a:ext cx="5991657" cy="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867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200"/>
              <a:buFont typeface="Muli"/>
              <a:buNone/>
              <a:defRPr sz="1200" b="0" i="0" u="none" strike="noStrike" cap="none">
                <a:solidFill>
                  <a:srgbClr val="343434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9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dezvoltat şi întreţinut de </a:t>
            </a:r>
            <a:r>
              <a:rPr lang="ro-RO" sz="19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 Management Group</a:t>
            </a:r>
          </a:p>
        </p:txBody>
      </p:sp>
      <p:grpSp>
        <p:nvGrpSpPr>
          <p:cNvPr id="107" name="Google Shape;12828;p85">
            <a:extLst>
              <a:ext uri="{FF2B5EF4-FFF2-40B4-BE49-F238E27FC236}">
                <a16:creationId xmlns:a16="http://schemas.microsoft.com/office/drawing/2014/main" id="{3CBC42C5-5369-4938-A33E-6DF5F277C5F4}"/>
              </a:ext>
            </a:extLst>
          </p:cNvPr>
          <p:cNvGrpSpPr/>
          <p:nvPr/>
        </p:nvGrpSpPr>
        <p:grpSpPr>
          <a:xfrm>
            <a:off x="957603" y="1773053"/>
            <a:ext cx="308234" cy="308234"/>
            <a:chOff x="1487200" y="4993750"/>
            <a:chExt cx="483125" cy="483125"/>
          </a:xfrm>
        </p:grpSpPr>
        <p:sp>
          <p:nvSpPr>
            <p:cNvPr id="108" name="Google Shape;12829;p85">
              <a:extLst>
                <a:ext uri="{FF2B5EF4-FFF2-40B4-BE49-F238E27FC236}">
                  <a16:creationId xmlns:a16="http://schemas.microsoft.com/office/drawing/2014/main" id="{4DAFE218-14C3-4F2C-9490-A66EC74B3547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09" name="Google Shape;12830;p85">
              <a:extLst>
                <a:ext uri="{FF2B5EF4-FFF2-40B4-BE49-F238E27FC236}">
                  <a16:creationId xmlns:a16="http://schemas.microsoft.com/office/drawing/2014/main" id="{27C528ED-62AF-4757-AE12-3C8553BE41B6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  <p:grpSp>
        <p:nvGrpSpPr>
          <p:cNvPr id="110" name="Google Shape;12828;p85">
            <a:extLst>
              <a:ext uri="{FF2B5EF4-FFF2-40B4-BE49-F238E27FC236}">
                <a16:creationId xmlns:a16="http://schemas.microsoft.com/office/drawing/2014/main" id="{1BC2793E-89F1-45D6-9EF3-185414984EF0}"/>
              </a:ext>
            </a:extLst>
          </p:cNvPr>
          <p:cNvGrpSpPr/>
          <p:nvPr/>
        </p:nvGrpSpPr>
        <p:grpSpPr>
          <a:xfrm>
            <a:off x="958717" y="2525919"/>
            <a:ext cx="308234" cy="308234"/>
            <a:chOff x="1487200" y="4993750"/>
            <a:chExt cx="483125" cy="483125"/>
          </a:xfrm>
        </p:grpSpPr>
        <p:sp>
          <p:nvSpPr>
            <p:cNvPr id="111" name="Google Shape;12829;p85">
              <a:extLst>
                <a:ext uri="{FF2B5EF4-FFF2-40B4-BE49-F238E27FC236}">
                  <a16:creationId xmlns:a16="http://schemas.microsoft.com/office/drawing/2014/main" id="{53E0209D-4BE0-440F-8019-36901DB31EF2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12" name="Google Shape;12830;p85">
              <a:extLst>
                <a:ext uri="{FF2B5EF4-FFF2-40B4-BE49-F238E27FC236}">
                  <a16:creationId xmlns:a16="http://schemas.microsoft.com/office/drawing/2014/main" id="{8EA74A7B-2B57-4092-BE61-9106E1B61F35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  <p:grpSp>
        <p:nvGrpSpPr>
          <p:cNvPr id="113" name="Google Shape;12828;p85">
            <a:extLst>
              <a:ext uri="{FF2B5EF4-FFF2-40B4-BE49-F238E27FC236}">
                <a16:creationId xmlns:a16="http://schemas.microsoft.com/office/drawing/2014/main" id="{0131D7BF-1625-4862-B80B-6BF407949EC0}"/>
              </a:ext>
            </a:extLst>
          </p:cNvPr>
          <p:cNvGrpSpPr/>
          <p:nvPr/>
        </p:nvGrpSpPr>
        <p:grpSpPr>
          <a:xfrm>
            <a:off x="986966" y="3253060"/>
            <a:ext cx="308234" cy="308234"/>
            <a:chOff x="1487200" y="4993750"/>
            <a:chExt cx="483125" cy="483125"/>
          </a:xfrm>
        </p:grpSpPr>
        <p:sp>
          <p:nvSpPr>
            <p:cNvPr id="114" name="Google Shape;12829;p85">
              <a:extLst>
                <a:ext uri="{FF2B5EF4-FFF2-40B4-BE49-F238E27FC236}">
                  <a16:creationId xmlns:a16="http://schemas.microsoft.com/office/drawing/2014/main" id="{B248D84E-CE04-44F9-99AF-95036B892069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15" name="Google Shape;12830;p85">
              <a:extLst>
                <a:ext uri="{FF2B5EF4-FFF2-40B4-BE49-F238E27FC236}">
                  <a16:creationId xmlns:a16="http://schemas.microsoft.com/office/drawing/2014/main" id="{F9E72F91-0DE1-418C-AC09-7044CB7E2C0F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  <p:grpSp>
        <p:nvGrpSpPr>
          <p:cNvPr id="116" name="Google Shape;12828;p85">
            <a:extLst>
              <a:ext uri="{FF2B5EF4-FFF2-40B4-BE49-F238E27FC236}">
                <a16:creationId xmlns:a16="http://schemas.microsoft.com/office/drawing/2014/main" id="{6F1B187C-BD3A-4073-83B4-9FB086127E05}"/>
              </a:ext>
            </a:extLst>
          </p:cNvPr>
          <p:cNvGrpSpPr/>
          <p:nvPr/>
        </p:nvGrpSpPr>
        <p:grpSpPr>
          <a:xfrm>
            <a:off x="948220" y="4703762"/>
            <a:ext cx="308234" cy="308234"/>
            <a:chOff x="1487200" y="4993750"/>
            <a:chExt cx="483125" cy="483125"/>
          </a:xfrm>
        </p:grpSpPr>
        <p:sp>
          <p:nvSpPr>
            <p:cNvPr id="117" name="Google Shape;12829;p85">
              <a:extLst>
                <a:ext uri="{FF2B5EF4-FFF2-40B4-BE49-F238E27FC236}">
                  <a16:creationId xmlns:a16="http://schemas.microsoft.com/office/drawing/2014/main" id="{E6BF5B3D-D99F-42BD-BAB4-09D3347F147E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18" name="Google Shape;12830;p85">
              <a:extLst>
                <a:ext uri="{FF2B5EF4-FFF2-40B4-BE49-F238E27FC236}">
                  <a16:creationId xmlns:a16="http://schemas.microsoft.com/office/drawing/2014/main" id="{3FF7AA6F-52C2-42B9-B3D7-F7D36E344C59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  <p:grpSp>
        <p:nvGrpSpPr>
          <p:cNvPr id="119" name="Google Shape;12828;p85">
            <a:extLst>
              <a:ext uri="{FF2B5EF4-FFF2-40B4-BE49-F238E27FC236}">
                <a16:creationId xmlns:a16="http://schemas.microsoft.com/office/drawing/2014/main" id="{847E55D0-3606-4211-BF97-65A8F4190AC9}"/>
              </a:ext>
            </a:extLst>
          </p:cNvPr>
          <p:cNvGrpSpPr/>
          <p:nvPr/>
        </p:nvGrpSpPr>
        <p:grpSpPr>
          <a:xfrm>
            <a:off x="957603" y="3978141"/>
            <a:ext cx="308234" cy="308234"/>
            <a:chOff x="1487200" y="4993750"/>
            <a:chExt cx="483125" cy="483125"/>
          </a:xfrm>
        </p:grpSpPr>
        <p:sp>
          <p:nvSpPr>
            <p:cNvPr id="120" name="Google Shape;12829;p85">
              <a:extLst>
                <a:ext uri="{FF2B5EF4-FFF2-40B4-BE49-F238E27FC236}">
                  <a16:creationId xmlns:a16="http://schemas.microsoft.com/office/drawing/2014/main" id="{EE743C10-B6B9-4FDA-BC7C-70A8F03F29D8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21" name="Google Shape;12830;p85">
              <a:extLst>
                <a:ext uri="{FF2B5EF4-FFF2-40B4-BE49-F238E27FC236}">
                  <a16:creationId xmlns:a16="http://schemas.microsoft.com/office/drawing/2014/main" id="{C32816D3-07FC-4BF6-93B9-F0C3771C8A10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  <p:grpSp>
        <p:nvGrpSpPr>
          <p:cNvPr id="122" name="Google Shape;12828;p85">
            <a:extLst>
              <a:ext uri="{FF2B5EF4-FFF2-40B4-BE49-F238E27FC236}">
                <a16:creationId xmlns:a16="http://schemas.microsoft.com/office/drawing/2014/main" id="{B61098CE-2656-4E86-980E-1B4855E6685A}"/>
              </a:ext>
            </a:extLst>
          </p:cNvPr>
          <p:cNvGrpSpPr/>
          <p:nvPr/>
        </p:nvGrpSpPr>
        <p:grpSpPr>
          <a:xfrm>
            <a:off x="946016" y="5472683"/>
            <a:ext cx="308234" cy="308234"/>
            <a:chOff x="1487200" y="4993750"/>
            <a:chExt cx="483125" cy="483125"/>
          </a:xfrm>
        </p:grpSpPr>
        <p:sp>
          <p:nvSpPr>
            <p:cNvPr id="123" name="Google Shape;12829;p85">
              <a:extLst>
                <a:ext uri="{FF2B5EF4-FFF2-40B4-BE49-F238E27FC236}">
                  <a16:creationId xmlns:a16="http://schemas.microsoft.com/office/drawing/2014/main" id="{F85CB22D-C527-4B0A-B148-272724257D98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24" name="Google Shape;12830;p85">
              <a:extLst>
                <a:ext uri="{FF2B5EF4-FFF2-40B4-BE49-F238E27FC236}">
                  <a16:creationId xmlns:a16="http://schemas.microsoft.com/office/drawing/2014/main" id="{310567F5-3E9B-4387-81D8-FD1E77995F0A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  <p:grpSp>
        <p:nvGrpSpPr>
          <p:cNvPr id="128" name="Google Shape;4143;p74">
            <a:extLst>
              <a:ext uri="{FF2B5EF4-FFF2-40B4-BE49-F238E27FC236}">
                <a16:creationId xmlns:a16="http://schemas.microsoft.com/office/drawing/2014/main" id="{1BB85CE3-A05B-42D2-916A-044428133885}"/>
              </a:ext>
            </a:extLst>
          </p:cNvPr>
          <p:cNvGrpSpPr/>
          <p:nvPr/>
        </p:nvGrpSpPr>
        <p:grpSpPr>
          <a:xfrm>
            <a:off x="8852709" y="4543916"/>
            <a:ext cx="1675156" cy="1423180"/>
            <a:chOff x="2781300" y="1792900"/>
            <a:chExt cx="836825" cy="710950"/>
          </a:xfrm>
        </p:grpSpPr>
        <p:sp>
          <p:nvSpPr>
            <p:cNvPr id="129" name="Google Shape;4144;p74">
              <a:extLst>
                <a:ext uri="{FF2B5EF4-FFF2-40B4-BE49-F238E27FC236}">
                  <a16:creationId xmlns:a16="http://schemas.microsoft.com/office/drawing/2014/main" id="{F136862D-A971-4E3A-A2E0-578F1E0CA774}"/>
                </a:ext>
              </a:extLst>
            </p:cNvPr>
            <p:cNvSpPr/>
            <p:nvPr/>
          </p:nvSpPr>
          <p:spPr>
            <a:xfrm>
              <a:off x="3281825" y="2384725"/>
              <a:ext cx="120450" cy="81500"/>
            </a:xfrm>
            <a:custGeom>
              <a:avLst/>
              <a:gdLst/>
              <a:ahLst/>
              <a:cxnLst/>
              <a:rect l="l" t="t" r="r" b="b"/>
              <a:pathLst>
                <a:path w="4818" h="3260" extrusionOk="0">
                  <a:moveTo>
                    <a:pt x="430" y="0"/>
                  </a:moveTo>
                  <a:cubicBezTo>
                    <a:pt x="310" y="907"/>
                    <a:pt x="167" y="1789"/>
                    <a:pt x="0" y="2695"/>
                  </a:cubicBezTo>
                  <a:lnTo>
                    <a:pt x="0" y="2839"/>
                  </a:lnTo>
                  <a:cubicBezTo>
                    <a:pt x="36" y="3020"/>
                    <a:pt x="210" y="3063"/>
                    <a:pt x="396" y="3063"/>
                  </a:cubicBezTo>
                  <a:cubicBezTo>
                    <a:pt x="455" y="3063"/>
                    <a:pt x="515" y="3059"/>
                    <a:pt x="573" y="3053"/>
                  </a:cubicBezTo>
                  <a:cubicBezTo>
                    <a:pt x="959" y="2978"/>
                    <a:pt x="1360" y="2942"/>
                    <a:pt x="1763" y="2942"/>
                  </a:cubicBezTo>
                  <a:cubicBezTo>
                    <a:pt x="2254" y="2942"/>
                    <a:pt x="2748" y="2996"/>
                    <a:pt x="3220" y="3101"/>
                  </a:cubicBezTo>
                  <a:cubicBezTo>
                    <a:pt x="3533" y="3175"/>
                    <a:pt x="3846" y="3259"/>
                    <a:pt x="4147" y="3259"/>
                  </a:cubicBezTo>
                  <a:cubicBezTo>
                    <a:pt x="4328" y="3259"/>
                    <a:pt x="4505" y="3229"/>
                    <a:pt x="4675" y="3149"/>
                  </a:cubicBezTo>
                  <a:cubicBezTo>
                    <a:pt x="4699" y="3125"/>
                    <a:pt x="4723" y="3125"/>
                    <a:pt x="4746" y="3101"/>
                  </a:cubicBezTo>
                  <a:cubicBezTo>
                    <a:pt x="4818" y="3006"/>
                    <a:pt x="4699" y="2934"/>
                    <a:pt x="4603" y="2886"/>
                  </a:cubicBezTo>
                  <a:lnTo>
                    <a:pt x="3005" y="2266"/>
                  </a:lnTo>
                  <a:cubicBezTo>
                    <a:pt x="2648" y="2123"/>
                    <a:pt x="2218" y="1956"/>
                    <a:pt x="1956" y="1670"/>
                  </a:cubicBezTo>
                  <a:cubicBezTo>
                    <a:pt x="1694" y="1360"/>
                    <a:pt x="1527" y="931"/>
                    <a:pt x="1741" y="573"/>
                  </a:cubicBezTo>
                  <a:lnTo>
                    <a:pt x="430" y="0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0" name="Google Shape;4145;p74">
              <a:extLst>
                <a:ext uri="{FF2B5EF4-FFF2-40B4-BE49-F238E27FC236}">
                  <a16:creationId xmlns:a16="http://schemas.microsoft.com/office/drawing/2014/main" id="{59092A9A-4B53-4A45-933E-EACA1F2A1ACB}"/>
                </a:ext>
              </a:extLst>
            </p:cNvPr>
            <p:cNvSpPr/>
            <p:nvPr/>
          </p:nvSpPr>
          <p:spPr>
            <a:xfrm>
              <a:off x="3280025" y="2429450"/>
              <a:ext cx="126425" cy="38700"/>
            </a:xfrm>
            <a:custGeom>
              <a:avLst/>
              <a:gdLst/>
              <a:ahLst/>
              <a:cxnLst/>
              <a:rect l="l" t="t" r="r" b="b"/>
              <a:pathLst>
                <a:path w="5057" h="1548" extrusionOk="0">
                  <a:moveTo>
                    <a:pt x="263" y="0"/>
                  </a:moveTo>
                  <a:cubicBezTo>
                    <a:pt x="215" y="24"/>
                    <a:pt x="168" y="96"/>
                    <a:pt x="168" y="167"/>
                  </a:cubicBezTo>
                  <a:cubicBezTo>
                    <a:pt x="120" y="406"/>
                    <a:pt x="48" y="620"/>
                    <a:pt x="25" y="859"/>
                  </a:cubicBezTo>
                  <a:cubicBezTo>
                    <a:pt x="1" y="930"/>
                    <a:pt x="1" y="1002"/>
                    <a:pt x="25" y="1073"/>
                  </a:cubicBezTo>
                  <a:cubicBezTo>
                    <a:pt x="48" y="1121"/>
                    <a:pt x="72" y="1169"/>
                    <a:pt x="120" y="1193"/>
                  </a:cubicBezTo>
                  <a:cubicBezTo>
                    <a:pt x="304" y="1346"/>
                    <a:pt x="546" y="1391"/>
                    <a:pt x="797" y="1391"/>
                  </a:cubicBezTo>
                  <a:cubicBezTo>
                    <a:pt x="938" y="1391"/>
                    <a:pt x="1080" y="1377"/>
                    <a:pt x="1217" y="1360"/>
                  </a:cubicBezTo>
                  <a:cubicBezTo>
                    <a:pt x="1459" y="1345"/>
                    <a:pt x="1703" y="1337"/>
                    <a:pt x="1948" y="1337"/>
                  </a:cubicBezTo>
                  <a:cubicBezTo>
                    <a:pt x="2479" y="1337"/>
                    <a:pt x="3017" y="1374"/>
                    <a:pt x="3554" y="1455"/>
                  </a:cubicBezTo>
                  <a:cubicBezTo>
                    <a:pt x="3786" y="1501"/>
                    <a:pt x="4028" y="1548"/>
                    <a:pt x="4260" y="1548"/>
                  </a:cubicBezTo>
                  <a:cubicBezTo>
                    <a:pt x="4507" y="1548"/>
                    <a:pt x="4741" y="1495"/>
                    <a:pt x="4938" y="1336"/>
                  </a:cubicBezTo>
                  <a:cubicBezTo>
                    <a:pt x="5009" y="1288"/>
                    <a:pt x="5057" y="1193"/>
                    <a:pt x="5033" y="1145"/>
                  </a:cubicBezTo>
                  <a:lnTo>
                    <a:pt x="4938" y="1050"/>
                  </a:lnTo>
                  <a:cubicBezTo>
                    <a:pt x="4699" y="930"/>
                    <a:pt x="4437" y="835"/>
                    <a:pt x="4174" y="740"/>
                  </a:cubicBezTo>
                  <a:cubicBezTo>
                    <a:pt x="3864" y="668"/>
                    <a:pt x="3554" y="549"/>
                    <a:pt x="3244" y="453"/>
                  </a:cubicBezTo>
                  <a:cubicBezTo>
                    <a:pt x="2958" y="382"/>
                    <a:pt x="2600" y="215"/>
                    <a:pt x="2410" y="191"/>
                  </a:cubicBezTo>
                  <a:cubicBezTo>
                    <a:pt x="2398" y="194"/>
                    <a:pt x="2378" y="195"/>
                    <a:pt x="2351" y="195"/>
                  </a:cubicBezTo>
                  <a:cubicBezTo>
                    <a:pt x="2243" y="195"/>
                    <a:pt x="2032" y="177"/>
                    <a:pt x="1853" y="177"/>
                  </a:cubicBezTo>
                  <a:cubicBezTo>
                    <a:pt x="1729" y="177"/>
                    <a:pt x="1620" y="186"/>
                    <a:pt x="1573" y="215"/>
                  </a:cubicBezTo>
                  <a:lnTo>
                    <a:pt x="1573" y="215"/>
                  </a:lnTo>
                  <a:cubicBezTo>
                    <a:pt x="1406" y="215"/>
                    <a:pt x="1193" y="167"/>
                    <a:pt x="1002" y="119"/>
                  </a:cubicBezTo>
                  <a:cubicBezTo>
                    <a:pt x="902" y="78"/>
                    <a:pt x="837" y="68"/>
                    <a:pt x="782" y="68"/>
                  </a:cubicBezTo>
                  <a:cubicBezTo>
                    <a:pt x="734" y="68"/>
                    <a:pt x="693" y="75"/>
                    <a:pt x="643" y="75"/>
                  </a:cubicBezTo>
                  <a:cubicBezTo>
                    <a:pt x="585" y="75"/>
                    <a:pt x="514" y="66"/>
                    <a:pt x="406" y="24"/>
                  </a:cubicBezTo>
                  <a:cubicBezTo>
                    <a:pt x="358" y="0"/>
                    <a:pt x="287" y="0"/>
                    <a:pt x="263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1" name="Google Shape;4146;p74">
              <a:extLst>
                <a:ext uri="{FF2B5EF4-FFF2-40B4-BE49-F238E27FC236}">
                  <a16:creationId xmlns:a16="http://schemas.microsoft.com/office/drawing/2014/main" id="{9F2B4EB8-8261-46D4-ADDA-EA2D28485E5E}"/>
                </a:ext>
              </a:extLst>
            </p:cNvPr>
            <p:cNvSpPr/>
            <p:nvPr/>
          </p:nvSpPr>
          <p:spPr>
            <a:xfrm>
              <a:off x="3250225" y="2141450"/>
              <a:ext cx="99600" cy="267150"/>
            </a:xfrm>
            <a:custGeom>
              <a:avLst/>
              <a:gdLst/>
              <a:ahLst/>
              <a:cxnLst/>
              <a:rect l="l" t="t" r="r" b="b"/>
              <a:pathLst>
                <a:path w="3984" h="10686" extrusionOk="0">
                  <a:moveTo>
                    <a:pt x="1407" y="0"/>
                  </a:moveTo>
                  <a:lnTo>
                    <a:pt x="1837" y="334"/>
                  </a:lnTo>
                  <a:cubicBezTo>
                    <a:pt x="1288" y="764"/>
                    <a:pt x="0" y="2171"/>
                    <a:pt x="835" y="2218"/>
                  </a:cubicBezTo>
                  <a:cubicBezTo>
                    <a:pt x="1717" y="2290"/>
                    <a:pt x="1312" y="3673"/>
                    <a:pt x="1312" y="4842"/>
                  </a:cubicBezTo>
                  <a:cubicBezTo>
                    <a:pt x="1288" y="7179"/>
                    <a:pt x="1455" y="8300"/>
                    <a:pt x="1527" y="10280"/>
                  </a:cubicBezTo>
                  <a:cubicBezTo>
                    <a:pt x="1527" y="10351"/>
                    <a:pt x="1527" y="10423"/>
                    <a:pt x="1574" y="10471"/>
                  </a:cubicBezTo>
                  <a:cubicBezTo>
                    <a:pt x="1646" y="10495"/>
                    <a:pt x="1694" y="10542"/>
                    <a:pt x="1765" y="10542"/>
                  </a:cubicBezTo>
                  <a:cubicBezTo>
                    <a:pt x="2099" y="10590"/>
                    <a:pt x="2481" y="10638"/>
                    <a:pt x="2838" y="10685"/>
                  </a:cubicBezTo>
                  <a:cubicBezTo>
                    <a:pt x="2910" y="10685"/>
                    <a:pt x="3005" y="10685"/>
                    <a:pt x="3077" y="10638"/>
                  </a:cubicBezTo>
                  <a:cubicBezTo>
                    <a:pt x="3077" y="10590"/>
                    <a:pt x="3101" y="10542"/>
                    <a:pt x="3101" y="10518"/>
                  </a:cubicBezTo>
                  <a:cubicBezTo>
                    <a:pt x="3506" y="7943"/>
                    <a:pt x="3935" y="5343"/>
                    <a:pt x="3935" y="2767"/>
                  </a:cubicBezTo>
                  <a:cubicBezTo>
                    <a:pt x="3935" y="2218"/>
                    <a:pt x="3983" y="1408"/>
                    <a:pt x="3745" y="931"/>
                  </a:cubicBezTo>
                  <a:cubicBezTo>
                    <a:pt x="3506" y="454"/>
                    <a:pt x="2838" y="96"/>
                    <a:pt x="1407" y="0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2" name="Google Shape;4147;p74">
              <a:extLst>
                <a:ext uri="{FF2B5EF4-FFF2-40B4-BE49-F238E27FC236}">
                  <a16:creationId xmlns:a16="http://schemas.microsoft.com/office/drawing/2014/main" id="{258F281F-7EA8-4AF7-B82A-56410FA1F497}"/>
                </a:ext>
              </a:extLst>
            </p:cNvPr>
            <p:cNvSpPr/>
            <p:nvPr/>
          </p:nvSpPr>
          <p:spPr>
            <a:xfrm>
              <a:off x="3082550" y="2201150"/>
              <a:ext cx="86325" cy="253750"/>
            </a:xfrm>
            <a:custGeom>
              <a:avLst/>
              <a:gdLst/>
              <a:ahLst/>
              <a:cxnLst/>
              <a:rect l="l" t="t" r="r" b="b"/>
              <a:pathLst>
                <a:path w="3453" h="10150" extrusionOk="0">
                  <a:moveTo>
                    <a:pt x="3232" y="0"/>
                  </a:moveTo>
                  <a:cubicBezTo>
                    <a:pt x="3187" y="0"/>
                    <a:pt x="3140" y="21"/>
                    <a:pt x="3106" y="69"/>
                  </a:cubicBezTo>
                  <a:cubicBezTo>
                    <a:pt x="1245" y="3050"/>
                    <a:pt x="625" y="6532"/>
                    <a:pt x="29" y="9943"/>
                  </a:cubicBezTo>
                  <a:cubicBezTo>
                    <a:pt x="0" y="10072"/>
                    <a:pt x="101" y="10149"/>
                    <a:pt x="190" y="10149"/>
                  </a:cubicBezTo>
                  <a:cubicBezTo>
                    <a:pt x="250" y="10149"/>
                    <a:pt x="306" y="10115"/>
                    <a:pt x="315" y="10038"/>
                  </a:cubicBezTo>
                  <a:cubicBezTo>
                    <a:pt x="912" y="6652"/>
                    <a:pt x="1532" y="3193"/>
                    <a:pt x="3368" y="260"/>
                  </a:cubicBezTo>
                  <a:cubicBezTo>
                    <a:pt x="3453" y="124"/>
                    <a:pt x="3345" y="0"/>
                    <a:pt x="3232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3" name="Google Shape;4148;p74">
              <a:extLst>
                <a:ext uri="{FF2B5EF4-FFF2-40B4-BE49-F238E27FC236}">
                  <a16:creationId xmlns:a16="http://schemas.microsoft.com/office/drawing/2014/main" id="{3B47301C-4862-4E8F-991E-9FD44C46F200}"/>
                </a:ext>
              </a:extLst>
            </p:cNvPr>
            <p:cNvSpPr/>
            <p:nvPr/>
          </p:nvSpPr>
          <p:spPr>
            <a:xfrm>
              <a:off x="3221275" y="2201150"/>
              <a:ext cx="85975" cy="253750"/>
            </a:xfrm>
            <a:custGeom>
              <a:avLst/>
              <a:gdLst/>
              <a:ahLst/>
              <a:cxnLst/>
              <a:rect l="l" t="t" r="r" b="b"/>
              <a:pathLst>
                <a:path w="3439" h="10150" extrusionOk="0">
                  <a:moveTo>
                    <a:pt x="231" y="0"/>
                  </a:moveTo>
                  <a:cubicBezTo>
                    <a:pt x="120" y="0"/>
                    <a:pt x="0" y="124"/>
                    <a:pt x="85" y="260"/>
                  </a:cubicBezTo>
                  <a:cubicBezTo>
                    <a:pt x="1898" y="3193"/>
                    <a:pt x="2518" y="6652"/>
                    <a:pt x="3114" y="10038"/>
                  </a:cubicBezTo>
                  <a:cubicBezTo>
                    <a:pt x="3133" y="10115"/>
                    <a:pt x="3190" y="10149"/>
                    <a:pt x="3251" y="10149"/>
                  </a:cubicBezTo>
                  <a:cubicBezTo>
                    <a:pt x="3341" y="10149"/>
                    <a:pt x="3438" y="10072"/>
                    <a:pt x="3424" y="9943"/>
                  </a:cubicBezTo>
                  <a:cubicBezTo>
                    <a:pt x="2828" y="6532"/>
                    <a:pt x="2208" y="3050"/>
                    <a:pt x="347" y="69"/>
                  </a:cubicBezTo>
                  <a:cubicBezTo>
                    <a:pt x="320" y="21"/>
                    <a:pt x="276" y="0"/>
                    <a:pt x="231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4" name="Google Shape;4149;p74">
              <a:extLst>
                <a:ext uri="{FF2B5EF4-FFF2-40B4-BE49-F238E27FC236}">
                  <a16:creationId xmlns:a16="http://schemas.microsoft.com/office/drawing/2014/main" id="{CF6016AA-6803-497E-8521-EECF0726A24F}"/>
                </a:ext>
              </a:extLst>
            </p:cNvPr>
            <p:cNvSpPr/>
            <p:nvPr/>
          </p:nvSpPr>
          <p:spPr>
            <a:xfrm>
              <a:off x="3106525" y="2183775"/>
              <a:ext cx="168750" cy="20300"/>
            </a:xfrm>
            <a:custGeom>
              <a:avLst/>
              <a:gdLst/>
              <a:ahLst/>
              <a:cxnLst/>
              <a:rect l="l" t="t" r="r" b="b"/>
              <a:pathLst>
                <a:path w="6750" h="812" extrusionOk="0">
                  <a:moveTo>
                    <a:pt x="0" y="1"/>
                  </a:moveTo>
                  <a:lnTo>
                    <a:pt x="0" y="812"/>
                  </a:lnTo>
                  <a:lnTo>
                    <a:pt x="6750" y="812"/>
                  </a:lnTo>
                  <a:lnTo>
                    <a:pt x="6750" y="1"/>
                  </a:ln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5" name="Google Shape;4150;p74">
              <a:extLst>
                <a:ext uri="{FF2B5EF4-FFF2-40B4-BE49-F238E27FC236}">
                  <a16:creationId xmlns:a16="http://schemas.microsoft.com/office/drawing/2014/main" id="{8846EA14-A020-4E6B-B6EC-9D2AEDA821D9}"/>
                </a:ext>
              </a:extLst>
            </p:cNvPr>
            <p:cNvSpPr/>
            <p:nvPr/>
          </p:nvSpPr>
          <p:spPr>
            <a:xfrm>
              <a:off x="3167325" y="1879700"/>
              <a:ext cx="75175" cy="82300"/>
            </a:xfrm>
            <a:custGeom>
              <a:avLst/>
              <a:gdLst/>
              <a:ahLst/>
              <a:cxnLst/>
              <a:rect l="l" t="t" r="r" b="b"/>
              <a:pathLst>
                <a:path w="3007" h="3292" extrusionOk="0">
                  <a:moveTo>
                    <a:pt x="2481" y="0"/>
                  </a:moveTo>
                  <a:lnTo>
                    <a:pt x="502" y="620"/>
                  </a:lnTo>
                  <a:cubicBezTo>
                    <a:pt x="669" y="930"/>
                    <a:pt x="740" y="1312"/>
                    <a:pt x="693" y="1670"/>
                  </a:cubicBezTo>
                  <a:cubicBezTo>
                    <a:pt x="621" y="2003"/>
                    <a:pt x="359" y="2337"/>
                    <a:pt x="1" y="2409"/>
                  </a:cubicBezTo>
                  <a:cubicBezTo>
                    <a:pt x="239" y="2886"/>
                    <a:pt x="716" y="3172"/>
                    <a:pt x="1217" y="3268"/>
                  </a:cubicBezTo>
                  <a:cubicBezTo>
                    <a:pt x="1308" y="3284"/>
                    <a:pt x="1399" y="3292"/>
                    <a:pt x="1489" y="3292"/>
                  </a:cubicBezTo>
                  <a:cubicBezTo>
                    <a:pt x="1919" y="3292"/>
                    <a:pt x="2333" y="3110"/>
                    <a:pt x="2648" y="2814"/>
                  </a:cubicBezTo>
                  <a:cubicBezTo>
                    <a:pt x="2768" y="2695"/>
                    <a:pt x="2887" y="2552"/>
                    <a:pt x="3006" y="2409"/>
                  </a:cubicBezTo>
                  <a:cubicBezTo>
                    <a:pt x="2720" y="2409"/>
                    <a:pt x="2481" y="2170"/>
                    <a:pt x="2338" y="1908"/>
                  </a:cubicBezTo>
                  <a:cubicBezTo>
                    <a:pt x="2171" y="1622"/>
                    <a:pt x="2171" y="1312"/>
                    <a:pt x="2219" y="1002"/>
                  </a:cubicBezTo>
                  <a:cubicBezTo>
                    <a:pt x="2267" y="644"/>
                    <a:pt x="2338" y="310"/>
                    <a:pt x="2481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6" name="Google Shape;4151;p74">
              <a:extLst>
                <a:ext uri="{FF2B5EF4-FFF2-40B4-BE49-F238E27FC236}">
                  <a16:creationId xmlns:a16="http://schemas.microsoft.com/office/drawing/2014/main" id="{15BAE056-5611-41CD-A4F4-C7130E5ADFB7}"/>
                </a:ext>
              </a:extLst>
            </p:cNvPr>
            <p:cNvSpPr/>
            <p:nvPr/>
          </p:nvSpPr>
          <p:spPr>
            <a:xfrm>
              <a:off x="3128575" y="1933350"/>
              <a:ext cx="146125" cy="180250"/>
            </a:xfrm>
            <a:custGeom>
              <a:avLst/>
              <a:gdLst/>
              <a:ahLst/>
              <a:cxnLst/>
              <a:rect l="l" t="t" r="r" b="b"/>
              <a:pathLst>
                <a:path w="5845" h="7210" extrusionOk="0">
                  <a:moveTo>
                    <a:pt x="2052" y="1"/>
                  </a:moveTo>
                  <a:lnTo>
                    <a:pt x="358" y="525"/>
                  </a:lnTo>
                  <a:cubicBezTo>
                    <a:pt x="311" y="549"/>
                    <a:pt x="239" y="549"/>
                    <a:pt x="192" y="621"/>
                  </a:cubicBezTo>
                  <a:cubicBezTo>
                    <a:pt x="120" y="692"/>
                    <a:pt x="96" y="788"/>
                    <a:pt x="96" y="883"/>
                  </a:cubicBezTo>
                  <a:cubicBezTo>
                    <a:pt x="1" y="1527"/>
                    <a:pt x="96" y="2219"/>
                    <a:pt x="192" y="2910"/>
                  </a:cubicBezTo>
                  <a:cubicBezTo>
                    <a:pt x="335" y="4246"/>
                    <a:pt x="382" y="5629"/>
                    <a:pt x="358" y="6965"/>
                  </a:cubicBezTo>
                  <a:cubicBezTo>
                    <a:pt x="358" y="6989"/>
                    <a:pt x="358" y="7060"/>
                    <a:pt x="382" y="7084"/>
                  </a:cubicBezTo>
                  <a:cubicBezTo>
                    <a:pt x="430" y="7132"/>
                    <a:pt x="478" y="7132"/>
                    <a:pt x="549" y="7132"/>
                  </a:cubicBezTo>
                  <a:cubicBezTo>
                    <a:pt x="835" y="7132"/>
                    <a:pt x="1098" y="7060"/>
                    <a:pt x="1384" y="7013"/>
                  </a:cubicBezTo>
                  <a:cubicBezTo>
                    <a:pt x="1552" y="6987"/>
                    <a:pt x="1721" y="6977"/>
                    <a:pt x="1889" y="6977"/>
                  </a:cubicBezTo>
                  <a:cubicBezTo>
                    <a:pt x="2675" y="6977"/>
                    <a:pt x="3460" y="7203"/>
                    <a:pt x="4246" y="7203"/>
                  </a:cubicBezTo>
                  <a:cubicBezTo>
                    <a:pt x="4312" y="7208"/>
                    <a:pt x="4377" y="7210"/>
                    <a:pt x="4443" y="7210"/>
                  </a:cubicBezTo>
                  <a:cubicBezTo>
                    <a:pt x="4735" y="7210"/>
                    <a:pt x="5027" y="7171"/>
                    <a:pt x="5319" y="7132"/>
                  </a:cubicBezTo>
                  <a:cubicBezTo>
                    <a:pt x="5391" y="7108"/>
                    <a:pt x="5510" y="7108"/>
                    <a:pt x="5582" y="7036"/>
                  </a:cubicBezTo>
                  <a:cubicBezTo>
                    <a:pt x="5606" y="6941"/>
                    <a:pt x="5606" y="6846"/>
                    <a:pt x="5606" y="6750"/>
                  </a:cubicBezTo>
                  <a:cubicBezTo>
                    <a:pt x="5439" y="4723"/>
                    <a:pt x="5844" y="2672"/>
                    <a:pt x="5844" y="645"/>
                  </a:cubicBezTo>
                  <a:cubicBezTo>
                    <a:pt x="5844" y="597"/>
                    <a:pt x="5844" y="525"/>
                    <a:pt x="5820" y="501"/>
                  </a:cubicBezTo>
                  <a:cubicBezTo>
                    <a:pt x="5796" y="478"/>
                    <a:pt x="5749" y="430"/>
                    <a:pt x="5701" y="430"/>
                  </a:cubicBezTo>
                  <a:cubicBezTo>
                    <a:pt x="5152" y="311"/>
                    <a:pt x="4652" y="168"/>
                    <a:pt x="4127" y="24"/>
                  </a:cubicBezTo>
                  <a:cubicBezTo>
                    <a:pt x="4079" y="1"/>
                    <a:pt x="4031" y="1"/>
                    <a:pt x="3960" y="1"/>
                  </a:cubicBezTo>
                  <a:cubicBezTo>
                    <a:pt x="3912" y="1"/>
                    <a:pt x="3888" y="48"/>
                    <a:pt x="3817" y="72"/>
                  </a:cubicBezTo>
                  <a:cubicBezTo>
                    <a:pt x="3582" y="254"/>
                    <a:pt x="3313" y="335"/>
                    <a:pt x="3039" y="335"/>
                  </a:cubicBezTo>
                  <a:cubicBezTo>
                    <a:pt x="2701" y="335"/>
                    <a:pt x="2355" y="211"/>
                    <a:pt x="2052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7" name="Google Shape;4152;p74">
              <a:extLst>
                <a:ext uri="{FF2B5EF4-FFF2-40B4-BE49-F238E27FC236}">
                  <a16:creationId xmlns:a16="http://schemas.microsoft.com/office/drawing/2014/main" id="{D357F2F8-7433-41CA-90B2-DCBCD3487441}"/>
                </a:ext>
              </a:extLst>
            </p:cNvPr>
            <p:cNvSpPr/>
            <p:nvPr/>
          </p:nvSpPr>
          <p:spPr>
            <a:xfrm>
              <a:off x="3234725" y="1945275"/>
              <a:ext cx="98400" cy="168475"/>
            </a:xfrm>
            <a:custGeom>
              <a:avLst/>
              <a:gdLst/>
              <a:ahLst/>
              <a:cxnLst/>
              <a:rect l="l" t="t" r="r" b="b"/>
              <a:pathLst>
                <a:path w="3936" h="6739" extrusionOk="0">
                  <a:moveTo>
                    <a:pt x="1550" y="1"/>
                  </a:moveTo>
                  <a:cubicBezTo>
                    <a:pt x="1145" y="883"/>
                    <a:pt x="1026" y="1956"/>
                    <a:pt x="1264" y="2910"/>
                  </a:cubicBezTo>
                  <a:cubicBezTo>
                    <a:pt x="1383" y="3292"/>
                    <a:pt x="1550" y="3697"/>
                    <a:pt x="1717" y="4079"/>
                  </a:cubicBezTo>
                  <a:cubicBezTo>
                    <a:pt x="1860" y="4437"/>
                    <a:pt x="2027" y="4795"/>
                    <a:pt x="2194" y="5152"/>
                  </a:cubicBezTo>
                  <a:cubicBezTo>
                    <a:pt x="2194" y="5176"/>
                    <a:pt x="2218" y="5200"/>
                    <a:pt x="2218" y="5248"/>
                  </a:cubicBezTo>
                  <a:cubicBezTo>
                    <a:pt x="2218" y="5295"/>
                    <a:pt x="2170" y="5295"/>
                    <a:pt x="2099" y="5319"/>
                  </a:cubicBezTo>
                  <a:cubicBezTo>
                    <a:pt x="1455" y="5534"/>
                    <a:pt x="763" y="5629"/>
                    <a:pt x="119" y="5772"/>
                  </a:cubicBezTo>
                  <a:cubicBezTo>
                    <a:pt x="72" y="5772"/>
                    <a:pt x="48" y="5796"/>
                    <a:pt x="24" y="5796"/>
                  </a:cubicBezTo>
                  <a:cubicBezTo>
                    <a:pt x="0" y="5844"/>
                    <a:pt x="0" y="5892"/>
                    <a:pt x="24" y="5916"/>
                  </a:cubicBezTo>
                  <a:cubicBezTo>
                    <a:pt x="48" y="6130"/>
                    <a:pt x="119" y="6369"/>
                    <a:pt x="262" y="6488"/>
                  </a:cubicBezTo>
                  <a:cubicBezTo>
                    <a:pt x="358" y="6559"/>
                    <a:pt x="429" y="6583"/>
                    <a:pt x="525" y="6607"/>
                  </a:cubicBezTo>
                  <a:cubicBezTo>
                    <a:pt x="905" y="6700"/>
                    <a:pt x="1292" y="6739"/>
                    <a:pt x="1681" y="6739"/>
                  </a:cubicBezTo>
                  <a:cubicBezTo>
                    <a:pt x="2293" y="6739"/>
                    <a:pt x="2908" y="6643"/>
                    <a:pt x="3506" y="6512"/>
                  </a:cubicBezTo>
                  <a:cubicBezTo>
                    <a:pt x="3649" y="6488"/>
                    <a:pt x="3840" y="6416"/>
                    <a:pt x="3888" y="6273"/>
                  </a:cubicBezTo>
                  <a:cubicBezTo>
                    <a:pt x="3935" y="6178"/>
                    <a:pt x="3935" y="6059"/>
                    <a:pt x="3888" y="5987"/>
                  </a:cubicBezTo>
                  <a:cubicBezTo>
                    <a:pt x="3721" y="4914"/>
                    <a:pt x="3530" y="3841"/>
                    <a:pt x="3220" y="2815"/>
                  </a:cubicBezTo>
                  <a:cubicBezTo>
                    <a:pt x="2886" y="1813"/>
                    <a:pt x="2385" y="788"/>
                    <a:pt x="1670" y="24"/>
                  </a:cubicBezTo>
                  <a:cubicBezTo>
                    <a:pt x="1574" y="24"/>
                    <a:pt x="1574" y="1"/>
                    <a:pt x="155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8" name="Google Shape;4153;p74">
              <a:extLst>
                <a:ext uri="{FF2B5EF4-FFF2-40B4-BE49-F238E27FC236}">
                  <a16:creationId xmlns:a16="http://schemas.microsoft.com/office/drawing/2014/main" id="{C0A02FFD-E798-4FBE-A230-6BB830210C4A}"/>
                </a:ext>
              </a:extLst>
            </p:cNvPr>
            <p:cNvSpPr/>
            <p:nvPr/>
          </p:nvSpPr>
          <p:spPr>
            <a:xfrm>
              <a:off x="3075525" y="1948250"/>
              <a:ext cx="98400" cy="168475"/>
            </a:xfrm>
            <a:custGeom>
              <a:avLst/>
              <a:gdLst/>
              <a:ahLst/>
              <a:cxnLst/>
              <a:rect l="l" t="t" r="r" b="b"/>
              <a:pathLst>
                <a:path w="3936" h="6739" extrusionOk="0">
                  <a:moveTo>
                    <a:pt x="2385" y="1"/>
                  </a:moveTo>
                  <a:cubicBezTo>
                    <a:pt x="2361" y="1"/>
                    <a:pt x="2337" y="25"/>
                    <a:pt x="2266" y="25"/>
                  </a:cubicBezTo>
                  <a:cubicBezTo>
                    <a:pt x="1550" y="788"/>
                    <a:pt x="1049" y="1813"/>
                    <a:pt x="716" y="2815"/>
                  </a:cubicBezTo>
                  <a:cubicBezTo>
                    <a:pt x="382" y="3841"/>
                    <a:pt x="215" y="4914"/>
                    <a:pt x="48" y="5987"/>
                  </a:cubicBezTo>
                  <a:cubicBezTo>
                    <a:pt x="0" y="6083"/>
                    <a:pt x="0" y="6202"/>
                    <a:pt x="48" y="6274"/>
                  </a:cubicBezTo>
                  <a:cubicBezTo>
                    <a:pt x="95" y="6440"/>
                    <a:pt x="286" y="6488"/>
                    <a:pt x="429" y="6512"/>
                  </a:cubicBezTo>
                  <a:cubicBezTo>
                    <a:pt x="1027" y="6643"/>
                    <a:pt x="1643" y="6739"/>
                    <a:pt x="2254" y="6739"/>
                  </a:cubicBezTo>
                  <a:cubicBezTo>
                    <a:pt x="2643" y="6739"/>
                    <a:pt x="3030" y="6700"/>
                    <a:pt x="3411" y="6607"/>
                  </a:cubicBezTo>
                  <a:cubicBezTo>
                    <a:pt x="3506" y="6584"/>
                    <a:pt x="3578" y="6560"/>
                    <a:pt x="3673" y="6488"/>
                  </a:cubicBezTo>
                  <a:cubicBezTo>
                    <a:pt x="3816" y="6369"/>
                    <a:pt x="3888" y="6130"/>
                    <a:pt x="3911" y="5916"/>
                  </a:cubicBezTo>
                  <a:cubicBezTo>
                    <a:pt x="3935" y="5892"/>
                    <a:pt x="3935" y="5844"/>
                    <a:pt x="3911" y="5797"/>
                  </a:cubicBezTo>
                  <a:cubicBezTo>
                    <a:pt x="3888" y="5797"/>
                    <a:pt x="3864" y="5773"/>
                    <a:pt x="3816" y="5773"/>
                  </a:cubicBezTo>
                  <a:cubicBezTo>
                    <a:pt x="3172" y="5630"/>
                    <a:pt x="2480" y="5534"/>
                    <a:pt x="1836" y="5320"/>
                  </a:cubicBezTo>
                  <a:cubicBezTo>
                    <a:pt x="1765" y="5296"/>
                    <a:pt x="1717" y="5296"/>
                    <a:pt x="1717" y="5248"/>
                  </a:cubicBezTo>
                  <a:cubicBezTo>
                    <a:pt x="1717" y="5200"/>
                    <a:pt x="1741" y="5176"/>
                    <a:pt x="1741" y="5153"/>
                  </a:cubicBezTo>
                  <a:cubicBezTo>
                    <a:pt x="1908" y="4795"/>
                    <a:pt x="2075" y="4437"/>
                    <a:pt x="2218" y="4079"/>
                  </a:cubicBezTo>
                  <a:cubicBezTo>
                    <a:pt x="2385" y="3698"/>
                    <a:pt x="2552" y="3292"/>
                    <a:pt x="2671" y="2911"/>
                  </a:cubicBezTo>
                  <a:cubicBezTo>
                    <a:pt x="2910" y="1957"/>
                    <a:pt x="2791" y="883"/>
                    <a:pt x="2385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39" name="Google Shape;4154;p74">
              <a:extLst>
                <a:ext uri="{FF2B5EF4-FFF2-40B4-BE49-F238E27FC236}">
                  <a16:creationId xmlns:a16="http://schemas.microsoft.com/office/drawing/2014/main" id="{86DD8E4E-9250-4E96-8407-17ECC8256672}"/>
                </a:ext>
              </a:extLst>
            </p:cNvPr>
            <p:cNvSpPr/>
            <p:nvPr/>
          </p:nvSpPr>
          <p:spPr>
            <a:xfrm>
              <a:off x="3062400" y="2107450"/>
              <a:ext cx="262975" cy="90400"/>
            </a:xfrm>
            <a:custGeom>
              <a:avLst/>
              <a:gdLst/>
              <a:ahLst/>
              <a:cxnLst/>
              <a:rect l="l" t="t" r="r" b="b"/>
              <a:pathLst>
                <a:path w="10519" h="3616" extrusionOk="0">
                  <a:moveTo>
                    <a:pt x="6917" y="1"/>
                  </a:moveTo>
                  <a:cubicBezTo>
                    <a:pt x="6416" y="25"/>
                    <a:pt x="5867" y="25"/>
                    <a:pt x="5367" y="25"/>
                  </a:cubicBezTo>
                  <a:cubicBezTo>
                    <a:pt x="5152" y="25"/>
                    <a:pt x="4913" y="25"/>
                    <a:pt x="4699" y="96"/>
                  </a:cubicBezTo>
                  <a:cubicBezTo>
                    <a:pt x="4582" y="127"/>
                    <a:pt x="4463" y="138"/>
                    <a:pt x="4344" y="138"/>
                  </a:cubicBezTo>
                  <a:cubicBezTo>
                    <a:pt x="3977" y="138"/>
                    <a:pt x="3602" y="29"/>
                    <a:pt x="3246" y="29"/>
                  </a:cubicBezTo>
                  <a:cubicBezTo>
                    <a:pt x="3082" y="29"/>
                    <a:pt x="2921" y="52"/>
                    <a:pt x="2767" y="120"/>
                  </a:cubicBezTo>
                  <a:cubicBezTo>
                    <a:pt x="2290" y="311"/>
                    <a:pt x="3077" y="979"/>
                    <a:pt x="1455" y="1313"/>
                  </a:cubicBezTo>
                  <a:cubicBezTo>
                    <a:pt x="382" y="1551"/>
                    <a:pt x="453" y="1694"/>
                    <a:pt x="0" y="2028"/>
                  </a:cubicBezTo>
                  <a:lnTo>
                    <a:pt x="167" y="3221"/>
                  </a:lnTo>
                  <a:cubicBezTo>
                    <a:pt x="812" y="3516"/>
                    <a:pt x="1389" y="3615"/>
                    <a:pt x="1988" y="3615"/>
                  </a:cubicBezTo>
                  <a:cubicBezTo>
                    <a:pt x="2451" y="3615"/>
                    <a:pt x="2928" y="3556"/>
                    <a:pt x="3459" y="3483"/>
                  </a:cubicBezTo>
                  <a:cubicBezTo>
                    <a:pt x="3983" y="3435"/>
                    <a:pt x="4675" y="3340"/>
                    <a:pt x="5128" y="3292"/>
                  </a:cubicBezTo>
                  <a:cubicBezTo>
                    <a:pt x="5319" y="3273"/>
                    <a:pt x="5496" y="3264"/>
                    <a:pt x="5668" y="3264"/>
                  </a:cubicBezTo>
                  <a:cubicBezTo>
                    <a:pt x="6121" y="3264"/>
                    <a:pt x="6535" y="3325"/>
                    <a:pt x="7036" y="3412"/>
                  </a:cubicBezTo>
                  <a:cubicBezTo>
                    <a:pt x="7283" y="3452"/>
                    <a:pt x="7531" y="3469"/>
                    <a:pt x="7779" y="3469"/>
                  </a:cubicBezTo>
                  <a:cubicBezTo>
                    <a:pt x="8421" y="3469"/>
                    <a:pt x="9065" y="3352"/>
                    <a:pt x="9684" y="3197"/>
                  </a:cubicBezTo>
                  <a:cubicBezTo>
                    <a:pt x="9994" y="3101"/>
                    <a:pt x="10304" y="2982"/>
                    <a:pt x="10423" y="2720"/>
                  </a:cubicBezTo>
                  <a:cubicBezTo>
                    <a:pt x="10518" y="2529"/>
                    <a:pt x="10494" y="2291"/>
                    <a:pt x="10399" y="2124"/>
                  </a:cubicBezTo>
                  <a:cubicBezTo>
                    <a:pt x="10184" y="1599"/>
                    <a:pt x="9707" y="1313"/>
                    <a:pt x="9278" y="1050"/>
                  </a:cubicBezTo>
                  <a:cubicBezTo>
                    <a:pt x="8849" y="812"/>
                    <a:pt x="8467" y="573"/>
                    <a:pt x="8038" y="335"/>
                  </a:cubicBezTo>
                  <a:cubicBezTo>
                    <a:pt x="7871" y="216"/>
                    <a:pt x="7680" y="120"/>
                    <a:pt x="7513" y="72"/>
                  </a:cubicBezTo>
                  <a:cubicBezTo>
                    <a:pt x="7322" y="1"/>
                    <a:pt x="7108" y="1"/>
                    <a:pt x="6917" y="1"/>
                  </a:cubicBez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0" name="Google Shape;4155;p74">
              <a:extLst>
                <a:ext uri="{FF2B5EF4-FFF2-40B4-BE49-F238E27FC236}">
                  <a16:creationId xmlns:a16="http://schemas.microsoft.com/office/drawing/2014/main" id="{43C46314-EEF3-44CC-B3DB-2B7ABFFF0AD9}"/>
                </a:ext>
              </a:extLst>
            </p:cNvPr>
            <p:cNvSpPr/>
            <p:nvPr/>
          </p:nvSpPr>
          <p:spPr>
            <a:xfrm>
              <a:off x="2987875" y="2384725"/>
              <a:ext cx="119850" cy="81500"/>
            </a:xfrm>
            <a:custGeom>
              <a:avLst/>
              <a:gdLst/>
              <a:ahLst/>
              <a:cxnLst/>
              <a:rect l="l" t="t" r="r" b="b"/>
              <a:pathLst>
                <a:path w="4794" h="3260" extrusionOk="0">
                  <a:moveTo>
                    <a:pt x="4388" y="0"/>
                  </a:moveTo>
                  <a:lnTo>
                    <a:pt x="3077" y="573"/>
                  </a:lnTo>
                  <a:cubicBezTo>
                    <a:pt x="3268" y="931"/>
                    <a:pt x="3124" y="1360"/>
                    <a:pt x="2862" y="1670"/>
                  </a:cubicBezTo>
                  <a:cubicBezTo>
                    <a:pt x="2600" y="1956"/>
                    <a:pt x="2170" y="2123"/>
                    <a:pt x="1813" y="2266"/>
                  </a:cubicBezTo>
                  <a:lnTo>
                    <a:pt x="215" y="2886"/>
                  </a:lnTo>
                  <a:cubicBezTo>
                    <a:pt x="119" y="2934"/>
                    <a:pt x="0" y="3006"/>
                    <a:pt x="48" y="3101"/>
                  </a:cubicBezTo>
                  <a:cubicBezTo>
                    <a:pt x="95" y="3125"/>
                    <a:pt x="119" y="3125"/>
                    <a:pt x="143" y="3149"/>
                  </a:cubicBezTo>
                  <a:cubicBezTo>
                    <a:pt x="313" y="3229"/>
                    <a:pt x="490" y="3259"/>
                    <a:pt x="669" y="3259"/>
                  </a:cubicBezTo>
                  <a:cubicBezTo>
                    <a:pt x="969" y="3259"/>
                    <a:pt x="1276" y="3175"/>
                    <a:pt x="1574" y="3101"/>
                  </a:cubicBezTo>
                  <a:cubicBezTo>
                    <a:pt x="2046" y="2996"/>
                    <a:pt x="2540" y="2942"/>
                    <a:pt x="3032" y="2942"/>
                  </a:cubicBezTo>
                  <a:cubicBezTo>
                    <a:pt x="3434" y="2942"/>
                    <a:pt x="3835" y="2978"/>
                    <a:pt x="4222" y="3053"/>
                  </a:cubicBezTo>
                  <a:cubicBezTo>
                    <a:pt x="4279" y="3059"/>
                    <a:pt x="4340" y="3063"/>
                    <a:pt x="4401" y="3063"/>
                  </a:cubicBezTo>
                  <a:cubicBezTo>
                    <a:pt x="4592" y="3063"/>
                    <a:pt x="4776" y="3020"/>
                    <a:pt x="4794" y="2839"/>
                  </a:cubicBezTo>
                  <a:lnTo>
                    <a:pt x="4794" y="2695"/>
                  </a:lnTo>
                  <a:cubicBezTo>
                    <a:pt x="4651" y="1789"/>
                    <a:pt x="4508" y="907"/>
                    <a:pt x="4388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1" name="Google Shape;4156;p74">
              <a:extLst>
                <a:ext uri="{FF2B5EF4-FFF2-40B4-BE49-F238E27FC236}">
                  <a16:creationId xmlns:a16="http://schemas.microsoft.com/office/drawing/2014/main" id="{42AB1817-C0FA-44A3-A89A-F2542683B9D1}"/>
                </a:ext>
              </a:extLst>
            </p:cNvPr>
            <p:cNvSpPr/>
            <p:nvPr/>
          </p:nvSpPr>
          <p:spPr>
            <a:xfrm>
              <a:off x="2983100" y="2425875"/>
              <a:ext cx="127025" cy="42275"/>
            </a:xfrm>
            <a:custGeom>
              <a:avLst/>
              <a:gdLst/>
              <a:ahLst/>
              <a:cxnLst/>
              <a:rect l="l" t="t" r="r" b="b"/>
              <a:pathLst>
                <a:path w="5081" h="1691" extrusionOk="0">
                  <a:moveTo>
                    <a:pt x="3077" y="0"/>
                  </a:moveTo>
                  <a:lnTo>
                    <a:pt x="2600" y="334"/>
                  </a:lnTo>
                  <a:cubicBezTo>
                    <a:pt x="2457" y="358"/>
                    <a:pt x="2099" y="501"/>
                    <a:pt x="1837" y="596"/>
                  </a:cubicBezTo>
                  <a:cubicBezTo>
                    <a:pt x="1527" y="692"/>
                    <a:pt x="1193" y="811"/>
                    <a:pt x="907" y="883"/>
                  </a:cubicBezTo>
                  <a:cubicBezTo>
                    <a:pt x="644" y="978"/>
                    <a:pt x="358" y="1073"/>
                    <a:pt x="119" y="1193"/>
                  </a:cubicBezTo>
                  <a:lnTo>
                    <a:pt x="48" y="1288"/>
                  </a:lnTo>
                  <a:cubicBezTo>
                    <a:pt x="0" y="1336"/>
                    <a:pt x="72" y="1431"/>
                    <a:pt x="119" y="1479"/>
                  </a:cubicBezTo>
                  <a:cubicBezTo>
                    <a:pt x="316" y="1638"/>
                    <a:pt x="557" y="1691"/>
                    <a:pt x="809" y="1691"/>
                  </a:cubicBezTo>
                  <a:cubicBezTo>
                    <a:pt x="1047" y="1691"/>
                    <a:pt x="1295" y="1644"/>
                    <a:pt x="1527" y="1598"/>
                  </a:cubicBezTo>
                  <a:cubicBezTo>
                    <a:pt x="2019" y="1524"/>
                    <a:pt x="2501" y="1486"/>
                    <a:pt x="2986" y="1486"/>
                  </a:cubicBezTo>
                  <a:cubicBezTo>
                    <a:pt x="3277" y="1486"/>
                    <a:pt x="3569" y="1500"/>
                    <a:pt x="3864" y="1526"/>
                  </a:cubicBezTo>
                  <a:cubicBezTo>
                    <a:pt x="3979" y="1534"/>
                    <a:pt x="4096" y="1541"/>
                    <a:pt x="4212" y="1541"/>
                  </a:cubicBezTo>
                  <a:cubicBezTo>
                    <a:pt x="4481" y="1541"/>
                    <a:pt x="4745" y="1502"/>
                    <a:pt x="4961" y="1336"/>
                  </a:cubicBezTo>
                  <a:cubicBezTo>
                    <a:pt x="4985" y="1312"/>
                    <a:pt x="5009" y="1288"/>
                    <a:pt x="5056" y="1216"/>
                  </a:cubicBezTo>
                  <a:cubicBezTo>
                    <a:pt x="5080" y="1169"/>
                    <a:pt x="5080" y="1073"/>
                    <a:pt x="5056" y="1002"/>
                  </a:cubicBezTo>
                  <a:cubicBezTo>
                    <a:pt x="5009" y="763"/>
                    <a:pt x="4961" y="572"/>
                    <a:pt x="4890" y="334"/>
                  </a:cubicBezTo>
                  <a:cubicBezTo>
                    <a:pt x="4890" y="239"/>
                    <a:pt x="4866" y="167"/>
                    <a:pt x="4818" y="143"/>
                  </a:cubicBezTo>
                  <a:cubicBezTo>
                    <a:pt x="4777" y="129"/>
                    <a:pt x="4608" y="116"/>
                    <a:pt x="4464" y="116"/>
                  </a:cubicBezTo>
                  <a:cubicBezTo>
                    <a:pt x="4358" y="116"/>
                    <a:pt x="4266" y="123"/>
                    <a:pt x="4246" y="143"/>
                  </a:cubicBezTo>
                  <a:cubicBezTo>
                    <a:pt x="4246" y="143"/>
                    <a:pt x="4246" y="143"/>
                    <a:pt x="4246" y="143"/>
                  </a:cubicBezTo>
                  <a:lnTo>
                    <a:pt x="4246" y="143"/>
                  </a:lnTo>
                  <a:cubicBezTo>
                    <a:pt x="4228" y="147"/>
                    <a:pt x="4205" y="155"/>
                    <a:pt x="4174" y="167"/>
                  </a:cubicBezTo>
                  <a:cubicBezTo>
                    <a:pt x="4031" y="239"/>
                    <a:pt x="3864" y="334"/>
                    <a:pt x="3673" y="334"/>
                  </a:cubicBezTo>
                  <a:cubicBezTo>
                    <a:pt x="3601" y="343"/>
                    <a:pt x="3543" y="352"/>
                    <a:pt x="3493" y="352"/>
                  </a:cubicBezTo>
                  <a:cubicBezTo>
                    <a:pt x="3410" y="352"/>
                    <a:pt x="3351" y="328"/>
                    <a:pt x="3292" y="239"/>
                  </a:cubicBezTo>
                  <a:cubicBezTo>
                    <a:pt x="3220" y="143"/>
                    <a:pt x="3172" y="24"/>
                    <a:pt x="3077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2" name="Google Shape;4157;p74">
              <a:extLst>
                <a:ext uri="{FF2B5EF4-FFF2-40B4-BE49-F238E27FC236}">
                  <a16:creationId xmlns:a16="http://schemas.microsoft.com/office/drawing/2014/main" id="{24CF10FC-BFFB-4F89-BB5E-7CFE8ED87C30}"/>
                </a:ext>
              </a:extLst>
            </p:cNvPr>
            <p:cNvSpPr/>
            <p:nvPr/>
          </p:nvSpPr>
          <p:spPr>
            <a:xfrm>
              <a:off x="3040325" y="2141450"/>
              <a:ext cx="100200" cy="267150"/>
            </a:xfrm>
            <a:custGeom>
              <a:avLst/>
              <a:gdLst/>
              <a:ahLst/>
              <a:cxnLst/>
              <a:rect l="l" t="t" r="r" b="b"/>
              <a:pathLst>
                <a:path w="4008" h="10686" extrusionOk="0">
                  <a:moveTo>
                    <a:pt x="2601" y="0"/>
                  </a:moveTo>
                  <a:cubicBezTo>
                    <a:pt x="1170" y="96"/>
                    <a:pt x="502" y="454"/>
                    <a:pt x="263" y="931"/>
                  </a:cubicBezTo>
                  <a:cubicBezTo>
                    <a:pt x="1" y="1408"/>
                    <a:pt x="72" y="2218"/>
                    <a:pt x="72" y="2767"/>
                  </a:cubicBezTo>
                  <a:cubicBezTo>
                    <a:pt x="72" y="5343"/>
                    <a:pt x="502" y="7943"/>
                    <a:pt x="907" y="10518"/>
                  </a:cubicBezTo>
                  <a:cubicBezTo>
                    <a:pt x="907" y="10542"/>
                    <a:pt x="931" y="10590"/>
                    <a:pt x="931" y="10638"/>
                  </a:cubicBezTo>
                  <a:cubicBezTo>
                    <a:pt x="1003" y="10685"/>
                    <a:pt x="1098" y="10685"/>
                    <a:pt x="1170" y="10685"/>
                  </a:cubicBezTo>
                  <a:cubicBezTo>
                    <a:pt x="1527" y="10638"/>
                    <a:pt x="1885" y="10590"/>
                    <a:pt x="2243" y="10542"/>
                  </a:cubicBezTo>
                  <a:cubicBezTo>
                    <a:pt x="2314" y="10542"/>
                    <a:pt x="2362" y="10495"/>
                    <a:pt x="2434" y="10471"/>
                  </a:cubicBezTo>
                  <a:cubicBezTo>
                    <a:pt x="2481" y="10423"/>
                    <a:pt x="2481" y="10351"/>
                    <a:pt x="2481" y="10280"/>
                  </a:cubicBezTo>
                  <a:cubicBezTo>
                    <a:pt x="2553" y="8300"/>
                    <a:pt x="2720" y="7179"/>
                    <a:pt x="2696" y="4842"/>
                  </a:cubicBezTo>
                  <a:cubicBezTo>
                    <a:pt x="2696" y="3673"/>
                    <a:pt x="2267" y="2290"/>
                    <a:pt x="3173" y="2218"/>
                  </a:cubicBezTo>
                  <a:cubicBezTo>
                    <a:pt x="4008" y="2171"/>
                    <a:pt x="2720" y="764"/>
                    <a:pt x="2147" y="334"/>
                  </a:cubicBezTo>
                  <a:lnTo>
                    <a:pt x="2601" y="0"/>
                  </a:lnTo>
                  <a:close/>
                </a:path>
              </a:pathLst>
            </a:custGeom>
            <a:solidFill>
              <a:srgbClr val="008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3" name="Google Shape;4158;p74">
              <a:extLst>
                <a:ext uri="{FF2B5EF4-FFF2-40B4-BE49-F238E27FC236}">
                  <a16:creationId xmlns:a16="http://schemas.microsoft.com/office/drawing/2014/main" id="{AF8AEE5F-7F6E-4E39-B436-B92EB645AD07}"/>
                </a:ext>
              </a:extLst>
            </p:cNvPr>
            <p:cNvSpPr/>
            <p:nvPr/>
          </p:nvSpPr>
          <p:spPr>
            <a:xfrm>
              <a:off x="3099375" y="2020400"/>
              <a:ext cx="172325" cy="103775"/>
            </a:xfrm>
            <a:custGeom>
              <a:avLst/>
              <a:gdLst/>
              <a:ahLst/>
              <a:cxnLst/>
              <a:rect l="l" t="t" r="r" b="b"/>
              <a:pathLst>
                <a:path w="6893" h="4151" extrusionOk="0">
                  <a:moveTo>
                    <a:pt x="930" y="1"/>
                  </a:moveTo>
                  <a:cubicBezTo>
                    <a:pt x="429" y="1"/>
                    <a:pt x="0" y="406"/>
                    <a:pt x="0" y="931"/>
                  </a:cubicBezTo>
                  <a:lnTo>
                    <a:pt x="0" y="3221"/>
                  </a:lnTo>
                  <a:cubicBezTo>
                    <a:pt x="0" y="3721"/>
                    <a:pt x="429" y="4151"/>
                    <a:pt x="930" y="4151"/>
                  </a:cubicBezTo>
                  <a:lnTo>
                    <a:pt x="5963" y="4151"/>
                  </a:lnTo>
                  <a:cubicBezTo>
                    <a:pt x="6487" y="4151"/>
                    <a:pt x="6893" y="3721"/>
                    <a:pt x="6893" y="3221"/>
                  </a:cubicBezTo>
                  <a:lnTo>
                    <a:pt x="6893" y="931"/>
                  </a:lnTo>
                  <a:cubicBezTo>
                    <a:pt x="6893" y="406"/>
                    <a:pt x="6487" y="1"/>
                    <a:pt x="5963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4" name="Google Shape;4159;p74">
              <a:extLst>
                <a:ext uri="{FF2B5EF4-FFF2-40B4-BE49-F238E27FC236}">
                  <a16:creationId xmlns:a16="http://schemas.microsoft.com/office/drawing/2014/main" id="{EB4866AD-F03F-4866-9242-780F2A07F8A8}"/>
                </a:ext>
              </a:extLst>
            </p:cNvPr>
            <p:cNvSpPr/>
            <p:nvPr/>
          </p:nvSpPr>
          <p:spPr>
            <a:xfrm>
              <a:off x="3171500" y="2062150"/>
              <a:ext cx="18525" cy="17900"/>
            </a:xfrm>
            <a:custGeom>
              <a:avLst/>
              <a:gdLst/>
              <a:ahLst/>
              <a:cxnLst/>
              <a:rect l="l" t="t" r="r" b="b"/>
              <a:pathLst>
                <a:path w="741" h="716" extrusionOk="0">
                  <a:moveTo>
                    <a:pt x="383" y="0"/>
                  </a:moveTo>
                  <a:cubicBezTo>
                    <a:pt x="168" y="0"/>
                    <a:pt x="1" y="143"/>
                    <a:pt x="1" y="358"/>
                  </a:cubicBezTo>
                  <a:cubicBezTo>
                    <a:pt x="1" y="549"/>
                    <a:pt x="168" y="716"/>
                    <a:pt x="383" y="716"/>
                  </a:cubicBezTo>
                  <a:cubicBezTo>
                    <a:pt x="573" y="716"/>
                    <a:pt x="740" y="549"/>
                    <a:pt x="740" y="358"/>
                  </a:cubicBezTo>
                  <a:cubicBezTo>
                    <a:pt x="740" y="143"/>
                    <a:pt x="573" y="0"/>
                    <a:pt x="383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5" name="Google Shape;4160;p74">
              <a:extLst>
                <a:ext uri="{FF2B5EF4-FFF2-40B4-BE49-F238E27FC236}">
                  <a16:creationId xmlns:a16="http://schemas.microsoft.com/office/drawing/2014/main" id="{C2A3FE19-7A14-4ADC-93DF-D6C4232ABBC1}"/>
                </a:ext>
              </a:extLst>
            </p:cNvPr>
            <p:cNvSpPr/>
            <p:nvPr/>
          </p:nvSpPr>
          <p:spPr>
            <a:xfrm>
              <a:off x="3166750" y="1812300"/>
              <a:ext cx="65600" cy="101700"/>
            </a:xfrm>
            <a:custGeom>
              <a:avLst/>
              <a:gdLst/>
              <a:ahLst/>
              <a:cxnLst/>
              <a:rect l="l" t="t" r="r" b="b"/>
              <a:pathLst>
                <a:path w="2624" h="4068" extrusionOk="0">
                  <a:moveTo>
                    <a:pt x="334" y="1"/>
                  </a:moveTo>
                  <a:cubicBezTo>
                    <a:pt x="215" y="192"/>
                    <a:pt x="119" y="430"/>
                    <a:pt x="72" y="621"/>
                  </a:cubicBezTo>
                  <a:cubicBezTo>
                    <a:pt x="48" y="860"/>
                    <a:pt x="72" y="1098"/>
                    <a:pt x="48" y="1313"/>
                  </a:cubicBezTo>
                  <a:cubicBezTo>
                    <a:pt x="48" y="1504"/>
                    <a:pt x="48" y="1742"/>
                    <a:pt x="24" y="1909"/>
                  </a:cubicBezTo>
                  <a:cubicBezTo>
                    <a:pt x="0" y="2458"/>
                    <a:pt x="167" y="2887"/>
                    <a:pt x="382" y="3412"/>
                  </a:cubicBezTo>
                  <a:cubicBezTo>
                    <a:pt x="477" y="3579"/>
                    <a:pt x="549" y="3793"/>
                    <a:pt x="668" y="3936"/>
                  </a:cubicBezTo>
                  <a:cubicBezTo>
                    <a:pt x="786" y="4038"/>
                    <a:pt x="917" y="4067"/>
                    <a:pt x="1060" y="4067"/>
                  </a:cubicBezTo>
                  <a:cubicBezTo>
                    <a:pt x="1118" y="4067"/>
                    <a:pt x="1178" y="4062"/>
                    <a:pt x="1240" y="4056"/>
                  </a:cubicBezTo>
                  <a:cubicBezTo>
                    <a:pt x="1336" y="4032"/>
                    <a:pt x="1670" y="3841"/>
                    <a:pt x="1741" y="3793"/>
                  </a:cubicBezTo>
                  <a:cubicBezTo>
                    <a:pt x="2337" y="3316"/>
                    <a:pt x="2528" y="2768"/>
                    <a:pt x="2600" y="2004"/>
                  </a:cubicBezTo>
                  <a:cubicBezTo>
                    <a:pt x="2624" y="1766"/>
                    <a:pt x="2600" y="1527"/>
                    <a:pt x="2600" y="1313"/>
                  </a:cubicBezTo>
                  <a:cubicBezTo>
                    <a:pt x="2600" y="1074"/>
                    <a:pt x="2552" y="836"/>
                    <a:pt x="2504" y="621"/>
                  </a:cubicBezTo>
                  <a:cubicBezTo>
                    <a:pt x="2433" y="406"/>
                    <a:pt x="2290" y="216"/>
                    <a:pt x="2075" y="96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6" name="Google Shape;4161;p74">
              <a:extLst>
                <a:ext uri="{FF2B5EF4-FFF2-40B4-BE49-F238E27FC236}">
                  <a16:creationId xmlns:a16="http://schemas.microsoft.com/office/drawing/2014/main" id="{78F23EC4-3960-4F62-A50A-9F4ECA2FA9DA}"/>
                </a:ext>
              </a:extLst>
            </p:cNvPr>
            <p:cNvSpPr/>
            <p:nvPr/>
          </p:nvSpPr>
          <p:spPr>
            <a:xfrm>
              <a:off x="3154225" y="1792900"/>
              <a:ext cx="93625" cy="100525"/>
            </a:xfrm>
            <a:custGeom>
              <a:avLst/>
              <a:gdLst/>
              <a:ahLst/>
              <a:cxnLst/>
              <a:rect l="l" t="t" r="r" b="b"/>
              <a:pathLst>
                <a:path w="3745" h="4021" extrusionOk="0">
                  <a:moveTo>
                    <a:pt x="1748" y="1"/>
                  </a:moveTo>
                  <a:cubicBezTo>
                    <a:pt x="1465" y="1"/>
                    <a:pt x="1189" y="94"/>
                    <a:pt x="978" y="252"/>
                  </a:cubicBezTo>
                  <a:cubicBezTo>
                    <a:pt x="668" y="443"/>
                    <a:pt x="430" y="753"/>
                    <a:pt x="239" y="1039"/>
                  </a:cubicBezTo>
                  <a:cubicBezTo>
                    <a:pt x="96" y="1230"/>
                    <a:pt x="0" y="1445"/>
                    <a:pt x="48" y="1636"/>
                  </a:cubicBezTo>
                  <a:cubicBezTo>
                    <a:pt x="72" y="1850"/>
                    <a:pt x="286" y="1993"/>
                    <a:pt x="501" y="2089"/>
                  </a:cubicBezTo>
                  <a:cubicBezTo>
                    <a:pt x="737" y="2206"/>
                    <a:pt x="1004" y="2292"/>
                    <a:pt x="1265" y="2292"/>
                  </a:cubicBezTo>
                  <a:cubicBezTo>
                    <a:pt x="1321" y="2292"/>
                    <a:pt x="1376" y="2288"/>
                    <a:pt x="1431" y="2280"/>
                  </a:cubicBezTo>
                  <a:cubicBezTo>
                    <a:pt x="1691" y="2200"/>
                    <a:pt x="1951" y="2019"/>
                    <a:pt x="2211" y="2019"/>
                  </a:cubicBezTo>
                  <a:cubicBezTo>
                    <a:pt x="2261" y="2019"/>
                    <a:pt x="2311" y="2026"/>
                    <a:pt x="2361" y="2041"/>
                  </a:cubicBezTo>
                  <a:cubicBezTo>
                    <a:pt x="2552" y="2089"/>
                    <a:pt x="2672" y="2232"/>
                    <a:pt x="2767" y="2399"/>
                  </a:cubicBezTo>
                  <a:cubicBezTo>
                    <a:pt x="2862" y="2542"/>
                    <a:pt x="2886" y="2709"/>
                    <a:pt x="2910" y="2900"/>
                  </a:cubicBezTo>
                  <a:cubicBezTo>
                    <a:pt x="2910" y="2947"/>
                    <a:pt x="2910" y="3019"/>
                    <a:pt x="2958" y="3043"/>
                  </a:cubicBezTo>
                  <a:cubicBezTo>
                    <a:pt x="2978" y="3058"/>
                    <a:pt x="2999" y="3064"/>
                    <a:pt x="3020" y="3064"/>
                  </a:cubicBezTo>
                  <a:cubicBezTo>
                    <a:pt x="3100" y="3064"/>
                    <a:pt x="3182" y="2970"/>
                    <a:pt x="3220" y="2876"/>
                  </a:cubicBezTo>
                  <a:lnTo>
                    <a:pt x="3220" y="2876"/>
                  </a:lnTo>
                  <a:lnTo>
                    <a:pt x="2862" y="4021"/>
                  </a:lnTo>
                  <a:cubicBezTo>
                    <a:pt x="3149" y="3949"/>
                    <a:pt x="3339" y="3639"/>
                    <a:pt x="3459" y="3353"/>
                  </a:cubicBezTo>
                  <a:cubicBezTo>
                    <a:pt x="3626" y="2947"/>
                    <a:pt x="3697" y="2518"/>
                    <a:pt x="3721" y="2065"/>
                  </a:cubicBezTo>
                  <a:cubicBezTo>
                    <a:pt x="3745" y="1755"/>
                    <a:pt x="3745" y="1445"/>
                    <a:pt x="3697" y="1135"/>
                  </a:cubicBezTo>
                  <a:cubicBezTo>
                    <a:pt x="3602" y="849"/>
                    <a:pt x="3411" y="538"/>
                    <a:pt x="3149" y="419"/>
                  </a:cubicBezTo>
                  <a:cubicBezTo>
                    <a:pt x="3029" y="372"/>
                    <a:pt x="2886" y="324"/>
                    <a:pt x="2767" y="300"/>
                  </a:cubicBezTo>
                  <a:cubicBezTo>
                    <a:pt x="2528" y="252"/>
                    <a:pt x="2290" y="85"/>
                    <a:pt x="2051" y="38"/>
                  </a:cubicBezTo>
                  <a:cubicBezTo>
                    <a:pt x="1951" y="13"/>
                    <a:pt x="1849" y="1"/>
                    <a:pt x="1748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7" name="Google Shape;4162;p74">
              <a:extLst>
                <a:ext uri="{FF2B5EF4-FFF2-40B4-BE49-F238E27FC236}">
                  <a16:creationId xmlns:a16="http://schemas.microsoft.com/office/drawing/2014/main" id="{947847AE-AC0C-4F32-873C-E45077AF4270}"/>
                </a:ext>
              </a:extLst>
            </p:cNvPr>
            <p:cNvSpPr/>
            <p:nvPr/>
          </p:nvSpPr>
          <p:spPr>
            <a:xfrm>
              <a:off x="3227550" y="1862400"/>
              <a:ext cx="11375" cy="19850"/>
            </a:xfrm>
            <a:custGeom>
              <a:avLst/>
              <a:gdLst/>
              <a:ahLst/>
              <a:cxnLst/>
              <a:rect l="l" t="t" r="r" b="b"/>
              <a:pathLst>
                <a:path w="455" h="794" extrusionOk="0">
                  <a:moveTo>
                    <a:pt x="335" y="0"/>
                  </a:moveTo>
                  <a:cubicBezTo>
                    <a:pt x="311" y="0"/>
                    <a:pt x="311" y="0"/>
                    <a:pt x="287" y="24"/>
                  </a:cubicBezTo>
                  <a:cubicBezTo>
                    <a:pt x="216" y="96"/>
                    <a:pt x="168" y="167"/>
                    <a:pt x="120" y="263"/>
                  </a:cubicBezTo>
                  <a:lnTo>
                    <a:pt x="1" y="764"/>
                  </a:lnTo>
                  <a:cubicBezTo>
                    <a:pt x="23" y="785"/>
                    <a:pt x="49" y="794"/>
                    <a:pt x="76" y="794"/>
                  </a:cubicBezTo>
                  <a:cubicBezTo>
                    <a:pt x="138" y="794"/>
                    <a:pt x="206" y="749"/>
                    <a:pt x="239" y="716"/>
                  </a:cubicBezTo>
                  <a:cubicBezTo>
                    <a:pt x="311" y="644"/>
                    <a:pt x="335" y="573"/>
                    <a:pt x="359" y="477"/>
                  </a:cubicBezTo>
                  <a:cubicBezTo>
                    <a:pt x="382" y="358"/>
                    <a:pt x="454" y="215"/>
                    <a:pt x="382" y="48"/>
                  </a:cubicBezTo>
                  <a:cubicBezTo>
                    <a:pt x="359" y="24"/>
                    <a:pt x="359" y="0"/>
                    <a:pt x="335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8" name="Google Shape;4163;p74">
              <a:extLst>
                <a:ext uri="{FF2B5EF4-FFF2-40B4-BE49-F238E27FC236}">
                  <a16:creationId xmlns:a16="http://schemas.microsoft.com/office/drawing/2014/main" id="{C61135AC-6898-4957-88A3-5514343FB534}"/>
                </a:ext>
              </a:extLst>
            </p:cNvPr>
            <p:cNvSpPr/>
            <p:nvPr/>
          </p:nvSpPr>
          <p:spPr>
            <a:xfrm>
              <a:off x="3173875" y="2028900"/>
              <a:ext cx="159850" cy="95275"/>
            </a:xfrm>
            <a:custGeom>
              <a:avLst/>
              <a:gdLst/>
              <a:ahLst/>
              <a:cxnLst/>
              <a:rect l="l" t="t" r="r" b="b"/>
              <a:pathLst>
                <a:path w="6394" h="3811" extrusionOk="0">
                  <a:moveTo>
                    <a:pt x="1962" y="3598"/>
                  </a:moveTo>
                  <a:cubicBezTo>
                    <a:pt x="1965" y="3598"/>
                    <a:pt x="1968" y="3598"/>
                    <a:pt x="1972" y="3598"/>
                  </a:cubicBezTo>
                  <a:lnTo>
                    <a:pt x="1972" y="3598"/>
                  </a:lnTo>
                  <a:cubicBezTo>
                    <a:pt x="1956" y="3602"/>
                    <a:pt x="1947" y="3603"/>
                    <a:pt x="1942" y="3603"/>
                  </a:cubicBezTo>
                  <a:cubicBezTo>
                    <a:pt x="1933" y="3603"/>
                    <a:pt x="1946" y="3598"/>
                    <a:pt x="1962" y="3598"/>
                  </a:cubicBezTo>
                  <a:close/>
                  <a:moveTo>
                    <a:pt x="2003" y="3616"/>
                  </a:moveTo>
                  <a:cubicBezTo>
                    <a:pt x="2003" y="3617"/>
                    <a:pt x="2004" y="3619"/>
                    <a:pt x="2005" y="3620"/>
                  </a:cubicBezTo>
                  <a:lnTo>
                    <a:pt x="2003" y="3616"/>
                  </a:lnTo>
                  <a:close/>
                  <a:moveTo>
                    <a:pt x="145" y="1"/>
                  </a:moveTo>
                  <a:cubicBezTo>
                    <a:pt x="72" y="1"/>
                    <a:pt x="1" y="81"/>
                    <a:pt x="49" y="162"/>
                  </a:cubicBezTo>
                  <a:lnTo>
                    <a:pt x="1838" y="3739"/>
                  </a:lnTo>
                  <a:cubicBezTo>
                    <a:pt x="1862" y="3763"/>
                    <a:pt x="1886" y="3811"/>
                    <a:pt x="1909" y="3811"/>
                  </a:cubicBezTo>
                  <a:lnTo>
                    <a:pt x="6250" y="3811"/>
                  </a:lnTo>
                  <a:cubicBezTo>
                    <a:pt x="6369" y="3811"/>
                    <a:pt x="6393" y="3596"/>
                    <a:pt x="6250" y="3596"/>
                  </a:cubicBezTo>
                  <a:lnTo>
                    <a:pt x="2625" y="3596"/>
                  </a:lnTo>
                  <a:cubicBezTo>
                    <a:pt x="2514" y="3596"/>
                    <a:pt x="2360" y="3564"/>
                    <a:pt x="2206" y="3564"/>
                  </a:cubicBezTo>
                  <a:cubicBezTo>
                    <a:pt x="2132" y="3564"/>
                    <a:pt x="2059" y="3572"/>
                    <a:pt x="1990" y="3593"/>
                  </a:cubicBezTo>
                  <a:lnTo>
                    <a:pt x="1990" y="3593"/>
                  </a:lnTo>
                  <a:lnTo>
                    <a:pt x="1909" y="3453"/>
                  </a:lnTo>
                  <a:cubicBezTo>
                    <a:pt x="1623" y="2857"/>
                    <a:pt x="1313" y="2213"/>
                    <a:pt x="1027" y="1617"/>
                  </a:cubicBezTo>
                  <a:cubicBezTo>
                    <a:pt x="765" y="1116"/>
                    <a:pt x="526" y="591"/>
                    <a:pt x="240" y="66"/>
                  </a:cubicBezTo>
                  <a:cubicBezTo>
                    <a:pt x="217" y="20"/>
                    <a:pt x="181" y="1"/>
                    <a:pt x="145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49" name="Google Shape;4164;p74">
              <a:extLst>
                <a:ext uri="{FF2B5EF4-FFF2-40B4-BE49-F238E27FC236}">
                  <a16:creationId xmlns:a16="http://schemas.microsoft.com/office/drawing/2014/main" id="{8484E3E3-624B-489A-9B77-EBAC3E879A4B}"/>
                </a:ext>
              </a:extLst>
            </p:cNvPr>
            <p:cNvSpPr/>
            <p:nvPr/>
          </p:nvSpPr>
          <p:spPr>
            <a:xfrm>
              <a:off x="3325350" y="2351925"/>
              <a:ext cx="56075" cy="139000"/>
            </a:xfrm>
            <a:custGeom>
              <a:avLst/>
              <a:gdLst/>
              <a:ahLst/>
              <a:cxnLst/>
              <a:rect l="l" t="t" r="r" b="b"/>
              <a:pathLst>
                <a:path w="2243" h="5560" extrusionOk="0">
                  <a:moveTo>
                    <a:pt x="692" y="1"/>
                  </a:moveTo>
                  <a:lnTo>
                    <a:pt x="0" y="978"/>
                  </a:lnTo>
                  <a:cubicBezTo>
                    <a:pt x="215" y="1622"/>
                    <a:pt x="453" y="2243"/>
                    <a:pt x="620" y="2863"/>
                  </a:cubicBezTo>
                  <a:cubicBezTo>
                    <a:pt x="811" y="3483"/>
                    <a:pt x="907" y="4174"/>
                    <a:pt x="740" y="4842"/>
                  </a:cubicBezTo>
                  <a:lnTo>
                    <a:pt x="573" y="5462"/>
                  </a:lnTo>
                  <a:cubicBezTo>
                    <a:pt x="573" y="5532"/>
                    <a:pt x="595" y="5559"/>
                    <a:pt x="630" y="5559"/>
                  </a:cubicBezTo>
                  <a:cubicBezTo>
                    <a:pt x="714" y="5559"/>
                    <a:pt x="870" y="5404"/>
                    <a:pt x="954" y="5319"/>
                  </a:cubicBezTo>
                  <a:cubicBezTo>
                    <a:pt x="1193" y="5033"/>
                    <a:pt x="1384" y="4747"/>
                    <a:pt x="1503" y="4413"/>
                  </a:cubicBezTo>
                  <a:cubicBezTo>
                    <a:pt x="1694" y="3769"/>
                    <a:pt x="1622" y="3006"/>
                    <a:pt x="1932" y="2386"/>
                  </a:cubicBezTo>
                  <a:cubicBezTo>
                    <a:pt x="2028" y="2243"/>
                    <a:pt x="2123" y="2099"/>
                    <a:pt x="2171" y="1932"/>
                  </a:cubicBezTo>
                  <a:cubicBezTo>
                    <a:pt x="2242" y="1789"/>
                    <a:pt x="2218" y="1575"/>
                    <a:pt x="2051" y="1503"/>
                  </a:cubicBezTo>
                  <a:cubicBezTo>
                    <a:pt x="2004" y="1455"/>
                    <a:pt x="1932" y="1432"/>
                    <a:pt x="1884" y="1432"/>
                  </a:cubicBezTo>
                  <a:cubicBezTo>
                    <a:pt x="1264" y="1265"/>
                    <a:pt x="740" y="668"/>
                    <a:pt x="692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0" name="Google Shape;4165;p74">
              <a:extLst>
                <a:ext uri="{FF2B5EF4-FFF2-40B4-BE49-F238E27FC236}">
                  <a16:creationId xmlns:a16="http://schemas.microsoft.com/office/drawing/2014/main" id="{75D82847-A1FC-41D7-8614-20FE5959A5DA}"/>
                </a:ext>
              </a:extLst>
            </p:cNvPr>
            <p:cNvSpPr/>
            <p:nvPr/>
          </p:nvSpPr>
          <p:spPr>
            <a:xfrm>
              <a:off x="3252600" y="2174850"/>
              <a:ext cx="99600" cy="214000"/>
            </a:xfrm>
            <a:custGeom>
              <a:avLst/>
              <a:gdLst/>
              <a:ahLst/>
              <a:cxnLst/>
              <a:rect l="l" t="t" r="r" b="b"/>
              <a:pathLst>
                <a:path w="3984" h="8560" extrusionOk="0">
                  <a:moveTo>
                    <a:pt x="239" y="0"/>
                  </a:moveTo>
                  <a:cubicBezTo>
                    <a:pt x="144" y="668"/>
                    <a:pt x="1" y="1550"/>
                    <a:pt x="191" y="2194"/>
                  </a:cubicBezTo>
                  <a:cubicBezTo>
                    <a:pt x="978" y="4389"/>
                    <a:pt x="2028" y="6416"/>
                    <a:pt x="3030" y="8538"/>
                  </a:cubicBezTo>
                  <a:cubicBezTo>
                    <a:pt x="3411" y="8467"/>
                    <a:pt x="3745" y="8205"/>
                    <a:pt x="3984" y="8038"/>
                  </a:cubicBezTo>
                  <a:cubicBezTo>
                    <a:pt x="3530" y="6225"/>
                    <a:pt x="3387" y="4245"/>
                    <a:pt x="2409" y="2647"/>
                  </a:cubicBezTo>
                  <a:cubicBezTo>
                    <a:pt x="2219" y="2337"/>
                    <a:pt x="2004" y="2051"/>
                    <a:pt x="1909" y="1717"/>
                  </a:cubicBezTo>
                  <a:cubicBezTo>
                    <a:pt x="1813" y="1383"/>
                    <a:pt x="1837" y="978"/>
                    <a:pt x="2099" y="763"/>
                  </a:cubicBezTo>
                  <a:cubicBezTo>
                    <a:pt x="2457" y="453"/>
                    <a:pt x="3101" y="525"/>
                    <a:pt x="3292" y="143"/>
                  </a:cubicBezTo>
                  <a:lnTo>
                    <a:pt x="239" y="0"/>
                  </a:lnTo>
                  <a:close/>
                  <a:moveTo>
                    <a:pt x="3030" y="8538"/>
                  </a:moveTo>
                  <a:cubicBezTo>
                    <a:pt x="3014" y="8538"/>
                    <a:pt x="3019" y="8560"/>
                    <a:pt x="3024" y="8560"/>
                  </a:cubicBezTo>
                  <a:cubicBezTo>
                    <a:pt x="3027" y="8560"/>
                    <a:pt x="3030" y="8554"/>
                    <a:pt x="3030" y="8538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1" name="Google Shape;4166;p74">
              <a:extLst>
                <a:ext uri="{FF2B5EF4-FFF2-40B4-BE49-F238E27FC236}">
                  <a16:creationId xmlns:a16="http://schemas.microsoft.com/office/drawing/2014/main" id="{B913B35D-535D-49AC-9A3B-7AD50210DF75}"/>
                </a:ext>
              </a:extLst>
            </p:cNvPr>
            <p:cNvSpPr/>
            <p:nvPr/>
          </p:nvSpPr>
          <p:spPr>
            <a:xfrm>
              <a:off x="3438625" y="1877300"/>
              <a:ext cx="60250" cy="108025"/>
            </a:xfrm>
            <a:custGeom>
              <a:avLst/>
              <a:gdLst/>
              <a:ahLst/>
              <a:cxnLst/>
              <a:rect l="l" t="t" r="r" b="b"/>
              <a:pathLst>
                <a:path w="2410" h="4321" extrusionOk="0">
                  <a:moveTo>
                    <a:pt x="2004" y="1"/>
                  </a:moveTo>
                  <a:lnTo>
                    <a:pt x="502" y="1360"/>
                  </a:lnTo>
                  <a:cubicBezTo>
                    <a:pt x="740" y="1670"/>
                    <a:pt x="788" y="2076"/>
                    <a:pt x="788" y="2481"/>
                  </a:cubicBezTo>
                  <a:cubicBezTo>
                    <a:pt x="788" y="2600"/>
                    <a:pt x="788" y="2672"/>
                    <a:pt x="740" y="2791"/>
                  </a:cubicBezTo>
                  <a:cubicBezTo>
                    <a:pt x="716" y="2887"/>
                    <a:pt x="693" y="2982"/>
                    <a:pt x="621" y="3077"/>
                  </a:cubicBezTo>
                  <a:lnTo>
                    <a:pt x="1" y="4318"/>
                  </a:lnTo>
                  <a:cubicBezTo>
                    <a:pt x="20" y="4320"/>
                    <a:pt x="39" y="4321"/>
                    <a:pt x="57" y="4321"/>
                  </a:cubicBezTo>
                  <a:cubicBezTo>
                    <a:pt x="245" y="4321"/>
                    <a:pt x="399" y="4216"/>
                    <a:pt x="573" y="4151"/>
                  </a:cubicBezTo>
                  <a:cubicBezTo>
                    <a:pt x="812" y="3984"/>
                    <a:pt x="1050" y="3841"/>
                    <a:pt x="1289" y="3674"/>
                  </a:cubicBezTo>
                  <a:cubicBezTo>
                    <a:pt x="1670" y="3387"/>
                    <a:pt x="2100" y="3149"/>
                    <a:pt x="2410" y="2815"/>
                  </a:cubicBezTo>
                  <a:cubicBezTo>
                    <a:pt x="2243" y="2672"/>
                    <a:pt x="2100" y="2481"/>
                    <a:pt x="2004" y="2266"/>
                  </a:cubicBezTo>
                  <a:cubicBezTo>
                    <a:pt x="1861" y="1909"/>
                    <a:pt x="1814" y="1503"/>
                    <a:pt x="1861" y="1122"/>
                  </a:cubicBezTo>
                  <a:cubicBezTo>
                    <a:pt x="1885" y="740"/>
                    <a:pt x="1980" y="358"/>
                    <a:pt x="2004" y="1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2" name="Google Shape;4167;p74">
              <a:extLst>
                <a:ext uri="{FF2B5EF4-FFF2-40B4-BE49-F238E27FC236}">
                  <a16:creationId xmlns:a16="http://schemas.microsoft.com/office/drawing/2014/main" id="{3CC08ED7-51D0-4E0C-A2C2-0E3FFA161D81}"/>
                </a:ext>
              </a:extLst>
            </p:cNvPr>
            <p:cNvSpPr/>
            <p:nvPr/>
          </p:nvSpPr>
          <p:spPr>
            <a:xfrm>
              <a:off x="3220650" y="2373400"/>
              <a:ext cx="74300" cy="130450"/>
            </a:xfrm>
            <a:custGeom>
              <a:avLst/>
              <a:gdLst/>
              <a:ahLst/>
              <a:cxnLst/>
              <a:rect l="l" t="t" r="r" b="b"/>
              <a:pathLst>
                <a:path w="2972" h="5218" extrusionOk="0">
                  <a:moveTo>
                    <a:pt x="2137" y="0"/>
                  </a:moveTo>
                  <a:lnTo>
                    <a:pt x="1112" y="763"/>
                  </a:lnTo>
                  <a:cubicBezTo>
                    <a:pt x="1088" y="1407"/>
                    <a:pt x="1088" y="2051"/>
                    <a:pt x="1040" y="2719"/>
                  </a:cubicBezTo>
                  <a:cubicBezTo>
                    <a:pt x="969" y="3387"/>
                    <a:pt x="778" y="4031"/>
                    <a:pt x="444" y="4603"/>
                  </a:cubicBezTo>
                  <a:cubicBezTo>
                    <a:pt x="301" y="4770"/>
                    <a:pt x="158" y="4937"/>
                    <a:pt x="38" y="5104"/>
                  </a:cubicBezTo>
                  <a:cubicBezTo>
                    <a:pt x="1" y="5188"/>
                    <a:pt x="33" y="5218"/>
                    <a:pt x="96" y="5218"/>
                  </a:cubicBezTo>
                  <a:cubicBezTo>
                    <a:pt x="194" y="5218"/>
                    <a:pt x="366" y="5148"/>
                    <a:pt x="468" y="5104"/>
                  </a:cubicBezTo>
                  <a:cubicBezTo>
                    <a:pt x="778" y="4961"/>
                    <a:pt x="1064" y="4723"/>
                    <a:pt x="1302" y="4460"/>
                  </a:cubicBezTo>
                  <a:cubicBezTo>
                    <a:pt x="1708" y="3912"/>
                    <a:pt x="1899" y="3172"/>
                    <a:pt x="2423" y="2719"/>
                  </a:cubicBezTo>
                  <a:cubicBezTo>
                    <a:pt x="2543" y="2600"/>
                    <a:pt x="2710" y="2505"/>
                    <a:pt x="2829" y="2361"/>
                  </a:cubicBezTo>
                  <a:cubicBezTo>
                    <a:pt x="2900" y="2218"/>
                    <a:pt x="2972" y="2028"/>
                    <a:pt x="2877" y="1884"/>
                  </a:cubicBezTo>
                  <a:cubicBezTo>
                    <a:pt x="2853" y="1837"/>
                    <a:pt x="2781" y="1789"/>
                    <a:pt x="2733" y="1765"/>
                  </a:cubicBezTo>
                  <a:cubicBezTo>
                    <a:pt x="2185" y="1384"/>
                    <a:pt x="1946" y="644"/>
                    <a:pt x="2137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3" name="Google Shape;4168;p74">
              <a:extLst>
                <a:ext uri="{FF2B5EF4-FFF2-40B4-BE49-F238E27FC236}">
                  <a16:creationId xmlns:a16="http://schemas.microsoft.com/office/drawing/2014/main" id="{4338ECDD-1BF2-49A6-A20A-C7056FAAFFB1}"/>
                </a:ext>
              </a:extLst>
            </p:cNvPr>
            <p:cNvSpPr/>
            <p:nvPr/>
          </p:nvSpPr>
          <p:spPr>
            <a:xfrm>
              <a:off x="3234725" y="2102100"/>
              <a:ext cx="308275" cy="308875"/>
            </a:xfrm>
            <a:custGeom>
              <a:avLst/>
              <a:gdLst/>
              <a:ahLst/>
              <a:cxnLst/>
              <a:rect l="l" t="t" r="r" b="b"/>
              <a:pathLst>
                <a:path w="12331" h="12355" extrusionOk="0">
                  <a:moveTo>
                    <a:pt x="9970" y="0"/>
                  </a:moveTo>
                  <a:cubicBezTo>
                    <a:pt x="9683" y="620"/>
                    <a:pt x="8944" y="859"/>
                    <a:pt x="8252" y="978"/>
                  </a:cubicBezTo>
                  <a:cubicBezTo>
                    <a:pt x="6273" y="1288"/>
                    <a:pt x="4484" y="1431"/>
                    <a:pt x="1598" y="1908"/>
                  </a:cubicBezTo>
                  <a:cubicBezTo>
                    <a:pt x="1383" y="1980"/>
                    <a:pt x="883" y="2099"/>
                    <a:pt x="668" y="2171"/>
                  </a:cubicBezTo>
                  <a:cubicBezTo>
                    <a:pt x="382" y="2338"/>
                    <a:pt x="167" y="2648"/>
                    <a:pt x="72" y="2982"/>
                  </a:cubicBezTo>
                  <a:cubicBezTo>
                    <a:pt x="0" y="3315"/>
                    <a:pt x="24" y="3673"/>
                    <a:pt x="24" y="4031"/>
                  </a:cubicBezTo>
                  <a:cubicBezTo>
                    <a:pt x="119" y="6798"/>
                    <a:pt x="286" y="9564"/>
                    <a:pt x="525" y="12355"/>
                  </a:cubicBezTo>
                  <a:cubicBezTo>
                    <a:pt x="763" y="12283"/>
                    <a:pt x="978" y="12188"/>
                    <a:pt x="1216" y="12140"/>
                  </a:cubicBezTo>
                  <a:cubicBezTo>
                    <a:pt x="1312" y="12116"/>
                    <a:pt x="1383" y="12069"/>
                    <a:pt x="1455" y="12021"/>
                  </a:cubicBezTo>
                  <a:cubicBezTo>
                    <a:pt x="1550" y="11925"/>
                    <a:pt x="1503" y="11782"/>
                    <a:pt x="1503" y="11639"/>
                  </a:cubicBezTo>
                  <a:cubicBezTo>
                    <a:pt x="1431" y="10518"/>
                    <a:pt x="1693" y="9421"/>
                    <a:pt x="1908" y="8324"/>
                  </a:cubicBezTo>
                  <a:cubicBezTo>
                    <a:pt x="2075" y="7251"/>
                    <a:pt x="2194" y="6082"/>
                    <a:pt x="1789" y="5033"/>
                  </a:cubicBezTo>
                  <a:cubicBezTo>
                    <a:pt x="1717" y="4890"/>
                    <a:pt x="1622" y="4723"/>
                    <a:pt x="1693" y="4532"/>
                  </a:cubicBezTo>
                  <a:cubicBezTo>
                    <a:pt x="1789" y="4246"/>
                    <a:pt x="2170" y="4174"/>
                    <a:pt x="2504" y="4174"/>
                  </a:cubicBezTo>
                  <a:cubicBezTo>
                    <a:pt x="4226" y="4192"/>
                    <a:pt x="5960" y="4328"/>
                    <a:pt x="7688" y="4328"/>
                  </a:cubicBezTo>
                  <a:cubicBezTo>
                    <a:pt x="8283" y="4328"/>
                    <a:pt x="8876" y="4312"/>
                    <a:pt x="9469" y="4270"/>
                  </a:cubicBezTo>
                  <a:cubicBezTo>
                    <a:pt x="10423" y="4198"/>
                    <a:pt x="11496" y="3959"/>
                    <a:pt x="11997" y="3172"/>
                  </a:cubicBezTo>
                  <a:cubicBezTo>
                    <a:pt x="12283" y="2719"/>
                    <a:pt x="12331" y="2218"/>
                    <a:pt x="12307" y="1694"/>
                  </a:cubicBezTo>
                  <a:cubicBezTo>
                    <a:pt x="12283" y="1193"/>
                    <a:pt x="12116" y="716"/>
                    <a:pt x="11973" y="239"/>
                  </a:cubicBezTo>
                  <a:lnTo>
                    <a:pt x="9970" y="0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4" name="Google Shape;4169;p74">
              <a:extLst>
                <a:ext uri="{FF2B5EF4-FFF2-40B4-BE49-F238E27FC236}">
                  <a16:creationId xmlns:a16="http://schemas.microsoft.com/office/drawing/2014/main" id="{85508DA7-7E17-4F42-BB35-1E242E9B5BA0}"/>
                </a:ext>
              </a:extLst>
            </p:cNvPr>
            <p:cNvSpPr/>
            <p:nvPr/>
          </p:nvSpPr>
          <p:spPr>
            <a:xfrm>
              <a:off x="3264525" y="2098525"/>
              <a:ext cx="162200" cy="30425"/>
            </a:xfrm>
            <a:custGeom>
              <a:avLst/>
              <a:gdLst/>
              <a:ahLst/>
              <a:cxnLst/>
              <a:rect l="l" t="t" r="r" b="b"/>
              <a:pathLst>
                <a:path w="6488" h="1217" extrusionOk="0">
                  <a:moveTo>
                    <a:pt x="2696" y="0"/>
                  </a:moveTo>
                  <a:cubicBezTo>
                    <a:pt x="2505" y="0"/>
                    <a:pt x="2171" y="0"/>
                    <a:pt x="1956" y="24"/>
                  </a:cubicBezTo>
                  <a:cubicBezTo>
                    <a:pt x="1408" y="72"/>
                    <a:pt x="978" y="239"/>
                    <a:pt x="430" y="382"/>
                  </a:cubicBezTo>
                  <a:cubicBezTo>
                    <a:pt x="311" y="429"/>
                    <a:pt x="191" y="501"/>
                    <a:pt x="144" y="596"/>
                  </a:cubicBezTo>
                  <a:cubicBezTo>
                    <a:pt x="72" y="692"/>
                    <a:pt x="72" y="835"/>
                    <a:pt x="1" y="906"/>
                  </a:cubicBezTo>
                  <a:cubicBezTo>
                    <a:pt x="13" y="912"/>
                    <a:pt x="26" y="915"/>
                    <a:pt x="40" y="915"/>
                  </a:cubicBezTo>
                  <a:cubicBezTo>
                    <a:pt x="81" y="915"/>
                    <a:pt x="126" y="889"/>
                    <a:pt x="144" y="835"/>
                  </a:cubicBezTo>
                  <a:cubicBezTo>
                    <a:pt x="168" y="787"/>
                    <a:pt x="191" y="716"/>
                    <a:pt x="263" y="692"/>
                  </a:cubicBezTo>
                  <a:cubicBezTo>
                    <a:pt x="311" y="668"/>
                    <a:pt x="549" y="573"/>
                    <a:pt x="597" y="573"/>
                  </a:cubicBezTo>
                  <a:cubicBezTo>
                    <a:pt x="728" y="561"/>
                    <a:pt x="811" y="561"/>
                    <a:pt x="898" y="561"/>
                  </a:cubicBezTo>
                  <a:cubicBezTo>
                    <a:pt x="984" y="561"/>
                    <a:pt x="1074" y="561"/>
                    <a:pt x="1217" y="549"/>
                  </a:cubicBezTo>
                  <a:cubicBezTo>
                    <a:pt x="1281" y="549"/>
                    <a:pt x="1334" y="528"/>
                    <a:pt x="1383" y="528"/>
                  </a:cubicBezTo>
                  <a:cubicBezTo>
                    <a:pt x="1408" y="528"/>
                    <a:pt x="1432" y="533"/>
                    <a:pt x="1455" y="549"/>
                  </a:cubicBezTo>
                  <a:cubicBezTo>
                    <a:pt x="1629" y="568"/>
                    <a:pt x="1740" y="603"/>
                    <a:pt x="1903" y="603"/>
                  </a:cubicBezTo>
                  <a:cubicBezTo>
                    <a:pt x="1941" y="603"/>
                    <a:pt x="1982" y="601"/>
                    <a:pt x="2028" y="596"/>
                  </a:cubicBezTo>
                  <a:cubicBezTo>
                    <a:pt x="2076" y="596"/>
                    <a:pt x="2195" y="549"/>
                    <a:pt x="2266" y="501"/>
                  </a:cubicBezTo>
                  <a:cubicBezTo>
                    <a:pt x="2326" y="457"/>
                    <a:pt x="2389" y="440"/>
                    <a:pt x="2456" y="440"/>
                  </a:cubicBezTo>
                  <a:cubicBezTo>
                    <a:pt x="2605" y="440"/>
                    <a:pt x="2770" y="523"/>
                    <a:pt x="2934" y="573"/>
                  </a:cubicBezTo>
                  <a:cubicBezTo>
                    <a:pt x="3149" y="620"/>
                    <a:pt x="3363" y="692"/>
                    <a:pt x="3578" y="716"/>
                  </a:cubicBezTo>
                  <a:cubicBezTo>
                    <a:pt x="3960" y="811"/>
                    <a:pt x="4341" y="859"/>
                    <a:pt x="4723" y="954"/>
                  </a:cubicBezTo>
                  <a:cubicBezTo>
                    <a:pt x="5319" y="1073"/>
                    <a:pt x="5892" y="1193"/>
                    <a:pt x="6488" y="1217"/>
                  </a:cubicBezTo>
                  <a:lnTo>
                    <a:pt x="6226" y="215"/>
                  </a:lnTo>
                  <a:cubicBezTo>
                    <a:pt x="5796" y="191"/>
                    <a:pt x="5319" y="96"/>
                    <a:pt x="4914" y="72"/>
                  </a:cubicBezTo>
                  <a:cubicBezTo>
                    <a:pt x="4127" y="0"/>
                    <a:pt x="3459" y="24"/>
                    <a:pt x="2696" y="0"/>
                  </a:cubicBez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5" name="Google Shape;4170;p74">
              <a:extLst>
                <a:ext uri="{FF2B5EF4-FFF2-40B4-BE49-F238E27FC236}">
                  <a16:creationId xmlns:a16="http://schemas.microsoft.com/office/drawing/2014/main" id="{71D77838-E9EC-4429-90B1-895AFA71FC43}"/>
                </a:ext>
              </a:extLst>
            </p:cNvPr>
            <p:cNvSpPr/>
            <p:nvPr/>
          </p:nvSpPr>
          <p:spPr>
            <a:xfrm>
              <a:off x="3423725" y="1939900"/>
              <a:ext cx="107950" cy="198375"/>
            </a:xfrm>
            <a:custGeom>
              <a:avLst/>
              <a:gdLst/>
              <a:ahLst/>
              <a:cxnLst/>
              <a:rect l="l" t="t" r="r" b="b"/>
              <a:pathLst>
                <a:path w="4318" h="7935" extrusionOk="0">
                  <a:moveTo>
                    <a:pt x="2863" y="1"/>
                  </a:moveTo>
                  <a:cubicBezTo>
                    <a:pt x="2481" y="645"/>
                    <a:pt x="1813" y="1122"/>
                    <a:pt x="1074" y="1289"/>
                  </a:cubicBezTo>
                  <a:cubicBezTo>
                    <a:pt x="978" y="1313"/>
                    <a:pt x="907" y="1313"/>
                    <a:pt x="835" y="1360"/>
                  </a:cubicBezTo>
                  <a:cubicBezTo>
                    <a:pt x="788" y="1408"/>
                    <a:pt x="740" y="1480"/>
                    <a:pt x="716" y="1551"/>
                  </a:cubicBezTo>
                  <a:cubicBezTo>
                    <a:pt x="597" y="1790"/>
                    <a:pt x="478" y="2052"/>
                    <a:pt x="358" y="2291"/>
                  </a:cubicBezTo>
                  <a:cubicBezTo>
                    <a:pt x="239" y="2553"/>
                    <a:pt x="96" y="2839"/>
                    <a:pt x="72" y="3125"/>
                  </a:cubicBezTo>
                  <a:cubicBezTo>
                    <a:pt x="1" y="3674"/>
                    <a:pt x="311" y="4175"/>
                    <a:pt x="478" y="4699"/>
                  </a:cubicBezTo>
                  <a:cubicBezTo>
                    <a:pt x="740" y="5487"/>
                    <a:pt x="812" y="6345"/>
                    <a:pt x="573" y="7156"/>
                  </a:cubicBezTo>
                  <a:cubicBezTo>
                    <a:pt x="549" y="7204"/>
                    <a:pt x="549" y="7275"/>
                    <a:pt x="573" y="7323"/>
                  </a:cubicBezTo>
                  <a:cubicBezTo>
                    <a:pt x="597" y="7371"/>
                    <a:pt x="597" y="7371"/>
                    <a:pt x="621" y="7371"/>
                  </a:cubicBezTo>
                  <a:cubicBezTo>
                    <a:pt x="1122" y="7609"/>
                    <a:pt x="1670" y="7681"/>
                    <a:pt x="2219" y="7800"/>
                  </a:cubicBezTo>
                  <a:cubicBezTo>
                    <a:pt x="2535" y="7875"/>
                    <a:pt x="2881" y="7934"/>
                    <a:pt x="3233" y="7934"/>
                  </a:cubicBezTo>
                  <a:cubicBezTo>
                    <a:pt x="3332" y="7934"/>
                    <a:pt x="3431" y="7930"/>
                    <a:pt x="3530" y="7919"/>
                  </a:cubicBezTo>
                  <a:cubicBezTo>
                    <a:pt x="3793" y="7895"/>
                    <a:pt x="4055" y="7848"/>
                    <a:pt x="4318" y="7728"/>
                  </a:cubicBezTo>
                  <a:cubicBezTo>
                    <a:pt x="4294" y="7538"/>
                    <a:pt x="4174" y="7418"/>
                    <a:pt x="4055" y="7275"/>
                  </a:cubicBezTo>
                  <a:cubicBezTo>
                    <a:pt x="3459" y="6441"/>
                    <a:pt x="3411" y="5296"/>
                    <a:pt x="3721" y="4318"/>
                  </a:cubicBezTo>
                  <a:cubicBezTo>
                    <a:pt x="3841" y="3960"/>
                    <a:pt x="4031" y="3602"/>
                    <a:pt x="4079" y="3221"/>
                  </a:cubicBezTo>
                  <a:cubicBezTo>
                    <a:pt x="4174" y="2625"/>
                    <a:pt x="4055" y="2028"/>
                    <a:pt x="3793" y="1480"/>
                  </a:cubicBezTo>
                  <a:cubicBezTo>
                    <a:pt x="3578" y="955"/>
                    <a:pt x="3220" y="478"/>
                    <a:pt x="2863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6" name="Google Shape;4171;p74">
              <a:extLst>
                <a:ext uri="{FF2B5EF4-FFF2-40B4-BE49-F238E27FC236}">
                  <a16:creationId xmlns:a16="http://schemas.microsoft.com/office/drawing/2014/main" id="{A5037CAF-4042-44E3-B8D5-F25A43B05D93}"/>
                </a:ext>
              </a:extLst>
            </p:cNvPr>
            <p:cNvSpPr/>
            <p:nvPr/>
          </p:nvSpPr>
          <p:spPr>
            <a:xfrm>
              <a:off x="3410600" y="2097150"/>
              <a:ext cx="18525" cy="34175"/>
            </a:xfrm>
            <a:custGeom>
              <a:avLst/>
              <a:gdLst/>
              <a:ahLst/>
              <a:cxnLst/>
              <a:rect l="l" t="t" r="r" b="b"/>
              <a:pathLst>
                <a:path w="741" h="1367" extrusionOk="0">
                  <a:moveTo>
                    <a:pt x="208" y="1"/>
                  </a:moveTo>
                  <a:cubicBezTo>
                    <a:pt x="187" y="1"/>
                    <a:pt x="166" y="3"/>
                    <a:pt x="144" y="7"/>
                  </a:cubicBezTo>
                  <a:lnTo>
                    <a:pt x="120" y="7"/>
                  </a:lnTo>
                  <a:cubicBezTo>
                    <a:pt x="72" y="7"/>
                    <a:pt x="72" y="31"/>
                    <a:pt x="72" y="55"/>
                  </a:cubicBezTo>
                  <a:cubicBezTo>
                    <a:pt x="72" y="484"/>
                    <a:pt x="49" y="866"/>
                    <a:pt x="1" y="1248"/>
                  </a:cubicBezTo>
                  <a:lnTo>
                    <a:pt x="1" y="1272"/>
                  </a:lnTo>
                  <a:cubicBezTo>
                    <a:pt x="1" y="1319"/>
                    <a:pt x="25" y="1319"/>
                    <a:pt x="25" y="1319"/>
                  </a:cubicBezTo>
                  <a:cubicBezTo>
                    <a:pt x="239" y="1343"/>
                    <a:pt x="430" y="1367"/>
                    <a:pt x="645" y="1367"/>
                  </a:cubicBezTo>
                  <a:lnTo>
                    <a:pt x="740" y="127"/>
                  </a:lnTo>
                  <a:lnTo>
                    <a:pt x="740" y="127"/>
                  </a:lnTo>
                  <a:cubicBezTo>
                    <a:pt x="719" y="132"/>
                    <a:pt x="697" y="134"/>
                    <a:pt x="677" y="134"/>
                  </a:cubicBezTo>
                  <a:cubicBezTo>
                    <a:pt x="512" y="134"/>
                    <a:pt x="372" y="1"/>
                    <a:pt x="208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7" name="Google Shape;4172;p74">
              <a:extLst>
                <a:ext uri="{FF2B5EF4-FFF2-40B4-BE49-F238E27FC236}">
                  <a16:creationId xmlns:a16="http://schemas.microsoft.com/office/drawing/2014/main" id="{037D5B90-C2B0-4256-BADD-E5E40692CE63}"/>
                </a:ext>
              </a:extLst>
            </p:cNvPr>
            <p:cNvSpPr/>
            <p:nvPr/>
          </p:nvSpPr>
          <p:spPr>
            <a:xfrm>
              <a:off x="3414200" y="2100900"/>
              <a:ext cx="5975" cy="4250"/>
            </a:xfrm>
            <a:custGeom>
              <a:avLst/>
              <a:gdLst/>
              <a:ahLst/>
              <a:cxnLst/>
              <a:rect l="l" t="t" r="r" b="b"/>
              <a:pathLst>
                <a:path w="239" h="170" extrusionOk="0">
                  <a:moveTo>
                    <a:pt x="119" y="1"/>
                  </a:moveTo>
                  <a:cubicBezTo>
                    <a:pt x="48" y="1"/>
                    <a:pt x="0" y="120"/>
                    <a:pt x="48" y="144"/>
                  </a:cubicBezTo>
                  <a:cubicBezTo>
                    <a:pt x="66" y="162"/>
                    <a:pt x="95" y="170"/>
                    <a:pt x="124" y="170"/>
                  </a:cubicBezTo>
                  <a:cubicBezTo>
                    <a:pt x="173" y="170"/>
                    <a:pt x="224" y="149"/>
                    <a:pt x="239" y="120"/>
                  </a:cubicBezTo>
                  <a:cubicBezTo>
                    <a:pt x="239" y="48"/>
                    <a:pt x="167" y="1"/>
                    <a:pt x="119" y="1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8" name="Google Shape;4173;p74">
              <a:extLst>
                <a:ext uri="{FF2B5EF4-FFF2-40B4-BE49-F238E27FC236}">
                  <a16:creationId xmlns:a16="http://schemas.microsoft.com/office/drawing/2014/main" id="{FC47B24D-80FD-49D2-96F4-71D28DDAD66A}"/>
                </a:ext>
              </a:extLst>
            </p:cNvPr>
            <p:cNvSpPr/>
            <p:nvPr/>
          </p:nvSpPr>
          <p:spPr>
            <a:xfrm>
              <a:off x="3421350" y="1957800"/>
              <a:ext cx="121050" cy="205150"/>
            </a:xfrm>
            <a:custGeom>
              <a:avLst/>
              <a:gdLst/>
              <a:ahLst/>
              <a:cxnLst/>
              <a:rect l="l" t="t" r="r" b="b"/>
              <a:pathLst>
                <a:path w="4842" h="8206" extrusionOk="0">
                  <a:moveTo>
                    <a:pt x="2743" y="0"/>
                  </a:moveTo>
                  <a:cubicBezTo>
                    <a:pt x="2385" y="144"/>
                    <a:pt x="2123" y="454"/>
                    <a:pt x="1980" y="788"/>
                  </a:cubicBezTo>
                  <a:cubicBezTo>
                    <a:pt x="1837" y="1145"/>
                    <a:pt x="1789" y="1551"/>
                    <a:pt x="1789" y="1932"/>
                  </a:cubicBezTo>
                  <a:cubicBezTo>
                    <a:pt x="1789" y="2409"/>
                    <a:pt x="1837" y="2910"/>
                    <a:pt x="1789" y="3387"/>
                  </a:cubicBezTo>
                  <a:cubicBezTo>
                    <a:pt x="1789" y="3745"/>
                    <a:pt x="1741" y="4103"/>
                    <a:pt x="1598" y="4437"/>
                  </a:cubicBezTo>
                  <a:cubicBezTo>
                    <a:pt x="1407" y="4866"/>
                    <a:pt x="1050" y="5176"/>
                    <a:pt x="644" y="5343"/>
                  </a:cubicBezTo>
                  <a:cubicBezTo>
                    <a:pt x="525" y="5367"/>
                    <a:pt x="430" y="5391"/>
                    <a:pt x="334" y="5486"/>
                  </a:cubicBezTo>
                  <a:cubicBezTo>
                    <a:pt x="119" y="5653"/>
                    <a:pt x="191" y="5963"/>
                    <a:pt x="191" y="6225"/>
                  </a:cubicBezTo>
                  <a:cubicBezTo>
                    <a:pt x="191" y="6464"/>
                    <a:pt x="167" y="6702"/>
                    <a:pt x="72" y="6941"/>
                  </a:cubicBezTo>
                  <a:cubicBezTo>
                    <a:pt x="48" y="7012"/>
                    <a:pt x="0" y="7084"/>
                    <a:pt x="48" y="7156"/>
                  </a:cubicBezTo>
                  <a:cubicBezTo>
                    <a:pt x="48" y="7203"/>
                    <a:pt x="96" y="7251"/>
                    <a:pt x="119" y="7275"/>
                  </a:cubicBezTo>
                  <a:cubicBezTo>
                    <a:pt x="716" y="7871"/>
                    <a:pt x="1550" y="8205"/>
                    <a:pt x="2385" y="8205"/>
                  </a:cubicBezTo>
                  <a:cubicBezTo>
                    <a:pt x="2862" y="8205"/>
                    <a:pt x="3339" y="8086"/>
                    <a:pt x="3769" y="7800"/>
                  </a:cubicBezTo>
                  <a:cubicBezTo>
                    <a:pt x="4246" y="7466"/>
                    <a:pt x="4532" y="6941"/>
                    <a:pt x="4699" y="6416"/>
                  </a:cubicBezTo>
                  <a:cubicBezTo>
                    <a:pt x="4842" y="5844"/>
                    <a:pt x="4842" y="5271"/>
                    <a:pt x="4842" y="4699"/>
                  </a:cubicBezTo>
                  <a:cubicBezTo>
                    <a:pt x="4818" y="3697"/>
                    <a:pt x="4651" y="2719"/>
                    <a:pt x="4413" y="1765"/>
                  </a:cubicBezTo>
                  <a:cubicBezTo>
                    <a:pt x="4341" y="1408"/>
                    <a:pt x="4246" y="1074"/>
                    <a:pt x="4031" y="764"/>
                  </a:cubicBezTo>
                  <a:cubicBezTo>
                    <a:pt x="3816" y="477"/>
                    <a:pt x="3530" y="239"/>
                    <a:pt x="3196" y="72"/>
                  </a:cubicBezTo>
                  <a:cubicBezTo>
                    <a:pt x="3108" y="43"/>
                    <a:pt x="3001" y="22"/>
                    <a:pt x="2899" y="22"/>
                  </a:cubicBezTo>
                  <a:cubicBezTo>
                    <a:pt x="2835" y="22"/>
                    <a:pt x="2774" y="30"/>
                    <a:pt x="2719" y="48"/>
                  </a:cubicBezTo>
                  <a:lnTo>
                    <a:pt x="2743" y="0"/>
                  </a:ln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59" name="Google Shape;4174;p74">
              <a:extLst>
                <a:ext uri="{FF2B5EF4-FFF2-40B4-BE49-F238E27FC236}">
                  <a16:creationId xmlns:a16="http://schemas.microsoft.com/office/drawing/2014/main" id="{945A11A9-C383-4B69-AC1A-837571A48459}"/>
                </a:ext>
              </a:extLst>
            </p:cNvPr>
            <p:cNvSpPr/>
            <p:nvPr/>
          </p:nvSpPr>
          <p:spPr>
            <a:xfrm>
              <a:off x="3417775" y="1836750"/>
              <a:ext cx="73950" cy="86650"/>
            </a:xfrm>
            <a:custGeom>
              <a:avLst/>
              <a:gdLst/>
              <a:ahLst/>
              <a:cxnLst/>
              <a:rect l="l" t="t" r="r" b="b"/>
              <a:pathLst>
                <a:path w="2958" h="3466" extrusionOk="0">
                  <a:moveTo>
                    <a:pt x="1073" y="1"/>
                  </a:moveTo>
                  <a:cubicBezTo>
                    <a:pt x="859" y="168"/>
                    <a:pt x="668" y="311"/>
                    <a:pt x="501" y="526"/>
                  </a:cubicBezTo>
                  <a:cubicBezTo>
                    <a:pt x="358" y="716"/>
                    <a:pt x="262" y="955"/>
                    <a:pt x="310" y="1241"/>
                  </a:cubicBezTo>
                  <a:cubicBezTo>
                    <a:pt x="334" y="1360"/>
                    <a:pt x="358" y="1432"/>
                    <a:pt x="358" y="1551"/>
                  </a:cubicBezTo>
                  <a:cubicBezTo>
                    <a:pt x="358" y="1742"/>
                    <a:pt x="215" y="1885"/>
                    <a:pt x="96" y="2004"/>
                  </a:cubicBezTo>
                  <a:cubicBezTo>
                    <a:pt x="24" y="2052"/>
                    <a:pt x="0" y="2124"/>
                    <a:pt x="24" y="2195"/>
                  </a:cubicBezTo>
                  <a:cubicBezTo>
                    <a:pt x="72" y="2219"/>
                    <a:pt x="143" y="2243"/>
                    <a:pt x="191" y="2267"/>
                  </a:cubicBezTo>
                  <a:cubicBezTo>
                    <a:pt x="215" y="2314"/>
                    <a:pt x="239" y="2362"/>
                    <a:pt x="239" y="2386"/>
                  </a:cubicBezTo>
                  <a:cubicBezTo>
                    <a:pt x="310" y="2672"/>
                    <a:pt x="334" y="2958"/>
                    <a:pt x="382" y="3221"/>
                  </a:cubicBezTo>
                  <a:cubicBezTo>
                    <a:pt x="382" y="3292"/>
                    <a:pt x="429" y="3340"/>
                    <a:pt x="453" y="3388"/>
                  </a:cubicBezTo>
                  <a:cubicBezTo>
                    <a:pt x="501" y="3447"/>
                    <a:pt x="573" y="3465"/>
                    <a:pt x="653" y="3465"/>
                  </a:cubicBezTo>
                  <a:cubicBezTo>
                    <a:pt x="734" y="3465"/>
                    <a:pt x="823" y="3447"/>
                    <a:pt x="906" y="3435"/>
                  </a:cubicBezTo>
                  <a:cubicBezTo>
                    <a:pt x="1073" y="3388"/>
                    <a:pt x="1240" y="3316"/>
                    <a:pt x="1455" y="3268"/>
                  </a:cubicBezTo>
                  <a:cubicBezTo>
                    <a:pt x="1741" y="3173"/>
                    <a:pt x="1956" y="3078"/>
                    <a:pt x="2218" y="2958"/>
                  </a:cubicBezTo>
                  <a:cubicBezTo>
                    <a:pt x="2457" y="2839"/>
                    <a:pt x="2648" y="2624"/>
                    <a:pt x="2767" y="2386"/>
                  </a:cubicBezTo>
                  <a:cubicBezTo>
                    <a:pt x="2838" y="2267"/>
                    <a:pt x="2862" y="2147"/>
                    <a:pt x="2862" y="2076"/>
                  </a:cubicBezTo>
                  <a:cubicBezTo>
                    <a:pt x="2934" y="1718"/>
                    <a:pt x="2958" y="1360"/>
                    <a:pt x="2862" y="1026"/>
                  </a:cubicBezTo>
                  <a:cubicBezTo>
                    <a:pt x="2767" y="692"/>
                    <a:pt x="2528" y="359"/>
                    <a:pt x="2218" y="287"/>
                  </a:cubicBezTo>
                  <a:lnTo>
                    <a:pt x="1073" y="1"/>
                  </a:lnTo>
                  <a:close/>
                </a:path>
              </a:pathLst>
            </a:custGeom>
            <a:solidFill>
              <a:srgbClr val="FFD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0" name="Google Shape;4175;p74">
              <a:extLst>
                <a:ext uri="{FF2B5EF4-FFF2-40B4-BE49-F238E27FC236}">
                  <a16:creationId xmlns:a16="http://schemas.microsoft.com/office/drawing/2014/main" id="{69AC3A08-50B3-4FB9-AF09-836138A0F3F9}"/>
                </a:ext>
              </a:extLst>
            </p:cNvPr>
            <p:cNvSpPr/>
            <p:nvPr/>
          </p:nvSpPr>
          <p:spPr>
            <a:xfrm>
              <a:off x="3464275" y="1870150"/>
              <a:ext cx="22075" cy="89475"/>
            </a:xfrm>
            <a:custGeom>
              <a:avLst/>
              <a:gdLst/>
              <a:ahLst/>
              <a:cxnLst/>
              <a:rect l="l" t="t" r="r" b="b"/>
              <a:pathLst>
                <a:path w="883" h="3579" extrusionOk="0">
                  <a:moveTo>
                    <a:pt x="144" y="0"/>
                  </a:moveTo>
                  <a:lnTo>
                    <a:pt x="0" y="215"/>
                  </a:lnTo>
                  <a:cubicBezTo>
                    <a:pt x="144" y="263"/>
                    <a:pt x="263" y="382"/>
                    <a:pt x="310" y="525"/>
                  </a:cubicBezTo>
                  <a:cubicBezTo>
                    <a:pt x="382" y="668"/>
                    <a:pt x="382" y="811"/>
                    <a:pt x="382" y="978"/>
                  </a:cubicBezTo>
                  <a:cubicBezTo>
                    <a:pt x="382" y="1288"/>
                    <a:pt x="287" y="1598"/>
                    <a:pt x="239" y="1885"/>
                  </a:cubicBezTo>
                  <a:cubicBezTo>
                    <a:pt x="167" y="2195"/>
                    <a:pt x="144" y="2505"/>
                    <a:pt x="191" y="2815"/>
                  </a:cubicBezTo>
                  <a:cubicBezTo>
                    <a:pt x="263" y="3101"/>
                    <a:pt x="430" y="3411"/>
                    <a:pt x="692" y="3578"/>
                  </a:cubicBezTo>
                  <a:cubicBezTo>
                    <a:pt x="525" y="3387"/>
                    <a:pt x="430" y="3149"/>
                    <a:pt x="406" y="2863"/>
                  </a:cubicBezTo>
                  <a:cubicBezTo>
                    <a:pt x="382" y="2600"/>
                    <a:pt x="430" y="2338"/>
                    <a:pt x="525" y="2099"/>
                  </a:cubicBezTo>
                  <a:cubicBezTo>
                    <a:pt x="549" y="1980"/>
                    <a:pt x="621" y="1885"/>
                    <a:pt x="644" y="1765"/>
                  </a:cubicBezTo>
                  <a:cubicBezTo>
                    <a:pt x="788" y="1384"/>
                    <a:pt x="883" y="978"/>
                    <a:pt x="764" y="549"/>
                  </a:cubicBezTo>
                  <a:cubicBezTo>
                    <a:pt x="740" y="430"/>
                    <a:pt x="716" y="334"/>
                    <a:pt x="621" y="263"/>
                  </a:cubicBezTo>
                  <a:cubicBezTo>
                    <a:pt x="501" y="96"/>
                    <a:pt x="310" y="48"/>
                    <a:pt x="144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1" name="Google Shape;4176;p74">
              <a:extLst>
                <a:ext uri="{FF2B5EF4-FFF2-40B4-BE49-F238E27FC236}">
                  <a16:creationId xmlns:a16="http://schemas.microsoft.com/office/drawing/2014/main" id="{1BAA8368-EC73-425B-A5D9-67781BD0507E}"/>
                </a:ext>
              </a:extLst>
            </p:cNvPr>
            <p:cNvSpPr/>
            <p:nvPr/>
          </p:nvSpPr>
          <p:spPr>
            <a:xfrm>
              <a:off x="3434450" y="1818425"/>
              <a:ext cx="183675" cy="210450"/>
            </a:xfrm>
            <a:custGeom>
              <a:avLst/>
              <a:gdLst/>
              <a:ahLst/>
              <a:cxnLst/>
              <a:rect l="l" t="t" r="r" b="b"/>
              <a:pathLst>
                <a:path w="7347" h="8418" extrusionOk="0">
                  <a:moveTo>
                    <a:pt x="1919" y="1"/>
                  </a:moveTo>
                  <a:cubicBezTo>
                    <a:pt x="1639" y="1"/>
                    <a:pt x="1357" y="48"/>
                    <a:pt x="1098" y="138"/>
                  </a:cubicBezTo>
                  <a:cubicBezTo>
                    <a:pt x="597" y="257"/>
                    <a:pt x="120" y="591"/>
                    <a:pt x="1" y="1139"/>
                  </a:cubicBezTo>
                  <a:cubicBezTo>
                    <a:pt x="72" y="1688"/>
                    <a:pt x="430" y="2213"/>
                    <a:pt x="955" y="2451"/>
                  </a:cubicBezTo>
                  <a:cubicBezTo>
                    <a:pt x="989" y="2468"/>
                    <a:pt x="1034" y="2485"/>
                    <a:pt x="1075" y="2485"/>
                  </a:cubicBezTo>
                  <a:cubicBezTo>
                    <a:pt x="1092" y="2485"/>
                    <a:pt x="1108" y="2482"/>
                    <a:pt x="1122" y="2475"/>
                  </a:cubicBezTo>
                  <a:cubicBezTo>
                    <a:pt x="1170" y="2475"/>
                    <a:pt x="1241" y="2451"/>
                    <a:pt x="1265" y="2451"/>
                  </a:cubicBezTo>
                  <a:cubicBezTo>
                    <a:pt x="1290" y="2446"/>
                    <a:pt x="1315" y="2444"/>
                    <a:pt x="1339" y="2444"/>
                  </a:cubicBezTo>
                  <a:cubicBezTo>
                    <a:pt x="1547" y="2444"/>
                    <a:pt x="1723" y="2617"/>
                    <a:pt x="1766" y="2809"/>
                  </a:cubicBezTo>
                  <a:cubicBezTo>
                    <a:pt x="1837" y="3000"/>
                    <a:pt x="1814" y="3238"/>
                    <a:pt x="1814" y="3477"/>
                  </a:cubicBezTo>
                  <a:cubicBezTo>
                    <a:pt x="1766" y="3834"/>
                    <a:pt x="1766" y="4192"/>
                    <a:pt x="1885" y="4550"/>
                  </a:cubicBezTo>
                  <a:cubicBezTo>
                    <a:pt x="2171" y="5218"/>
                    <a:pt x="2887" y="5599"/>
                    <a:pt x="3125" y="6267"/>
                  </a:cubicBezTo>
                  <a:cubicBezTo>
                    <a:pt x="3245" y="6553"/>
                    <a:pt x="3245" y="6863"/>
                    <a:pt x="3364" y="7150"/>
                  </a:cubicBezTo>
                  <a:cubicBezTo>
                    <a:pt x="3555" y="7841"/>
                    <a:pt x="4246" y="8342"/>
                    <a:pt x="4962" y="8414"/>
                  </a:cubicBezTo>
                  <a:cubicBezTo>
                    <a:pt x="5002" y="8416"/>
                    <a:pt x="5042" y="8418"/>
                    <a:pt x="5083" y="8418"/>
                  </a:cubicBezTo>
                  <a:cubicBezTo>
                    <a:pt x="5757" y="8418"/>
                    <a:pt x="6417" y="8046"/>
                    <a:pt x="6822" y="7484"/>
                  </a:cubicBezTo>
                  <a:cubicBezTo>
                    <a:pt x="6965" y="7245"/>
                    <a:pt x="7084" y="7006"/>
                    <a:pt x="7180" y="6744"/>
                  </a:cubicBezTo>
                  <a:cubicBezTo>
                    <a:pt x="7251" y="6458"/>
                    <a:pt x="7347" y="6196"/>
                    <a:pt x="7347" y="5933"/>
                  </a:cubicBezTo>
                  <a:cubicBezTo>
                    <a:pt x="7347" y="5122"/>
                    <a:pt x="6822" y="4383"/>
                    <a:pt x="6107" y="4001"/>
                  </a:cubicBezTo>
                  <a:cubicBezTo>
                    <a:pt x="5534" y="3667"/>
                    <a:pt x="4819" y="3524"/>
                    <a:pt x="4413" y="3047"/>
                  </a:cubicBezTo>
                  <a:cubicBezTo>
                    <a:pt x="3817" y="2356"/>
                    <a:pt x="3936" y="1282"/>
                    <a:pt x="3364" y="591"/>
                  </a:cubicBezTo>
                  <a:cubicBezTo>
                    <a:pt x="3002" y="181"/>
                    <a:pt x="2463" y="1"/>
                    <a:pt x="1919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2" name="Google Shape;4177;p74">
              <a:extLst>
                <a:ext uri="{FF2B5EF4-FFF2-40B4-BE49-F238E27FC236}">
                  <a16:creationId xmlns:a16="http://schemas.microsoft.com/office/drawing/2014/main" id="{798BAC43-1292-4D37-88B1-B339D8F4D451}"/>
                </a:ext>
              </a:extLst>
            </p:cNvPr>
            <p:cNvSpPr/>
            <p:nvPr/>
          </p:nvSpPr>
          <p:spPr>
            <a:xfrm>
              <a:off x="3357550" y="2006025"/>
              <a:ext cx="226000" cy="221125"/>
            </a:xfrm>
            <a:custGeom>
              <a:avLst/>
              <a:gdLst/>
              <a:ahLst/>
              <a:cxnLst/>
              <a:rect l="l" t="t" r="r" b="b"/>
              <a:pathLst>
                <a:path w="9040" h="8845" extrusionOk="0">
                  <a:moveTo>
                    <a:pt x="8407" y="0"/>
                  </a:moveTo>
                  <a:cubicBezTo>
                    <a:pt x="8254" y="0"/>
                    <a:pt x="8109" y="102"/>
                    <a:pt x="8109" y="313"/>
                  </a:cubicBezTo>
                  <a:cubicBezTo>
                    <a:pt x="8085" y="2365"/>
                    <a:pt x="7394" y="4511"/>
                    <a:pt x="6011" y="6085"/>
                  </a:cubicBezTo>
                  <a:cubicBezTo>
                    <a:pt x="4798" y="7476"/>
                    <a:pt x="3105" y="7924"/>
                    <a:pt x="1374" y="7924"/>
                  </a:cubicBezTo>
                  <a:cubicBezTo>
                    <a:pt x="1028" y="7924"/>
                    <a:pt x="680" y="7906"/>
                    <a:pt x="334" y="7874"/>
                  </a:cubicBezTo>
                  <a:cubicBezTo>
                    <a:pt x="318" y="7872"/>
                    <a:pt x="303" y="7871"/>
                    <a:pt x="289" y="7871"/>
                  </a:cubicBezTo>
                  <a:cubicBezTo>
                    <a:pt x="106" y="7871"/>
                    <a:pt x="24" y="8006"/>
                    <a:pt x="24" y="8160"/>
                  </a:cubicBezTo>
                  <a:cubicBezTo>
                    <a:pt x="0" y="8327"/>
                    <a:pt x="48" y="8470"/>
                    <a:pt x="263" y="8518"/>
                  </a:cubicBezTo>
                  <a:cubicBezTo>
                    <a:pt x="1242" y="8680"/>
                    <a:pt x="2331" y="8845"/>
                    <a:pt x="3394" y="8845"/>
                  </a:cubicBezTo>
                  <a:cubicBezTo>
                    <a:pt x="4998" y="8845"/>
                    <a:pt x="6542" y="8469"/>
                    <a:pt x="7561" y="7135"/>
                  </a:cubicBezTo>
                  <a:cubicBezTo>
                    <a:pt x="8944" y="5250"/>
                    <a:pt x="9040" y="2508"/>
                    <a:pt x="8753" y="313"/>
                  </a:cubicBezTo>
                  <a:cubicBezTo>
                    <a:pt x="8729" y="108"/>
                    <a:pt x="8564" y="0"/>
                    <a:pt x="8407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3" name="Google Shape;4178;p74">
              <a:extLst>
                <a:ext uri="{FF2B5EF4-FFF2-40B4-BE49-F238E27FC236}">
                  <a16:creationId xmlns:a16="http://schemas.microsoft.com/office/drawing/2014/main" id="{83914E38-3560-4E22-A67B-32D2E297A9F1}"/>
                </a:ext>
              </a:extLst>
            </p:cNvPr>
            <p:cNvSpPr/>
            <p:nvPr/>
          </p:nvSpPr>
          <p:spPr>
            <a:xfrm>
              <a:off x="3348250" y="2214950"/>
              <a:ext cx="88250" cy="259275"/>
            </a:xfrm>
            <a:custGeom>
              <a:avLst/>
              <a:gdLst/>
              <a:ahLst/>
              <a:cxnLst/>
              <a:rect l="l" t="t" r="r" b="b"/>
              <a:pathLst>
                <a:path w="3530" h="10371" extrusionOk="0">
                  <a:moveTo>
                    <a:pt x="3314" y="0"/>
                  </a:moveTo>
                  <a:cubicBezTo>
                    <a:pt x="3259" y="0"/>
                    <a:pt x="3202" y="27"/>
                    <a:pt x="3163" y="89"/>
                  </a:cubicBezTo>
                  <a:cubicBezTo>
                    <a:pt x="1302" y="3118"/>
                    <a:pt x="635" y="6672"/>
                    <a:pt x="14" y="10154"/>
                  </a:cubicBezTo>
                  <a:cubicBezTo>
                    <a:pt x="0" y="10284"/>
                    <a:pt x="99" y="10371"/>
                    <a:pt x="185" y="10371"/>
                  </a:cubicBezTo>
                  <a:cubicBezTo>
                    <a:pt x="241" y="10371"/>
                    <a:pt x="291" y="10334"/>
                    <a:pt x="301" y="10250"/>
                  </a:cubicBezTo>
                  <a:cubicBezTo>
                    <a:pt x="897" y="6791"/>
                    <a:pt x="1565" y="3285"/>
                    <a:pt x="3449" y="256"/>
                  </a:cubicBezTo>
                  <a:cubicBezTo>
                    <a:pt x="3529" y="112"/>
                    <a:pt x="3426" y="0"/>
                    <a:pt x="3314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4" name="Google Shape;4179;p74">
              <a:extLst>
                <a:ext uri="{FF2B5EF4-FFF2-40B4-BE49-F238E27FC236}">
                  <a16:creationId xmlns:a16="http://schemas.microsoft.com/office/drawing/2014/main" id="{BD5FF4C8-A8B2-49DF-8495-ECAB071A239F}"/>
                </a:ext>
              </a:extLst>
            </p:cNvPr>
            <p:cNvSpPr/>
            <p:nvPr/>
          </p:nvSpPr>
          <p:spPr>
            <a:xfrm>
              <a:off x="3490300" y="2214950"/>
              <a:ext cx="88250" cy="259275"/>
            </a:xfrm>
            <a:custGeom>
              <a:avLst/>
              <a:gdLst/>
              <a:ahLst/>
              <a:cxnLst/>
              <a:rect l="l" t="t" r="r" b="b"/>
              <a:pathLst>
                <a:path w="3530" h="10371" extrusionOk="0">
                  <a:moveTo>
                    <a:pt x="198" y="0"/>
                  </a:moveTo>
                  <a:cubicBezTo>
                    <a:pt x="92" y="0"/>
                    <a:pt x="0" y="112"/>
                    <a:pt x="80" y="256"/>
                  </a:cubicBezTo>
                  <a:cubicBezTo>
                    <a:pt x="1965" y="3285"/>
                    <a:pt x="2609" y="6791"/>
                    <a:pt x="3205" y="10250"/>
                  </a:cubicBezTo>
                  <a:cubicBezTo>
                    <a:pt x="3214" y="10334"/>
                    <a:pt x="3268" y="10371"/>
                    <a:pt x="3328" y="10371"/>
                  </a:cubicBezTo>
                  <a:cubicBezTo>
                    <a:pt x="3421" y="10371"/>
                    <a:pt x="3529" y="10284"/>
                    <a:pt x="3515" y="10154"/>
                  </a:cubicBezTo>
                  <a:cubicBezTo>
                    <a:pt x="2895" y="6672"/>
                    <a:pt x="2227" y="3118"/>
                    <a:pt x="343" y="89"/>
                  </a:cubicBezTo>
                  <a:cubicBezTo>
                    <a:pt x="304" y="27"/>
                    <a:pt x="249" y="0"/>
                    <a:pt x="198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5" name="Google Shape;4180;p74">
              <a:extLst>
                <a:ext uri="{FF2B5EF4-FFF2-40B4-BE49-F238E27FC236}">
                  <a16:creationId xmlns:a16="http://schemas.microsoft.com/office/drawing/2014/main" id="{D1F4CCF3-7E13-4E58-8E5F-F8FD13A48AA0}"/>
                </a:ext>
              </a:extLst>
            </p:cNvPr>
            <p:cNvSpPr/>
            <p:nvPr/>
          </p:nvSpPr>
          <p:spPr>
            <a:xfrm>
              <a:off x="3243975" y="2123950"/>
              <a:ext cx="122200" cy="366050"/>
            </a:xfrm>
            <a:custGeom>
              <a:avLst/>
              <a:gdLst/>
              <a:ahLst/>
              <a:cxnLst/>
              <a:rect l="l" t="t" r="r" b="b"/>
              <a:pathLst>
                <a:path w="4888" h="14642" extrusionOk="0">
                  <a:moveTo>
                    <a:pt x="211" y="0"/>
                  </a:moveTo>
                  <a:cubicBezTo>
                    <a:pt x="105" y="0"/>
                    <a:pt x="0" y="82"/>
                    <a:pt x="59" y="200"/>
                  </a:cubicBezTo>
                  <a:cubicBezTo>
                    <a:pt x="1371" y="4373"/>
                    <a:pt x="2683" y="8523"/>
                    <a:pt x="3971" y="12697"/>
                  </a:cubicBezTo>
                  <a:cubicBezTo>
                    <a:pt x="4138" y="13293"/>
                    <a:pt x="4352" y="13914"/>
                    <a:pt x="4543" y="14510"/>
                  </a:cubicBezTo>
                  <a:cubicBezTo>
                    <a:pt x="4562" y="14603"/>
                    <a:pt x="4624" y="14641"/>
                    <a:pt x="4687" y="14641"/>
                  </a:cubicBezTo>
                  <a:cubicBezTo>
                    <a:pt x="4786" y="14641"/>
                    <a:pt x="4888" y="14546"/>
                    <a:pt x="4829" y="14414"/>
                  </a:cubicBezTo>
                  <a:cubicBezTo>
                    <a:pt x="3518" y="10241"/>
                    <a:pt x="2206" y="6114"/>
                    <a:pt x="942" y="1941"/>
                  </a:cubicBezTo>
                  <a:cubicBezTo>
                    <a:pt x="751" y="1344"/>
                    <a:pt x="536" y="700"/>
                    <a:pt x="369" y="104"/>
                  </a:cubicBezTo>
                  <a:cubicBezTo>
                    <a:pt x="342" y="31"/>
                    <a:pt x="276" y="0"/>
                    <a:pt x="211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6" name="Google Shape;4181;p74">
              <a:extLst>
                <a:ext uri="{FF2B5EF4-FFF2-40B4-BE49-F238E27FC236}">
                  <a16:creationId xmlns:a16="http://schemas.microsoft.com/office/drawing/2014/main" id="{B782E192-DFB2-4537-9AE0-2D81AA79D755}"/>
                </a:ext>
              </a:extLst>
            </p:cNvPr>
            <p:cNvSpPr/>
            <p:nvPr/>
          </p:nvSpPr>
          <p:spPr>
            <a:xfrm>
              <a:off x="2781300" y="2123425"/>
              <a:ext cx="121475" cy="366575"/>
            </a:xfrm>
            <a:custGeom>
              <a:avLst/>
              <a:gdLst/>
              <a:ahLst/>
              <a:cxnLst/>
              <a:rect l="l" t="t" r="r" b="b"/>
              <a:pathLst>
                <a:path w="4859" h="14663" extrusionOk="0">
                  <a:moveTo>
                    <a:pt x="4666" y="0"/>
                  </a:moveTo>
                  <a:cubicBezTo>
                    <a:pt x="4611" y="0"/>
                    <a:pt x="4560" y="36"/>
                    <a:pt x="4542" y="125"/>
                  </a:cubicBezTo>
                  <a:cubicBezTo>
                    <a:pt x="3207" y="4299"/>
                    <a:pt x="1919" y="8449"/>
                    <a:pt x="631" y="12623"/>
                  </a:cubicBezTo>
                  <a:cubicBezTo>
                    <a:pt x="440" y="13219"/>
                    <a:pt x="249" y="13839"/>
                    <a:pt x="58" y="14435"/>
                  </a:cubicBezTo>
                  <a:cubicBezTo>
                    <a:pt x="0" y="14567"/>
                    <a:pt x="102" y="14662"/>
                    <a:pt x="207" y="14662"/>
                  </a:cubicBezTo>
                  <a:cubicBezTo>
                    <a:pt x="273" y="14662"/>
                    <a:pt x="341" y="14624"/>
                    <a:pt x="369" y="14531"/>
                  </a:cubicBezTo>
                  <a:cubicBezTo>
                    <a:pt x="1680" y="10357"/>
                    <a:pt x="2992" y="6231"/>
                    <a:pt x="4256" y="2057"/>
                  </a:cubicBezTo>
                  <a:cubicBezTo>
                    <a:pt x="4447" y="1461"/>
                    <a:pt x="4662" y="817"/>
                    <a:pt x="4829" y="221"/>
                  </a:cubicBezTo>
                  <a:cubicBezTo>
                    <a:pt x="4858" y="101"/>
                    <a:pt x="4757" y="0"/>
                    <a:pt x="4666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  <p:sp>
          <p:nvSpPr>
            <p:cNvPr id="167" name="Google Shape;4182;p74">
              <a:extLst>
                <a:ext uri="{FF2B5EF4-FFF2-40B4-BE49-F238E27FC236}">
                  <a16:creationId xmlns:a16="http://schemas.microsoft.com/office/drawing/2014/main" id="{70604AB4-7063-4F73-8B98-675F844EFCD1}"/>
                </a:ext>
              </a:extLst>
            </p:cNvPr>
            <p:cNvSpPr/>
            <p:nvPr/>
          </p:nvSpPr>
          <p:spPr>
            <a:xfrm>
              <a:off x="2786325" y="2122975"/>
              <a:ext cx="571250" cy="8950"/>
            </a:xfrm>
            <a:custGeom>
              <a:avLst/>
              <a:gdLst/>
              <a:ahLst/>
              <a:cxnLst/>
              <a:rect l="l" t="t" r="r" b="b"/>
              <a:pathLst>
                <a:path w="22850" h="358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2658" y="358"/>
                  </a:lnTo>
                  <a:cubicBezTo>
                    <a:pt x="22754" y="358"/>
                    <a:pt x="22849" y="286"/>
                    <a:pt x="22849" y="191"/>
                  </a:cubicBezTo>
                  <a:cubicBezTo>
                    <a:pt x="22849" y="95"/>
                    <a:pt x="22754" y="0"/>
                    <a:pt x="22658" y="0"/>
                  </a:cubicBezTo>
                  <a:close/>
                </a:path>
              </a:pathLst>
            </a:custGeom>
            <a:solidFill>
              <a:srgbClr val="D0D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/>
            </a:p>
          </p:txBody>
        </p:sp>
      </p:grpSp>
      <p:grpSp>
        <p:nvGrpSpPr>
          <p:cNvPr id="168" name="Google Shape;12828;p85">
            <a:extLst>
              <a:ext uri="{FF2B5EF4-FFF2-40B4-BE49-F238E27FC236}">
                <a16:creationId xmlns:a16="http://schemas.microsoft.com/office/drawing/2014/main" id="{D924F364-3C66-4D85-A7B4-5CCE81F8DD10}"/>
              </a:ext>
            </a:extLst>
          </p:cNvPr>
          <p:cNvGrpSpPr/>
          <p:nvPr/>
        </p:nvGrpSpPr>
        <p:grpSpPr>
          <a:xfrm>
            <a:off x="986335" y="6183723"/>
            <a:ext cx="308234" cy="308234"/>
            <a:chOff x="1487200" y="4993750"/>
            <a:chExt cx="483125" cy="483125"/>
          </a:xfrm>
        </p:grpSpPr>
        <p:sp>
          <p:nvSpPr>
            <p:cNvPr id="169" name="Google Shape;12829;p85">
              <a:extLst>
                <a:ext uri="{FF2B5EF4-FFF2-40B4-BE49-F238E27FC236}">
                  <a16:creationId xmlns:a16="http://schemas.microsoft.com/office/drawing/2014/main" id="{EE95199E-85D6-456D-9BDE-5B933329DADC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  <p:sp>
          <p:nvSpPr>
            <p:cNvPr id="170" name="Google Shape;12830;p85">
              <a:extLst>
                <a:ext uri="{FF2B5EF4-FFF2-40B4-BE49-F238E27FC236}">
                  <a16:creationId xmlns:a16="http://schemas.microsoft.com/office/drawing/2014/main" id="{28D02CE8-8DD9-44C1-9FE8-95147511D9E7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FC8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10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685061" y="2265129"/>
            <a:ext cx="1984567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 err="1"/>
              <a:t>Istoria</a:t>
            </a:r>
            <a:br>
              <a:rPr lang="en-US" dirty="0"/>
            </a:br>
            <a:r>
              <a:rPr lang="ro-RO" dirty="0"/>
              <a:t>UML</a:t>
            </a:r>
            <a:endParaRPr dirty="0"/>
          </a:p>
        </p:txBody>
      </p:sp>
      <p:pic>
        <p:nvPicPr>
          <p:cNvPr id="2050" name="Picture 2" descr="UML 2 Specifications - Current Version = UML 2.5">
            <a:extLst>
              <a:ext uri="{FF2B5EF4-FFF2-40B4-BE49-F238E27FC236}">
                <a16:creationId xmlns:a16="http://schemas.microsoft.com/office/drawing/2014/main" id="{FE6D4695-A934-4547-B358-BB77C5B38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019" y="1203433"/>
            <a:ext cx="8504341" cy="490307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55043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60"/>
          <p:cNvSpPr txBox="1">
            <a:spLocks noGrp="1"/>
          </p:cNvSpPr>
          <p:nvPr>
            <p:ph type="title"/>
          </p:nvPr>
        </p:nvSpPr>
        <p:spPr>
          <a:xfrm>
            <a:off x="241739" y="2265129"/>
            <a:ext cx="2427890" cy="168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 err="1"/>
              <a:t>Diagrame</a:t>
            </a:r>
            <a:br>
              <a:rPr lang="en-US" dirty="0"/>
            </a:br>
            <a:r>
              <a:rPr lang="ro-RO" dirty="0"/>
              <a:t>UML</a:t>
            </a:r>
            <a:endParaRPr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3E17EA3-2297-483F-83B0-430F2856D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9555" y="865797"/>
            <a:ext cx="7242114" cy="580075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4493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Google Shape;3655;p61"/>
          <p:cNvSpPr txBox="1">
            <a:spLocks noGrp="1"/>
          </p:cNvSpPr>
          <p:nvPr>
            <p:ph type="title"/>
          </p:nvPr>
        </p:nvSpPr>
        <p:spPr>
          <a:xfrm>
            <a:off x="1432200" y="512064"/>
            <a:ext cx="9327600" cy="7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latin typeface="Roboto"/>
                <a:ea typeface="Roboto"/>
                <a:cs typeface="Roboto"/>
                <a:sym typeface="Roboto"/>
              </a:rPr>
              <a:t>Perspective asupra sistemului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C025ED5-7C25-4999-98FF-1B72FB54061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16158" y="1553726"/>
            <a:ext cx="6759684" cy="5141802"/>
            <a:chOff x="1588" y="798"/>
            <a:chExt cx="4504" cy="342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1A2E35A5-048D-4552-B8A5-13B0D16DEEA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88" y="798"/>
              <a:ext cx="4504" cy="342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7CD43818-C91A-4093-BA8D-03298E86A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8" y="798"/>
              <a:ext cx="4509" cy="34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47"/>
          <p:cNvSpPr txBox="1">
            <a:spLocks noGrp="1"/>
          </p:cNvSpPr>
          <p:nvPr>
            <p:ph type="title"/>
          </p:nvPr>
        </p:nvSpPr>
        <p:spPr>
          <a:xfrm>
            <a:off x="781382" y="669859"/>
            <a:ext cx="5951262" cy="112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/>
              <a:t>Instrumente de tip CASE</a:t>
            </a:r>
          </a:p>
        </p:txBody>
      </p:sp>
      <p:grpSp>
        <p:nvGrpSpPr>
          <p:cNvPr id="1078" name="Google Shape;1078;p47"/>
          <p:cNvGrpSpPr/>
          <p:nvPr/>
        </p:nvGrpSpPr>
        <p:grpSpPr>
          <a:xfrm>
            <a:off x="9625119" y="2583317"/>
            <a:ext cx="873613" cy="873824"/>
            <a:chOff x="1347125" y="349025"/>
            <a:chExt cx="4978800" cy="4980000"/>
          </a:xfrm>
        </p:grpSpPr>
        <p:sp>
          <p:nvSpPr>
            <p:cNvPr id="1079" name="Google Shape;1079;p47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47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7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7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7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7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7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7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7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01" name="Google Shape;1101;p47"/>
          <p:cNvGrpSpPr/>
          <p:nvPr/>
        </p:nvGrpSpPr>
        <p:grpSpPr>
          <a:xfrm rot="-1799928">
            <a:off x="7173321" y="707569"/>
            <a:ext cx="4184476" cy="7638323"/>
            <a:chOff x="4695550" y="1608975"/>
            <a:chExt cx="539625" cy="985050"/>
          </a:xfrm>
        </p:grpSpPr>
        <p:sp>
          <p:nvSpPr>
            <p:cNvPr id="1102" name="Google Shape;1102;p47"/>
            <p:cNvSpPr/>
            <p:nvPr/>
          </p:nvSpPr>
          <p:spPr>
            <a:xfrm>
              <a:off x="4695550" y="2300650"/>
              <a:ext cx="539625" cy="293375"/>
            </a:xfrm>
            <a:custGeom>
              <a:avLst/>
              <a:gdLst/>
              <a:ahLst/>
              <a:cxnLst/>
              <a:rect l="l" t="t" r="r" b="b"/>
              <a:pathLst>
                <a:path w="21585" h="11735" extrusionOk="0">
                  <a:moveTo>
                    <a:pt x="0" y="10471"/>
                  </a:moveTo>
                  <a:lnTo>
                    <a:pt x="0" y="6679"/>
                  </a:lnTo>
                  <a:cubicBezTo>
                    <a:pt x="525" y="6058"/>
                    <a:pt x="1312" y="5653"/>
                    <a:pt x="2195" y="5653"/>
                  </a:cubicBezTo>
                  <a:cubicBezTo>
                    <a:pt x="2815" y="5653"/>
                    <a:pt x="3387" y="5868"/>
                    <a:pt x="3864" y="6202"/>
                  </a:cubicBezTo>
                  <a:cubicBezTo>
                    <a:pt x="4007" y="5844"/>
                    <a:pt x="4365" y="5605"/>
                    <a:pt x="4794" y="5605"/>
                  </a:cubicBezTo>
                  <a:cubicBezTo>
                    <a:pt x="5200" y="5605"/>
                    <a:pt x="5605" y="5868"/>
                    <a:pt x="5748" y="6225"/>
                  </a:cubicBezTo>
                  <a:cubicBezTo>
                    <a:pt x="6035" y="6106"/>
                    <a:pt x="6345" y="6011"/>
                    <a:pt x="6679" y="6011"/>
                  </a:cubicBezTo>
                  <a:cubicBezTo>
                    <a:pt x="7108" y="6011"/>
                    <a:pt x="7561" y="6178"/>
                    <a:pt x="7919" y="6369"/>
                  </a:cubicBezTo>
                  <a:cubicBezTo>
                    <a:pt x="7990" y="5725"/>
                    <a:pt x="8515" y="5224"/>
                    <a:pt x="9183" y="5224"/>
                  </a:cubicBezTo>
                  <a:cubicBezTo>
                    <a:pt x="9302" y="5224"/>
                    <a:pt x="9421" y="5248"/>
                    <a:pt x="9493" y="5271"/>
                  </a:cubicBezTo>
                  <a:lnTo>
                    <a:pt x="9493" y="3721"/>
                  </a:lnTo>
                  <a:cubicBezTo>
                    <a:pt x="9493" y="3721"/>
                    <a:pt x="7752" y="3721"/>
                    <a:pt x="7466" y="2362"/>
                  </a:cubicBezTo>
                  <a:cubicBezTo>
                    <a:pt x="7179" y="978"/>
                    <a:pt x="11592" y="0"/>
                    <a:pt x="11592" y="0"/>
                  </a:cubicBezTo>
                  <a:cubicBezTo>
                    <a:pt x="11592" y="0"/>
                    <a:pt x="13428" y="382"/>
                    <a:pt x="13595" y="740"/>
                  </a:cubicBezTo>
                  <a:cubicBezTo>
                    <a:pt x="13738" y="1098"/>
                    <a:pt x="14096" y="2314"/>
                    <a:pt x="14096" y="2314"/>
                  </a:cubicBezTo>
                  <a:cubicBezTo>
                    <a:pt x="14096" y="2314"/>
                    <a:pt x="13977" y="3697"/>
                    <a:pt x="12689" y="3697"/>
                  </a:cubicBezTo>
                  <a:lnTo>
                    <a:pt x="12689" y="5605"/>
                  </a:lnTo>
                  <a:cubicBezTo>
                    <a:pt x="13261" y="5772"/>
                    <a:pt x="13786" y="6130"/>
                    <a:pt x="14144" y="6583"/>
                  </a:cubicBezTo>
                  <a:cubicBezTo>
                    <a:pt x="14382" y="6416"/>
                    <a:pt x="14692" y="6297"/>
                    <a:pt x="15026" y="6297"/>
                  </a:cubicBezTo>
                  <a:cubicBezTo>
                    <a:pt x="15312" y="6297"/>
                    <a:pt x="15551" y="6369"/>
                    <a:pt x="15789" y="6535"/>
                  </a:cubicBezTo>
                  <a:cubicBezTo>
                    <a:pt x="16147" y="5772"/>
                    <a:pt x="16886" y="5271"/>
                    <a:pt x="17769" y="5271"/>
                  </a:cubicBezTo>
                  <a:cubicBezTo>
                    <a:pt x="18604" y="5271"/>
                    <a:pt x="19343" y="5748"/>
                    <a:pt x="19701" y="6464"/>
                  </a:cubicBezTo>
                  <a:cubicBezTo>
                    <a:pt x="19987" y="6249"/>
                    <a:pt x="20345" y="6130"/>
                    <a:pt x="20750" y="6130"/>
                  </a:cubicBezTo>
                  <a:cubicBezTo>
                    <a:pt x="21036" y="6130"/>
                    <a:pt x="21346" y="6225"/>
                    <a:pt x="21585" y="6345"/>
                  </a:cubicBezTo>
                  <a:lnTo>
                    <a:pt x="21585" y="9421"/>
                  </a:lnTo>
                  <a:cubicBezTo>
                    <a:pt x="21346" y="9565"/>
                    <a:pt x="21036" y="9636"/>
                    <a:pt x="20750" y="9636"/>
                  </a:cubicBezTo>
                  <a:cubicBezTo>
                    <a:pt x="20178" y="9636"/>
                    <a:pt x="19677" y="9350"/>
                    <a:pt x="19343" y="8944"/>
                  </a:cubicBezTo>
                  <a:cubicBezTo>
                    <a:pt x="18961" y="9350"/>
                    <a:pt x="18389" y="9636"/>
                    <a:pt x="17769" y="9636"/>
                  </a:cubicBezTo>
                  <a:cubicBezTo>
                    <a:pt x="17006" y="9636"/>
                    <a:pt x="16386" y="9278"/>
                    <a:pt x="15980" y="8706"/>
                  </a:cubicBezTo>
                  <a:cubicBezTo>
                    <a:pt x="15742" y="8944"/>
                    <a:pt x="15384" y="9087"/>
                    <a:pt x="15026" y="9087"/>
                  </a:cubicBezTo>
                  <a:lnTo>
                    <a:pt x="14835" y="9087"/>
                  </a:lnTo>
                  <a:cubicBezTo>
                    <a:pt x="14597" y="10590"/>
                    <a:pt x="13309" y="11735"/>
                    <a:pt x="11735" y="11735"/>
                  </a:cubicBezTo>
                  <a:cubicBezTo>
                    <a:pt x="10256" y="11735"/>
                    <a:pt x="8992" y="10709"/>
                    <a:pt x="8658" y="9326"/>
                  </a:cubicBezTo>
                  <a:cubicBezTo>
                    <a:pt x="8276" y="10065"/>
                    <a:pt x="7537" y="10542"/>
                    <a:pt x="6631" y="10542"/>
                  </a:cubicBezTo>
                  <a:cubicBezTo>
                    <a:pt x="5891" y="10542"/>
                    <a:pt x="5247" y="10185"/>
                    <a:pt x="4818" y="9660"/>
                  </a:cubicBezTo>
                  <a:cubicBezTo>
                    <a:pt x="4365" y="10709"/>
                    <a:pt x="3363" y="11449"/>
                    <a:pt x="2147" y="11449"/>
                  </a:cubicBezTo>
                  <a:cubicBezTo>
                    <a:pt x="1312" y="11473"/>
                    <a:pt x="525" y="11091"/>
                    <a:pt x="0" y="10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7"/>
            <p:cNvSpPr/>
            <p:nvPr/>
          </p:nvSpPr>
          <p:spPr>
            <a:xfrm>
              <a:off x="4854750" y="2289925"/>
              <a:ext cx="221225" cy="85875"/>
            </a:xfrm>
            <a:custGeom>
              <a:avLst/>
              <a:gdLst/>
              <a:ahLst/>
              <a:cxnLst/>
              <a:rect l="l" t="t" r="r" b="b"/>
              <a:pathLst>
                <a:path w="8849" h="3435" extrusionOk="0">
                  <a:moveTo>
                    <a:pt x="1098" y="2815"/>
                  </a:moveTo>
                  <a:cubicBezTo>
                    <a:pt x="0" y="2361"/>
                    <a:pt x="1455" y="0"/>
                    <a:pt x="1455" y="0"/>
                  </a:cubicBezTo>
                  <a:lnTo>
                    <a:pt x="7394" y="0"/>
                  </a:lnTo>
                  <a:cubicBezTo>
                    <a:pt x="7394" y="0"/>
                    <a:pt x="8849" y="2338"/>
                    <a:pt x="7752" y="2815"/>
                  </a:cubicBezTo>
                  <a:cubicBezTo>
                    <a:pt x="6202" y="3435"/>
                    <a:pt x="2648" y="3435"/>
                    <a:pt x="1098" y="2815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7"/>
            <p:cNvSpPr/>
            <p:nvPr/>
          </p:nvSpPr>
          <p:spPr>
            <a:xfrm>
              <a:off x="5078350" y="2064525"/>
              <a:ext cx="110325" cy="245100"/>
            </a:xfrm>
            <a:custGeom>
              <a:avLst/>
              <a:gdLst/>
              <a:ahLst/>
              <a:cxnLst/>
              <a:rect l="l" t="t" r="r" b="b"/>
              <a:pathLst>
                <a:path w="4413" h="9804" extrusionOk="0">
                  <a:moveTo>
                    <a:pt x="1145" y="1"/>
                  </a:moveTo>
                  <a:cubicBezTo>
                    <a:pt x="1145" y="1"/>
                    <a:pt x="3316" y="2219"/>
                    <a:pt x="3482" y="2410"/>
                  </a:cubicBezTo>
                  <a:cubicBezTo>
                    <a:pt x="3673" y="2577"/>
                    <a:pt x="3816" y="2887"/>
                    <a:pt x="3840" y="3292"/>
                  </a:cubicBezTo>
                  <a:cubicBezTo>
                    <a:pt x="3888" y="3721"/>
                    <a:pt x="4341" y="9064"/>
                    <a:pt x="4389" y="9326"/>
                  </a:cubicBezTo>
                  <a:cubicBezTo>
                    <a:pt x="4413" y="9612"/>
                    <a:pt x="4198" y="9803"/>
                    <a:pt x="3793" y="9684"/>
                  </a:cubicBezTo>
                  <a:cubicBezTo>
                    <a:pt x="3363" y="9541"/>
                    <a:pt x="0" y="8181"/>
                    <a:pt x="0" y="818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4741450" y="2064525"/>
              <a:ext cx="110350" cy="245100"/>
            </a:xfrm>
            <a:custGeom>
              <a:avLst/>
              <a:gdLst/>
              <a:ahLst/>
              <a:cxnLst/>
              <a:rect l="l" t="t" r="r" b="b"/>
              <a:pathLst>
                <a:path w="4414" h="9804" extrusionOk="0">
                  <a:moveTo>
                    <a:pt x="3292" y="1"/>
                  </a:moveTo>
                  <a:cubicBezTo>
                    <a:pt x="3292" y="1"/>
                    <a:pt x="1098" y="2219"/>
                    <a:pt x="931" y="2410"/>
                  </a:cubicBezTo>
                  <a:cubicBezTo>
                    <a:pt x="740" y="2577"/>
                    <a:pt x="597" y="2887"/>
                    <a:pt x="573" y="3292"/>
                  </a:cubicBezTo>
                  <a:cubicBezTo>
                    <a:pt x="549" y="3721"/>
                    <a:pt x="72" y="9064"/>
                    <a:pt x="25" y="9326"/>
                  </a:cubicBezTo>
                  <a:cubicBezTo>
                    <a:pt x="1" y="9612"/>
                    <a:pt x="216" y="9803"/>
                    <a:pt x="621" y="9684"/>
                  </a:cubicBezTo>
                  <a:cubicBezTo>
                    <a:pt x="1050" y="9541"/>
                    <a:pt x="4413" y="8181"/>
                    <a:pt x="4413" y="818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4771275" y="1609575"/>
              <a:ext cx="387000" cy="724500"/>
            </a:xfrm>
            <a:custGeom>
              <a:avLst/>
              <a:gdLst/>
              <a:ahLst/>
              <a:cxnLst/>
              <a:rect l="l" t="t" r="r" b="b"/>
              <a:pathLst>
                <a:path w="15480" h="28980" extrusionOk="0">
                  <a:moveTo>
                    <a:pt x="11759" y="28240"/>
                  </a:moveTo>
                  <a:cubicBezTo>
                    <a:pt x="14215" y="27000"/>
                    <a:pt x="15479" y="9875"/>
                    <a:pt x="10638" y="3054"/>
                  </a:cubicBezTo>
                  <a:cubicBezTo>
                    <a:pt x="8658" y="239"/>
                    <a:pt x="7156" y="1"/>
                    <a:pt x="5033" y="2791"/>
                  </a:cubicBezTo>
                  <a:cubicBezTo>
                    <a:pt x="0" y="9446"/>
                    <a:pt x="1264" y="27000"/>
                    <a:pt x="3769" y="28264"/>
                  </a:cubicBezTo>
                  <a:cubicBezTo>
                    <a:pt x="5319" y="28979"/>
                    <a:pt x="10232" y="28979"/>
                    <a:pt x="11759" y="2824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4938825" y="1617925"/>
              <a:ext cx="219450" cy="713150"/>
            </a:xfrm>
            <a:custGeom>
              <a:avLst/>
              <a:gdLst/>
              <a:ahLst/>
              <a:cxnLst/>
              <a:rect l="l" t="t" r="r" b="b"/>
              <a:pathLst>
                <a:path w="8778" h="28526" extrusionOk="0">
                  <a:moveTo>
                    <a:pt x="5057" y="27906"/>
                  </a:moveTo>
                  <a:cubicBezTo>
                    <a:pt x="7513" y="26666"/>
                    <a:pt x="8777" y="9541"/>
                    <a:pt x="3936" y="2720"/>
                  </a:cubicBezTo>
                  <a:cubicBezTo>
                    <a:pt x="2505" y="669"/>
                    <a:pt x="1360" y="1"/>
                    <a:pt x="0" y="812"/>
                  </a:cubicBezTo>
                  <a:cubicBezTo>
                    <a:pt x="573" y="1146"/>
                    <a:pt x="1169" y="1789"/>
                    <a:pt x="1837" y="2720"/>
                  </a:cubicBezTo>
                  <a:cubicBezTo>
                    <a:pt x="6655" y="9541"/>
                    <a:pt x="5414" y="26689"/>
                    <a:pt x="2934" y="27906"/>
                  </a:cubicBezTo>
                  <a:cubicBezTo>
                    <a:pt x="2338" y="28192"/>
                    <a:pt x="1241" y="28383"/>
                    <a:pt x="0" y="28430"/>
                  </a:cubicBezTo>
                  <a:cubicBezTo>
                    <a:pt x="1908" y="28526"/>
                    <a:pt x="4126" y="28359"/>
                    <a:pt x="5057" y="27906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4801075" y="1608975"/>
              <a:ext cx="327975" cy="551575"/>
            </a:xfrm>
            <a:custGeom>
              <a:avLst/>
              <a:gdLst/>
              <a:ahLst/>
              <a:cxnLst/>
              <a:rect l="l" t="t" r="r" b="b"/>
              <a:pathLst>
                <a:path w="13119" h="22063" extrusionOk="0">
                  <a:moveTo>
                    <a:pt x="12594" y="21371"/>
                  </a:moveTo>
                  <a:cubicBezTo>
                    <a:pt x="13119" y="15480"/>
                    <a:pt x="12475" y="7275"/>
                    <a:pt x="9446" y="3030"/>
                  </a:cubicBezTo>
                  <a:cubicBezTo>
                    <a:pt x="7466" y="239"/>
                    <a:pt x="5964" y="1"/>
                    <a:pt x="3841" y="2791"/>
                  </a:cubicBezTo>
                  <a:cubicBezTo>
                    <a:pt x="716" y="6941"/>
                    <a:pt x="1" y="15361"/>
                    <a:pt x="549" y="21371"/>
                  </a:cubicBezTo>
                  <a:cubicBezTo>
                    <a:pt x="3889" y="22063"/>
                    <a:pt x="9255" y="22063"/>
                    <a:pt x="12594" y="213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4892900" y="1862400"/>
              <a:ext cx="144325" cy="144325"/>
            </a:xfrm>
            <a:custGeom>
              <a:avLst/>
              <a:gdLst/>
              <a:ahLst/>
              <a:cxnLst/>
              <a:rect l="l" t="t" r="r" b="b"/>
              <a:pathLst>
                <a:path w="5773" h="5773" extrusionOk="0">
                  <a:moveTo>
                    <a:pt x="2887" y="5772"/>
                  </a:moveTo>
                  <a:cubicBezTo>
                    <a:pt x="4485" y="5772"/>
                    <a:pt x="5773" y="4460"/>
                    <a:pt x="5773" y="2886"/>
                  </a:cubicBezTo>
                  <a:cubicBezTo>
                    <a:pt x="5773" y="1288"/>
                    <a:pt x="4461" y="0"/>
                    <a:pt x="2887" y="0"/>
                  </a:cubicBezTo>
                  <a:cubicBezTo>
                    <a:pt x="1289" y="0"/>
                    <a:pt x="1" y="1312"/>
                    <a:pt x="1" y="2886"/>
                  </a:cubicBezTo>
                  <a:cubicBezTo>
                    <a:pt x="1" y="4460"/>
                    <a:pt x="1313" y="5772"/>
                    <a:pt x="2887" y="5772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4941200" y="2114025"/>
              <a:ext cx="48325" cy="168175"/>
            </a:xfrm>
            <a:custGeom>
              <a:avLst/>
              <a:gdLst/>
              <a:ahLst/>
              <a:cxnLst/>
              <a:rect l="l" t="t" r="r" b="b"/>
              <a:pathLst>
                <a:path w="1933" h="6727" extrusionOk="0">
                  <a:moveTo>
                    <a:pt x="1575" y="6249"/>
                  </a:moveTo>
                  <a:cubicBezTo>
                    <a:pt x="1885" y="5915"/>
                    <a:pt x="1933" y="5200"/>
                    <a:pt x="1933" y="4484"/>
                  </a:cubicBezTo>
                  <a:cubicBezTo>
                    <a:pt x="1933" y="3793"/>
                    <a:pt x="1265" y="453"/>
                    <a:pt x="1217" y="358"/>
                  </a:cubicBezTo>
                  <a:cubicBezTo>
                    <a:pt x="1169" y="0"/>
                    <a:pt x="788" y="48"/>
                    <a:pt x="716" y="358"/>
                  </a:cubicBezTo>
                  <a:cubicBezTo>
                    <a:pt x="692" y="453"/>
                    <a:pt x="1" y="3793"/>
                    <a:pt x="1" y="4484"/>
                  </a:cubicBezTo>
                  <a:cubicBezTo>
                    <a:pt x="1" y="5176"/>
                    <a:pt x="72" y="5891"/>
                    <a:pt x="359" y="6249"/>
                  </a:cubicBezTo>
                  <a:cubicBezTo>
                    <a:pt x="788" y="6726"/>
                    <a:pt x="1169" y="6726"/>
                    <a:pt x="1575" y="6249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7"/>
            <p:cNvSpPr/>
            <p:nvPr/>
          </p:nvSpPr>
          <p:spPr>
            <a:xfrm>
              <a:off x="4840450" y="1608975"/>
              <a:ext cx="250450" cy="211700"/>
            </a:xfrm>
            <a:custGeom>
              <a:avLst/>
              <a:gdLst/>
              <a:ahLst/>
              <a:cxnLst/>
              <a:rect l="l" t="t" r="r" b="b"/>
              <a:pathLst>
                <a:path w="10018" h="8468" extrusionOk="0">
                  <a:moveTo>
                    <a:pt x="10017" y="7895"/>
                  </a:moveTo>
                  <a:cubicBezTo>
                    <a:pt x="9516" y="6011"/>
                    <a:pt x="8801" y="4342"/>
                    <a:pt x="7871" y="3030"/>
                  </a:cubicBezTo>
                  <a:cubicBezTo>
                    <a:pt x="5891" y="239"/>
                    <a:pt x="4389" y="1"/>
                    <a:pt x="2266" y="2791"/>
                  </a:cubicBezTo>
                  <a:cubicBezTo>
                    <a:pt x="1288" y="4103"/>
                    <a:pt x="549" y="5844"/>
                    <a:pt x="0" y="7776"/>
                  </a:cubicBezTo>
                  <a:cubicBezTo>
                    <a:pt x="1646" y="8229"/>
                    <a:pt x="3434" y="8468"/>
                    <a:pt x="5247" y="8468"/>
                  </a:cubicBezTo>
                  <a:cubicBezTo>
                    <a:pt x="6917" y="8468"/>
                    <a:pt x="8538" y="8253"/>
                    <a:pt x="10017" y="7895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7"/>
            <p:cNvSpPr/>
            <p:nvPr/>
          </p:nvSpPr>
          <p:spPr>
            <a:xfrm>
              <a:off x="4938825" y="1629850"/>
              <a:ext cx="152075" cy="186075"/>
            </a:xfrm>
            <a:custGeom>
              <a:avLst/>
              <a:gdLst/>
              <a:ahLst/>
              <a:cxnLst/>
              <a:rect l="l" t="t" r="r" b="b"/>
              <a:pathLst>
                <a:path w="6083" h="7443" extrusionOk="0">
                  <a:moveTo>
                    <a:pt x="2481" y="573"/>
                  </a:moveTo>
                  <a:lnTo>
                    <a:pt x="2481" y="573"/>
                  </a:lnTo>
                  <a:cubicBezTo>
                    <a:pt x="2433" y="502"/>
                    <a:pt x="2362" y="478"/>
                    <a:pt x="2314" y="406"/>
                  </a:cubicBezTo>
                  <a:lnTo>
                    <a:pt x="2314" y="406"/>
                  </a:lnTo>
                  <a:cubicBezTo>
                    <a:pt x="2266" y="406"/>
                    <a:pt x="2266" y="382"/>
                    <a:pt x="2242" y="382"/>
                  </a:cubicBezTo>
                  <a:lnTo>
                    <a:pt x="2218" y="382"/>
                  </a:lnTo>
                  <a:cubicBezTo>
                    <a:pt x="2147" y="358"/>
                    <a:pt x="2099" y="335"/>
                    <a:pt x="2051" y="287"/>
                  </a:cubicBezTo>
                  <a:lnTo>
                    <a:pt x="2028" y="287"/>
                  </a:lnTo>
                  <a:cubicBezTo>
                    <a:pt x="2004" y="287"/>
                    <a:pt x="2004" y="263"/>
                    <a:pt x="1980" y="263"/>
                  </a:cubicBezTo>
                  <a:lnTo>
                    <a:pt x="1932" y="263"/>
                  </a:lnTo>
                  <a:cubicBezTo>
                    <a:pt x="1908" y="239"/>
                    <a:pt x="1885" y="239"/>
                    <a:pt x="1861" y="239"/>
                  </a:cubicBezTo>
                  <a:lnTo>
                    <a:pt x="1813" y="239"/>
                  </a:lnTo>
                  <a:cubicBezTo>
                    <a:pt x="1813" y="239"/>
                    <a:pt x="1789" y="239"/>
                    <a:pt x="1789" y="215"/>
                  </a:cubicBezTo>
                  <a:lnTo>
                    <a:pt x="1765" y="215"/>
                  </a:lnTo>
                  <a:cubicBezTo>
                    <a:pt x="1765" y="215"/>
                    <a:pt x="1741" y="215"/>
                    <a:pt x="1741" y="168"/>
                  </a:cubicBezTo>
                  <a:lnTo>
                    <a:pt x="1741" y="168"/>
                  </a:lnTo>
                  <a:cubicBezTo>
                    <a:pt x="1741" y="120"/>
                    <a:pt x="1741" y="120"/>
                    <a:pt x="2481" y="573"/>
                  </a:cubicBezTo>
                  <a:close/>
                  <a:moveTo>
                    <a:pt x="2481" y="573"/>
                  </a:moveTo>
                  <a:cubicBezTo>
                    <a:pt x="2958" y="955"/>
                    <a:pt x="3435" y="1479"/>
                    <a:pt x="3936" y="2195"/>
                  </a:cubicBezTo>
                  <a:cubicBezTo>
                    <a:pt x="4866" y="3507"/>
                    <a:pt x="5557" y="5176"/>
                    <a:pt x="6082" y="7060"/>
                  </a:cubicBezTo>
                  <a:cubicBezTo>
                    <a:pt x="5438" y="7204"/>
                    <a:pt x="4747" y="7371"/>
                    <a:pt x="4055" y="7442"/>
                  </a:cubicBezTo>
                  <a:cubicBezTo>
                    <a:pt x="3554" y="5415"/>
                    <a:pt x="2815" y="3602"/>
                    <a:pt x="1813" y="2195"/>
                  </a:cubicBezTo>
                  <a:cubicBezTo>
                    <a:pt x="1193" y="1312"/>
                    <a:pt x="597" y="645"/>
                    <a:pt x="0" y="287"/>
                  </a:cubicBezTo>
                  <a:cubicBezTo>
                    <a:pt x="24" y="263"/>
                    <a:pt x="72" y="263"/>
                    <a:pt x="96" y="239"/>
                  </a:cubicBezTo>
                  <a:lnTo>
                    <a:pt x="96" y="239"/>
                  </a:lnTo>
                  <a:cubicBezTo>
                    <a:pt x="191" y="168"/>
                    <a:pt x="263" y="144"/>
                    <a:pt x="334" y="120"/>
                  </a:cubicBezTo>
                  <a:lnTo>
                    <a:pt x="334" y="120"/>
                  </a:lnTo>
                  <a:cubicBezTo>
                    <a:pt x="382" y="96"/>
                    <a:pt x="454" y="96"/>
                    <a:pt x="477" y="48"/>
                  </a:cubicBezTo>
                  <a:lnTo>
                    <a:pt x="477" y="48"/>
                  </a:lnTo>
                  <a:cubicBezTo>
                    <a:pt x="525" y="48"/>
                    <a:pt x="549" y="48"/>
                    <a:pt x="549" y="25"/>
                  </a:cubicBezTo>
                  <a:lnTo>
                    <a:pt x="549" y="25"/>
                  </a:lnTo>
                  <a:cubicBezTo>
                    <a:pt x="573" y="25"/>
                    <a:pt x="597" y="25"/>
                    <a:pt x="620" y="1"/>
                  </a:cubicBezTo>
                  <a:lnTo>
                    <a:pt x="620" y="1"/>
                  </a:lnTo>
                  <a:lnTo>
                    <a:pt x="692" y="1"/>
                  </a:lnTo>
                  <a:lnTo>
                    <a:pt x="716" y="1"/>
                  </a:lnTo>
                  <a:lnTo>
                    <a:pt x="787" y="1"/>
                  </a:lnTo>
                  <a:lnTo>
                    <a:pt x="787" y="1"/>
                  </a:lnTo>
                  <a:lnTo>
                    <a:pt x="859" y="1"/>
                  </a:lnTo>
                  <a:lnTo>
                    <a:pt x="907" y="1"/>
                  </a:lnTo>
                  <a:lnTo>
                    <a:pt x="954" y="1"/>
                  </a:lnTo>
                  <a:lnTo>
                    <a:pt x="1002" y="1"/>
                  </a:lnTo>
                  <a:lnTo>
                    <a:pt x="1050" y="1"/>
                  </a:lnTo>
                  <a:lnTo>
                    <a:pt x="1074" y="1"/>
                  </a:lnTo>
                  <a:lnTo>
                    <a:pt x="1145" y="1"/>
                  </a:lnTo>
                  <a:lnTo>
                    <a:pt x="1169" y="1"/>
                  </a:lnTo>
                  <a:lnTo>
                    <a:pt x="1241" y="1"/>
                  </a:lnTo>
                  <a:lnTo>
                    <a:pt x="1264" y="1"/>
                  </a:lnTo>
                  <a:lnTo>
                    <a:pt x="1312" y="1"/>
                  </a:lnTo>
                  <a:lnTo>
                    <a:pt x="1360" y="1"/>
                  </a:lnTo>
                  <a:lnTo>
                    <a:pt x="1384" y="1"/>
                  </a:lnTo>
                  <a:lnTo>
                    <a:pt x="1408" y="1"/>
                  </a:lnTo>
                  <a:lnTo>
                    <a:pt x="1479" y="1"/>
                  </a:lnTo>
                  <a:lnTo>
                    <a:pt x="1527" y="1"/>
                  </a:lnTo>
                  <a:lnTo>
                    <a:pt x="1551" y="1"/>
                  </a:lnTo>
                  <a:lnTo>
                    <a:pt x="1598" y="1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4913175" y="1881475"/>
              <a:ext cx="104375" cy="104375"/>
            </a:xfrm>
            <a:custGeom>
              <a:avLst/>
              <a:gdLst/>
              <a:ahLst/>
              <a:cxnLst/>
              <a:rect l="l" t="t" r="r" b="b"/>
              <a:pathLst>
                <a:path w="4175" h="4175" extrusionOk="0">
                  <a:moveTo>
                    <a:pt x="2076" y="4174"/>
                  </a:moveTo>
                  <a:cubicBezTo>
                    <a:pt x="3244" y="4174"/>
                    <a:pt x="4175" y="3268"/>
                    <a:pt x="4175" y="2099"/>
                  </a:cubicBezTo>
                  <a:cubicBezTo>
                    <a:pt x="4175" y="931"/>
                    <a:pt x="3244" y="1"/>
                    <a:pt x="2076" y="1"/>
                  </a:cubicBezTo>
                  <a:cubicBezTo>
                    <a:pt x="907" y="1"/>
                    <a:pt x="1" y="931"/>
                    <a:pt x="1" y="2099"/>
                  </a:cubicBezTo>
                  <a:cubicBezTo>
                    <a:pt x="1" y="3268"/>
                    <a:pt x="955" y="4174"/>
                    <a:pt x="2076" y="4174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4923325" y="1891625"/>
              <a:ext cx="85875" cy="86475"/>
            </a:xfrm>
            <a:custGeom>
              <a:avLst/>
              <a:gdLst/>
              <a:ahLst/>
              <a:cxnLst/>
              <a:rect l="l" t="t" r="r" b="b"/>
              <a:pathLst>
                <a:path w="3435" h="3459" extrusionOk="0">
                  <a:moveTo>
                    <a:pt x="2695" y="239"/>
                  </a:moveTo>
                  <a:lnTo>
                    <a:pt x="239" y="2671"/>
                  </a:lnTo>
                  <a:cubicBezTo>
                    <a:pt x="119" y="2528"/>
                    <a:pt x="72" y="2337"/>
                    <a:pt x="0" y="2170"/>
                  </a:cubicBezTo>
                  <a:lnTo>
                    <a:pt x="2171" y="0"/>
                  </a:lnTo>
                  <a:cubicBezTo>
                    <a:pt x="2361" y="48"/>
                    <a:pt x="2528" y="143"/>
                    <a:pt x="2695" y="239"/>
                  </a:cubicBezTo>
                  <a:close/>
                  <a:moveTo>
                    <a:pt x="3101" y="644"/>
                  </a:moveTo>
                  <a:lnTo>
                    <a:pt x="620" y="3124"/>
                  </a:lnTo>
                  <a:cubicBezTo>
                    <a:pt x="859" y="3291"/>
                    <a:pt x="1169" y="3411"/>
                    <a:pt x="1479" y="3458"/>
                  </a:cubicBezTo>
                  <a:lnTo>
                    <a:pt x="3435" y="1503"/>
                  </a:lnTo>
                  <a:cubicBezTo>
                    <a:pt x="3411" y="1193"/>
                    <a:pt x="3292" y="883"/>
                    <a:pt x="3101" y="6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15" name="Google Shape;1115;p47"/>
          <p:cNvSpPr/>
          <p:nvPr/>
        </p:nvSpPr>
        <p:spPr>
          <a:xfrm>
            <a:off x="11411800" y="393367"/>
            <a:ext cx="1162400" cy="11624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16" name="Google Shape;1116;p47"/>
          <p:cNvSpPr/>
          <p:nvPr/>
        </p:nvSpPr>
        <p:spPr>
          <a:xfrm>
            <a:off x="10962000" y="1304600"/>
            <a:ext cx="371600" cy="3716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3643;p60">
            <a:extLst>
              <a:ext uri="{FF2B5EF4-FFF2-40B4-BE49-F238E27FC236}">
                <a16:creationId xmlns:a16="http://schemas.microsoft.com/office/drawing/2014/main" id="{464DD31E-7DEB-478C-AEFD-1772A21C1A05}"/>
              </a:ext>
            </a:extLst>
          </p:cNvPr>
          <p:cNvSpPr txBox="1">
            <a:spLocks/>
          </p:cNvSpPr>
          <p:nvPr/>
        </p:nvSpPr>
        <p:spPr>
          <a:xfrm>
            <a:off x="782328" y="1850521"/>
            <a:ext cx="6172832" cy="427499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200" b="1" kern="0" dirty="0">
                <a:latin typeface="Calibri" panose="020F0502020204030204" pitchFamily="34" charset="0"/>
                <a:ea typeface="Calibri" panose="020F0502020204030204" pitchFamily="34" charset="0"/>
              </a:rPr>
              <a:t>CASE = Computer </a:t>
            </a:r>
            <a:r>
              <a:rPr lang="ro-RO" sz="2200" b="1" kern="0" dirty="0" err="1">
                <a:latin typeface="Calibri" panose="020F0502020204030204" pitchFamily="34" charset="0"/>
                <a:ea typeface="Calibri" panose="020F0502020204030204" pitchFamily="34" charset="0"/>
              </a:rPr>
              <a:t>Aided</a:t>
            </a:r>
            <a:r>
              <a:rPr lang="ro-RO" sz="2200" b="1" kern="0" dirty="0">
                <a:latin typeface="Calibri" panose="020F0502020204030204" pitchFamily="34" charset="0"/>
                <a:ea typeface="Calibri" panose="020F0502020204030204" pitchFamily="34" charset="0"/>
              </a:rPr>
              <a:t> Software Engineering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200" kern="0" dirty="0">
                <a:latin typeface="Calibri" panose="020F0502020204030204" pitchFamily="34" charset="0"/>
                <a:ea typeface="Calibri" panose="020F0502020204030204" pitchFamily="34" charset="0"/>
              </a:rPr>
              <a:t>Necesitate: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000" kern="0" dirty="0">
                <a:latin typeface="Calibri" panose="020F0502020204030204" pitchFamily="34" charset="0"/>
                <a:ea typeface="Calibri" panose="020F0502020204030204" pitchFamily="34" charset="0"/>
              </a:rPr>
              <a:t>lucrul cu modele vizuale poate fi o activitate dificilă și </a:t>
            </a:r>
            <a:r>
              <a:rPr lang="ro-RO" sz="2000" b="1" kern="0" dirty="0">
                <a:latin typeface="Calibri" panose="020F0502020204030204" pitchFamily="34" charset="0"/>
                <a:ea typeface="Calibri" panose="020F0502020204030204" pitchFamily="34" charset="0"/>
              </a:rPr>
              <a:t>consumatoare de timp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000" kern="0" dirty="0">
                <a:latin typeface="Calibri" panose="020F0502020204030204" pitchFamily="34" charset="0"/>
                <a:ea typeface="Calibri" panose="020F0502020204030204" pitchFamily="34" charset="0"/>
              </a:rPr>
              <a:t>nevoia unui suport informatic atunci când vrem să menținem </a:t>
            </a:r>
            <a:r>
              <a:rPr lang="ro-RO" sz="2000" b="1" kern="0" dirty="0">
                <a:latin typeface="Calibri" panose="020F0502020204030204" pitchFamily="34" charset="0"/>
                <a:ea typeface="Calibri" panose="020F0502020204030204" pitchFamily="34" charset="0"/>
              </a:rPr>
              <a:t>integritatea</a:t>
            </a:r>
            <a:r>
              <a:rPr lang="ro-RO" sz="2000" kern="0" dirty="0">
                <a:latin typeface="Calibri" panose="020F0502020204030204" pitchFamily="34" charset="0"/>
                <a:ea typeface="Calibri" panose="020F0502020204030204" pitchFamily="34" charset="0"/>
              </a:rPr>
              <a:t> modelelor </a:t>
            </a:r>
          </a:p>
          <a:p>
            <a:pPr marL="952500" lvl="2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r>
              <a:rPr lang="ro-RO" sz="2000" kern="0" dirty="0">
                <a:latin typeface="Calibri" panose="020F0502020204030204" pitchFamily="34" charset="0"/>
                <a:ea typeface="Calibri" panose="020F0502020204030204" pitchFamily="34" charset="0"/>
              </a:rPr>
              <a:t>posibilitatea de a </a:t>
            </a:r>
            <a:r>
              <a:rPr lang="ro-RO" sz="2000" b="1" kern="0" dirty="0">
                <a:latin typeface="Calibri" panose="020F0502020204030204" pitchFamily="34" charset="0"/>
                <a:ea typeface="Calibri" panose="020F0502020204030204" pitchFamily="34" charset="0"/>
              </a:rPr>
              <a:t>genera cod </a:t>
            </a:r>
          </a:p>
          <a:p>
            <a:pPr marL="342900" indent="-342900" algn="just">
              <a:buClr>
                <a:schemeClr val="accent5"/>
              </a:buClr>
              <a:buSzPct val="120000"/>
              <a:buFont typeface="Arial" panose="020B0604020202020204" pitchFamily="34" charset="0"/>
              <a:buChar char="•"/>
            </a:pPr>
            <a:endParaRPr lang="ro-RO" sz="2200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47"/>
          <p:cNvSpPr txBox="1">
            <a:spLocks noGrp="1"/>
          </p:cNvSpPr>
          <p:nvPr>
            <p:ph type="title"/>
          </p:nvPr>
        </p:nvSpPr>
        <p:spPr>
          <a:xfrm>
            <a:off x="781382" y="669859"/>
            <a:ext cx="5951262" cy="112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/>
              <a:t>Instrumente de tip CASE</a:t>
            </a:r>
          </a:p>
        </p:txBody>
      </p:sp>
      <p:grpSp>
        <p:nvGrpSpPr>
          <p:cNvPr id="1078" name="Google Shape;1078;p47"/>
          <p:cNvGrpSpPr/>
          <p:nvPr/>
        </p:nvGrpSpPr>
        <p:grpSpPr>
          <a:xfrm>
            <a:off x="9625119" y="2583317"/>
            <a:ext cx="873613" cy="873824"/>
            <a:chOff x="1347125" y="349025"/>
            <a:chExt cx="4978800" cy="4980000"/>
          </a:xfrm>
        </p:grpSpPr>
        <p:sp>
          <p:nvSpPr>
            <p:cNvPr id="1079" name="Google Shape;1079;p47"/>
            <p:cNvSpPr/>
            <p:nvPr/>
          </p:nvSpPr>
          <p:spPr>
            <a:xfrm>
              <a:off x="4756525" y="523725"/>
              <a:ext cx="1394100" cy="1393475"/>
            </a:xfrm>
            <a:custGeom>
              <a:avLst/>
              <a:gdLst/>
              <a:ahLst/>
              <a:cxnLst/>
              <a:rect l="l" t="t" r="r" b="b"/>
              <a:pathLst>
                <a:path w="55764" h="55739" extrusionOk="0">
                  <a:moveTo>
                    <a:pt x="1" y="0"/>
                  </a:moveTo>
                  <a:lnTo>
                    <a:pt x="55763" y="55739"/>
                  </a:lnTo>
                  <a:cubicBezTo>
                    <a:pt x="54928" y="53568"/>
                    <a:pt x="53998" y="51446"/>
                    <a:pt x="52973" y="49371"/>
                  </a:cubicBezTo>
                  <a:lnTo>
                    <a:pt x="6417" y="2815"/>
                  </a:lnTo>
                  <a:cubicBezTo>
                    <a:pt x="4318" y="1789"/>
                    <a:pt x="2195" y="859"/>
                    <a:pt x="1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47"/>
            <p:cNvSpPr/>
            <p:nvPr/>
          </p:nvSpPr>
          <p:spPr>
            <a:xfrm>
              <a:off x="4312325" y="393150"/>
              <a:ext cx="1968875" cy="1968875"/>
            </a:xfrm>
            <a:custGeom>
              <a:avLst/>
              <a:gdLst/>
              <a:ahLst/>
              <a:cxnLst/>
              <a:rect l="l" t="t" r="r" b="b"/>
              <a:pathLst>
                <a:path w="78755" h="78755" extrusionOk="0">
                  <a:moveTo>
                    <a:pt x="0" y="0"/>
                  </a:moveTo>
                  <a:lnTo>
                    <a:pt x="78754" y="78754"/>
                  </a:lnTo>
                  <a:cubicBezTo>
                    <a:pt x="78492" y="77204"/>
                    <a:pt x="78158" y="75654"/>
                    <a:pt x="77753" y="74151"/>
                  </a:cubicBezTo>
                  <a:lnTo>
                    <a:pt x="4627" y="1026"/>
                  </a:lnTo>
                  <a:cubicBezTo>
                    <a:pt x="3125" y="620"/>
                    <a:pt x="1551" y="286"/>
                    <a:pt x="0" y="0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3955175" y="350200"/>
              <a:ext cx="2370750" cy="2370175"/>
            </a:xfrm>
            <a:custGeom>
              <a:avLst/>
              <a:gdLst/>
              <a:ahLst/>
              <a:cxnLst/>
              <a:rect l="l" t="t" r="r" b="b"/>
              <a:pathLst>
                <a:path w="94830" h="94807" extrusionOk="0">
                  <a:moveTo>
                    <a:pt x="0" y="1"/>
                  </a:moveTo>
                  <a:lnTo>
                    <a:pt x="94829" y="94806"/>
                  </a:lnTo>
                  <a:lnTo>
                    <a:pt x="94829" y="94806"/>
                  </a:lnTo>
                  <a:cubicBezTo>
                    <a:pt x="94734" y="93542"/>
                    <a:pt x="94662" y="92254"/>
                    <a:pt x="94567" y="90966"/>
                  </a:cubicBezTo>
                  <a:lnTo>
                    <a:pt x="3840" y="239"/>
                  </a:lnTo>
                  <a:cubicBezTo>
                    <a:pt x="2576" y="120"/>
                    <a:pt x="1288" y="49"/>
                    <a:pt x="0" y="1"/>
                  </a:cubicBez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3646300" y="349025"/>
              <a:ext cx="2679625" cy="2679625"/>
            </a:xfrm>
            <a:custGeom>
              <a:avLst/>
              <a:gdLst/>
              <a:ahLst/>
              <a:cxnLst/>
              <a:rect l="l" t="t" r="r" b="b"/>
              <a:pathLst>
                <a:path w="107185" h="107185" extrusionOk="0">
                  <a:moveTo>
                    <a:pt x="3387" y="0"/>
                  </a:moveTo>
                  <a:cubicBezTo>
                    <a:pt x="2266" y="48"/>
                    <a:pt x="1145" y="119"/>
                    <a:pt x="1" y="215"/>
                  </a:cubicBezTo>
                  <a:lnTo>
                    <a:pt x="106969" y="107184"/>
                  </a:lnTo>
                  <a:cubicBezTo>
                    <a:pt x="107065" y="106063"/>
                    <a:pt x="107160" y="104942"/>
                    <a:pt x="107184" y="103797"/>
                  </a:cubicBezTo>
                  <a:lnTo>
                    <a:pt x="3387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3370225" y="377650"/>
              <a:ext cx="2926475" cy="2927650"/>
            </a:xfrm>
            <a:custGeom>
              <a:avLst/>
              <a:gdLst/>
              <a:ahLst/>
              <a:cxnLst/>
              <a:rect l="l" t="t" r="r" b="b"/>
              <a:pathLst>
                <a:path w="117059" h="117106" extrusionOk="0">
                  <a:moveTo>
                    <a:pt x="3006" y="0"/>
                  </a:moveTo>
                  <a:cubicBezTo>
                    <a:pt x="1980" y="191"/>
                    <a:pt x="979" y="358"/>
                    <a:pt x="1" y="549"/>
                  </a:cubicBezTo>
                  <a:lnTo>
                    <a:pt x="116558" y="117106"/>
                  </a:lnTo>
                  <a:cubicBezTo>
                    <a:pt x="116748" y="116104"/>
                    <a:pt x="116939" y="115055"/>
                    <a:pt x="117058" y="114053"/>
                  </a:cubicBezTo>
                  <a:lnTo>
                    <a:pt x="3006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7"/>
            <p:cNvSpPr/>
            <p:nvPr/>
          </p:nvSpPr>
          <p:spPr>
            <a:xfrm>
              <a:off x="3118025" y="433675"/>
              <a:ext cx="3123825" cy="3123250"/>
            </a:xfrm>
            <a:custGeom>
              <a:avLst/>
              <a:gdLst/>
              <a:ahLst/>
              <a:cxnLst/>
              <a:rect l="l" t="t" r="r" b="b"/>
              <a:pathLst>
                <a:path w="124953" h="124930" extrusionOk="0">
                  <a:moveTo>
                    <a:pt x="2815" y="1"/>
                  </a:moveTo>
                  <a:cubicBezTo>
                    <a:pt x="1861" y="239"/>
                    <a:pt x="930" y="526"/>
                    <a:pt x="0" y="788"/>
                  </a:cubicBezTo>
                  <a:lnTo>
                    <a:pt x="124141" y="124930"/>
                  </a:lnTo>
                  <a:cubicBezTo>
                    <a:pt x="124427" y="124023"/>
                    <a:pt x="124690" y="123093"/>
                    <a:pt x="124952" y="12216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7"/>
            <p:cNvSpPr/>
            <p:nvPr/>
          </p:nvSpPr>
          <p:spPr>
            <a:xfrm>
              <a:off x="2887275" y="510600"/>
              <a:ext cx="3277050" cy="3277675"/>
            </a:xfrm>
            <a:custGeom>
              <a:avLst/>
              <a:gdLst/>
              <a:ahLst/>
              <a:cxnLst/>
              <a:rect l="l" t="t" r="r" b="b"/>
              <a:pathLst>
                <a:path w="131082" h="131107" extrusionOk="0">
                  <a:moveTo>
                    <a:pt x="2552" y="1"/>
                  </a:moveTo>
                  <a:cubicBezTo>
                    <a:pt x="2242" y="120"/>
                    <a:pt x="1980" y="215"/>
                    <a:pt x="1670" y="358"/>
                  </a:cubicBezTo>
                  <a:cubicBezTo>
                    <a:pt x="1097" y="573"/>
                    <a:pt x="549" y="812"/>
                    <a:pt x="0" y="1026"/>
                  </a:cubicBezTo>
                  <a:lnTo>
                    <a:pt x="130080" y="131107"/>
                  </a:lnTo>
                  <a:cubicBezTo>
                    <a:pt x="130461" y="130248"/>
                    <a:pt x="130795" y="129389"/>
                    <a:pt x="131082" y="128531"/>
                  </a:cubicBezTo>
                  <a:lnTo>
                    <a:pt x="255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2673800" y="606600"/>
              <a:ext cx="3395125" cy="3395125"/>
            </a:xfrm>
            <a:custGeom>
              <a:avLst/>
              <a:gdLst/>
              <a:ahLst/>
              <a:cxnLst/>
              <a:rect l="l" t="t" r="r" b="b"/>
              <a:pathLst>
                <a:path w="135805" h="135805" extrusionOk="0">
                  <a:moveTo>
                    <a:pt x="2362" y="1"/>
                  </a:moveTo>
                  <a:cubicBezTo>
                    <a:pt x="1551" y="358"/>
                    <a:pt x="764" y="764"/>
                    <a:pt x="1" y="1217"/>
                  </a:cubicBezTo>
                  <a:lnTo>
                    <a:pt x="134612" y="135805"/>
                  </a:lnTo>
                  <a:cubicBezTo>
                    <a:pt x="135041" y="135018"/>
                    <a:pt x="135447" y="134255"/>
                    <a:pt x="135805" y="133444"/>
                  </a:cubicBezTo>
                  <a:lnTo>
                    <a:pt x="2362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2475850" y="718100"/>
              <a:ext cx="3482175" cy="3481600"/>
            </a:xfrm>
            <a:custGeom>
              <a:avLst/>
              <a:gdLst/>
              <a:ahLst/>
              <a:cxnLst/>
              <a:rect l="l" t="t" r="r" b="b"/>
              <a:pathLst>
                <a:path w="139287" h="139264" extrusionOk="0">
                  <a:moveTo>
                    <a:pt x="2195" y="1"/>
                  </a:moveTo>
                  <a:cubicBezTo>
                    <a:pt x="1455" y="430"/>
                    <a:pt x="740" y="859"/>
                    <a:pt x="0" y="1384"/>
                  </a:cubicBezTo>
                  <a:lnTo>
                    <a:pt x="137879" y="139263"/>
                  </a:lnTo>
                  <a:cubicBezTo>
                    <a:pt x="138380" y="138572"/>
                    <a:pt x="138833" y="137832"/>
                    <a:pt x="139286" y="137069"/>
                  </a:cubicBezTo>
                  <a:lnTo>
                    <a:pt x="2195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2292800" y="843925"/>
              <a:ext cx="3538225" cy="3538825"/>
            </a:xfrm>
            <a:custGeom>
              <a:avLst/>
              <a:gdLst/>
              <a:ahLst/>
              <a:cxnLst/>
              <a:rect l="l" t="t" r="r" b="b"/>
              <a:pathLst>
                <a:path w="141529" h="141553" extrusionOk="0">
                  <a:moveTo>
                    <a:pt x="2004" y="0"/>
                  </a:moveTo>
                  <a:cubicBezTo>
                    <a:pt x="1312" y="549"/>
                    <a:pt x="668" y="1049"/>
                    <a:pt x="0" y="1574"/>
                  </a:cubicBezTo>
                  <a:lnTo>
                    <a:pt x="139978" y="141552"/>
                  </a:lnTo>
                  <a:cubicBezTo>
                    <a:pt x="140503" y="140861"/>
                    <a:pt x="141004" y="140193"/>
                    <a:pt x="141528" y="139525"/>
                  </a:cubicBezTo>
                  <a:lnTo>
                    <a:pt x="2004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2124050" y="985825"/>
              <a:ext cx="3565650" cy="3565075"/>
            </a:xfrm>
            <a:custGeom>
              <a:avLst/>
              <a:gdLst/>
              <a:ahLst/>
              <a:cxnLst/>
              <a:rect l="l" t="t" r="r" b="b"/>
              <a:pathLst>
                <a:path w="142626" h="142603" extrusionOk="0">
                  <a:moveTo>
                    <a:pt x="1885" y="0"/>
                  </a:moveTo>
                  <a:cubicBezTo>
                    <a:pt x="1241" y="549"/>
                    <a:pt x="621" y="1145"/>
                    <a:pt x="1" y="1718"/>
                  </a:cubicBezTo>
                  <a:lnTo>
                    <a:pt x="140885" y="142602"/>
                  </a:lnTo>
                  <a:cubicBezTo>
                    <a:pt x="141481" y="141982"/>
                    <a:pt x="142077" y="141386"/>
                    <a:pt x="142626" y="140742"/>
                  </a:cubicBezTo>
                  <a:lnTo>
                    <a:pt x="1885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1970825" y="1141450"/>
              <a:ext cx="3563250" cy="3563875"/>
            </a:xfrm>
            <a:custGeom>
              <a:avLst/>
              <a:gdLst/>
              <a:ahLst/>
              <a:cxnLst/>
              <a:rect l="l" t="t" r="r" b="b"/>
              <a:pathLst>
                <a:path w="142530" h="142555" extrusionOk="0">
                  <a:moveTo>
                    <a:pt x="1693" y="0"/>
                  </a:moveTo>
                  <a:cubicBezTo>
                    <a:pt x="1097" y="621"/>
                    <a:pt x="525" y="1264"/>
                    <a:pt x="0" y="1885"/>
                  </a:cubicBezTo>
                  <a:lnTo>
                    <a:pt x="140669" y="142555"/>
                  </a:lnTo>
                  <a:cubicBezTo>
                    <a:pt x="141290" y="141982"/>
                    <a:pt x="141934" y="141434"/>
                    <a:pt x="142530" y="140837"/>
                  </a:cubicBezTo>
                  <a:lnTo>
                    <a:pt x="1693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1830100" y="1311375"/>
              <a:ext cx="3534050" cy="3534075"/>
            </a:xfrm>
            <a:custGeom>
              <a:avLst/>
              <a:gdLst/>
              <a:ahLst/>
              <a:cxnLst/>
              <a:rect l="l" t="t" r="r" b="b"/>
              <a:pathLst>
                <a:path w="141362" h="141363" extrusionOk="0">
                  <a:moveTo>
                    <a:pt x="1551" y="1"/>
                  </a:moveTo>
                  <a:cubicBezTo>
                    <a:pt x="1026" y="692"/>
                    <a:pt x="525" y="1336"/>
                    <a:pt x="0" y="2028"/>
                  </a:cubicBezTo>
                  <a:lnTo>
                    <a:pt x="139334" y="141362"/>
                  </a:lnTo>
                  <a:cubicBezTo>
                    <a:pt x="140026" y="140838"/>
                    <a:pt x="140717" y="140337"/>
                    <a:pt x="141361" y="139812"/>
                  </a:cubicBezTo>
                  <a:lnTo>
                    <a:pt x="155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1704875" y="1495025"/>
              <a:ext cx="3476225" cy="3475050"/>
            </a:xfrm>
            <a:custGeom>
              <a:avLst/>
              <a:gdLst/>
              <a:ahLst/>
              <a:cxnLst/>
              <a:rect l="l" t="t" r="r" b="b"/>
              <a:pathLst>
                <a:path w="139049" h="139002" extrusionOk="0">
                  <a:moveTo>
                    <a:pt x="1384" y="1"/>
                  </a:moveTo>
                  <a:cubicBezTo>
                    <a:pt x="907" y="740"/>
                    <a:pt x="454" y="1479"/>
                    <a:pt x="1" y="2219"/>
                  </a:cubicBezTo>
                  <a:lnTo>
                    <a:pt x="136783" y="139001"/>
                  </a:lnTo>
                  <a:cubicBezTo>
                    <a:pt x="137546" y="138572"/>
                    <a:pt x="138309" y="138119"/>
                    <a:pt x="139048" y="137666"/>
                  </a:cubicBezTo>
                  <a:lnTo>
                    <a:pt x="138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7"/>
            <p:cNvSpPr/>
            <p:nvPr/>
          </p:nvSpPr>
          <p:spPr>
            <a:xfrm>
              <a:off x="1594575" y="1694175"/>
              <a:ext cx="3386775" cy="3386800"/>
            </a:xfrm>
            <a:custGeom>
              <a:avLst/>
              <a:gdLst/>
              <a:ahLst/>
              <a:cxnLst/>
              <a:rect l="l" t="t" r="r" b="b"/>
              <a:pathLst>
                <a:path w="135471" h="135472" extrusionOk="0">
                  <a:moveTo>
                    <a:pt x="1193" y="1"/>
                  </a:moveTo>
                  <a:cubicBezTo>
                    <a:pt x="764" y="788"/>
                    <a:pt x="382" y="1575"/>
                    <a:pt x="1" y="2386"/>
                  </a:cubicBezTo>
                  <a:lnTo>
                    <a:pt x="133085" y="135471"/>
                  </a:lnTo>
                  <a:cubicBezTo>
                    <a:pt x="133896" y="135090"/>
                    <a:pt x="134683" y="134684"/>
                    <a:pt x="135471" y="134255"/>
                  </a:cubicBezTo>
                  <a:lnTo>
                    <a:pt x="1193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7"/>
            <p:cNvSpPr/>
            <p:nvPr/>
          </p:nvSpPr>
          <p:spPr>
            <a:xfrm>
              <a:off x="1500975" y="1909425"/>
              <a:ext cx="3264525" cy="3265150"/>
            </a:xfrm>
            <a:custGeom>
              <a:avLst/>
              <a:gdLst/>
              <a:ahLst/>
              <a:cxnLst/>
              <a:rect l="l" t="t" r="r" b="b"/>
              <a:pathLst>
                <a:path w="130581" h="130606" extrusionOk="0">
                  <a:moveTo>
                    <a:pt x="978" y="1"/>
                  </a:moveTo>
                  <a:cubicBezTo>
                    <a:pt x="644" y="859"/>
                    <a:pt x="310" y="1718"/>
                    <a:pt x="0" y="2577"/>
                  </a:cubicBezTo>
                  <a:lnTo>
                    <a:pt x="128029" y="130606"/>
                  </a:lnTo>
                  <a:cubicBezTo>
                    <a:pt x="128625" y="130367"/>
                    <a:pt x="129174" y="130177"/>
                    <a:pt x="129746" y="129938"/>
                  </a:cubicBezTo>
                  <a:cubicBezTo>
                    <a:pt x="130032" y="129843"/>
                    <a:pt x="130318" y="129723"/>
                    <a:pt x="130581" y="129604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1425825" y="2142575"/>
              <a:ext cx="3107150" cy="3107125"/>
            </a:xfrm>
            <a:custGeom>
              <a:avLst/>
              <a:gdLst/>
              <a:ahLst/>
              <a:cxnLst/>
              <a:rect l="l" t="t" r="r" b="b"/>
              <a:pathLst>
                <a:path w="124286" h="124285" extrusionOk="0">
                  <a:moveTo>
                    <a:pt x="788" y="0"/>
                  </a:moveTo>
                  <a:cubicBezTo>
                    <a:pt x="478" y="930"/>
                    <a:pt x="239" y="1861"/>
                    <a:pt x="1" y="2791"/>
                  </a:cubicBezTo>
                  <a:lnTo>
                    <a:pt x="121495" y="124285"/>
                  </a:lnTo>
                  <a:cubicBezTo>
                    <a:pt x="122425" y="124023"/>
                    <a:pt x="123355" y="123784"/>
                    <a:pt x="124285" y="12349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1372175" y="2395975"/>
              <a:ext cx="2906775" cy="2906800"/>
            </a:xfrm>
            <a:custGeom>
              <a:avLst/>
              <a:gdLst/>
              <a:ahLst/>
              <a:cxnLst/>
              <a:rect l="l" t="t" r="r" b="b"/>
              <a:pathLst>
                <a:path w="116271" h="116272" extrusionOk="0">
                  <a:moveTo>
                    <a:pt x="501" y="1"/>
                  </a:moveTo>
                  <a:cubicBezTo>
                    <a:pt x="334" y="1002"/>
                    <a:pt x="143" y="2052"/>
                    <a:pt x="0" y="3054"/>
                  </a:cubicBezTo>
                  <a:lnTo>
                    <a:pt x="113218" y="116272"/>
                  </a:lnTo>
                  <a:cubicBezTo>
                    <a:pt x="114220" y="116129"/>
                    <a:pt x="115269" y="115962"/>
                    <a:pt x="116271" y="115771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7"/>
            <p:cNvSpPr/>
            <p:nvPr/>
          </p:nvSpPr>
          <p:spPr>
            <a:xfrm>
              <a:off x="1347125" y="2675025"/>
              <a:ext cx="2653375" cy="2654000"/>
            </a:xfrm>
            <a:custGeom>
              <a:avLst/>
              <a:gdLst/>
              <a:ahLst/>
              <a:cxnLst/>
              <a:rect l="l" t="t" r="r" b="b"/>
              <a:pathLst>
                <a:path w="106135" h="106160" extrusionOk="0">
                  <a:moveTo>
                    <a:pt x="144" y="1"/>
                  </a:moveTo>
                  <a:cubicBezTo>
                    <a:pt x="72" y="1146"/>
                    <a:pt x="1" y="2290"/>
                    <a:pt x="1" y="3459"/>
                  </a:cubicBezTo>
                  <a:lnTo>
                    <a:pt x="102676" y="106159"/>
                  </a:lnTo>
                  <a:cubicBezTo>
                    <a:pt x="103821" y="106111"/>
                    <a:pt x="104966" y="106064"/>
                    <a:pt x="106135" y="105992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7"/>
            <p:cNvSpPr/>
            <p:nvPr/>
          </p:nvSpPr>
          <p:spPr>
            <a:xfrm>
              <a:off x="1349525" y="2987475"/>
              <a:ext cx="2337350" cy="2337375"/>
            </a:xfrm>
            <a:custGeom>
              <a:avLst/>
              <a:gdLst/>
              <a:ahLst/>
              <a:cxnLst/>
              <a:rect l="l" t="t" r="r" b="b"/>
              <a:pathLst>
                <a:path w="93494" h="93495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1288"/>
                    <a:pt x="167" y="2600"/>
                    <a:pt x="334" y="3912"/>
                  </a:cubicBezTo>
                  <a:lnTo>
                    <a:pt x="89606" y="93184"/>
                  </a:lnTo>
                  <a:cubicBezTo>
                    <a:pt x="90894" y="93327"/>
                    <a:pt x="92182" y="93446"/>
                    <a:pt x="93493" y="934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7"/>
            <p:cNvSpPr/>
            <p:nvPr/>
          </p:nvSpPr>
          <p:spPr>
            <a:xfrm>
              <a:off x="1398400" y="3351200"/>
              <a:ext cx="1924750" cy="1924750"/>
            </a:xfrm>
            <a:custGeom>
              <a:avLst/>
              <a:gdLst/>
              <a:ahLst/>
              <a:cxnLst/>
              <a:rect l="l" t="t" r="r" b="b"/>
              <a:pathLst>
                <a:path w="76990" h="76990" extrusionOk="0">
                  <a:moveTo>
                    <a:pt x="1" y="0"/>
                  </a:moveTo>
                  <a:lnTo>
                    <a:pt x="1" y="0"/>
                  </a:lnTo>
                  <a:cubicBezTo>
                    <a:pt x="335" y="1550"/>
                    <a:pt x="716" y="3125"/>
                    <a:pt x="1122" y="4675"/>
                  </a:cubicBezTo>
                  <a:lnTo>
                    <a:pt x="72339" y="75892"/>
                  </a:lnTo>
                  <a:cubicBezTo>
                    <a:pt x="73889" y="76298"/>
                    <a:pt x="75439" y="76679"/>
                    <a:pt x="76990" y="769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1543300" y="3809125"/>
              <a:ext cx="1323125" cy="1323125"/>
            </a:xfrm>
            <a:custGeom>
              <a:avLst/>
              <a:gdLst/>
              <a:ahLst/>
              <a:cxnLst/>
              <a:rect l="l" t="t" r="r" b="b"/>
              <a:pathLst>
                <a:path w="52925" h="52925" extrusionOk="0">
                  <a:moveTo>
                    <a:pt x="0" y="0"/>
                  </a:moveTo>
                  <a:lnTo>
                    <a:pt x="0" y="0"/>
                  </a:lnTo>
                  <a:cubicBezTo>
                    <a:pt x="954" y="2314"/>
                    <a:pt x="2004" y="4556"/>
                    <a:pt x="3173" y="6750"/>
                  </a:cubicBezTo>
                  <a:lnTo>
                    <a:pt x="46222" y="49824"/>
                  </a:lnTo>
                  <a:cubicBezTo>
                    <a:pt x="48417" y="50945"/>
                    <a:pt x="50635" y="51994"/>
                    <a:pt x="52924" y="529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F7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01" name="Google Shape;1101;p47"/>
          <p:cNvGrpSpPr/>
          <p:nvPr/>
        </p:nvGrpSpPr>
        <p:grpSpPr>
          <a:xfrm rot="-1799928">
            <a:off x="7173321" y="707569"/>
            <a:ext cx="4184476" cy="7638323"/>
            <a:chOff x="4695550" y="1608975"/>
            <a:chExt cx="539625" cy="985050"/>
          </a:xfrm>
        </p:grpSpPr>
        <p:sp>
          <p:nvSpPr>
            <p:cNvPr id="1102" name="Google Shape;1102;p47"/>
            <p:cNvSpPr/>
            <p:nvPr/>
          </p:nvSpPr>
          <p:spPr>
            <a:xfrm>
              <a:off x="4695550" y="2300650"/>
              <a:ext cx="539625" cy="293375"/>
            </a:xfrm>
            <a:custGeom>
              <a:avLst/>
              <a:gdLst/>
              <a:ahLst/>
              <a:cxnLst/>
              <a:rect l="l" t="t" r="r" b="b"/>
              <a:pathLst>
                <a:path w="21585" h="11735" extrusionOk="0">
                  <a:moveTo>
                    <a:pt x="0" y="10471"/>
                  </a:moveTo>
                  <a:lnTo>
                    <a:pt x="0" y="6679"/>
                  </a:lnTo>
                  <a:cubicBezTo>
                    <a:pt x="525" y="6058"/>
                    <a:pt x="1312" y="5653"/>
                    <a:pt x="2195" y="5653"/>
                  </a:cubicBezTo>
                  <a:cubicBezTo>
                    <a:pt x="2815" y="5653"/>
                    <a:pt x="3387" y="5868"/>
                    <a:pt x="3864" y="6202"/>
                  </a:cubicBezTo>
                  <a:cubicBezTo>
                    <a:pt x="4007" y="5844"/>
                    <a:pt x="4365" y="5605"/>
                    <a:pt x="4794" y="5605"/>
                  </a:cubicBezTo>
                  <a:cubicBezTo>
                    <a:pt x="5200" y="5605"/>
                    <a:pt x="5605" y="5868"/>
                    <a:pt x="5748" y="6225"/>
                  </a:cubicBezTo>
                  <a:cubicBezTo>
                    <a:pt x="6035" y="6106"/>
                    <a:pt x="6345" y="6011"/>
                    <a:pt x="6679" y="6011"/>
                  </a:cubicBezTo>
                  <a:cubicBezTo>
                    <a:pt x="7108" y="6011"/>
                    <a:pt x="7561" y="6178"/>
                    <a:pt x="7919" y="6369"/>
                  </a:cubicBezTo>
                  <a:cubicBezTo>
                    <a:pt x="7990" y="5725"/>
                    <a:pt x="8515" y="5224"/>
                    <a:pt x="9183" y="5224"/>
                  </a:cubicBezTo>
                  <a:cubicBezTo>
                    <a:pt x="9302" y="5224"/>
                    <a:pt x="9421" y="5248"/>
                    <a:pt x="9493" y="5271"/>
                  </a:cubicBezTo>
                  <a:lnTo>
                    <a:pt x="9493" y="3721"/>
                  </a:lnTo>
                  <a:cubicBezTo>
                    <a:pt x="9493" y="3721"/>
                    <a:pt x="7752" y="3721"/>
                    <a:pt x="7466" y="2362"/>
                  </a:cubicBezTo>
                  <a:cubicBezTo>
                    <a:pt x="7179" y="978"/>
                    <a:pt x="11592" y="0"/>
                    <a:pt x="11592" y="0"/>
                  </a:cubicBezTo>
                  <a:cubicBezTo>
                    <a:pt x="11592" y="0"/>
                    <a:pt x="13428" y="382"/>
                    <a:pt x="13595" y="740"/>
                  </a:cubicBezTo>
                  <a:cubicBezTo>
                    <a:pt x="13738" y="1098"/>
                    <a:pt x="14096" y="2314"/>
                    <a:pt x="14096" y="2314"/>
                  </a:cubicBezTo>
                  <a:cubicBezTo>
                    <a:pt x="14096" y="2314"/>
                    <a:pt x="13977" y="3697"/>
                    <a:pt x="12689" y="3697"/>
                  </a:cubicBezTo>
                  <a:lnTo>
                    <a:pt x="12689" y="5605"/>
                  </a:lnTo>
                  <a:cubicBezTo>
                    <a:pt x="13261" y="5772"/>
                    <a:pt x="13786" y="6130"/>
                    <a:pt x="14144" y="6583"/>
                  </a:cubicBezTo>
                  <a:cubicBezTo>
                    <a:pt x="14382" y="6416"/>
                    <a:pt x="14692" y="6297"/>
                    <a:pt x="15026" y="6297"/>
                  </a:cubicBezTo>
                  <a:cubicBezTo>
                    <a:pt x="15312" y="6297"/>
                    <a:pt x="15551" y="6369"/>
                    <a:pt x="15789" y="6535"/>
                  </a:cubicBezTo>
                  <a:cubicBezTo>
                    <a:pt x="16147" y="5772"/>
                    <a:pt x="16886" y="5271"/>
                    <a:pt x="17769" y="5271"/>
                  </a:cubicBezTo>
                  <a:cubicBezTo>
                    <a:pt x="18604" y="5271"/>
                    <a:pt x="19343" y="5748"/>
                    <a:pt x="19701" y="6464"/>
                  </a:cubicBezTo>
                  <a:cubicBezTo>
                    <a:pt x="19987" y="6249"/>
                    <a:pt x="20345" y="6130"/>
                    <a:pt x="20750" y="6130"/>
                  </a:cubicBezTo>
                  <a:cubicBezTo>
                    <a:pt x="21036" y="6130"/>
                    <a:pt x="21346" y="6225"/>
                    <a:pt x="21585" y="6345"/>
                  </a:cubicBezTo>
                  <a:lnTo>
                    <a:pt x="21585" y="9421"/>
                  </a:lnTo>
                  <a:cubicBezTo>
                    <a:pt x="21346" y="9565"/>
                    <a:pt x="21036" y="9636"/>
                    <a:pt x="20750" y="9636"/>
                  </a:cubicBezTo>
                  <a:cubicBezTo>
                    <a:pt x="20178" y="9636"/>
                    <a:pt x="19677" y="9350"/>
                    <a:pt x="19343" y="8944"/>
                  </a:cubicBezTo>
                  <a:cubicBezTo>
                    <a:pt x="18961" y="9350"/>
                    <a:pt x="18389" y="9636"/>
                    <a:pt x="17769" y="9636"/>
                  </a:cubicBezTo>
                  <a:cubicBezTo>
                    <a:pt x="17006" y="9636"/>
                    <a:pt x="16386" y="9278"/>
                    <a:pt x="15980" y="8706"/>
                  </a:cubicBezTo>
                  <a:cubicBezTo>
                    <a:pt x="15742" y="8944"/>
                    <a:pt x="15384" y="9087"/>
                    <a:pt x="15026" y="9087"/>
                  </a:cubicBezTo>
                  <a:lnTo>
                    <a:pt x="14835" y="9087"/>
                  </a:lnTo>
                  <a:cubicBezTo>
                    <a:pt x="14597" y="10590"/>
                    <a:pt x="13309" y="11735"/>
                    <a:pt x="11735" y="11735"/>
                  </a:cubicBezTo>
                  <a:cubicBezTo>
                    <a:pt x="10256" y="11735"/>
                    <a:pt x="8992" y="10709"/>
                    <a:pt x="8658" y="9326"/>
                  </a:cubicBezTo>
                  <a:cubicBezTo>
                    <a:pt x="8276" y="10065"/>
                    <a:pt x="7537" y="10542"/>
                    <a:pt x="6631" y="10542"/>
                  </a:cubicBezTo>
                  <a:cubicBezTo>
                    <a:pt x="5891" y="10542"/>
                    <a:pt x="5247" y="10185"/>
                    <a:pt x="4818" y="9660"/>
                  </a:cubicBezTo>
                  <a:cubicBezTo>
                    <a:pt x="4365" y="10709"/>
                    <a:pt x="3363" y="11449"/>
                    <a:pt x="2147" y="11449"/>
                  </a:cubicBezTo>
                  <a:cubicBezTo>
                    <a:pt x="1312" y="11473"/>
                    <a:pt x="525" y="11091"/>
                    <a:pt x="0" y="10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7"/>
            <p:cNvSpPr/>
            <p:nvPr/>
          </p:nvSpPr>
          <p:spPr>
            <a:xfrm>
              <a:off x="4854750" y="2289925"/>
              <a:ext cx="221225" cy="85875"/>
            </a:xfrm>
            <a:custGeom>
              <a:avLst/>
              <a:gdLst/>
              <a:ahLst/>
              <a:cxnLst/>
              <a:rect l="l" t="t" r="r" b="b"/>
              <a:pathLst>
                <a:path w="8849" h="3435" extrusionOk="0">
                  <a:moveTo>
                    <a:pt x="1098" y="2815"/>
                  </a:moveTo>
                  <a:cubicBezTo>
                    <a:pt x="0" y="2361"/>
                    <a:pt x="1455" y="0"/>
                    <a:pt x="1455" y="0"/>
                  </a:cubicBezTo>
                  <a:lnTo>
                    <a:pt x="7394" y="0"/>
                  </a:lnTo>
                  <a:cubicBezTo>
                    <a:pt x="7394" y="0"/>
                    <a:pt x="8849" y="2338"/>
                    <a:pt x="7752" y="2815"/>
                  </a:cubicBezTo>
                  <a:cubicBezTo>
                    <a:pt x="6202" y="3435"/>
                    <a:pt x="2648" y="3435"/>
                    <a:pt x="1098" y="2815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7"/>
            <p:cNvSpPr/>
            <p:nvPr/>
          </p:nvSpPr>
          <p:spPr>
            <a:xfrm>
              <a:off x="5078350" y="2064525"/>
              <a:ext cx="110325" cy="245100"/>
            </a:xfrm>
            <a:custGeom>
              <a:avLst/>
              <a:gdLst/>
              <a:ahLst/>
              <a:cxnLst/>
              <a:rect l="l" t="t" r="r" b="b"/>
              <a:pathLst>
                <a:path w="4413" h="9804" extrusionOk="0">
                  <a:moveTo>
                    <a:pt x="1145" y="1"/>
                  </a:moveTo>
                  <a:cubicBezTo>
                    <a:pt x="1145" y="1"/>
                    <a:pt x="3316" y="2219"/>
                    <a:pt x="3482" y="2410"/>
                  </a:cubicBezTo>
                  <a:cubicBezTo>
                    <a:pt x="3673" y="2577"/>
                    <a:pt x="3816" y="2887"/>
                    <a:pt x="3840" y="3292"/>
                  </a:cubicBezTo>
                  <a:cubicBezTo>
                    <a:pt x="3888" y="3721"/>
                    <a:pt x="4341" y="9064"/>
                    <a:pt x="4389" y="9326"/>
                  </a:cubicBezTo>
                  <a:cubicBezTo>
                    <a:pt x="4413" y="9612"/>
                    <a:pt x="4198" y="9803"/>
                    <a:pt x="3793" y="9684"/>
                  </a:cubicBezTo>
                  <a:cubicBezTo>
                    <a:pt x="3363" y="9541"/>
                    <a:pt x="0" y="8181"/>
                    <a:pt x="0" y="818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4741450" y="2064525"/>
              <a:ext cx="110350" cy="245100"/>
            </a:xfrm>
            <a:custGeom>
              <a:avLst/>
              <a:gdLst/>
              <a:ahLst/>
              <a:cxnLst/>
              <a:rect l="l" t="t" r="r" b="b"/>
              <a:pathLst>
                <a:path w="4414" h="9804" extrusionOk="0">
                  <a:moveTo>
                    <a:pt x="3292" y="1"/>
                  </a:moveTo>
                  <a:cubicBezTo>
                    <a:pt x="3292" y="1"/>
                    <a:pt x="1098" y="2219"/>
                    <a:pt x="931" y="2410"/>
                  </a:cubicBezTo>
                  <a:cubicBezTo>
                    <a:pt x="740" y="2577"/>
                    <a:pt x="597" y="2887"/>
                    <a:pt x="573" y="3292"/>
                  </a:cubicBezTo>
                  <a:cubicBezTo>
                    <a:pt x="549" y="3721"/>
                    <a:pt x="72" y="9064"/>
                    <a:pt x="25" y="9326"/>
                  </a:cubicBezTo>
                  <a:cubicBezTo>
                    <a:pt x="1" y="9612"/>
                    <a:pt x="216" y="9803"/>
                    <a:pt x="621" y="9684"/>
                  </a:cubicBezTo>
                  <a:cubicBezTo>
                    <a:pt x="1050" y="9541"/>
                    <a:pt x="4413" y="8181"/>
                    <a:pt x="4413" y="818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4771275" y="1609575"/>
              <a:ext cx="387000" cy="724500"/>
            </a:xfrm>
            <a:custGeom>
              <a:avLst/>
              <a:gdLst/>
              <a:ahLst/>
              <a:cxnLst/>
              <a:rect l="l" t="t" r="r" b="b"/>
              <a:pathLst>
                <a:path w="15480" h="28980" extrusionOk="0">
                  <a:moveTo>
                    <a:pt x="11759" y="28240"/>
                  </a:moveTo>
                  <a:cubicBezTo>
                    <a:pt x="14215" y="27000"/>
                    <a:pt x="15479" y="9875"/>
                    <a:pt x="10638" y="3054"/>
                  </a:cubicBezTo>
                  <a:cubicBezTo>
                    <a:pt x="8658" y="239"/>
                    <a:pt x="7156" y="1"/>
                    <a:pt x="5033" y="2791"/>
                  </a:cubicBezTo>
                  <a:cubicBezTo>
                    <a:pt x="0" y="9446"/>
                    <a:pt x="1264" y="27000"/>
                    <a:pt x="3769" y="28264"/>
                  </a:cubicBezTo>
                  <a:cubicBezTo>
                    <a:pt x="5319" y="28979"/>
                    <a:pt x="10232" y="28979"/>
                    <a:pt x="11759" y="2824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4938825" y="1617925"/>
              <a:ext cx="219450" cy="713150"/>
            </a:xfrm>
            <a:custGeom>
              <a:avLst/>
              <a:gdLst/>
              <a:ahLst/>
              <a:cxnLst/>
              <a:rect l="l" t="t" r="r" b="b"/>
              <a:pathLst>
                <a:path w="8778" h="28526" extrusionOk="0">
                  <a:moveTo>
                    <a:pt x="5057" y="27906"/>
                  </a:moveTo>
                  <a:cubicBezTo>
                    <a:pt x="7513" y="26666"/>
                    <a:pt x="8777" y="9541"/>
                    <a:pt x="3936" y="2720"/>
                  </a:cubicBezTo>
                  <a:cubicBezTo>
                    <a:pt x="2505" y="669"/>
                    <a:pt x="1360" y="1"/>
                    <a:pt x="0" y="812"/>
                  </a:cubicBezTo>
                  <a:cubicBezTo>
                    <a:pt x="573" y="1146"/>
                    <a:pt x="1169" y="1789"/>
                    <a:pt x="1837" y="2720"/>
                  </a:cubicBezTo>
                  <a:cubicBezTo>
                    <a:pt x="6655" y="9541"/>
                    <a:pt x="5414" y="26689"/>
                    <a:pt x="2934" y="27906"/>
                  </a:cubicBezTo>
                  <a:cubicBezTo>
                    <a:pt x="2338" y="28192"/>
                    <a:pt x="1241" y="28383"/>
                    <a:pt x="0" y="28430"/>
                  </a:cubicBezTo>
                  <a:cubicBezTo>
                    <a:pt x="1908" y="28526"/>
                    <a:pt x="4126" y="28359"/>
                    <a:pt x="5057" y="27906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4801075" y="1608975"/>
              <a:ext cx="327975" cy="551575"/>
            </a:xfrm>
            <a:custGeom>
              <a:avLst/>
              <a:gdLst/>
              <a:ahLst/>
              <a:cxnLst/>
              <a:rect l="l" t="t" r="r" b="b"/>
              <a:pathLst>
                <a:path w="13119" h="22063" extrusionOk="0">
                  <a:moveTo>
                    <a:pt x="12594" y="21371"/>
                  </a:moveTo>
                  <a:cubicBezTo>
                    <a:pt x="13119" y="15480"/>
                    <a:pt x="12475" y="7275"/>
                    <a:pt x="9446" y="3030"/>
                  </a:cubicBezTo>
                  <a:cubicBezTo>
                    <a:pt x="7466" y="239"/>
                    <a:pt x="5964" y="1"/>
                    <a:pt x="3841" y="2791"/>
                  </a:cubicBezTo>
                  <a:cubicBezTo>
                    <a:pt x="716" y="6941"/>
                    <a:pt x="1" y="15361"/>
                    <a:pt x="549" y="21371"/>
                  </a:cubicBezTo>
                  <a:cubicBezTo>
                    <a:pt x="3889" y="22063"/>
                    <a:pt x="9255" y="22063"/>
                    <a:pt x="12594" y="213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4892900" y="1862400"/>
              <a:ext cx="144325" cy="144325"/>
            </a:xfrm>
            <a:custGeom>
              <a:avLst/>
              <a:gdLst/>
              <a:ahLst/>
              <a:cxnLst/>
              <a:rect l="l" t="t" r="r" b="b"/>
              <a:pathLst>
                <a:path w="5773" h="5773" extrusionOk="0">
                  <a:moveTo>
                    <a:pt x="2887" y="5772"/>
                  </a:moveTo>
                  <a:cubicBezTo>
                    <a:pt x="4485" y="5772"/>
                    <a:pt x="5773" y="4460"/>
                    <a:pt x="5773" y="2886"/>
                  </a:cubicBezTo>
                  <a:cubicBezTo>
                    <a:pt x="5773" y="1288"/>
                    <a:pt x="4461" y="0"/>
                    <a:pt x="2887" y="0"/>
                  </a:cubicBezTo>
                  <a:cubicBezTo>
                    <a:pt x="1289" y="0"/>
                    <a:pt x="1" y="1312"/>
                    <a:pt x="1" y="2886"/>
                  </a:cubicBezTo>
                  <a:cubicBezTo>
                    <a:pt x="1" y="4460"/>
                    <a:pt x="1313" y="5772"/>
                    <a:pt x="2887" y="5772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4941200" y="2114025"/>
              <a:ext cx="48325" cy="168175"/>
            </a:xfrm>
            <a:custGeom>
              <a:avLst/>
              <a:gdLst/>
              <a:ahLst/>
              <a:cxnLst/>
              <a:rect l="l" t="t" r="r" b="b"/>
              <a:pathLst>
                <a:path w="1933" h="6727" extrusionOk="0">
                  <a:moveTo>
                    <a:pt x="1575" y="6249"/>
                  </a:moveTo>
                  <a:cubicBezTo>
                    <a:pt x="1885" y="5915"/>
                    <a:pt x="1933" y="5200"/>
                    <a:pt x="1933" y="4484"/>
                  </a:cubicBezTo>
                  <a:cubicBezTo>
                    <a:pt x="1933" y="3793"/>
                    <a:pt x="1265" y="453"/>
                    <a:pt x="1217" y="358"/>
                  </a:cubicBezTo>
                  <a:cubicBezTo>
                    <a:pt x="1169" y="0"/>
                    <a:pt x="788" y="48"/>
                    <a:pt x="716" y="358"/>
                  </a:cubicBezTo>
                  <a:cubicBezTo>
                    <a:pt x="692" y="453"/>
                    <a:pt x="1" y="3793"/>
                    <a:pt x="1" y="4484"/>
                  </a:cubicBezTo>
                  <a:cubicBezTo>
                    <a:pt x="1" y="5176"/>
                    <a:pt x="72" y="5891"/>
                    <a:pt x="359" y="6249"/>
                  </a:cubicBezTo>
                  <a:cubicBezTo>
                    <a:pt x="788" y="6726"/>
                    <a:pt x="1169" y="6726"/>
                    <a:pt x="1575" y="6249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7"/>
            <p:cNvSpPr/>
            <p:nvPr/>
          </p:nvSpPr>
          <p:spPr>
            <a:xfrm>
              <a:off x="4840450" y="1608975"/>
              <a:ext cx="250450" cy="211700"/>
            </a:xfrm>
            <a:custGeom>
              <a:avLst/>
              <a:gdLst/>
              <a:ahLst/>
              <a:cxnLst/>
              <a:rect l="l" t="t" r="r" b="b"/>
              <a:pathLst>
                <a:path w="10018" h="8468" extrusionOk="0">
                  <a:moveTo>
                    <a:pt x="10017" y="7895"/>
                  </a:moveTo>
                  <a:cubicBezTo>
                    <a:pt x="9516" y="6011"/>
                    <a:pt x="8801" y="4342"/>
                    <a:pt x="7871" y="3030"/>
                  </a:cubicBezTo>
                  <a:cubicBezTo>
                    <a:pt x="5891" y="239"/>
                    <a:pt x="4389" y="1"/>
                    <a:pt x="2266" y="2791"/>
                  </a:cubicBezTo>
                  <a:cubicBezTo>
                    <a:pt x="1288" y="4103"/>
                    <a:pt x="549" y="5844"/>
                    <a:pt x="0" y="7776"/>
                  </a:cubicBezTo>
                  <a:cubicBezTo>
                    <a:pt x="1646" y="8229"/>
                    <a:pt x="3434" y="8468"/>
                    <a:pt x="5247" y="8468"/>
                  </a:cubicBezTo>
                  <a:cubicBezTo>
                    <a:pt x="6917" y="8468"/>
                    <a:pt x="8538" y="8253"/>
                    <a:pt x="10017" y="7895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7"/>
            <p:cNvSpPr/>
            <p:nvPr/>
          </p:nvSpPr>
          <p:spPr>
            <a:xfrm>
              <a:off x="4938825" y="1629850"/>
              <a:ext cx="152075" cy="186075"/>
            </a:xfrm>
            <a:custGeom>
              <a:avLst/>
              <a:gdLst/>
              <a:ahLst/>
              <a:cxnLst/>
              <a:rect l="l" t="t" r="r" b="b"/>
              <a:pathLst>
                <a:path w="6083" h="7443" extrusionOk="0">
                  <a:moveTo>
                    <a:pt x="2481" y="573"/>
                  </a:moveTo>
                  <a:lnTo>
                    <a:pt x="2481" y="573"/>
                  </a:lnTo>
                  <a:cubicBezTo>
                    <a:pt x="2433" y="502"/>
                    <a:pt x="2362" y="478"/>
                    <a:pt x="2314" y="406"/>
                  </a:cubicBezTo>
                  <a:lnTo>
                    <a:pt x="2314" y="406"/>
                  </a:lnTo>
                  <a:cubicBezTo>
                    <a:pt x="2266" y="406"/>
                    <a:pt x="2266" y="382"/>
                    <a:pt x="2242" y="382"/>
                  </a:cubicBezTo>
                  <a:lnTo>
                    <a:pt x="2218" y="382"/>
                  </a:lnTo>
                  <a:cubicBezTo>
                    <a:pt x="2147" y="358"/>
                    <a:pt x="2099" y="335"/>
                    <a:pt x="2051" y="287"/>
                  </a:cubicBezTo>
                  <a:lnTo>
                    <a:pt x="2028" y="287"/>
                  </a:lnTo>
                  <a:cubicBezTo>
                    <a:pt x="2004" y="287"/>
                    <a:pt x="2004" y="263"/>
                    <a:pt x="1980" y="263"/>
                  </a:cubicBezTo>
                  <a:lnTo>
                    <a:pt x="1932" y="263"/>
                  </a:lnTo>
                  <a:cubicBezTo>
                    <a:pt x="1908" y="239"/>
                    <a:pt x="1885" y="239"/>
                    <a:pt x="1861" y="239"/>
                  </a:cubicBezTo>
                  <a:lnTo>
                    <a:pt x="1813" y="239"/>
                  </a:lnTo>
                  <a:cubicBezTo>
                    <a:pt x="1813" y="239"/>
                    <a:pt x="1789" y="239"/>
                    <a:pt x="1789" y="215"/>
                  </a:cubicBezTo>
                  <a:lnTo>
                    <a:pt x="1765" y="215"/>
                  </a:lnTo>
                  <a:cubicBezTo>
                    <a:pt x="1765" y="215"/>
                    <a:pt x="1741" y="215"/>
                    <a:pt x="1741" y="168"/>
                  </a:cubicBezTo>
                  <a:lnTo>
                    <a:pt x="1741" y="168"/>
                  </a:lnTo>
                  <a:cubicBezTo>
                    <a:pt x="1741" y="120"/>
                    <a:pt x="1741" y="120"/>
                    <a:pt x="2481" y="573"/>
                  </a:cubicBezTo>
                  <a:close/>
                  <a:moveTo>
                    <a:pt x="2481" y="573"/>
                  </a:moveTo>
                  <a:cubicBezTo>
                    <a:pt x="2958" y="955"/>
                    <a:pt x="3435" y="1479"/>
                    <a:pt x="3936" y="2195"/>
                  </a:cubicBezTo>
                  <a:cubicBezTo>
                    <a:pt x="4866" y="3507"/>
                    <a:pt x="5557" y="5176"/>
                    <a:pt x="6082" y="7060"/>
                  </a:cubicBezTo>
                  <a:cubicBezTo>
                    <a:pt x="5438" y="7204"/>
                    <a:pt x="4747" y="7371"/>
                    <a:pt x="4055" y="7442"/>
                  </a:cubicBezTo>
                  <a:cubicBezTo>
                    <a:pt x="3554" y="5415"/>
                    <a:pt x="2815" y="3602"/>
                    <a:pt x="1813" y="2195"/>
                  </a:cubicBezTo>
                  <a:cubicBezTo>
                    <a:pt x="1193" y="1312"/>
                    <a:pt x="597" y="645"/>
                    <a:pt x="0" y="287"/>
                  </a:cubicBezTo>
                  <a:cubicBezTo>
                    <a:pt x="24" y="263"/>
                    <a:pt x="72" y="263"/>
                    <a:pt x="96" y="239"/>
                  </a:cubicBezTo>
                  <a:lnTo>
                    <a:pt x="96" y="239"/>
                  </a:lnTo>
                  <a:cubicBezTo>
                    <a:pt x="191" y="168"/>
                    <a:pt x="263" y="144"/>
                    <a:pt x="334" y="120"/>
                  </a:cubicBezTo>
                  <a:lnTo>
                    <a:pt x="334" y="120"/>
                  </a:lnTo>
                  <a:cubicBezTo>
                    <a:pt x="382" y="96"/>
                    <a:pt x="454" y="96"/>
                    <a:pt x="477" y="48"/>
                  </a:cubicBezTo>
                  <a:lnTo>
                    <a:pt x="477" y="48"/>
                  </a:lnTo>
                  <a:cubicBezTo>
                    <a:pt x="525" y="48"/>
                    <a:pt x="549" y="48"/>
                    <a:pt x="549" y="25"/>
                  </a:cubicBezTo>
                  <a:lnTo>
                    <a:pt x="549" y="25"/>
                  </a:lnTo>
                  <a:cubicBezTo>
                    <a:pt x="573" y="25"/>
                    <a:pt x="597" y="25"/>
                    <a:pt x="620" y="1"/>
                  </a:cubicBezTo>
                  <a:lnTo>
                    <a:pt x="620" y="1"/>
                  </a:lnTo>
                  <a:lnTo>
                    <a:pt x="692" y="1"/>
                  </a:lnTo>
                  <a:lnTo>
                    <a:pt x="716" y="1"/>
                  </a:lnTo>
                  <a:lnTo>
                    <a:pt x="787" y="1"/>
                  </a:lnTo>
                  <a:lnTo>
                    <a:pt x="787" y="1"/>
                  </a:lnTo>
                  <a:lnTo>
                    <a:pt x="859" y="1"/>
                  </a:lnTo>
                  <a:lnTo>
                    <a:pt x="907" y="1"/>
                  </a:lnTo>
                  <a:lnTo>
                    <a:pt x="954" y="1"/>
                  </a:lnTo>
                  <a:lnTo>
                    <a:pt x="1002" y="1"/>
                  </a:lnTo>
                  <a:lnTo>
                    <a:pt x="1050" y="1"/>
                  </a:lnTo>
                  <a:lnTo>
                    <a:pt x="1074" y="1"/>
                  </a:lnTo>
                  <a:lnTo>
                    <a:pt x="1145" y="1"/>
                  </a:lnTo>
                  <a:lnTo>
                    <a:pt x="1169" y="1"/>
                  </a:lnTo>
                  <a:lnTo>
                    <a:pt x="1241" y="1"/>
                  </a:lnTo>
                  <a:lnTo>
                    <a:pt x="1264" y="1"/>
                  </a:lnTo>
                  <a:lnTo>
                    <a:pt x="1312" y="1"/>
                  </a:lnTo>
                  <a:lnTo>
                    <a:pt x="1360" y="1"/>
                  </a:lnTo>
                  <a:lnTo>
                    <a:pt x="1384" y="1"/>
                  </a:lnTo>
                  <a:lnTo>
                    <a:pt x="1408" y="1"/>
                  </a:lnTo>
                  <a:lnTo>
                    <a:pt x="1479" y="1"/>
                  </a:lnTo>
                  <a:lnTo>
                    <a:pt x="1527" y="1"/>
                  </a:lnTo>
                  <a:lnTo>
                    <a:pt x="1551" y="1"/>
                  </a:lnTo>
                  <a:lnTo>
                    <a:pt x="1598" y="1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4913175" y="1881475"/>
              <a:ext cx="104375" cy="104375"/>
            </a:xfrm>
            <a:custGeom>
              <a:avLst/>
              <a:gdLst/>
              <a:ahLst/>
              <a:cxnLst/>
              <a:rect l="l" t="t" r="r" b="b"/>
              <a:pathLst>
                <a:path w="4175" h="4175" extrusionOk="0">
                  <a:moveTo>
                    <a:pt x="2076" y="4174"/>
                  </a:moveTo>
                  <a:cubicBezTo>
                    <a:pt x="3244" y="4174"/>
                    <a:pt x="4175" y="3268"/>
                    <a:pt x="4175" y="2099"/>
                  </a:cubicBezTo>
                  <a:cubicBezTo>
                    <a:pt x="4175" y="931"/>
                    <a:pt x="3244" y="1"/>
                    <a:pt x="2076" y="1"/>
                  </a:cubicBezTo>
                  <a:cubicBezTo>
                    <a:pt x="907" y="1"/>
                    <a:pt x="1" y="931"/>
                    <a:pt x="1" y="2099"/>
                  </a:cubicBezTo>
                  <a:cubicBezTo>
                    <a:pt x="1" y="3268"/>
                    <a:pt x="955" y="4174"/>
                    <a:pt x="2076" y="4174"/>
                  </a:cubicBezTo>
                  <a:close/>
                </a:path>
              </a:pathLst>
            </a:custGeom>
            <a:solidFill>
              <a:srgbClr val="00BBC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4923325" y="1891625"/>
              <a:ext cx="85875" cy="86475"/>
            </a:xfrm>
            <a:custGeom>
              <a:avLst/>
              <a:gdLst/>
              <a:ahLst/>
              <a:cxnLst/>
              <a:rect l="l" t="t" r="r" b="b"/>
              <a:pathLst>
                <a:path w="3435" h="3459" extrusionOk="0">
                  <a:moveTo>
                    <a:pt x="2695" y="239"/>
                  </a:moveTo>
                  <a:lnTo>
                    <a:pt x="239" y="2671"/>
                  </a:lnTo>
                  <a:cubicBezTo>
                    <a:pt x="119" y="2528"/>
                    <a:pt x="72" y="2337"/>
                    <a:pt x="0" y="2170"/>
                  </a:cubicBezTo>
                  <a:lnTo>
                    <a:pt x="2171" y="0"/>
                  </a:lnTo>
                  <a:cubicBezTo>
                    <a:pt x="2361" y="48"/>
                    <a:pt x="2528" y="143"/>
                    <a:pt x="2695" y="239"/>
                  </a:cubicBezTo>
                  <a:close/>
                  <a:moveTo>
                    <a:pt x="3101" y="644"/>
                  </a:moveTo>
                  <a:lnTo>
                    <a:pt x="620" y="3124"/>
                  </a:lnTo>
                  <a:cubicBezTo>
                    <a:pt x="859" y="3291"/>
                    <a:pt x="1169" y="3411"/>
                    <a:pt x="1479" y="3458"/>
                  </a:cubicBezTo>
                  <a:lnTo>
                    <a:pt x="3435" y="1503"/>
                  </a:lnTo>
                  <a:cubicBezTo>
                    <a:pt x="3411" y="1193"/>
                    <a:pt x="3292" y="883"/>
                    <a:pt x="3101" y="6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ro-RO"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15" name="Google Shape;1115;p47"/>
          <p:cNvSpPr/>
          <p:nvPr/>
        </p:nvSpPr>
        <p:spPr>
          <a:xfrm>
            <a:off x="11411800" y="393367"/>
            <a:ext cx="1162400" cy="11624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16" name="Google Shape;1116;p47"/>
          <p:cNvSpPr/>
          <p:nvPr/>
        </p:nvSpPr>
        <p:spPr>
          <a:xfrm>
            <a:off x="10962000" y="1304600"/>
            <a:ext cx="371600" cy="371600"/>
          </a:xfrm>
          <a:prstGeom prst="ellipse">
            <a:avLst/>
          </a:prstGeom>
          <a:solidFill>
            <a:srgbClr val="00BBC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ro-RO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3643;p60">
            <a:extLst>
              <a:ext uri="{FF2B5EF4-FFF2-40B4-BE49-F238E27FC236}">
                <a16:creationId xmlns:a16="http://schemas.microsoft.com/office/drawing/2014/main" id="{464DD31E-7DEB-478C-AEFD-1772A21C1A05}"/>
              </a:ext>
            </a:extLst>
          </p:cNvPr>
          <p:cNvSpPr txBox="1">
            <a:spLocks/>
          </p:cNvSpPr>
          <p:nvPr/>
        </p:nvSpPr>
        <p:spPr>
          <a:xfrm>
            <a:off x="782328" y="1850521"/>
            <a:ext cx="6172832" cy="427499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Crearea diagramelor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Gestiunea informaţiilor despre diagrame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Verificarea consistenţei modelelor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Crearea de legături între modele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Urmărirea versiunilor modelelor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Generarea de cod </a:t>
            </a:r>
          </a:p>
          <a:p>
            <a:pPr marL="38100" indent="-342900" algn="just">
              <a:spcAft>
                <a:spcPts val="1565"/>
              </a:spcAft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r>
              <a:rPr lang="ro-RO" sz="2200" kern="0">
                <a:latin typeface="Calibri" panose="020F0502020204030204" pitchFamily="34" charset="0"/>
                <a:ea typeface="Calibri" panose="020F0502020204030204" pitchFamily="34" charset="0"/>
              </a:rPr>
              <a:t>Inginerie directă şi inversă </a:t>
            </a:r>
          </a:p>
          <a:p>
            <a:pPr marL="342900" indent="-342900" algn="just">
              <a:buClr>
                <a:schemeClr val="accent5"/>
              </a:buClr>
              <a:buSzPct val="120000"/>
              <a:buFont typeface="Wingdings" panose="05000000000000000000" pitchFamily="2" charset="2"/>
              <a:buChar char="ü"/>
            </a:pPr>
            <a:endParaRPr lang="ro-RO" sz="2200" kern="0"/>
          </a:p>
        </p:txBody>
      </p:sp>
    </p:spTree>
    <p:extLst>
      <p:ext uri="{BB962C8B-B14F-4D97-AF65-F5344CB8AC3E}">
        <p14:creationId xmlns:p14="http://schemas.microsoft.com/office/powerpoint/2010/main" val="330378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5" name="Google Shape;3615;p59"/>
          <p:cNvSpPr txBox="1">
            <a:spLocks noGrp="1"/>
          </p:cNvSpPr>
          <p:nvPr>
            <p:ph type="title"/>
          </p:nvPr>
        </p:nvSpPr>
        <p:spPr>
          <a:xfrm>
            <a:off x="401187" y="1401607"/>
            <a:ext cx="4095360" cy="165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ro-RO" dirty="0"/>
              <a:t>Cerințe seminar</a:t>
            </a:r>
            <a:br>
              <a:rPr lang="ro-RO"/>
            </a:br>
            <a:r>
              <a:rPr lang="ro-RO"/>
              <a:t>APSI</a:t>
            </a:r>
            <a:endParaRPr dirty="0"/>
          </a:p>
        </p:txBody>
      </p:sp>
      <p:sp>
        <p:nvSpPr>
          <p:cNvPr id="3622" name="Google Shape;3622;p59"/>
          <p:cNvSpPr txBox="1">
            <a:spLocks noGrp="1"/>
          </p:cNvSpPr>
          <p:nvPr>
            <p:ph type="subTitle" idx="3"/>
          </p:nvPr>
        </p:nvSpPr>
        <p:spPr>
          <a:xfrm>
            <a:off x="4668819" y="787163"/>
            <a:ext cx="7218813" cy="56977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marR="0" indent="-34290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Nota de la seminar: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50%</a:t>
            </a:r>
            <a:r>
              <a:rPr lang="ro-RO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 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din nota finală</a:t>
            </a:r>
          </a:p>
          <a:p>
            <a:pPr marL="38100" indent="-342900" algn="l">
              <a:lnSpc>
                <a:spcPct val="107000"/>
              </a:lnSpc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Cerința de promovare: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minim nota 5 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la seminar</a:t>
            </a:r>
          </a:p>
          <a:p>
            <a:pPr marL="38100" marR="0" indent="-34290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Nota de la seminar: </a:t>
            </a:r>
            <a:r>
              <a:rPr 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3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0%</a:t>
            </a:r>
            <a:r>
              <a:rPr lang="ro-RO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 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activitate la seminar; </a:t>
            </a:r>
            <a:r>
              <a:rPr 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7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0%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 evaluare  proiect</a:t>
            </a:r>
          </a:p>
          <a:p>
            <a:pPr marL="38100" marR="0" indent="-34290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Evaluarea la seminar presupune rezolvarea și încărcarea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fișelor de activități la seminar </a:t>
            </a:r>
            <a:r>
              <a:rPr lang="ro-RO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 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și realizarea unui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proiect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individual </a:t>
            </a:r>
          </a:p>
          <a:p>
            <a:pPr marL="38100" marR="0" indent="-34290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Proiectul implică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urmărirea etapelor 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de specificare a cerințelor, analiză</a:t>
            </a:r>
            <a:r>
              <a:rPr lang="en-US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,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 proiectare și implementare a unui sistem informatic</a:t>
            </a:r>
            <a:endParaRPr lang="en-US" sz="2200" dirty="0">
              <a:solidFill>
                <a:schemeClr val="tx2"/>
              </a:solidFill>
              <a:latin typeface="Calibri" panose="020F0502020204030204" pitchFamily="34" charset="0"/>
              <a:cs typeface="Arial"/>
              <a:sym typeface="Arial"/>
            </a:endParaRPr>
          </a:p>
          <a:p>
            <a:pPr marL="38100" marR="0" indent="-34290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Se recomandă ca tema proiectului să coincidă cu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tema de licență</a:t>
            </a:r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Arial"/>
              <a:sym typeface="Arial"/>
            </a:endParaRPr>
          </a:p>
          <a:p>
            <a:pPr marL="38100" marR="0" indent="-34290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Punctarea proiectului este </a:t>
            </a:r>
            <a:r>
              <a:rPr lang="ro-RO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Arial"/>
                <a:sym typeface="Arial"/>
              </a:rPr>
              <a:t>condiționată 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de încărcarea la timp</a:t>
            </a:r>
            <a:r>
              <a:rPr lang="en-US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, de </a:t>
            </a:r>
            <a:r>
              <a:rPr lang="en-US" sz="2200" dirty="0" err="1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evaluarea</a:t>
            </a:r>
            <a:r>
              <a:rPr lang="en-US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cuno</a:t>
            </a:r>
            <a:r>
              <a:rPr lang="ro-RO" sz="2200" dirty="0" err="1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ștințelor</a:t>
            </a:r>
            <a:r>
              <a:rPr lang="ro-RO" sz="2200" dirty="0">
                <a:solidFill>
                  <a:schemeClr val="tx2"/>
                </a:solidFill>
                <a:latin typeface="Calibri" panose="020F0502020204030204" pitchFamily="34" charset="0"/>
                <a:cs typeface="Arial"/>
                <a:sym typeface="Arial"/>
              </a:rPr>
              <a:t> studentului și de prezentarea personală la seminar</a:t>
            </a:r>
            <a:endParaRPr lang="en-US" sz="2200" dirty="0">
              <a:solidFill>
                <a:schemeClr val="tx2"/>
              </a:solidFill>
              <a:latin typeface="Calibri" panose="020F0502020204030204" pitchFamily="34" charset="0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9"/>
          <p:cNvSpPr txBox="1">
            <a:spLocks noGrp="1"/>
          </p:cNvSpPr>
          <p:nvPr>
            <p:ph type="title"/>
          </p:nvPr>
        </p:nvSpPr>
        <p:spPr>
          <a:xfrm>
            <a:off x="1432200" y="512065"/>
            <a:ext cx="9327600" cy="86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o-RO" dirty="0"/>
              <a:t>Studiu individual</a:t>
            </a:r>
            <a:endParaRPr dirty="0"/>
          </a:p>
        </p:txBody>
      </p:sp>
      <p:sp>
        <p:nvSpPr>
          <p:cNvPr id="1137" name="Google Shape;1137;p49"/>
          <p:cNvSpPr/>
          <p:nvPr/>
        </p:nvSpPr>
        <p:spPr>
          <a:xfrm>
            <a:off x="1617784" y="1948500"/>
            <a:ext cx="1661200" cy="16612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38" name="Google Shape;1138;p49"/>
          <p:cNvSpPr/>
          <p:nvPr/>
        </p:nvSpPr>
        <p:spPr>
          <a:xfrm>
            <a:off x="5265384" y="1948500"/>
            <a:ext cx="1661200" cy="16612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39" name="Google Shape;1139;p49"/>
          <p:cNvSpPr/>
          <p:nvPr/>
        </p:nvSpPr>
        <p:spPr>
          <a:xfrm>
            <a:off x="8912951" y="1948500"/>
            <a:ext cx="1661200" cy="1661200"/>
          </a:xfrm>
          <a:prstGeom prst="ellipse">
            <a:avLst/>
          </a:prstGeom>
          <a:noFill/>
          <a:ln w="19050" cap="flat" cmpd="sng">
            <a:solidFill>
              <a:srgbClr val="FF721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40" name="Google Shape;1140;p49"/>
          <p:cNvSpPr txBox="1">
            <a:spLocks noGrp="1"/>
          </p:cNvSpPr>
          <p:nvPr>
            <p:ph type="subTitle" idx="1"/>
          </p:nvPr>
        </p:nvSpPr>
        <p:spPr>
          <a:xfrm>
            <a:off x="557049" y="4144607"/>
            <a:ext cx="3866918" cy="137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700" dirty="0"/>
              <a:t>Investigați limbajul UML folosind resurse Web. Prezentați în câteva paragrafe versiunea actuală a limbajului. </a:t>
            </a:r>
          </a:p>
          <a:p>
            <a:pPr marL="0" indent="0"/>
            <a:r>
              <a:rPr lang="ro-RO" sz="1700" dirty="0"/>
              <a:t>www.uml.org</a:t>
            </a:r>
          </a:p>
          <a:p>
            <a:pPr marL="0" indent="0"/>
            <a:endParaRPr sz="1700" dirty="0"/>
          </a:p>
        </p:txBody>
      </p:sp>
      <p:sp>
        <p:nvSpPr>
          <p:cNvPr id="1141" name="Google Shape;1141;p49"/>
          <p:cNvSpPr txBox="1">
            <a:spLocks noGrp="1"/>
          </p:cNvSpPr>
          <p:nvPr>
            <p:ph type="subTitle" idx="2"/>
          </p:nvPr>
        </p:nvSpPr>
        <p:spPr>
          <a:xfrm>
            <a:off x="4441871" y="4144600"/>
            <a:ext cx="3514459" cy="137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700" dirty="0"/>
              <a:t>Investigați scopul </a:t>
            </a:r>
            <a:r>
              <a:rPr lang="ro-RO" sz="1700" dirty="0" err="1"/>
              <a:t>Object</a:t>
            </a:r>
            <a:r>
              <a:rPr lang="ro-RO" sz="1700" dirty="0"/>
              <a:t> Management Group. Identificați și alte notații pe care le gestionează.</a:t>
            </a:r>
          </a:p>
          <a:p>
            <a:pPr marL="0" indent="0"/>
            <a:r>
              <a:rPr lang="en-US" sz="1700" dirty="0"/>
              <a:t>www.omg.org.</a:t>
            </a:r>
            <a:endParaRPr sz="1700" dirty="0"/>
          </a:p>
        </p:txBody>
      </p:sp>
      <p:sp>
        <p:nvSpPr>
          <p:cNvPr id="1142" name="Google Shape;1142;p49"/>
          <p:cNvSpPr txBox="1">
            <a:spLocks noGrp="1"/>
          </p:cNvSpPr>
          <p:nvPr>
            <p:ph type="subTitle" idx="3"/>
          </p:nvPr>
        </p:nvSpPr>
        <p:spPr>
          <a:xfrm>
            <a:off x="8092200" y="4144600"/>
            <a:ext cx="3302800" cy="137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sz="1700" dirty="0"/>
              <a:t>Identificați un set de instrumente CASE suport pentru UML. Analizați și documentați suportul oferit pentru construirea diagramelor. </a:t>
            </a:r>
            <a:endParaRPr sz="1700" dirty="0"/>
          </a:p>
        </p:txBody>
      </p:sp>
      <p:grpSp>
        <p:nvGrpSpPr>
          <p:cNvPr id="1143" name="Google Shape;1143;p49"/>
          <p:cNvGrpSpPr/>
          <p:nvPr/>
        </p:nvGrpSpPr>
        <p:grpSpPr>
          <a:xfrm>
            <a:off x="5857704" y="2539693"/>
            <a:ext cx="476600" cy="478801"/>
            <a:chOff x="-1333975" y="2365850"/>
            <a:chExt cx="292225" cy="293575"/>
          </a:xfrm>
        </p:grpSpPr>
        <p:sp>
          <p:nvSpPr>
            <p:cNvPr id="1144" name="Google Shape;1144;p49"/>
            <p:cNvSpPr/>
            <p:nvPr/>
          </p:nvSpPr>
          <p:spPr>
            <a:xfrm>
              <a:off x="-1285150" y="2365850"/>
              <a:ext cx="191225" cy="293575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-107642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-133397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-1093750" y="2383050"/>
              <a:ext cx="35450" cy="26575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-1317450" y="2512575"/>
              <a:ext cx="35475" cy="26225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-1092975" y="2512575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9"/>
            <p:cNvSpPr/>
            <p:nvPr/>
          </p:nvSpPr>
          <p:spPr>
            <a:xfrm>
              <a:off x="-1316650" y="2383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9"/>
            <p:cNvSpPr/>
            <p:nvPr/>
          </p:nvSpPr>
          <p:spPr>
            <a:xfrm>
              <a:off x="-1239475" y="2401575"/>
              <a:ext cx="102425" cy="153100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52" name="Google Shape;1152;p49"/>
          <p:cNvGrpSpPr/>
          <p:nvPr/>
        </p:nvGrpSpPr>
        <p:grpSpPr>
          <a:xfrm>
            <a:off x="2274042" y="2541357"/>
            <a:ext cx="348684" cy="475487"/>
            <a:chOff x="-4178875" y="2405775"/>
            <a:chExt cx="222925" cy="293825"/>
          </a:xfrm>
        </p:grpSpPr>
        <p:sp>
          <p:nvSpPr>
            <p:cNvPr id="1153" name="Google Shape;1153;p49"/>
            <p:cNvSpPr/>
            <p:nvPr/>
          </p:nvSpPr>
          <p:spPr>
            <a:xfrm>
              <a:off x="-4178875" y="2405775"/>
              <a:ext cx="222925" cy="293825"/>
            </a:xfrm>
            <a:custGeom>
              <a:avLst/>
              <a:gdLst/>
              <a:ahLst/>
              <a:cxnLst/>
              <a:rect l="l" t="t" r="r" b="b"/>
              <a:pathLst>
                <a:path w="8917" h="11753" extrusionOk="0">
                  <a:moveTo>
                    <a:pt x="4474" y="694"/>
                  </a:moveTo>
                  <a:cubicBezTo>
                    <a:pt x="6553" y="694"/>
                    <a:pt x="8254" y="2395"/>
                    <a:pt x="8254" y="4475"/>
                  </a:cubicBezTo>
                  <a:cubicBezTo>
                    <a:pt x="8191" y="5262"/>
                    <a:pt x="7971" y="6018"/>
                    <a:pt x="7530" y="6649"/>
                  </a:cubicBezTo>
                  <a:lnTo>
                    <a:pt x="4474" y="10776"/>
                  </a:lnTo>
                  <a:lnTo>
                    <a:pt x="1418" y="6712"/>
                  </a:lnTo>
                  <a:cubicBezTo>
                    <a:pt x="945" y="6050"/>
                    <a:pt x="693" y="5294"/>
                    <a:pt x="693" y="4475"/>
                  </a:cubicBezTo>
                  <a:cubicBezTo>
                    <a:pt x="693" y="2395"/>
                    <a:pt x="2363" y="694"/>
                    <a:pt x="4474" y="694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2017"/>
                    <a:pt x="0" y="4475"/>
                  </a:cubicBezTo>
                  <a:cubicBezTo>
                    <a:pt x="0" y="5451"/>
                    <a:pt x="315" y="6365"/>
                    <a:pt x="882" y="7153"/>
                  </a:cubicBezTo>
                  <a:lnTo>
                    <a:pt x="4190" y="11595"/>
                  </a:lnTo>
                  <a:cubicBezTo>
                    <a:pt x="4253" y="11689"/>
                    <a:pt x="4348" y="11752"/>
                    <a:pt x="4474" y="11752"/>
                  </a:cubicBezTo>
                  <a:cubicBezTo>
                    <a:pt x="4568" y="11752"/>
                    <a:pt x="4663" y="11721"/>
                    <a:pt x="4726" y="11595"/>
                  </a:cubicBezTo>
                  <a:lnTo>
                    <a:pt x="8097" y="7058"/>
                  </a:lnTo>
                  <a:cubicBezTo>
                    <a:pt x="8633" y="6333"/>
                    <a:pt x="8916" y="5420"/>
                    <a:pt x="8916" y="4506"/>
                  </a:cubicBezTo>
                  <a:cubicBezTo>
                    <a:pt x="8916" y="1986"/>
                    <a:pt x="6900" y="1"/>
                    <a:pt x="4474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-4093025" y="24916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630"/>
                  </a:moveTo>
                  <a:cubicBezTo>
                    <a:pt x="1229" y="630"/>
                    <a:pt x="1386" y="788"/>
                    <a:pt x="1386" y="1008"/>
                  </a:cubicBezTo>
                  <a:cubicBezTo>
                    <a:pt x="1386" y="1197"/>
                    <a:pt x="1197" y="1355"/>
                    <a:pt x="1040" y="1355"/>
                  </a:cubicBezTo>
                  <a:cubicBezTo>
                    <a:pt x="819" y="1355"/>
                    <a:pt x="662" y="1197"/>
                    <a:pt x="662" y="1008"/>
                  </a:cubicBezTo>
                  <a:cubicBezTo>
                    <a:pt x="662" y="788"/>
                    <a:pt x="819" y="630"/>
                    <a:pt x="1040" y="630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5"/>
                    <a:pt x="473" y="2048"/>
                    <a:pt x="1040" y="2048"/>
                  </a:cubicBezTo>
                  <a:cubicBezTo>
                    <a:pt x="1575" y="2048"/>
                    <a:pt x="2048" y="1575"/>
                    <a:pt x="2048" y="1040"/>
                  </a:cubicBezTo>
                  <a:cubicBezTo>
                    <a:pt x="2048" y="441"/>
                    <a:pt x="1575" y="0"/>
                    <a:pt x="1040" y="0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49"/>
            <p:cNvSpPr/>
            <p:nvPr/>
          </p:nvSpPr>
          <p:spPr>
            <a:xfrm>
              <a:off x="-4145800" y="2439650"/>
              <a:ext cx="155975" cy="155200"/>
            </a:xfrm>
            <a:custGeom>
              <a:avLst/>
              <a:gdLst/>
              <a:ahLst/>
              <a:cxnLst/>
              <a:rect l="l" t="t" r="r" b="b"/>
              <a:pathLst>
                <a:path w="6239" h="6208" extrusionOk="0">
                  <a:moveTo>
                    <a:pt x="3403" y="694"/>
                  </a:moveTo>
                  <a:lnTo>
                    <a:pt x="3403" y="1166"/>
                  </a:lnTo>
                  <a:cubicBezTo>
                    <a:pt x="3403" y="1324"/>
                    <a:pt x="3497" y="1450"/>
                    <a:pt x="3655" y="1481"/>
                  </a:cubicBezTo>
                  <a:cubicBezTo>
                    <a:pt x="3844" y="1576"/>
                    <a:pt x="4033" y="1670"/>
                    <a:pt x="4191" y="1828"/>
                  </a:cubicBezTo>
                  <a:cubicBezTo>
                    <a:pt x="4268" y="1867"/>
                    <a:pt x="4358" y="1894"/>
                    <a:pt x="4445" y="1894"/>
                  </a:cubicBezTo>
                  <a:cubicBezTo>
                    <a:pt x="4499" y="1894"/>
                    <a:pt x="4552" y="1884"/>
                    <a:pt x="4600" y="1859"/>
                  </a:cubicBezTo>
                  <a:lnTo>
                    <a:pt x="4978" y="1607"/>
                  </a:lnTo>
                  <a:lnTo>
                    <a:pt x="5356" y="2206"/>
                  </a:lnTo>
                  <a:lnTo>
                    <a:pt x="4947" y="2458"/>
                  </a:lnTo>
                  <a:cubicBezTo>
                    <a:pt x="4821" y="2521"/>
                    <a:pt x="4789" y="2647"/>
                    <a:pt x="4789" y="2805"/>
                  </a:cubicBezTo>
                  <a:cubicBezTo>
                    <a:pt x="4821" y="3025"/>
                    <a:pt x="4821" y="3183"/>
                    <a:pt x="4789" y="3435"/>
                  </a:cubicBezTo>
                  <a:cubicBezTo>
                    <a:pt x="4758" y="3592"/>
                    <a:pt x="4821" y="3687"/>
                    <a:pt x="4947" y="3781"/>
                  </a:cubicBezTo>
                  <a:lnTo>
                    <a:pt x="5356" y="4033"/>
                  </a:lnTo>
                  <a:lnTo>
                    <a:pt x="4978" y="4600"/>
                  </a:lnTo>
                  <a:lnTo>
                    <a:pt x="4600" y="4380"/>
                  </a:lnTo>
                  <a:cubicBezTo>
                    <a:pt x="4554" y="4345"/>
                    <a:pt x="4503" y="4332"/>
                    <a:pt x="4452" y="4332"/>
                  </a:cubicBezTo>
                  <a:cubicBezTo>
                    <a:pt x="4363" y="4332"/>
                    <a:pt x="4270" y="4372"/>
                    <a:pt x="4191" y="4411"/>
                  </a:cubicBezTo>
                  <a:cubicBezTo>
                    <a:pt x="4033" y="4537"/>
                    <a:pt x="3844" y="4632"/>
                    <a:pt x="3655" y="4726"/>
                  </a:cubicBezTo>
                  <a:cubicBezTo>
                    <a:pt x="3529" y="4758"/>
                    <a:pt x="3403" y="4915"/>
                    <a:pt x="3403" y="5041"/>
                  </a:cubicBezTo>
                  <a:lnTo>
                    <a:pt x="3403" y="5514"/>
                  </a:lnTo>
                  <a:lnTo>
                    <a:pt x="2741" y="5514"/>
                  </a:lnTo>
                  <a:lnTo>
                    <a:pt x="2741" y="5041"/>
                  </a:lnTo>
                  <a:cubicBezTo>
                    <a:pt x="2741" y="4884"/>
                    <a:pt x="2678" y="4758"/>
                    <a:pt x="2521" y="4726"/>
                  </a:cubicBezTo>
                  <a:cubicBezTo>
                    <a:pt x="2300" y="4663"/>
                    <a:pt x="2111" y="4569"/>
                    <a:pt x="1954" y="4411"/>
                  </a:cubicBezTo>
                  <a:cubicBezTo>
                    <a:pt x="1874" y="4372"/>
                    <a:pt x="1782" y="4332"/>
                    <a:pt x="1701" y="4332"/>
                  </a:cubicBezTo>
                  <a:cubicBezTo>
                    <a:pt x="1654" y="4332"/>
                    <a:pt x="1610" y="4345"/>
                    <a:pt x="1576" y="4380"/>
                  </a:cubicBezTo>
                  <a:lnTo>
                    <a:pt x="1166" y="4600"/>
                  </a:lnTo>
                  <a:lnTo>
                    <a:pt x="820" y="4033"/>
                  </a:lnTo>
                  <a:lnTo>
                    <a:pt x="1198" y="3781"/>
                  </a:lnTo>
                  <a:cubicBezTo>
                    <a:pt x="1324" y="3718"/>
                    <a:pt x="1418" y="3592"/>
                    <a:pt x="1355" y="3435"/>
                  </a:cubicBezTo>
                  <a:cubicBezTo>
                    <a:pt x="1324" y="3183"/>
                    <a:pt x="1324" y="3025"/>
                    <a:pt x="1355" y="2805"/>
                  </a:cubicBezTo>
                  <a:cubicBezTo>
                    <a:pt x="1418" y="2647"/>
                    <a:pt x="1324" y="2521"/>
                    <a:pt x="1198" y="2458"/>
                  </a:cubicBezTo>
                  <a:lnTo>
                    <a:pt x="820" y="2206"/>
                  </a:lnTo>
                  <a:lnTo>
                    <a:pt x="1166" y="1607"/>
                  </a:lnTo>
                  <a:lnTo>
                    <a:pt x="1576" y="1859"/>
                  </a:lnTo>
                  <a:cubicBezTo>
                    <a:pt x="1612" y="1884"/>
                    <a:pt x="1657" y="1894"/>
                    <a:pt x="1706" y="1894"/>
                  </a:cubicBezTo>
                  <a:cubicBezTo>
                    <a:pt x="1786" y="1894"/>
                    <a:pt x="1876" y="1867"/>
                    <a:pt x="1954" y="1828"/>
                  </a:cubicBezTo>
                  <a:cubicBezTo>
                    <a:pt x="2111" y="1702"/>
                    <a:pt x="2300" y="1576"/>
                    <a:pt x="2521" y="1481"/>
                  </a:cubicBezTo>
                  <a:cubicBezTo>
                    <a:pt x="2615" y="1450"/>
                    <a:pt x="2741" y="1292"/>
                    <a:pt x="2741" y="1166"/>
                  </a:cubicBezTo>
                  <a:lnTo>
                    <a:pt x="2741" y="694"/>
                  </a:ln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946"/>
                  </a:lnTo>
                  <a:cubicBezTo>
                    <a:pt x="1954" y="977"/>
                    <a:pt x="1828" y="1072"/>
                    <a:pt x="1765" y="1135"/>
                  </a:cubicBezTo>
                  <a:lnTo>
                    <a:pt x="1261" y="851"/>
                  </a:lnTo>
                  <a:cubicBezTo>
                    <a:pt x="1211" y="831"/>
                    <a:pt x="1158" y="821"/>
                    <a:pt x="1104" y="821"/>
                  </a:cubicBezTo>
                  <a:cubicBezTo>
                    <a:pt x="990" y="821"/>
                    <a:pt x="874" y="870"/>
                    <a:pt x="788" y="977"/>
                  </a:cubicBezTo>
                  <a:lnTo>
                    <a:pt x="126" y="2175"/>
                  </a:lnTo>
                  <a:cubicBezTo>
                    <a:pt x="32" y="2332"/>
                    <a:pt x="63" y="2521"/>
                    <a:pt x="221" y="2647"/>
                  </a:cubicBezTo>
                  <a:lnTo>
                    <a:pt x="757" y="2899"/>
                  </a:lnTo>
                  <a:lnTo>
                    <a:pt x="757" y="3120"/>
                  </a:lnTo>
                  <a:lnTo>
                    <a:pt x="757" y="3309"/>
                  </a:lnTo>
                  <a:lnTo>
                    <a:pt x="221" y="3592"/>
                  </a:lnTo>
                  <a:cubicBezTo>
                    <a:pt x="63" y="3655"/>
                    <a:pt x="0" y="3907"/>
                    <a:pt x="126" y="4065"/>
                  </a:cubicBezTo>
                  <a:lnTo>
                    <a:pt x="788" y="5231"/>
                  </a:lnTo>
                  <a:cubicBezTo>
                    <a:pt x="831" y="5337"/>
                    <a:pt x="960" y="5415"/>
                    <a:pt x="1088" y="5415"/>
                  </a:cubicBezTo>
                  <a:cubicBezTo>
                    <a:pt x="1149" y="5415"/>
                    <a:pt x="1210" y="5397"/>
                    <a:pt x="1261" y="5357"/>
                  </a:cubicBezTo>
                  <a:lnTo>
                    <a:pt x="1765" y="5073"/>
                  </a:lnTo>
                  <a:cubicBezTo>
                    <a:pt x="1891" y="5167"/>
                    <a:pt x="1954" y="5199"/>
                    <a:pt x="2080" y="5262"/>
                  </a:cubicBezTo>
                  <a:lnTo>
                    <a:pt x="2080" y="5861"/>
                  </a:lnTo>
                  <a:cubicBezTo>
                    <a:pt x="2080" y="6050"/>
                    <a:pt x="2237" y="6207"/>
                    <a:pt x="2426" y="6207"/>
                  </a:cubicBezTo>
                  <a:lnTo>
                    <a:pt x="3812" y="6207"/>
                  </a:lnTo>
                  <a:cubicBezTo>
                    <a:pt x="4002" y="6207"/>
                    <a:pt x="4159" y="6050"/>
                    <a:pt x="4159" y="5861"/>
                  </a:cubicBezTo>
                  <a:lnTo>
                    <a:pt x="4159" y="5262"/>
                  </a:lnTo>
                  <a:cubicBezTo>
                    <a:pt x="4285" y="5231"/>
                    <a:pt x="4411" y="5167"/>
                    <a:pt x="4474" y="5073"/>
                  </a:cubicBezTo>
                  <a:lnTo>
                    <a:pt x="4978" y="5357"/>
                  </a:lnTo>
                  <a:cubicBezTo>
                    <a:pt x="5028" y="5376"/>
                    <a:pt x="5084" y="5387"/>
                    <a:pt x="5141" y="5387"/>
                  </a:cubicBezTo>
                  <a:cubicBezTo>
                    <a:pt x="5263" y="5387"/>
                    <a:pt x="5386" y="5338"/>
                    <a:pt x="5451" y="5231"/>
                  </a:cubicBezTo>
                  <a:lnTo>
                    <a:pt x="6144" y="4065"/>
                  </a:lnTo>
                  <a:cubicBezTo>
                    <a:pt x="6207" y="3907"/>
                    <a:pt x="6175" y="3687"/>
                    <a:pt x="6018" y="3592"/>
                  </a:cubicBezTo>
                  <a:lnTo>
                    <a:pt x="5514" y="3309"/>
                  </a:lnTo>
                  <a:lnTo>
                    <a:pt x="5514" y="3120"/>
                  </a:lnTo>
                  <a:lnTo>
                    <a:pt x="5514" y="2899"/>
                  </a:lnTo>
                  <a:lnTo>
                    <a:pt x="6018" y="2647"/>
                  </a:lnTo>
                  <a:cubicBezTo>
                    <a:pt x="6175" y="2521"/>
                    <a:pt x="6238" y="2332"/>
                    <a:pt x="6144" y="2175"/>
                  </a:cubicBezTo>
                  <a:lnTo>
                    <a:pt x="5451" y="977"/>
                  </a:lnTo>
                  <a:cubicBezTo>
                    <a:pt x="5408" y="870"/>
                    <a:pt x="5278" y="807"/>
                    <a:pt x="5149" y="807"/>
                  </a:cubicBezTo>
                  <a:cubicBezTo>
                    <a:pt x="5089" y="807"/>
                    <a:pt x="5029" y="821"/>
                    <a:pt x="4978" y="851"/>
                  </a:cubicBezTo>
                  <a:lnTo>
                    <a:pt x="4474" y="1135"/>
                  </a:lnTo>
                  <a:cubicBezTo>
                    <a:pt x="4348" y="1072"/>
                    <a:pt x="4285" y="1009"/>
                    <a:pt x="4159" y="946"/>
                  </a:cubicBezTo>
                  <a:lnTo>
                    <a:pt x="4159" y="347"/>
                  </a:lnTo>
                  <a:cubicBezTo>
                    <a:pt x="4159" y="158"/>
                    <a:pt x="4002" y="1"/>
                    <a:pt x="3812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56" name="Google Shape;1156;p49"/>
          <p:cNvGrpSpPr/>
          <p:nvPr/>
        </p:nvGrpSpPr>
        <p:grpSpPr>
          <a:xfrm>
            <a:off x="9505311" y="2540162"/>
            <a:ext cx="476579" cy="477847"/>
            <a:chOff x="-1333200" y="2770450"/>
            <a:chExt cx="291450" cy="292225"/>
          </a:xfrm>
        </p:grpSpPr>
        <p:sp>
          <p:nvSpPr>
            <p:cNvPr id="1157" name="Google Shape;1157;p49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49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FF72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59" name="Google Shape;1159;p49"/>
          <p:cNvSpPr txBox="1">
            <a:spLocks noGrp="1"/>
          </p:cNvSpPr>
          <p:nvPr>
            <p:ph type="subTitle" idx="4"/>
          </p:nvPr>
        </p:nvSpPr>
        <p:spPr>
          <a:xfrm>
            <a:off x="817600" y="3698491"/>
            <a:ext cx="32616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dirty="0"/>
              <a:t>UML</a:t>
            </a:r>
            <a:endParaRPr dirty="0"/>
          </a:p>
        </p:txBody>
      </p:sp>
      <p:sp>
        <p:nvSpPr>
          <p:cNvPr id="1160" name="Google Shape;1160;p49"/>
          <p:cNvSpPr txBox="1">
            <a:spLocks noGrp="1"/>
          </p:cNvSpPr>
          <p:nvPr>
            <p:ph type="subTitle" idx="5"/>
          </p:nvPr>
        </p:nvSpPr>
        <p:spPr>
          <a:xfrm>
            <a:off x="4465200" y="3698491"/>
            <a:ext cx="32616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dirty="0"/>
              <a:t>OMG</a:t>
            </a:r>
            <a:endParaRPr dirty="0"/>
          </a:p>
        </p:txBody>
      </p:sp>
      <p:sp>
        <p:nvSpPr>
          <p:cNvPr id="1161" name="Google Shape;1161;p49"/>
          <p:cNvSpPr txBox="1">
            <a:spLocks noGrp="1"/>
          </p:cNvSpPr>
          <p:nvPr>
            <p:ph type="subTitle" idx="6"/>
          </p:nvPr>
        </p:nvSpPr>
        <p:spPr>
          <a:xfrm>
            <a:off x="8112767" y="3698491"/>
            <a:ext cx="3261600" cy="4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o-RO" dirty="0"/>
              <a:t>CASE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 Services by Slidesgo">
  <a:themeElements>
    <a:clrScheme name="Simple Light">
      <a:dk1>
        <a:srgbClr val="343434"/>
      </a:dk1>
      <a:lt1>
        <a:srgbClr val="FFFFFF"/>
      </a:lt1>
      <a:dk2>
        <a:srgbClr val="343434"/>
      </a:dk2>
      <a:lt2>
        <a:srgbClr val="F0F7ED"/>
      </a:lt2>
      <a:accent1>
        <a:srgbClr val="00899D"/>
      </a:accent1>
      <a:accent2>
        <a:srgbClr val="FF7210"/>
      </a:accent2>
      <a:accent3>
        <a:srgbClr val="343434"/>
      </a:accent3>
      <a:accent4>
        <a:srgbClr val="CECECE"/>
      </a:accent4>
      <a:accent5>
        <a:srgbClr val="00BBC1"/>
      </a:accent5>
      <a:accent6>
        <a:srgbClr val="D5DEE4"/>
      </a:accent6>
      <a:hlink>
        <a:srgbClr val="F0F7E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841</Words>
  <Application>Microsoft Office PowerPoint</Application>
  <PresentationFormat>Widescreen</PresentationFormat>
  <Paragraphs>122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Barlow</vt:lpstr>
      <vt:lpstr>Calibri</vt:lpstr>
      <vt:lpstr>Calibri Light</vt:lpstr>
      <vt:lpstr>Helvetica Neue</vt:lpstr>
      <vt:lpstr>Lato</vt:lpstr>
      <vt:lpstr>Muli</vt:lpstr>
      <vt:lpstr>Roboto</vt:lpstr>
      <vt:lpstr>Wingdings</vt:lpstr>
      <vt:lpstr>Office Theme</vt:lpstr>
      <vt:lpstr>IT Services by Slidesgo</vt:lpstr>
      <vt:lpstr>Analiza și proiectarea sistemelor informatice</vt:lpstr>
      <vt:lpstr>Dezvoltarea de software este un proces complex</vt:lpstr>
      <vt:lpstr>Ce armonizăm</vt:lpstr>
      <vt:lpstr>Provocări</vt:lpstr>
      <vt:lpstr>Soluții</vt:lpstr>
      <vt:lpstr>PowerPoint Presentation</vt:lpstr>
      <vt:lpstr>PowerPoint Presentation</vt:lpstr>
      <vt:lpstr>Metologii de dezvoltare software</vt:lpstr>
      <vt:lpstr>Metologii de dezvoltare software</vt:lpstr>
      <vt:lpstr>Metologii de dezvoltare software</vt:lpstr>
      <vt:lpstr>PowerPoint Presentation</vt:lpstr>
      <vt:lpstr>PowerPoint Presentation</vt:lpstr>
      <vt:lpstr>Ce este UML?</vt:lpstr>
      <vt:lpstr>Istoria UML</vt:lpstr>
      <vt:lpstr>Diagrame UML</vt:lpstr>
      <vt:lpstr>Perspective asupra sistemului</vt:lpstr>
      <vt:lpstr>Instrumente de tip CASE</vt:lpstr>
      <vt:lpstr>Instrumente de tip CASE</vt:lpstr>
      <vt:lpstr>Cerințe seminar APSI</vt:lpstr>
      <vt:lpstr>Studiu individual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Proiectarea sistemelor informatice</dc:title>
  <dc:creator>Anca Andreescu</dc:creator>
  <cp:lastModifiedBy>Anca Andreescu</cp:lastModifiedBy>
  <cp:revision>96</cp:revision>
  <dcterms:created xsi:type="dcterms:W3CDTF">2020-11-04T08:12:41Z</dcterms:created>
  <dcterms:modified xsi:type="dcterms:W3CDTF">2026-09-16T06:22:57Z</dcterms:modified>
</cp:coreProperties>
</file>