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2"/>
  </p:notesMasterIdLst>
  <p:sldIdLst>
    <p:sldId id="270" r:id="rId3"/>
    <p:sldId id="273" r:id="rId4"/>
    <p:sldId id="287" r:id="rId5"/>
    <p:sldId id="294" r:id="rId6"/>
    <p:sldId id="304" r:id="rId7"/>
    <p:sldId id="305" r:id="rId8"/>
    <p:sldId id="306" r:id="rId9"/>
    <p:sldId id="307" r:id="rId10"/>
    <p:sldId id="312" r:id="rId11"/>
    <p:sldId id="315" r:id="rId12"/>
    <p:sldId id="317" r:id="rId13"/>
    <p:sldId id="316" r:id="rId14"/>
    <p:sldId id="313" r:id="rId15"/>
    <p:sldId id="318" r:id="rId16"/>
    <p:sldId id="320" r:id="rId17"/>
    <p:sldId id="319" r:id="rId18"/>
    <p:sldId id="308" r:id="rId19"/>
    <p:sldId id="309" r:id="rId20"/>
    <p:sldId id="310" r:id="rId21"/>
    <p:sldId id="311" r:id="rId22"/>
    <p:sldId id="321" r:id="rId23"/>
    <p:sldId id="322" r:id="rId24"/>
    <p:sldId id="323" r:id="rId25"/>
    <p:sldId id="324" r:id="rId26"/>
    <p:sldId id="267" r:id="rId27"/>
    <p:sldId id="326" r:id="rId28"/>
    <p:sldId id="327" r:id="rId29"/>
    <p:sldId id="329" r:id="rId30"/>
    <p:sldId id="26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8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37" autoAdjust="0"/>
  </p:normalViewPr>
  <p:slideViewPr>
    <p:cSldViewPr snapToGrid="0">
      <p:cViewPr varScale="1">
        <p:scale>
          <a:sx n="73" d="100"/>
          <a:sy n="73" d="100"/>
        </p:scale>
        <p:origin x="102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52B63-3557-412C-9D6B-84CE3BC4921B}"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1E250F-C1AE-4923-B5D5-890F54A234D5}" type="slidenum">
              <a:rPr lang="en-US" smtClean="0"/>
              <a:t>‹#›</a:t>
            </a:fld>
            <a:endParaRPr lang="en-US"/>
          </a:p>
        </p:txBody>
      </p:sp>
    </p:spTree>
    <p:extLst>
      <p:ext uri="{BB962C8B-B14F-4D97-AF65-F5344CB8AC3E}">
        <p14:creationId xmlns:p14="http://schemas.microsoft.com/office/powerpoint/2010/main" val="126557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2"/>
        <p:cNvGrpSpPr/>
        <p:nvPr/>
      </p:nvGrpSpPr>
      <p:grpSpPr>
        <a:xfrm>
          <a:off x="0" y="0"/>
          <a:ext cx="0" cy="0"/>
          <a:chOff x="0" y="0"/>
          <a:chExt cx="0" cy="0"/>
        </a:xfrm>
      </p:grpSpPr>
      <p:sp>
        <p:nvSpPr>
          <p:cNvPr id="3473" name="Google Shape;3473;g89f325e8c8_0_2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4" name="Google Shape;3474;g89f325e8c8_0_2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0"/>
        <p:cNvGrpSpPr/>
        <p:nvPr/>
      </p:nvGrpSpPr>
      <p:grpSpPr>
        <a:xfrm>
          <a:off x="0" y="0"/>
          <a:ext cx="0" cy="0"/>
          <a:chOff x="0" y="0"/>
          <a:chExt cx="0" cy="0"/>
        </a:xfrm>
      </p:grpSpPr>
      <p:sp>
        <p:nvSpPr>
          <p:cNvPr id="3561" name="Google Shape;3561;g89f325e8c8_0_2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2" name="Google Shape;3562;g89f325e8c8_0_2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3"/>
        <p:cNvGrpSpPr/>
        <p:nvPr/>
      </p:nvGrpSpPr>
      <p:grpSpPr>
        <a:xfrm>
          <a:off x="0" y="0"/>
          <a:ext cx="0" cy="0"/>
          <a:chOff x="0" y="0"/>
          <a:chExt cx="0" cy="0"/>
        </a:xfrm>
      </p:grpSpPr>
      <p:sp>
        <p:nvSpPr>
          <p:cNvPr id="3954" name="Google Shape;3954;g89f325e8c8_0_4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5" name="Google Shape;3955;g89f325e8c8_0_4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1336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8387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672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455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7580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624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5863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281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877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3374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6220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1726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1961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6734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6673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92524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253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en-US" b="1" dirty="0"/>
              <a:t>B</a:t>
            </a:r>
            <a:endParaRPr b="1" dirty="0"/>
          </a:p>
        </p:txBody>
      </p:sp>
    </p:spTree>
    <p:extLst>
      <p:ext uri="{BB962C8B-B14F-4D97-AF65-F5344CB8AC3E}">
        <p14:creationId xmlns:p14="http://schemas.microsoft.com/office/powerpoint/2010/main" val="258673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ro-RO" b="1" dirty="0"/>
              <a:t>C</a:t>
            </a:r>
            <a:endParaRPr b="1" dirty="0"/>
          </a:p>
        </p:txBody>
      </p:sp>
    </p:spTree>
    <p:extLst>
      <p:ext uri="{BB962C8B-B14F-4D97-AF65-F5344CB8AC3E}">
        <p14:creationId xmlns:p14="http://schemas.microsoft.com/office/powerpoint/2010/main" val="2614797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ro-RO" b="1" dirty="0"/>
              <a:t>A</a:t>
            </a:r>
            <a:endParaRPr b="1" dirty="0"/>
          </a:p>
        </p:txBody>
      </p:sp>
    </p:spTree>
    <p:extLst>
      <p:ext uri="{BB962C8B-B14F-4D97-AF65-F5344CB8AC3E}">
        <p14:creationId xmlns:p14="http://schemas.microsoft.com/office/powerpoint/2010/main" val="1863903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ro-RO" b="1" dirty="0"/>
              <a:t>C</a:t>
            </a:r>
            <a:endParaRPr b="1" dirty="0"/>
          </a:p>
        </p:txBody>
      </p:sp>
    </p:spTree>
    <p:extLst>
      <p:ext uri="{BB962C8B-B14F-4D97-AF65-F5344CB8AC3E}">
        <p14:creationId xmlns:p14="http://schemas.microsoft.com/office/powerpoint/2010/main" val="1168522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9f325e8c8_0_2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9f325e8c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9f325e8c8_0_2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9f325e8c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312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ro-RO" b="1" dirty="0"/>
              <a:t>C</a:t>
            </a:r>
            <a:endParaRPr b="1" dirty="0"/>
          </a:p>
        </p:txBody>
      </p:sp>
    </p:spTree>
    <p:extLst>
      <p:ext uri="{BB962C8B-B14F-4D97-AF65-F5344CB8AC3E}">
        <p14:creationId xmlns:p14="http://schemas.microsoft.com/office/powerpoint/2010/main" val="2281545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9f325e8c8_0_2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9f325e8c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80549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89f325e8c8_0_1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89f325e8c8_0_1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A8738-9C45-434F-99A2-7338BF032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0FD2DD-3BFE-4AB8-A585-D7C50B13C6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BD636E-5877-49BA-BC0E-EF81962B730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260E3C8-917A-40F2-B16A-2C0759E44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606C7-4858-4C5C-BC4C-E1966438E9C3}"/>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032984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E135-7EDB-4E55-9B57-A46C3D08E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4A10CC-5932-408C-952E-2903E2CAF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0EB76-B6EB-44F8-949A-2EE6E88FBF71}"/>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3A256FAF-AA63-4B10-AEA1-990175697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0617C-13EF-44D9-83B9-52F2B810B15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81561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74CA-8DAE-49EC-8879-CA80DF4298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68F3E7-324B-4A8D-9C0D-69FD8E1CE5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076422-74D8-48D0-AD3F-7EDAA2C07602}"/>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CDDAE4A4-53C0-4307-A55E-482755D0E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17017-3FE1-4B93-AB3E-8124A2E474DA}"/>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2485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D3EDB-9110-4EED-A104-55A779EB4F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640D22-C676-4069-BA1E-2E19EB1CCF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3045E0-AC21-4C37-8A6A-958228779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77A8FC-163D-4F82-8B3E-26C5AB5B4E5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06DCB127-2750-47CD-9A47-61F143B5F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52AAD3-2E30-4E26-8159-96C458CEA88E}"/>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8792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2C88D-C80B-4513-9EB3-33F4A42FCA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E7565A-5D8B-4CB6-8901-4D33340F2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516989-3747-4126-85F4-9779B919FD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3710CD-2B18-4721-9DC7-990C6CB7A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477945-1F38-4410-A46C-345CC6216A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D6E33-8028-4D53-AB2F-3DC221D94278}"/>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8" name="Footer Placeholder 7">
            <a:extLst>
              <a:ext uri="{FF2B5EF4-FFF2-40B4-BE49-F238E27FC236}">
                <a16:creationId xmlns:a16="http://schemas.microsoft.com/office/drawing/2014/main" id="{BDC974D6-4CB0-4CB9-BF21-FBD2177C87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220444-4A03-4F4E-AC87-39F26574E315}"/>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117262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70A3-55BD-41D8-BBC4-71A0556E66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14B5EC-CE76-4F19-8537-C6EC31DA81C6}"/>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4" name="Footer Placeholder 3">
            <a:extLst>
              <a:ext uri="{FF2B5EF4-FFF2-40B4-BE49-F238E27FC236}">
                <a16:creationId xmlns:a16="http://schemas.microsoft.com/office/drawing/2014/main" id="{E243AE3B-54C7-4FB0-B49B-EA476FE3C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532943-6AC9-4DE4-9846-43EFE6893DAB}"/>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918606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850921-53CD-4157-AE6F-F6C79DD4560D}"/>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3" name="Footer Placeholder 2">
            <a:extLst>
              <a:ext uri="{FF2B5EF4-FFF2-40B4-BE49-F238E27FC236}">
                <a16:creationId xmlns:a16="http://schemas.microsoft.com/office/drawing/2014/main" id="{58248549-1982-44DF-A5E7-F6D077046F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20740-551E-475F-A525-6BDE9B5422AC}"/>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1368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B25E-DEAF-4D83-8E2E-BEF72BB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23DB6C-5C72-43CA-8978-C03EF2979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79BA57-1521-4CE0-8DB7-51E12B55E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C80EF-14E6-42DC-9F2D-279DD15B118F}"/>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CAB55117-4DD1-40B8-805A-479F60895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53B3C-F68B-4C41-83EE-98F758125EA1}"/>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524410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7FE35-3DC3-4888-AE4B-12AEBF839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6B5A8-2943-4694-AB75-3727F9163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B20801-0CE6-46F6-BA62-EE6CA96AF9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C1B40-9310-4060-B6C1-C5D50FD48E7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E784C8C7-4E5B-4B1C-BFD7-EBAC57009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3CEB4-A4D7-41AA-8D0D-406A017B254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92253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6BAD-AA68-4FE6-B3A3-807D6D662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9D6F6A-69B5-43A9-A871-0A8D279041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24E09-415C-4B7D-B2E3-C6483FE2300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9980EA0-AAB4-4D10-9C50-1AA4BCBD0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0790B-00B3-46D9-8014-E17CD635EE50}"/>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7558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AD9418-AD62-457A-B059-346981757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693F7D-7E88-492A-8A8B-04DBC067D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8505E-EDB8-4E99-AC6A-2C17419D789C}"/>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D2F360BF-0908-4848-A125-6B3F9D673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63133E-3301-4717-9EC5-01E197BA1809}"/>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002199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0648889" y="5162012"/>
            <a:ext cx="2290248" cy="2290800"/>
            <a:chOff x="1347125" y="349025"/>
            <a:chExt cx="4978800" cy="4980000"/>
          </a:xfrm>
        </p:grpSpPr>
        <p:sp>
          <p:nvSpPr>
            <p:cNvPr id="10" name="Google Shape;10;p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txBox="1">
            <a:spLocks noGrp="1"/>
          </p:cNvSpPr>
          <p:nvPr>
            <p:ph type="ctrTitle"/>
          </p:nvPr>
        </p:nvSpPr>
        <p:spPr>
          <a:xfrm>
            <a:off x="6402867" y="2921367"/>
            <a:ext cx="4893600" cy="93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6667" b="1">
                <a:solidFill>
                  <a:schemeClr val="accent5"/>
                </a:solidFill>
                <a:latin typeface="Roboto"/>
                <a:ea typeface="Roboto"/>
                <a:cs typeface="Roboto"/>
                <a:sym typeface="Roboto"/>
              </a:defRPr>
            </a:lvl1pPr>
            <a:lvl2pPr lvl="1" rtl="0">
              <a:spcBef>
                <a:spcPts val="0"/>
              </a:spcBef>
              <a:spcAft>
                <a:spcPts val="0"/>
              </a:spcAft>
              <a:buSzPts val="5200"/>
              <a:buNone/>
              <a:defRPr sz="6933"/>
            </a:lvl2pPr>
            <a:lvl3pPr lvl="2" rtl="0">
              <a:spcBef>
                <a:spcPts val="0"/>
              </a:spcBef>
              <a:spcAft>
                <a:spcPts val="0"/>
              </a:spcAft>
              <a:buSzPts val="5200"/>
              <a:buNone/>
              <a:defRPr sz="6933"/>
            </a:lvl3pPr>
            <a:lvl4pPr lvl="3" rtl="0">
              <a:spcBef>
                <a:spcPts val="0"/>
              </a:spcBef>
              <a:spcAft>
                <a:spcPts val="0"/>
              </a:spcAft>
              <a:buSzPts val="5200"/>
              <a:buNone/>
              <a:defRPr sz="6933"/>
            </a:lvl4pPr>
            <a:lvl5pPr lvl="4" rtl="0">
              <a:spcBef>
                <a:spcPts val="0"/>
              </a:spcBef>
              <a:spcAft>
                <a:spcPts val="0"/>
              </a:spcAft>
              <a:buSzPts val="5200"/>
              <a:buNone/>
              <a:defRPr sz="6933"/>
            </a:lvl5pPr>
            <a:lvl6pPr lvl="5" rtl="0">
              <a:spcBef>
                <a:spcPts val="0"/>
              </a:spcBef>
              <a:spcAft>
                <a:spcPts val="0"/>
              </a:spcAft>
              <a:buSzPts val="5200"/>
              <a:buNone/>
              <a:defRPr sz="6933"/>
            </a:lvl6pPr>
            <a:lvl7pPr lvl="6" rtl="0">
              <a:spcBef>
                <a:spcPts val="0"/>
              </a:spcBef>
              <a:spcAft>
                <a:spcPts val="0"/>
              </a:spcAft>
              <a:buSzPts val="5200"/>
              <a:buNone/>
              <a:defRPr sz="6933"/>
            </a:lvl7pPr>
            <a:lvl8pPr lvl="7" rtl="0">
              <a:spcBef>
                <a:spcPts val="0"/>
              </a:spcBef>
              <a:spcAft>
                <a:spcPts val="0"/>
              </a:spcAft>
              <a:buSzPts val="5200"/>
              <a:buNone/>
              <a:defRPr sz="6933"/>
            </a:lvl8pPr>
            <a:lvl9pPr lvl="8" rtl="0">
              <a:spcBef>
                <a:spcPts val="0"/>
              </a:spcBef>
              <a:spcAft>
                <a:spcPts val="0"/>
              </a:spcAft>
              <a:buSzPts val="5200"/>
              <a:buNone/>
              <a:defRPr sz="6933"/>
            </a:lvl9pPr>
          </a:lstStyle>
          <a:p>
            <a:endParaRPr/>
          </a:p>
        </p:txBody>
      </p:sp>
      <p:sp>
        <p:nvSpPr>
          <p:cNvPr id="33" name="Google Shape;33;p2"/>
          <p:cNvSpPr txBox="1">
            <a:spLocks noGrp="1"/>
          </p:cNvSpPr>
          <p:nvPr>
            <p:ph type="subTitle" idx="1"/>
          </p:nvPr>
        </p:nvSpPr>
        <p:spPr>
          <a:xfrm>
            <a:off x="6402867" y="3859767"/>
            <a:ext cx="4893600" cy="62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atin typeface="Muli"/>
                <a:ea typeface="Muli"/>
                <a:cs typeface="Muli"/>
                <a:sym typeface="Muli"/>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
        <p:nvSpPr>
          <p:cNvPr id="34" name="Google Shape;34;p2"/>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2"/>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09810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accent1"/>
        </a:solidFill>
        <a:effectLst/>
      </p:bgPr>
    </p:bg>
    <p:spTree>
      <p:nvGrpSpPr>
        <p:cNvPr id="1" name="Shape 36"/>
        <p:cNvGrpSpPr/>
        <p:nvPr/>
      </p:nvGrpSpPr>
      <p:grpSpPr>
        <a:xfrm>
          <a:off x="0" y="0"/>
          <a:ext cx="0" cy="0"/>
          <a:chOff x="0" y="0"/>
          <a:chExt cx="0" cy="0"/>
        </a:xfrm>
      </p:grpSpPr>
      <p:sp>
        <p:nvSpPr>
          <p:cNvPr id="37" name="Google Shape;37;p3"/>
          <p:cNvSpPr/>
          <p:nvPr/>
        </p:nvSpPr>
        <p:spPr>
          <a:xfrm>
            <a:off x="-1922624" y="843471"/>
            <a:ext cx="5018800" cy="50188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8" name="Google Shape;38;p3"/>
          <p:cNvGrpSpPr/>
          <p:nvPr/>
        </p:nvGrpSpPr>
        <p:grpSpPr>
          <a:xfrm>
            <a:off x="1781158" y="914925"/>
            <a:ext cx="867639" cy="867848"/>
            <a:chOff x="1347125" y="349025"/>
            <a:chExt cx="4978800" cy="4980000"/>
          </a:xfrm>
        </p:grpSpPr>
        <p:sp>
          <p:nvSpPr>
            <p:cNvPr id="39" name="Google Shape;39;p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1" name="Google Shape;61;p3"/>
          <p:cNvSpPr/>
          <p:nvPr/>
        </p:nvSpPr>
        <p:spPr>
          <a:xfrm>
            <a:off x="328196" y="4577867"/>
            <a:ext cx="668000" cy="6680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 name="Google Shape;62;p3"/>
          <p:cNvSpPr txBox="1">
            <a:spLocks noGrp="1"/>
          </p:cNvSpPr>
          <p:nvPr>
            <p:ph type="title"/>
          </p:nvPr>
        </p:nvSpPr>
        <p:spPr>
          <a:xfrm>
            <a:off x="3319533" y="2788051"/>
            <a:ext cx="7572400" cy="128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 name="Google Shape;63;p3"/>
          <p:cNvSpPr txBox="1">
            <a:spLocks noGrp="1"/>
          </p:cNvSpPr>
          <p:nvPr>
            <p:ph type="subTitle" idx="1"/>
          </p:nvPr>
        </p:nvSpPr>
        <p:spPr>
          <a:xfrm>
            <a:off x="3319533" y="4069951"/>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4" name="Google Shape;64;p3"/>
          <p:cNvSpPr txBox="1">
            <a:spLocks noGrp="1"/>
          </p:cNvSpPr>
          <p:nvPr>
            <p:ph type="title" idx="2" hasCustomPrompt="1"/>
          </p:nvPr>
        </p:nvSpPr>
        <p:spPr>
          <a:xfrm>
            <a:off x="3319533" y="1731251"/>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65" name="Google Shape;65;p3"/>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3"/>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56637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00899D"/>
        </a:solidFill>
        <a:effectLst/>
      </p:bgPr>
    </p:bg>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415600" y="512064"/>
            <a:ext cx="113608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700"/>
              <a:buNone/>
              <a:defRPr>
                <a:solidFill>
                  <a:schemeClr val="lt2"/>
                </a:solidFill>
              </a:defRPr>
            </a:lvl1pPr>
            <a:lvl2pPr lvl="1">
              <a:spcBef>
                <a:spcPts val="0"/>
              </a:spcBef>
              <a:spcAft>
                <a:spcPts val="0"/>
              </a:spcAft>
              <a:buSzPts val="2700"/>
              <a:buNone/>
              <a:defRPr/>
            </a:lvl2pPr>
            <a:lvl3pPr lvl="2">
              <a:spcBef>
                <a:spcPts val="0"/>
              </a:spcBef>
              <a:spcAft>
                <a:spcPts val="0"/>
              </a:spcAft>
              <a:buSzPts val="2700"/>
              <a:buNone/>
              <a:defRPr/>
            </a:lvl3pPr>
            <a:lvl4pPr lvl="3">
              <a:spcBef>
                <a:spcPts val="0"/>
              </a:spcBef>
              <a:spcAft>
                <a:spcPts val="0"/>
              </a:spcAft>
              <a:buSzPts val="2700"/>
              <a:buNone/>
              <a:defRPr/>
            </a:lvl4pPr>
            <a:lvl5pPr lvl="4">
              <a:spcBef>
                <a:spcPts val="0"/>
              </a:spcBef>
              <a:spcAft>
                <a:spcPts val="0"/>
              </a:spcAft>
              <a:buSzPts val="2700"/>
              <a:buNone/>
              <a:defRPr/>
            </a:lvl5pPr>
            <a:lvl6pPr lvl="5">
              <a:spcBef>
                <a:spcPts val="0"/>
              </a:spcBef>
              <a:spcAft>
                <a:spcPts val="0"/>
              </a:spcAft>
              <a:buSzPts val="2700"/>
              <a:buNone/>
              <a:defRPr/>
            </a:lvl6pPr>
            <a:lvl7pPr lvl="6">
              <a:spcBef>
                <a:spcPts val="0"/>
              </a:spcBef>
              <a:spcAft>
                <a:spcPts val="0"/>
              </a:spcAft>
              <a:buSzPts val="2700"/>
              <a:buNone/>
              <a:defRPr/>
            </a:lvl7pPr>
            <a:lvl8pPr lvl="7">
              <a:spcBef>
                <a:spcPts val="0"/>
              </a:spcBef>
              <a:spcAft>
                <a:spcPts val="0"/>
              </a:spcAft>
              <a:buSzPts val="2700"/>
              <a:buNone/>
              <a:defRPr/>
            </a:lvl8pPr>
            <a:lvl9pPr lvl="8">
              <a:spcBef>
                <a:spcPts val="0"/>
              </a:spcBef>
              <a:spcAft>
                <a:spcPts val="0"/>
              </a:spcAft>
              <a:buSzPts val="2700"/>
              <a:buNone/>
              <a:defRPr/>
            </a:lvl9pPr>
          </a:lstStyle>
          <a:p>
            <a:endParaRPr/>
          </a:p>
        </p:txBody>
      </p:sp>
      <p:sp>
        <p:nvSpPr>
          <p:cNvPr id="69" name="Google Shape;69;p4"/>
          <p:cNvSpPr txBox="1">
            <a:spLocks noGrp="1"/>
          </p:cNvSpPr>
          <p:nvPr>
            <p:ph type="body" idx="1"/>
          </p:nvPr>
        </p:nvSpPr>
        <p:spPr>
          <a:xfrm>
            <a:off x="950967" y="1382367"/>
            <a:ext cx="10290000" cy="503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rgbClr val="8C5A79"/>
              </a:buClr>
              <a:buSzPts val="1400"/>
              <a:buFont typeface="Lato"/>
              <a:buChar char="●"/>
              <a:defRPr>
                <a:solidFill>
                  <a:schemeClr val="lt2"/>
                </a:solidFill>
              </a:defRPr>
            </a:lvl1pPr>
            <a:lvl2pPr marL="1219170" lvl="1" indent="-406390">
              <a:spcBef>
                <a:spcPts val="0"/>
              </a:spcBef>
              <a:spcAft>
                <a:spcPts val="0"/>
              </a:spcAft>
              <a:buClr>
                <a:srgbClr val="555555"/>
              </a:buClr>
              <a:buSzPts val="1200"/>
              <a:buFont typeface="Lato"/>
              <a:buChar char="○"/>
              <a:defRPr>
                <a:solidFill>
                  <a:schemeClr val="lt2"/>
                </a:solidFill>
              </a:defRPr>
            </a:lvl2pPr>
            <a:lvl3pPr marL="1828754" lvl="2" indent="-406390">
              <a:spcBef>
                <a:spcPts val="0"/>
              </a:spcBef>
              <a:spcAft>
                <a:spcPts val="0"/>
              </a:spcAft>
              <a:buClr>
                <a:srgbClr val="555555"/>
              </a:buClr>
              <a:buSzPts val="1200"/>
              <a:buFont typeface="Lato"/>
              <a:buChar char="■"/>
              <a:defRPr>
                <a:solidFill>
                  <a:schemeClr val="lt2"/>
                </a:solidFill>
              </a:defRPr>
            </a:lvl3pPr>
            <a:lvl4pPr marL="2438339" lvl="3" indent="-406390">
              <a:spcBef>
                <a:spcPts val="0"/>
              </a:spcBef>
              <a:spcAft>
                <a:spcPts val="0"/>
              </a:spcAft>
              <a:buClr>
                <a:srgbClr val="555555"/>
              </a:buClr>
              <a:buSzPts val="1200"/>
              <a:buFont typeface="Lato"/>
              <a:buChar char="●"/>
              <a:defRPr>
                <a:solidFill>
                  <a:schemeClr val="lt2"/>
                </a:solidFill>
              </a:defRPr>
            </a:lvl4pPr>
            <a:lvl5pPr marL="3047924" lvl="4" indent="-406390">
              <a:spcBef>
                <a:spcPts val="0"/>
              </a:spcBef>
              <a:spcAft>
                <a:spcPts val="0"/>
              </a:spcAft>
              <a:buClr>
                <a:srgbClr val="555555"/>
              </a:buClr>
              <a:buSzPts val="1200"/>
              <a:buFont typeface="Lato"/>
              <a:buChar char="○"/>
              <a:defRPr>
                <a:solidFill>
                  <a:schemeClr val="lt2"/>
                </a:solidFill>
              </a:defRPr>
            </a:lvl5pPr>
            <a:lvl6pPr marL="3657509" lvl="5" indent="-406390">
              <a:spcBef>
                <a:spcPts val="0"/>
              </a:spcBef>
              <a:spcAft>
                <a:spcPts val="0"/>
              </a:spcAft>
              <a:buClr>
                <a:srgbClr val="555555"/>
              </a:buClr>
              <a:buSzPts val="1200"/>
              <a:buFont typeface="Lato"/>
              <a:buChar char="■"/>
              <a:defRPr>
                <a:solidFill>
                  <a:schemeClr val="lt2"/>
                </a:solidFill>
              </a:defRPr>
            </a:lvl6pPr>
            <a:lvl7pPr marL="4267093" lvl="6" indent="-406390">
              <a:spcBef>
                <a:spcPts val="0"/>
              </a:spcBef>
              <a:spcAft>
                <a:spcPts val="0"/>
              </a:spcAft>
              <a:buClr>
                <a:srgbClr val="555555"/>
              </a:buClr>
              <a:buSzPts val="1200"/>
              <a:buFont typeface="Lato"/>
              <a:buChar char="●"/>
              <a:defRPr>
                <a:solidFill>
                  <a:schemeClr val="lt2"/>
                </a:solidFill>
              </a:defRPr>
            </a:lvl7pPr>
            <a:lvl8pPr marL="4876678" lvl="7" indent="-406390">
              <a:spcBef>
                <a:spcPts val="0"/>
              </a:spcBef>
              <a:spcAft>
                <a:spcPts val="0"/>
              </a:spcAft>
              <a:buClr>
                <a:srgbClr val="555555"/>
              </a:buClr>
              <a:buSzPts val="1200"/>
              <a:buFont typeface="Lato"/>
              <a:buChar char="○"/>
              <a:defRPr>
                <a:solidFill>
                  <a:schemeClr val="lt2"/>
                </a:solidFill>
              </a:defRPr>
            </a:lvl8pPr>
            <a:lvl9pPr marL="5486263" lvl="8" indent="-406390">
              <a:spcBef>
                <a:spcPts val="0"/>
              </a:spcBef>
              <a:spcAft>
                <a:spcPts val="0"/>
              </a:spcAft>
              <a:buClr>
                <a:srgbClr val="555555"/>
              </a:buClr>
              <a:buSzPts val="1200"/>
              <a:buFont typeface="Lato"/>
              <a:buChar char="■"/>
              <a:defRPr>
                <a:solidFill>
                  <a:schemeClr val="lt2"/>
                </a:solidFill>
              </a:defRPr>
            </a:lvl9pPr>
          </a:lstStyle>
          <a:p>
            <a:endParaRPr/>
          </a:p>
        </p:txBody>
      </p:sp>
    </p:spTree>
    <p:extLst>
      <p:ext uri="{BB962C8B-B14F-4D97-AF65-F5344CB8AC3E}">
        <p14:creationId xmlns:p14="http://schemas.microsoft.com/office/powerpoint/2010/main" val="536397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0"/>
        <p:cNvGrpSpPr/>
        <p:nvPr/>
      </p:nvGrpSpPr>
      <p:grpSpPr>
        <a:xfrm>
          <a:off x="0" y="0"/>
          <a:ext cx="0" cy="0"/>
          <a:chOff x="0" y="0"/>
          <a:chExt cx="0" cy="0"/>
        </a:xfrm>
      </p:grpSpPr>
      <p:sp>
        <p:nvSpPr>
          <p:cNvPr id="71" name="Google Shape;71;p5"/>
          <p:cNvSpPr txBox="1">
            <a:spLocks noGrp="1"/>
          </p:cNvSpPr>
          <p:nvPr>
            <p:ph type="subTitle" idx="1"/>
          </p:nvPr>
        </p:nvSpPr>
        <p:spPr>
          <a:xfrm>
            <a:off x="2149000"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2" name="Google Shape;72;p5"/>
          <p:cNvSpPr txBox="1">
            <a:spLocks noGrp="1"/>
          </p:cNvSpPr>
          <p:nvPr>
            <p:ph type="subTitle" idx="2"/>
          </p:nvPr>
        </p:nvSpPr>
        <p:spPr>
          <a:xfrm>
            <a:off x="6383333"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3" name="Google Shape;73;p5"/>
          <p:cNvSpPr txBox="1">
            <a:spLocks noGrp="1"/>
          </p:cNvSpPr>
          <p:nvPr>
            <p:ph type="title"/>
          </p:nvPr>
        </p:nvSpPr>
        <p:spPr>
          <a:xfrm>
            <a:off x="1432200" y="512133"/>
            <a:ext cx="9327600" cy="7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4" name="Google Shape;74;p5"/>
          <p:cNvSpPr txBox="1">
            <a:spLocks noGrp="1"/>
          </p:cNvSpPr>
          <p:nvPr>
            <p:ph type="subTitle" idx="3"/>
          </p:nvPr>
        </p:nvSpPr>
        <p:spPr>
          <a:xfrm>
            <a:off x="2149000"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75" name="Google Shape;75;p5"/>
          <p:cNvSpPr txBox="1">
            <a:spLocks noGrp="1"/>
          </p:cNvSpPr>
          <p:nvPr>
            <p:ph type="subTitle" idx="4"/>
          </p:nvPr>
        </p:nvSpPr>
        <p:spPr>
          <a:xfrm>
            <a:off x="6383333"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76" name="Google Shape;76;p5"/>
          <p:cNvGrpSpPr/>
          <p:nvPr/>
        </p:nvGrpSpPr>
        <p:grpSpPr>
          <a:xfrm>
            <a:off x="10752823" y="-386521"/>
            <a:ext cx="2290248" cy="2290800"/>
            <a:chOff x="1347125" y="349025"/>
            <a:chExt cx="4978800" cy="4980000"/>
          </a:xfrm>
        </p:grpSpPr>
        <p:sp>
          <p:nvSpPr>
            <p:cNvPr id="77" name="Google Shape;77;p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5"/>
          <p:cNvSpPr/>
          <p:nvPr/>
        </p:nvSpPr>
        <p:spPr>
          <a:xfrm rot="-6727045">
            <a:off x="-2802446"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5"/>
          <p:cNvSpPr/>
          <p:nvPr/>
        </p:nvSpPr>
        <p:spPr>
          <a:xfrm>
            <a:off x="1814800"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43535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101"/>
        <p:cNvGrpSpPr/>
        <p:nvPr/>
      </p:nvGrpSpPr>
      <p:grpSpPr>
        <a:xfrm>
          <a:off x="0" y="0"/>
          <a:ext cx="0" cy="0"/>
          <a:chOff x="0" y="0"/>
          <a:chExt cx="0" cy="0"/>
        </a:xfrm>
      </p:grpSpPr>
      <p:sp>
        <p:nvSpPr>
          <p:cNvPr id="102" name="Google Shape;102;p6"/>
          <p:cNvSpPr/>
          <p:nvPr/>
        </p:nvSpPr>
        <p:spPr>
          <a:xfrm>
            <a:off x="7517159" y="-15"/>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6"/>
          <p:cNvSpPr txBox="1">
            <a:spLocks noGrp="1"/>
          </p:cNvSpPr>
          <p:nvPr>
            <p:ph type="title"/>
          </p:nvPr>
        </p:nvSpPr>
        <p:spPr>
          <a:xfrm>
            <a:off x="950967" y="2484151"/>
            <a:ext cx="4464400" cy="1122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6667">
                <a:solidFill>
                  <a:schemeClr val="accent5"/>
                </a:solidFill>
              </a:defRPr>
            </a:lvl1pPr>
            <a:lvl2pPr lvl="1" rtl="0">
              <a:spcBef>
                <a:spcPts val="0"/>
              </a:spcBef>
              <a:spcAft>
                <a:spcPts val="0"/>
              </a:spcAft>
              <a:buClr>
                <a:schemeClr val="accent5"/>
              </a:buClr>
              <a:buSzPts val="3600"/>
              <a:buNone/>
              <a:defRPr sz="4800">
                <a:solidFill>
                  <a:schemeClr val="accent5"/>
                </a:solidFill>
              </a:defRPr>
            </a:lvl2pPr>
            <a:lvl3pPr lvl="2" rtl="0">
              <a:spcBef>
                <a:spcPts val="0"/>
              </a:spcBef>
              <a:spcAft>
                <a:spcPts val="0"/>
              </a:spcAft>
              <a:buClr>
                <a:schemeClr val="accent5"/>
              </a:buClr>
              <a:buSzPts val="3600"/>
              <a:buNone/>
              <a:defRPr sz="4800">
                <a:solidFill>
                  <a:schemeClr val="accent5"/>
                </a:solidFill>
              </a:defRPr>
            </a:lvl3pPr>
            <a:lvl4pPr lvl="3" rtl="0">
              <a:spcBef>
                <a:spcPts val="0"/>
              </a:spcBef>
              <a:spcAft>
                <a:spcPts val="0"/>
              </a:spcAft>
              <a:buClr>
                <a:schemeClr val="accent5"/>
              </a:buClr>
              <a:buSzPts val="3600"/>
              <a:buNone/>
              <a:defRPr sz="4800">
                <a:solidFill>
                  <a:schemeClr val="accent5"/>
                </a:solidFill>
              </a:defRPr>
            </a:lvl4pPr>
            <a:lvl5pPr lvl="4" rtl="0">
              <a:spcBef>
                <a:spcPts val="0"/>
              </a:spcBef>
              <a:spcAft>
                <a:spcPts val="0"/>
              </a:spcAft>
              <a:buClr>
                <a:schemeClr val="accent5"/>
              </a:buClr>
              <a:buSzPts val="3600"/>
              <a:buNone/>
              <a:defRPr sz="4800">
                <a:solidFill>
                  <a:schemeClr val="accent5"/>
                </a:solidFill>
              </a:defRPr>
            </a:lvl5pPr>
            <a:lvl6pPr lvl="5" rtl="0">
              <a:spcBef>
                <a:spcPts val="0"/>
              </a:spcBef>
              <a:spcAft>
                <a:spcPts val="0"/>
              </a:spcAft>
              <a:buClr>
                <a:schemeClr val="accent5"/>
              </a:buClr>
              <a:buSzPts val="3600"/>
              <a:buNone/>
              <a:defRPr sz="4800">
                <a:solidFill>
                  <a:schemeClr val="accent5"/>
                </a:solidFill>
              </a:defRPr>
            </a:lvl6pPr>
            <a:lvl7pPr lvl="6" rtl="0">
              <a:spcBef>
                <a:spcPts val="0"/>
              </a:spcBef>
              <a:spcAft>
                <a:spcPts val="0"/>
              </a:spcAft>
              <a:buClr>
                <a:schemeClr val="accent5"/>
              </a:buClr>
              <a:buSzPts val="3600"/>
              <a:buNone/>
              <a:defRPr sz="4800">
                <a:solidFill>
                  <a:schemeClr val="accent5"/>
                </a:solidFill>
              </a:defRPr>
            </a:lvl7pPr>
            <a:lvl8pPr lvl="7" rtl="0">
              <a:spcBef>
                <a:spcPts val="0"/>
              </a:spcBef>
              <a:spcAft>
                <a:spcPts val="0"/>
              </a:spcAft>
              <a:buClr>
                <a:schemeClr val="accent5"/>
              </a:buClr>
              <a:buSzPts val="3600"/>
              <a:buNone/>
              <a:defRPr sz="4800">
                <a:solidFill>
                  <a:schemeClr val="accent5"/>
                </a:solidFill>
              </a:defRPr>
            </a:lvl8pPr>
            <a:lvl9pPr lvl="8" rtl="0">
              <a:spcBef>
                <a:spcPts val="0"/>
              </a:spcBef>
              <a:spcAft>
                <a:spcPts val="0"/>
              </a:spcAft>
              <a:buClr>
                <a:schemeClr val="accent5"/>
              </a:buClr>
              <a:buSzPts val="3600"/>
              <a:buNone/>
              <a:defRPr sz="4800">
                <a:solidFill>
                  <a:schemeClr val="accent5"/>
                </a:solidFill>
              </a:defRPr>
            </a:lvl9pPr>
          </a:lstStyle>
          <a:p>
            <a:endParaRPr/>
          </a:p>
        </p:txBody>
      </p:sp>
      <p:sp>
        <p:nvSpPr>
          <p:cNvPr id="104" name="Google Shape;104;p6"/>
          <p:cNvSpPr txBox="1">
            <a:spLocks noGrp="1"/>
          </p:cNvSpPr>
          <p:nvPr>
            <p:ph type="subTitle" idx="1"/>
          </p:nvPr>
        </p:nvSpPr>
        <p:spPr>
          <a:xfrm>
            <a:off x="927400" y="3584184"/>
            <a:ext cx="4464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6442270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960000" y="720000"/>
            <a:ext cx="4464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rgbClr val="00BBC1"/>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107" name="Google Shape;107;p7"/>
          <p:cNvSpPr txBox="1">
            <a:spLocks noGrp="1"/>
          </p:cNvSpPr>
          <p:nvPr>
            <p:ph type="subTitle" idx="1"/>
          </p:nvPr>
        </p:nvSpPr>
        <p:spPr>
          <a:xfrm>
            <a:off x="996200" y="1842400"/>
            <a:ext cx="4392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a:solidFill>
                  <a:srgbClr val="343434"/>
                </a:solidFill>
              </a:defRPr>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98489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923800" y="1925651"/>
            <a:ext cx="5088000" cy="177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6667">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110" name="Google Shape;110;p8"/>
          <p:cNvSpPr txBox="1">
            <a:spLocks noGrp="1"/>
          </p:cNvSpPr>
          <p:nvPr>
            <p:ph type="subTitle" idx="1"/>
          </p:nvPr>
        </p:nvSpPr>
        <p:spPr>
          <a:xfrm>
            <a:off x="923800" y="3875533"/>
            <a:ext cx="5088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Tree>
    <p:extLst>
      <p:ext uri="{BB962C8B-B14F-4D97-AF65-F5344CB8AC3E}">
        <p14:creationId xmlns:p14="http://schemas.microsoft.com/office/powerpoint/2010/main" val="1506253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6"/>
        <p:cNvGrpSpPr/>
        <p:nvPr/>
      </p:nvGrpSpPr>
      <p:grpSpPr>
        <a:xfrm>
          <a:off x="0" y="0"/>
          <a:ext cx="0" cy="0"/>
          <a:chOff x="0" y="0"/>
          <a:chExt cx="0" cy="0"/>
        </a:xfrm>
      </p:grpSpPr>
      <p:grpSp>
        <p:nvGrpSpPr>
          <p:cNvPr id="117" name="Google Shape;117;p10"/>
          <p:cNvGrpSpPr/>
          <p:nvPr/>
        </p:nvGrpSpPr>
        <p:grpSpPr>
          <a:xfrm>
            <a:off x="10752823" y="481579"/>
            <a:ext cx="2290248" cy="2290800"/>
            <a:chOff x="1347125" y="349025"/>
            <a:chExt cx="4978800" cy="4980000"/>
          </a:xfrm>
        </p:grpSpPr>
        <p:sp>
          <p:nvSpPr>
            <p:cNvPr id="118" name="Google Shape;118;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0" name="Google Shape;140;p10"/>
          <p:cNvSpPr/>
          <p:nvPr/>
        </p:nvSpPr>
        <p:spPr>
          <a:xfrm>
            <a:off x="-2567499" y="-3738266"/>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1" name="Google Shape;141;p10"/>
          <p:cNvGrpSpPr/>
          <p:nvPr/>
        </p:nvGrpSpPr>
        <p:grpSpPr>
          <a:xfrm>
            <a:off x="589253" y="264531"/>
            <a:ext cx="1013684" cy="1013928"/>
            <a:chOff x="1347125" y="349025"/>
            <a:chExt cx="4978800" cy="4980000"/>
          </a:xfrm>
        </p:grpSpPr>
        <p:sp>
          <p:nvSpPr>
            <p:cNvPr id="142" name="Google Shape;142;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4" name="Google Shape;164;p10"/>
          <p:cNvSpPr/>
          <p:nvPr/>
        </p:nvSpPr>
        <p:spPr>
          <a:xfrm>
            <a:off x="-131033" y="2139367"/>
            <a:ext cx="344400" cy="3444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10"/>
          <p:cNvSpPr/>
          <p:nvPr/>
        </p:nvSpPr>
        <p:spPr>
          <a:xfrm>
            <a:off x="-65467" y="1640700"/>
            <a:ext cx="213200" cy="2132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10"/>
          <p:cNvSpPr txBox="1">
            <a:spLocks noGrp="1"/>
          </p:cNvSpPr>
          <p:nvPr>
            <p:ph type="title"/>
          </p:nvPr>
        </p:nvSpPr>
        <p:spPr>
          <a:xfrm>
            <a:off x="3161400" y="3835033"/>
            <a:ext cx="58692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solidFill>
                  <a:schemeClr val="accent5"/>
                </a:solidFill>
              </a:defRPr>
            </a:lvl1pPr>
            <a:lvl2pPr lvl="1" algn="r" rtl="0">
              <a:spcBef>
                <a:spcPts val="0"/>
              </a:spcBef>
              <a:spcAft>
                <a:spcPts val="0"/>
              </a:spcAft>
              <a:buNone/>
              <a:defRPr sz="3600">
                <a:solidFill>
                  <a:schemeClr val="accent5"/>
                </a:solidFill>
              </a:defRPr>
            </a:lvl2pPr>
            <a:lvl3pPr lvl="2" algn="r" rtl="0">
              <a:spcBef>
                <a:spcPts val="0"/>
              </a:spcBef>
              <a:spcAft>
                <a:spcPts val="0"/>
              </a:spcAft>
              <a:buNone/>
              <a:defRPr sz="3600">
                <a:solidFill>
                  <a:schemeClr val="accent5"/>
                </a:solidFill>
              </a:defRPr>
            </a:lvl3pPr>
            <a:lvl4pPr lvl="3" algn="r" rtl="0">
              <a:spcBef>
                <a:spcPts val="0"/>
              </a:spcBef>
              <a:spcAft>
                <a:spcPts val="0"/>
              </a:spcAft>
              <a:buNone/>
              <a:defRPr sz="3600">
                <a:solidFill>
                  <a:schemeClr val="accent5"/>
                </a:solidFill>
              </a:defRPr>
            </a:lvl4pPr>
            <a:lvl5pPr lvl="4" algn="r" rtl="0">
              <a:spcBef>
                <a:spcPts val="0"/>
              </a:spcBef>
              <a:spcAft>
                <a:spcPts val="0"/>
              </a:spcAft>
              <a:buNone/>
              <a:defRPr sz="3600">
                <a:solidFill>
                  <a:schemeClr val="accent5"/>
                </a:solidFill>
              </a:defRPr>
            </a:lvl5pPr>
            <a:lvl6pPr lvl="5" algn="r" rtl="0">
              <a:spcBef>
                <a:spcPts val="0"/>
              </a:spcBef>
              <a:spcAft>
                <a:spcPts val="0"/>
              </a:spcAft>
              <a:buNone/>
              <a:defRPr sz="3600">
                <a:solidFill>
                  <a:schemeClr val="accent5"/>
                </a:solidFill>
              </a:defRPr>
            </a:lvl6pPr>
            <a:lvl7pPr lvl="6" algn="r" rtl="0">
              <a:spcBef>
                <a:spcPts val="0"/>
              </a:spcBef>
              <a:spcAft>
                <a:spcPts val="0"/>
              </a:spcAft>
              <a:buNone/>
              <a:defRPr sz="3600">
                <a:solidFill>
                  <a:schemeClr val="accent5"/>
                </a:solidFill>
              </a:defRPr>
            </a:lvl7pPr>
            <a:lvl8pPr lvl="7" algn="r" rtl="0">
              <a:spcBef>
                <a:spcPts val="0"/>
              </a:spcBef>
              <a:spcAft>
                <a:spcPts val="0"/>
              </a:spcAft>
              <a:buNone/>
              <a:defRPr sz="3600">
                <a:solidFill>
                  <a:schemeClr val="accent5"/>
                </a:solidFill>
              </a:defRPr>
            </a:lvl8pPr>
            <a:lvl9pPr lvl="8" algn="r" rtl="0">
              <a:spcBef>
                <a:spcPts val="0"/>
              </a:spcBef>
              <a:spcAft>
                <a:spcPts val="0"/>
              </a:spcAft>
              <a:buNone/>
              <a:defRPr sz="3600">
                <a:solidFill>
                  <a:schemeClr val="accent5"/>
                </a:solidFill>
              </a:defRPr>
            </a:lvl9pPr>
          </a:lstStyle>
          <a:p>
            <a:endParaRPr/>
          </a:p>
        </p:txBody>
      </p:sp>
      <p:sp>
        <p:nvSpPr>
          <p:cNvPr id="167" name="Google Shape;167;p10"/>
          <p:cNvSpPr txBox="1">
            <a:spLocks noGrp="1"/>
          </p:cNvSpPr>
          <p:nvPr>
            <p:ph type="subTitle" idx="1"/>
          </p:nvPr>
        </p:nvSpPr>
        <p:spPr>
          <a:xfrm>
            <a:off x="3161300" y="2463900"/>
            <a:ext cx="5869200" cy="1212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a:lvl1pPr>
            <a:lvl2pPr lvl="1" rtl="0">
              <a:spcBef>
                <a:spcPts val="0"/>
              </a:spcBef>
              <a:spcAft>
                <a:spcPts val="0"/>
              </a:spcAft>
              <a:buNone/>
              <a:defRPr sz="2267"/>
            </a:lvl2pPr>
            <a:lvl3pPr lvl="2" rtl="0">
              <a:spcBef>
                <a:spcPts val="0"/>
              </a:spcBef>
              <a:spcAft>
                <a:spcPts val="0"/>
              </a:spcAft>
              <a:buNone/>
              <a:defRPr sz="2267"/>
            </a:lvl3pPr>
            <a:lvl4pPr lvl="3" rtl="0">
              <a:spcBef>
                <a:spcPts val="0"/>
              </a:spcBef>
              <a:spcAft>
                <a:spcPts val="0"/>
              </a:spcAft>
              <a:buNone/>
              <a:defRPr sz="2267"/>
            </a:lvl4pPr>
            <a:lvl5pPr lvl="4" rtl="0">
              <a:spcBef>
                <a:spcPts val="0"/>
              </a:spcBef>
              <a:spcAft>
                <a:spcPts val="0"/>
              </a:spcAft>
              <a:buNone/>
              <a:defRPr sz="2267"/>
            </a:lvl5pPr>
            <a:lvl6pPr lvl="5" rtl="0">
              <a:spcBef>
                <a:spcPts val="0"/>
              </a:spcBef>
              <a:spcAft>
                <a:spcPts val="0"/>
              </a:spcAft>
              <a:buNone/>
              <a:defRPr sz="2267"/>
            </a:lvl6pPr>
            <a:lvl7pPr lvl="6" rtl="0">
              <a:spcBef>
                <a:spcPts val="0"/>
              </a:spcBef>
              <a:spcAft>
                <a:spcPts val="0"/>
              </a:spcAft>
              <a:buNone/>
              <a:defRPr sz="2267"/>
            </a:lvl7pPr>
            <a:lvl8pPr lvl="7" rtl="0">
              <a:spcBef>
                <a:spcPts val="0"/>
              </a:spcBef>
              <a:spcAft>
                <a:spcPts val="0"/>
              </a:spcAft>
              <a:buNone/>
              <a:defRPr sz="2267"/>
            </a:lvl8pPr>
            <a:lvl9pPr lvl="8" rtl="0">
              <a:spcBef>
                <a:spcPts val="0"/>
              </a:spcBef>
              <a:spcAft>
                <a:spcPts val="0"/>
              </a:spcAft>
              <a:buNone/>
              <a:defRPr sz="2267"/>
            </a:lvl9pPr>
          </a:lstStyle>
          <a:p>
            <a:endParaRPr/>
          </a:p>
        </p:txBody>
      </p:sp>
    </p:spTree>
    <p:extLst>
      <p:ext uri="{BB962C8B-B14F-4D97-AF65-F5344CB8AC3E}">
        <p14:creationId xmlns:p14="http://schemas.microsoft.com/office/powerpoint/2010/main" val="417733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68"/>
        <p:cNvGrpSpPr/>
        <p:nvPr/>
      </p:nvGrpSpPr>
      <p:grpSpPr>
        <a:xfrm>
          <a:off x="0" y="0"/>
          <a:ext cx="0" cy="0"/>
          <a:chOff x="0" y="0"/>
          <a:chExt cx="0" cy="0"/>
        </a:xfrm>
      </p:grpSpPr>
      <p:sp>
        <p:nvSpPr>
          <p:cNvPr id="169" name="Google Shape;169;p11"/>
          <p:cNvSpPr txBox="1">
            <a:spLocks noGrp="1"/>
          </p:cNvSpPr>
          <p:nvPr>
            <p:ph type="title" hasCustomPrompt="1"/>
          </p:nvPr>
        </p:nvSpPr>
        <p:spPr>
          <a:xfrm>
            <a:off x="415600" y="2380833"/>
            <a:ext cx="11360800" cy="153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7210"/>
              </a:buClr>
              <a:buSzPts val="12000"/>
              <a:buNone/>
              <a:defRPr sz="9333">
                <a:solidFill>
                  <a:schemeClr val="accent2"/>
                </a:solidFill>
              </a:defRPr>
            </a:lvl1pPr>
            <a:lvl2pPr lvl="1" algn="ctr" rtl="0">
              <a:spcBef>
                <a:spcPts val="0"/>
              </a:spcBef>
              <a:spcAft>
                <a:spcPts val="0"/>
              </a:spcAft>
              <a:buClr>
                <a:srgbClr val="FF7210"/>
              </a:buClr>
              <a:buSzPts val="12000"/>
              <a:buNone/>
              <a:defRPr sz="16000">
                <a:solidFill>
                  <a:srgbClr val="FF7210"/>
                </a:solidFill>
              </a:defRPr>
            </a:lvl2pPr>
            <a:lvl3pPr lvl="2" algn="ctr" rtl="0">
              <a:spcBef>
                <a:spcPts val="0"/>
              </a:spcBef>
              <a:spcAft>
                <a:spcPts val="0"/>
              </a:spcAft>
              <a:buClr>
                <a:srgbClr val="FF7210"/>
              </a:buClr>
              <a:buSzPts val="12000"/>
              <a:buNone/>
              <a:defRPr sz="16000">
                <a:solidFill>
                  <a:srgbClr val="FF7210"/>
                </a:solidFill>
              </a:defRPr>
            </a:lvl3pPr>
            <a:lvl4pPr lvl="3" algn="ctr" rtl="0">
              <a:spcBef>
                <a:spcPts val="0"/>
              </a:spcBef>
              <a:spcAft>
                <a:spcPts val="0"/>
              </a:spcAft>
              <a:buClr>
                <a:srgbClr val="FF7210"/>
              </a:buClr>
              <a:buSzPts val="12000"/>
              <a:buNone/>
              <a:defRPr sz="16000">
                <a:solidFill>
                  <a:srgbClr val="FF7210"/>
                </a:solidFill>
              </a:defRPr>
            </a:lvl4pPr>
            <a:lvl5pPr lvl="4" algn="ctr" rtl="0">
              <a:spcBef>
                <a:spcPts val="0"/>
              </a:spcBef>
              <a:spcAft>
                <a:spcPts val="0"/>
              </a:spcAft>
              <a:buClr>
                <a:srgbClr val="FF7210"/>
              </a:buClr>
              <a:buSzPts val="12000"/>
              <a:buNone/>
              <a:defRPr sz="16000">
                <a:solidFill>
                  <a:srgbClr val="FF7210"/>
                </a:solidFill>
              </a:defRPr>
            </a:lvl5pPr>
            <a:lvl6pPr lvl="5" algn="ctr" rtl="0">
              <a:spcBef>
                <a:spcPts val="0"/>
              </a:spcBef>
              <a:spcAft>
                <a:spcPts val="0"/>
              </a:spcAft>
              <a:buClr>
                <a:srgbClr val="FF7210"/>
              </a:buClr>
              <a:buSzPts val="12000"/>
              <a:buNone/>
              <a:defRPr sz="16000">
                <a:solidFill>
                  <a:srgbClr val="FF7210"/>
                </a:solidFill>
              </a:defRPr>
            </a:lvl6pPr>
            <a:lvl7pPr lvl="6" algn="ctr" rtl="0">
              <a:spcBef>
                <a:spcPts val="0"/>
              </a:spcBef>
              <a:spcAft>
                <a:spcPts val="0"/>
              </a:spcAft>
              <a:buClr>
                <a:srgbClr val="FF7210"/>
              </a:buClr>
              <a:buSzPts val="12000"/>
              <a:buNone/>
              <a:defRPr sz="16000">
                <a:solidFill>
                  <a:srgbClr val="FF7210"/>
                </a:solidFill>
              </a:defRPr>
            </a:lvl7pPr>
            <a:lvl8pPr lvl="7" algn="ctr" rtl="0">
              <a:spcBef>
                <a:spcPts val="0"/>
              </a:spcBef>
              <a:spcAft>
                <a:spcPts val="0"/>
              </a:spcAft>
              <a:buClr>
                <a:srgbClr val="FF7210"/>
              </a:buClr>
              <a:buSzPts val="12000"/>
              <a:buNone/>
              <a:defRPr sz="16000">
                <a:solidFill>
                  <a:srgbClr val="FF7210"/>
                </a:solidFill>
              </a:defRPr>
            </a:lvl8pPr>
            <a:lvl9pPr lvl="8" algn="ctr" rtl="0">
              <a:spcBef>
                <a:spcPts val="0"/>
              </a:spcBef>
              <a:spcAft>
                <a:spcPts val="0"/>
              </a:spcAft>
              <a:buClr>
                <a:srgbClr val="FF7210"/>
              </a:buClr>
              <a:buSzPts val="12000"/>
              <a:buNone/>
              <a:defRPr sz="16000">
                <a:solidFill>
                  <a:srgbClr val="FF7210"/>
                </a:solidFill>
              </a:defRPr>
            </a:lvl9pPr>
          </a:lstStyle>
          <a:p>
            <a:r>
              <a:t>xx%</a:t>
            </a:r>
          </a:p>
        </p:txBody>
      </p:sp>
      <p:sp>
        <p:nvSpPr>
          <p:cNvPr id="170" name="Google Shape;170;p11"/>
          <p:cNvSpPr txBox="1">
            <a:spLocks noGrp="1"/>
          </p:cNvSpPr>
          <p:nvPr>
            <p:ph type="subTitle" idx="1"/>
          </p:nvPr>
        </p:nvSpPr>
        <p:spPr>
          <a:xfrm>
            <a:off x="3350467" y="3767167"/>
            <a:ext cx="5491200" cy="71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171" name="Google Shape;171;p11"/>
          <p:cNvSpPr/>
          <p:nvPr/>
        </p:nvSpPr>
        <p:spPr>
          <a:xfrm>
            <a:off x="10360799" y="-7044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2" name="Google Shape;172;p11"/>
          <p:cNvGrpSpPr/>
          <p:nvPr/>
        </p:nvGrpSpPr>
        <p:grpSpPr>
          <a:xfrm>
            <a:off x="-511377" y="5320745"/>
            <a:ext cx="2290248" cy="2290800"/>
            <a:chOff x="1347125" y="349025"/>
            <a:chExt cx="4978800" cy="4980000"/>
          </a:xfrm>
        </p:grpSpPr>
        <p:sp>
          <p:nvSpPr>
            <p:cNvPr id="173" name="Google Shape;173;p1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1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1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1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1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1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1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1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1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1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1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1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1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1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1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1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1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1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1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 name="Google Shape;195;p11"/>
          <p:cNvSpPr/>
          <p:nvPr/>
        </p:nvSpPr>
        <p:spPr>
          <a:xfrm>
            <a:off x="1322333" y="5320733"/>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1"/>
          <p:cNvSpPr/>
          <p:nvPr/>
        </p:nvSpPr>
        <p:spPr>
          <a:xfrm>
            <a:off x="205400" y="4477157"/>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1"/>
          <p:cNvSpPr/>
          <p:nvPr/>
        </p:nvSpPr>
        <p:spPr>
          <a:xfrm>
            <a:off x="9585367" y="328029"/>
            <a:ext cx="311200" cy="311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1"/>
          <p:cNvSpPr/>
          <p:nvPr/>
        </p:nvSpPr>
        <p:spPr>
          <a:xfrm>
            <a:off x="11805200" y="639232"/>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34890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9"/>
        <p:cNvGrpSpPr/>
        <p:nvPr/>
      </p:nvGrpSpPr>
      <p:grpSpPr>
        <a:xfrm>
          <a:off x="0" y="0"/>
          <a:ext cx="0" cy="0"/>
          <a:chOff x="0" y="0"/>
          <a:chExt cx="0" cy="0"/>
        </a:xfrm>
      </p:grpSpPr>
    </p:spTree>
    <p:extLst>
      <p:ext uri="{BB962C8B-B14F-4D97-AF65-F5344CB8AC3E}">
        <p14:creationId xmlns:p14="http://schemas.microsoft.com/office/powerpoint/2010/main" val="4176954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00"/>
        <p:cNvGrpSpPr/>
        <p:nvPr/>
      </p:nvGrpSpPr>
      <p:grpSpPr>
        <a:xfrm>
          <a:off x="0" y="0"/>
          <a:ext cx="0" cy="0"/>
          <a:chOff x="0" y="0"/>
          <a:chExt cx="0" cy="0"/>
        </a:xfrm>
      </p:grpSpPr>
    </p:spTree>
    <p:extLst>
      <p:ext uri="{BB962C8B-B14F-4D97-AF65-F5344CB8AC3E}">
        <p14:creationId xmlns:p14="http://schemas.microsoft.com/office/powerpoint/2010/main" val="2511626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201"/>
        <p:cNvGrpSpPr/>
        <p:nvPr/>
      </p:nvGrpSpPr>
      <p:grpSpPr>
        <a:xfrm>
          <a:off x="0" y="0"/>
          <a:ext cx="0" cy="0"/>
          <a:chOff x="0" y="0"/>
          <a:chExt cx="0" cy="0"/>
        </a:xfrm>
      </p:grpSpPr>
    </p:spTree>
    <p:extLst>
      <p:ext uri="{BB962C8B-B14F-4D97-AF65-F5344CB8AC3E}">
        <p14:creationId xmlns:p14="http://schemas.microsoft.com/office/powerpoint/2010/main" val="770735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mp; text">
  <p:cSld name="Title &amp; text">
    <p:spTree>
      <p:nvGrpSpPr>
        <p:cNvPr id="1" name="Shape 275"/>
        <p:cNvGrpSpPr/>
        <p:nvPr/>
      </p:nvGrpSpPr>
      <p:grpSpPr>
        <a:xfrm>
          <a:off x="0" y="0"/>
          <a:ext cx="0" cy="0"/>
          <a:chOff x="0" y="0"/>
          <a:chExt cx="0" cy="0"/>
        </a:xfrm>
      </p:grpSpPr>
      <p:sp>
        <p:nvSpPr>
          <p:cNvPr id="276" name="Google Shape;276;p17"/>
          <p:cNvSpPr/>
          <p:nvPr/>
        </p:nvSpPr>
        <p:spPr>
          <a:xfrm flipH="1">
            <a:off x="-8"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7" name="Google Shape;277;p17"/>
          <p:cNvSpPr txBox="1">
            <a:spLocks noGrp="1"/>
          </p:cNvSpPr>
          <p:nvPr>
            <p:ph type="title"/>
          </p:nvPr>
        </p:nvSpPr>
        <p:spPr>
          <a:xfrm>
            <a:off x="6767600" y="1615401"/>
            <a:ext cx="4464400" cy="1744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278" name="Google Shape;278;p17"/>
          <p:cNvSpPr txBox="1">
            <a:spLocks noGrp="1"/>
          </p:cNvSpPr>
          <p:nvPr>
            <p:ph type="subTitle" idx="1"/>
          </p:nvPr>
        </p:nvSpPr>
        <p:spPr>
          <a:xfrm>
            <a:off x="6767600" y="3359400"/>
            <a:ext cx="4054400" cy="10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4289755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Image">
  <p:cSld name="Background Image">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6963600" y="4229800"/>
            <a:ext cx="4268400" cy="135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24624596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ly title 3">
  <p:cSld name="Only title 3">
    <p:spTree>
      <p:nvGrpSpPr>
        <p:cNvPr id="1" name="Shape 332"/>
        <p:cNvGrpSpPr/>
        <p:nvPr/>
      </p:nvGrpSpPr>
      <p:grpSpPr>
        <a:xfrm>
          <a:off x="0" y="0"/>
          <a:ext cx="0" cy="0"/>
          <a:chOff x="0" y="0"/>
          <a:chExt cx="0" cy="0"/>
        </a:xfrm>
      </p:grpSpPr>
      <p:sp>
        <p:nvSpPr>
          <p:cNvPr id="333" name="Google Shape;333;p2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grpSp>
        <p:nvGrpSpPr>
          <p:cNvPr id="334" name="Google Shape;334;p20"/>
          <p:cNvGrpSpPr/>
          <p:nvPr/>
        </p:nvGrpSpPr>
        <p:grpSpPr>
          <a:xfrm>
            <a:off x="10626389" y="5072912"/>
            <a:ext cx="2290248" cy="2290800"/>
            <a:chOff x="1347125" y="349025"/>
            <a:chExt cx="4978800" cy="4980000"/>
          </a:xfrm>
        </p:grpSpPr>
        <p:sp>
          <p:nvSpPr>
            <p:cNvPr id="335" name="Google Shape;335;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7" name="Google Shape;357;p20"/>
          <p:cNvGrpSpPr/>
          <p:nvPr/>
        </p:nvGrpSpPr>
        <p:grpSpPr>
          <a:xfrm>
            <a:off x="-53681" y="-358003"/>
            <a:ext cx="1013684" cy="1013928"/>
            <a:chOff x="1347125" y="349025"/>
            <a:chExt cx="4978800" cy="4980000"/>
          </a:xfrm>
        </p:grpSpPr>
        <p:sp>
          <p:nvSpPr>
            <p:cNvPr id="358" name="Google Shape;358;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80" name="Google Shape;380;p20"/>
          <p:cNvSpPr/>
          <p:nvPr/>
        </p:nvSpPr>
        <p:spPr>
          <a:xfrm>
            <a:off x="11522700" y="48728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1" name="Google Shape;381;p20"/>
          <p:cNvSpPr/>
          <p:nvPr/>
        </p:nvSpPr>
        <p:spPr>
          <a:xfrm>
            <a:off x="187467" y="506800"/>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2" name="Google Shape;382;p20"/>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3" name="Google Shape;383;p20"/>
          <p:cNvSpPr txBox="1">
            <a:spLocks noGrp="1"/>
          </p:cNvSpPr>
          <p:nvPr>
            <p:ph type="title"/>
          </p:nvPr>
        </p:nvSpPr>
        <p:spPr>
          <a:xfrm>
            <a:off x="1432200" y="512064"/>
            <a:ext cx="9327600" cy="5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36827617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mp; text">
  <p:cSld name="Numbers &amp; text">
    <p:bg>
      <p:bgPr>
        <a:solidFill>
          <a:schemeClr val="accent1"/>
        </a:solidFill>
        <a:effectLst/>
      </p:bgPr>
    </p:bg>
    <p:spTree>
      <p:nvGrpSpPr>
        <p:cNvPr id="1" name="Shape 384"/>
        <p:cNvGrpSpPr/>
        <p:nvPr/>
      </p:nvGrpSpPr>
      <p:grpSpPr>
        <a:xfrm>
          <a:off x="0" y="0"/>
          <a:ext cx="0" cy="0"/>
          <a:chOff x="0" y="0"/>
          <a:chExt cx="0" cy="0"/>
        </a:xfrm>
      </p:grpSpPr>
      <p:sp>
        <p:nvSpPr>
          <p:cNvPr id="385" name="Google Shape;385;p21"/>
          <p:cNvSpPr txBox="1">
            <a:spLocks noGrp="1"/>
          </p:cNvSpPr>
          <p:nvPr>
            <p:ph type="title" hasCustomPrompt="1"/>
          </p:nvPr>
        </p:nvSpPr>
        <p:spPr>
          <a:xfrm>
            <a:off x="415600" y="28171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6" name="Google Shape;386;p21"/>
          <p:cNvSpPr txBox="1">
            <a:spLocks noGrp="1"/>
          </p:cNvSpPr>
          <p:nvPr>
            <p:ph type="subTitle" idx="1"/>
          </p:nvPr>
        </p:nvSpPr>
        <p:spPr>
          <a:xfrm>
            <a:off x="3122000" y="35160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7" name="Google Shape;387;p21"/>
          <p:cNvSpPr txBox="1">
            <a:spLocks noGrp="1"/>
          </p:cNvSpPr>
          <p:nvPr>
            <p:ph type="title" idx="2" hasCustomPrompt="1"/>
          </p:nvPr>
        </p:nvSpPr>
        <p:spPr>
          <a:xfrm>
            <a:off x="415600" y="1343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8" name="Google Shape;388;p21"/>
          <p:cNvSpPr txBox="1">
            <a:spLocks noGrp="1"/>
          </p:cNvSpPr>
          <p:nvPr>
            <p:ph type="subTitle" idx="3"/>
          </p:nvPr>
        </p:nvSpPr>
        <p:spPr>
          <a:xfrm>
            <a:off x="3122000" y="2042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9" name="Google Shape;389;p21"/>
          <p:cNvSpPr txBox="1">
            <a:spLocks noGrp="1"/>
          </p:cNvSpPr>
          <p:nvPr>
            <p:ph type="title" idx="4" hasCustomPrompt="1"/>
          </p:nvPr>
        </p:nvSpPr>
        <p:spPr>
          <a:xfrm>
            <a:off x="415600" y="4290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90" name="Google Shape;390;p21"/>
          <p:cNvSpPr txBox="1">
            <a:spLocks noGrp="1"/>
          </p:cNvSpPr>
          <p:nvPr>
            <p:ph type="subTitle" idx="5"/>
          </p:nvPr>
        </p:nvSpPr>
        <p:spPr>
          <a:xfrm>
            <a:off x="3122000" y="4989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91" name="Google Shape;391;p21"/>
          <p:cNvSpPr/>
          <p:nvPr/>
        </p:nvSpPr>
        <p:spPr>
          <a:xfrm>
            <a:off x="10024365" y="5764133"/>
            <a:ext cx="1546000" cy="1546000"/>
          </a:xfrm>
          <a:prstGeom prst="donut">
            <a:avLst>
              <a:gd name="adj" fmla="val 17842"/>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92" name="Google Shape;392;p21"/>
          <p:cNvGrpSpPr/>
          <p:nvPr/>
        </p:nvGrpSpPr>
        <p:grpSpPr>
          <a:xfrm>
            <a:off x="-530861" y="-582239"/>
            <a:ext cx="2290248" cy="2290800"/>
            <a:chOff x="1347125" y="349025"/>
            <a:chExt cx="4978800" cy="4980000"/>
          </a:xfrm>
        </p:grpSpPr>
        <p:sp>
          <p:nvSpPr>
            <p:cNvPr id="393" name="Google Shape;393;p2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2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2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2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2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2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2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2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2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2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2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2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2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2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2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2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2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2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2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2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2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2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5" name="Google Shape;415;p21"/>
          <p:cNvSpPr/>
          <p:nvPr/>
        </p:nvSpPr>
        <p:spPr>
          <a:xfrm>
            <a:off x="1302851" y="-582249"/>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1"/>
          <p:cNvSpPr/>
          <p:nvPr/>
        </p:nvSpPr>
        <p:spPr>
          <a:xfrm>
            <a:off x="1047151" y="1830773"/>
            <a:ext cx="432800" cy="4328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1"/>
          <p:cNvSpPr/>
          <p:nvPr/>
        </p:nvSpPr>
        <p:spPr>
          <a:xfrm>
            <a:off x="11076400" y="5643496"/>
            <a:ext cx="311200" cy="31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1"/>
          <p:cNvSpPr/>
          <p:nvPr/>
        </p:nvSpPr>
        <p:spPr>
          <a:xfrm>
            <a:off x="10836300" y="5161599"/>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27695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mp; six columns">
  <p:cSld name="Title &amp; six columns">
    <p:spTree>
      <p:nvGrpSpPr>
        <p:cNvPr id="1" name="Shape 419"/>
        <p:cNvGrpSpPr/>
        <p:nvPr/>
      </p:nvGrpSpPr>
      <p:grpSpPr>
        <a:xfrm>
          <a:off x="0" y="0"/>
          <a:ext cx="0" cy="0"/>
          <a:chOff x="0" y="0"/>
          <a:chExt cx="0" cy="0"/>
        </a:xfrm>
      </p:grpSpPr>
      <p:sp>
        <p:nvSpPr>
          <p:cNvPr id="420" name="Google Shape;420;p22"/>
          <p:cNvSpPr txBox="1">
            <a:spLocks noGrp="1"/>
          </p:cNvSpPr>
          <p:nvPr>
            <p:ph type="title"/>
          </p:nvPr>
        </p:nvSpPr>
        <p:spPr>
          <a:xfrm>
            <a:off x="1432200" y="512064"/>
            <a:ext cx="9327600" cy="1140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21" name="Google Shape;421;p22"/>
          <p:cNvSpPr txBox="1">
            <a:spLocks noGrp="1"/>
          </p:cNvSpPr>
          <p:nvPr>
            <p:ph type="subTitle" idx="1"/>
          </p:nvPr>
        </p:nvSpPr>
        <p:spPr>
          <a:xfrm>
            <a:off x="967333"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2" name="Google Shape;422;p22"/>
          <p:cNvSpPr txBox="1">
            <a:spLocks noGrp="1"/>
          </p:cNvSpPr>
          <p:nvPr>
            <p:ph type="subTitle" idx="2"/>
          </p:nvPr>
        </p:nvSpPr>
        <p:spPr>
          <a:xfrm>
            <a:off x="4456459"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3" name="Google Shape;423;p22"/>
          <p:cNvSpPr txBox="1">
            <a:spLocks noGrp="1"/>
          </p:cNvSpPr>
          <p:nvPr>
            <p:ph type="subTitle" idx="3"/>
          </p:nvPr>
        </p:nvSpPr>
        <p:spPr>
          <a:xfrm>
            <a:off x="7933433"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4" name="Google Shape;424;p22"/>
          <p:cNvSpPr txBox="1">
            <a:spLocks noGrp="1"/>
          </p:cNvSpPr>
          <p:nvPr>
            <p:ph type="subTitle" idx="4"/>
          </p:nvPr>
        </p:nvSpPr>
        <p:spPr>
          <a:xfrm>
            <a:off x="967317"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5" name="Google Shape;425;p22"/>
          <p:cNvSpPr txBox="1">
            <a:spLocks noGrp="1"/>
          </p:cNvSpPr>
          <p:nvPr>
            <p:ph type="subTitle" idx="5"/>
          </p:nvPr>
        </p:nvSpPr>
        <p:spPr>
          <a:xfrm>
            <a:off x="4456508"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6" name="Google Shape;426;p22"/>
          <p:cNvSpPr txBox="1">
            <a:spLocks noGrp="1"/>
          </p:cNvSpPr>
          <p:nvPr>
            <p:ph type="subTitle" idx="6"/>
          </p:nvPr>
        </p:nvSpPr>
        <p:spPr>
          <a:xfrm>
            <a:off x="7933484"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7" name="Google Shape;427;p22"/>
          <p:cNvSpPr/>
          <p:nvPr/>
        </p:nvSpPr>
        <p:spPr>
          <a:xfrm>
            <a:off x="-2932666" y="-4738633"/>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8" name="Google Shape;428;p22"/>
          <p:cNvSpPr/>
          <p:nvPr/>
        </p:nvSpPr>
        <p:spPr>
          <a:xfrm>
            <a:off x="1079633" y="377200"/>
            <a:ext cx="217200" cy="216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29" name="Google Shape;429;p22"/>
          <p:cNvGrpSpPr/>
          <p:nvPr/>
        </p:nvGrpSpPr>
        <p:grpSpPr>
          <a:xfrm>
            <a:off x="11409223" y="845212"/>
            <a:ext cx="2290248" cy="2290800"/>
            <a:chOff x="1347125" y="349025"/>
            <a:chExt cx="4978800" cy="4980000"/>
          </a:xfrm>
        </p:grpSpPr>
        <p:sp>
          <p:nvSpPr>
            <p:cNvPr id="430" name="Google Shape;430;p2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1" name="Google Shape;431;p2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2" name="Google Shape;432;p2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3" name="Google Shape;433;p2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4" name="Google Shape;434;p2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5" name="Google Shape;435;p2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6" name="Google Shape;436;p2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2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2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2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2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2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2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2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2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2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2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2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2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2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2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2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2" name="Google Shape;452;p22"/>
          <p:cNvSpPr/>
          <p:nvPr/>
        </p:nvSpPr>
        <p:spPr>
          <a:xfrm>
            <a:off x="11794333" y="2780167"/>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3" name="Google Shape;453;p22"/>
          <p:cNvSpPr txBox="1">
            <a:spLocks noGrp="1"/>
          </p:cNvSpPr>
          <p:nvPr>
            <p:ph type="subTitle" idx="7"/>
          </p:nvPr>
        </p:nvSpPr>
        <p:spPr>
          <a:xfrm>
            <a:off x="981900"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4" name="Google Shape;454;p22"/>
          <p:cNvSpPr txBox="1">
            <a:spLocks noGrp="1"/>
          </p:cNvSpPr>
          <p:nvPr>
            <p:ph type="subTitle" idx="8"/>
          </p:nvPr>
        </p:nvSpPr>
        <p:spPr>
          <a:xfrm>
            <a:off x="4456508"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5" name="Google Shape;455;p22"/>
          <p:cNvSpPr txBox="1">
            <a:spLocks noGrp="1"/>
          </p:cNvSpPr>
          <p:nvPr>
            <p:ph type="subTitle" idx="9"/>
          </p:nvPr>
        </p:nvSpPr>
        <p:spPr>
          <a:xfrm>
            <a:off x="7933467"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6" name="Google Shape;456;p22"/>
          <p:cNvSpPr txBox="1">
            <a:spLocks noGrp="1"/>
          </p:cNvSpPr>
          <p:nvPr>
            <p:ph type="subTitle" idx="13"/>
          </p:nvPr>
        </p:nvSpPr>
        <p:spPr>
          <a:xfrm>
            <a:off x="7933467"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7" name="Google Shape;457;p22"/>
          <p:cNvSpPr txBox="1">
            <a:spLocks noGrp="1"/>
          </p:cNvSpPr>
          <p:nvPr>
            <p:ph type="subTitle" idx="14"/>
          </p:nvPr>
        </p:nvSpPr>
        <p:spPr>
          <a:xfrm>
            <a:off x="4456508"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8" name="Google Shape;458;p22"/>
          <p:cNvSpPr txBox="1">
            <a:spLocks noGrp="1"/>
          </p:cNvSpPr>
          <p:nvPr>
            <p:ph type="subTitle" idx="15"/>
          </p:nvPr>
        </p:nvSpPr>
        <p:spPr>
          <a:xfrm>
            <a:off x="967333"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27331365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four columns">
  <p:cSld name="Title &amp; four columns">
    <p:spTree>
      <p:nvGrpSpPr>
        <p:cNvPr id="1" name="Shape 497"/>
        <p:cNvGrpSpPr/>
        <p:nvPr/>
      </p:nvGrpSpPr>
      <p:grpSpPr>
        <a:xfrm>
          <a:off x="0" y="0"/>
          <a:ext cx="0" cy="0"/>
          <a:chOff x="0" y="0"/>
          <a:chExt cx="0" cy="0"/>
        </a:xfrm>
      </p:grpSpPr>
      <p:sp>
        <p:nvSpPr>
          <p:cNvPr id="498" name="Google Shape;498;p24"/>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99" name="Google Shape;499;p24"/>
          <p:cNvSpPr/>
          <p:nvPr/>
        </p:nvSpPr>
        <p:spPr>
          <a:xfrm>
            <a:off x="11511733" y="52246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00" name="Google Shape;500;p24"/>
          <p:cNvGrpSpPr/>
          <p:nvPr/>
        </p:nvGrpSpPr>
        <p:grpSpPr>
          <a:xfrm>
            <a:off x="10538823" y="5780812"/>
            <a:ext cx="2290248" cy="2290800"/>
            <a:chOff x="1347125" y="349025"/>
            <a:chExt cx="4978800" cy="4980000"/>
          </a:xfrm>
        </p:grpSpPr>
        <p:sp>
          <p:nvSpPr>
            <p:cNvPr id="501" name="Google Shape;501;p2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2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2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2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2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2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2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2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2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2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2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2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2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2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2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2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2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2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2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2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2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2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3" name="Google Shape;523;p24"/>
          <p:cNvSpPr/>
          <p:nvPr/>
        </p:nvSpPr>
        <p:spPr>
          <a:xfrm>
            <a:off x="295733" y="6296800"/>
            <a:ext cx="344400" cy="344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4" name="Google Shape;524;p24"/>
          <p:cNvSpPr/>
          <p:nvPr/>
        </p:nvSpPr>
        <p:spPr>
          <a:xfrm>
            <a:off x="451400" y="6189800"/>
            <a:ext cx="188800" cy="188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24"/>
          <p:cNvSpPr txBox="1">
            <a:spLocks noGrp="1"/>
          </p:cNvSpPr>
          <p:nvPr>
            <p:ph type="subTitle" idx="1"/>
          </p:nvPr>
        </p:nvSpPr>
        <p:spPr>
          <a:xfrm>
            <a:off x="1115967" y="22077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6" name="Google Shape;526;p24"/>
          <p:cNvSpPr txBox="1">
            <a:spLocks noGrp="1"/>
          </p:cNvSpPr>
          <p:nvPr>
            <p:ph type="subTitle" idx="2"/>
          </p:nvPr>
        </p:nvSpPr>
        <p:spPr>
          <a:xfrm>
            <a:off x="7918033" y="2174199"/>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7" name="Google Shape;527;p24"/>
          <p:cNvSpPr txBox="1">
            <a:spLocks noGrp="1"/>
          </p:cNvSpPr>
          <p:nvPr>
            <p:ph type="subTitle" idx="3"/>
          </p:nvPr>
        </p:nvSpPr>
        <p:spPr>
          <a:xfrm>
            <a:off x="7918000" y="4599465"/>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8" name="Google Shape;528;p24"/>
          <p:cNvSpPr txBox="1">
            <a:spLocks noGrp="1"/>
          </p:cNvSpPr>
          <p:nvPr>
            <p:ph type="subTitle" idx="4"/>
          </p:nvPr>
        </p:nvSpPr>
        <p:spPr>
          <a:xfrm>
            <a:off x="1116000" y="45994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9" name="Google Shape;529;p24"/>
          <p:cNvSpPr txBox="1">
            <a:spLocks noGrp="1"/>
          </p:cNvSpPr>
          <p:nvPr>
            <p:ph type="subTitle" idx="5"/>
          </p:nvPr>
        </p:nvSpPr>
        <p:spPr>
          <a:xfrm>
            <a:off x="1115967" y="17596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
        <p:nvSpPr>
          <p:cNvPr id="530" name="Google Shape;530;p24"/>
          <p:cNvSpPr txBox="1">
            <a:spLocks noGrp="1"/>
          </p:cNvSpPr>
          <p:nvPr>
            <p:ph type="subTitle" idx="6"/>
          </p:nvPr>
        </p:nvSpPr>
        <p:spPr>
          <a:xfrm>
            <a:off x="7918033" y="17596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1" name="Google Shape;531;p24"/>
          <p:cNvSpPr txBox="1">
            <a:spLocks noGrp="1"/>
          </p:cNvSpPr>
          <p:nvPr>
            <p:ph type="subTitle" idx="7"/>
          </p:nvPr>
        </p:nvSpPr>
        <p:spPr>
          <a:xfrm>
            <a:off x="7918000" y="41513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2" name="Google Shape;532;p24"/>
          <p:cNvSpPr txBox="1">
            <a:spLocks noGrp="1"/>
          </p:cNvSpPr>
          <p:nvPr>
            <p:ph type="subTitle" idx="8"/>
          </p:nvPr>
        </p:nvSpPr>
        <p:spPr>
          <a:xfrm>
            <a:off x="1116000" y="41513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993641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mp; text 2">
  <p:cSld name="Title &amp; text 2">
    <p:bg>
      <p:bgPr>
        <a:solidFill>
          <a:schemeClr val="accent1"/>
        </a:solidFill>
        <a:effectLst/>
      </p:bgPr>
    </p:bg>
    <p:spTree>
      <p:nvGrpSpPr>
        <p:cNvPr id="1" name="Shape 533"/>
        <p:cNvGrpSpPr/>
        <p:nvPr/>
      </p:nvGrpSpPr>
      <p:grpSpPr>
        <a:xfrm>
          <a:off x="0" y="0"/>
          <a:ext cx="0" cy="0"/>
          <a:chOff x="0" y="0"/>
          <a:chExt cx="0" cy="0"/>
        </a:xfrm>
      </p:grpSpPr>
      <p:sp>
        <p:nvSpPr>
          <p:cNvPr id="534" name="Google Shape;534;p25"/>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5" name="Google Shape;535;p25"/>
          <p:cNvSpPr txBox="1">
            <a:spLocks noGrp="1"/>
          </p:cNvSpPr>
          <p:nvPr>
            <p:ph type="title"/>
          </p:nvPr>
        </p:nvSpPr>
        <p:spPr>
          <a:xfrm>
            <a:off x="960000" y="512064"/>
            <a:ext cx="3633200" cy="59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36" name="Google Shape;536;p25"/>
          <p:cNvSpPr/>
          <p:nvPr/>
        </p:nvSpPr>
        <p:spPr>
          <a:xfrm rot="2539751">
            <a:off x="5952336" y="-444640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7" name="Google Shape;537;p25"/>
          <p:cNvSpPr/>
          <p:nvPr/>
        </p:nvSpPr>
        <p:spPr>
          <a:xfrm rot="9266724">
            <a:off x="6379285" y="1588055"/>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8" name="Google Shape;538;p25"/>
          <p:cNvSpPr/>
          <p:nvPr/>
        </p:nvSpPr>
        <p:spPr>
          <a:xfrm>
            <a:off x="7981832" y="60918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882673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mp; two columns">
  <p:cSld name="Title &amp; two columns">
    <p:spTree>
      <p:nvGrpSpPr>
        <p:cNvPr id="1" name="Shape 539"/>
        <p:cNvGrpSpPr/>
        <p:nvPr/>
      </p:nvGrpSpPr>
      <p:grpSpPr>
        <a:xfrm>
          <a:off x="0" y="0"/>
          <a:ext cx="0" cy="0"/>
          <a:chOff x="0" y="0"/>
          <a:chExt cx="0" cy="0"/>
        </a:xfrm>
      </p:grpSpPr>
      <p:sp>
        <p:nvSpPr>
          <p:cNvPr id="540" name="Google Shape;540;p26"/>
          <p:cNvSpPr txBox="1">
            <a:spLocks noGrp="1"/>
          </p:cNvSpPr>
          <p:nvPr>
            <p:ph type="ctrTitle"/>
          </p:nvPr>
        </p:nvSpPr>
        <p:spPr>
          <a:xfrm>
            <a:off x="8663033" y="1153700"/>
            <a:ext cx="2789200" cy="136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43434"/>
              </a:buClr>
              <a:buSzPts val="4000"/>
              <a:buN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41" name="Google Shape;541;p26"/>
          <p:cNvSpPr txBox="1">
            <a:spLocks noGrp="1"/>
          </p:cNvSpPr>
          <p:nvPr>
            <p:ph type="subTitle" idx="1"/>
          </p:nvPr>
        </p:nvSpPr>
        <p:spPr>
          <a:xfrm>
            <a:off x="3467467" y="18010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2" name="Google Shape;542;p26"/>
          <p:cNvSpPr txBox="1">
            <a:spLocks noGrp="1"/>
          </p:cNvSpPr>
          <p:nvPr>
            <p:ph type="subTitle" idx="2"/>
          </p:nvPr>
        </p:nvSpPr>
        <p:spPr>
          <a:xfrm>
            <a:off x="3467467" y="468926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3" name="Google Shape;543;p26"/>
          <p:cNvSpPr/>
          <p:nvPr/>
        </p:nvSpPr>
        <p:spPr>
          <a:xfrm>
            <a:off x="-353432" y="-319299"/>
            <a:ext cx="969200" cy="9692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4" name="Google Shape;544;p26"/>
          <p:cNvGrpSpPr/>
          <p:nvPr/>
        </p:nvGrpSpPr>
        <p:grpSpPr>
          <a:xfrm>
            <a:off x="-620337" y="343144"/>
            <a:ext cx="1186945" cy="1187232"/>
            <a:chOff x="1347125" y="349025"/>
            <a:chExt cx="4978800" cy="4980000"/>
          </a:xfrm>
        </p:grpSpPr>
        <p:sp>
          <p:nvSpPr>
            <p:cNvPr id="545" name="Google Shape;545;p2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2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2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2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2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2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2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2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2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2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2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2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2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2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2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2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2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2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2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2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2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2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7" name="Google Shape;567;p26"/>
          <p:cNvSpPr txBox="1">
            <a:spLocks noGrp="1"/>
          </p:cNvSpPr>
          <p:nvPr>
            <p:ph type="subTitle" idx="3"/>
          </p:nvPr>
        </p:nvSpPr>
        <p:spPr>
          <a:xfrm>
            <a:off x="3467467" y="1349125"/>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68" name="Google Shape;568;p26"/>
          <p:cNvSpPr txBox="1">
            <a:spLocks noGrp="1"/>
          </p:cNvSpPr>
          <p:nvPr>
            <p:ph type="subTitle" idx="4"/>
          </p:nvPr>
        </p:nvSpPr>
        <p:spPr>
          <a:xfrm>
            <a:off x="3467467" y="4237367"/>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3849822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2">
  <p:cSld name="One column text 2">
    <p:spTree>
      <p:nvGrpSpPr>
        <p:cNvPr id="1" name="Shape 569"/>
        <p:cNvGrpSpPr/>
        <p:nvPr/>
      </p:nvGrpSpPr>
      <p:grpSpPr>
        <a:xfrm>
          <a:off x="0" y="0"/>
          <a:ext cx="0" cy="0"/>
          <a:chOff x="0" y="0"/>
          <a:chExt cx="0" cy="0"/>
        </a:xfrm>
      </p:grpSpPr>
      <p:sp>
        <p:nvSpPr>
          <p:cNvPr id="570" name="Google Shape;570;p27"/>
          <p:cNvSpPr txBox="1">
            <a:spLocks noGrp="1"/>
          </p:cNvSpPr>
          <p:nvPr>
            <p:ph type="title"/>
          </p:nvPr>
        </p:nvSpPr>
        <p:spPr>
          <a:xfrm>
            <a:off x="6767600" y="2333200"/>
            <a:ext cx="4464400" cy="786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2700"/>
              <a:buNone/>
              <a:defRPr sz="3600"/>
            </a:lvl2pPr>
            <a:lvl3pPr lvl="2" rtl="0">
              <a:spcBef>
                <a:spcPts val="0"/>
              </a:spcBef>
              <a:spcAft>
                <a:spcPts val="0"/>
              </a:spcAft>
              <a:buSzPts val="2700"/>
              <a:buNone/>
              <a:defRPr sz="3600"/>
            </a:lvl3pPr>
            <a:lvl4pPr lvl="3" rtl="0">
              <a:spcBef>
                <a:spcPts val="0"/>
              </a:spcBef>
              <a:spcAft>
                <a:spcPts val="0"/>
              </a:spcAft>
              <a:buSzPts val="2700"/>
              <a:buNone/>
              <a:defRPr sz="3600"/>
            </a:lvl4pPr>
            <a:lvl5pPr lvl="4" rtl="0">
              <a:spcBef>
                <a:spcPts val="0"/>
              </a:spcBef>
              <a:spcAft>
                <a:spcPts val="0"/>
              </a:spcAft>
              <a:buSzPts val="2700"/>
              <a:buNone/>
              <a:defRPr sz="3600"/>
            </a:lvl5pPr>
            <a:lvl6pPr lvl="5" rtl="0">
              <a:spcBef>
                <a:spcPts val="0"/>
              </a:spcBef>
              <a:spcAft>
                <a:spcPts val="0"/>
              </a:spcAft>
              <a:buSzPts val="2700"/>
              <a:buNone/>
              <a:defRPr sz="3600"/>
            </a:lvl6pPr>
            <a:lvl7pPr lvl="6" rtl="0">
              <a:spcBef>
                <a:spcPts val="0"/>
              </a:spcBef>
              <a:spcAft>
                <a:spcPts val="0"/>
              </a:spcAft>
              <a:buSzPts val="2700"/>
              <a:buNone/>
              <a:defRPr sz="3600"/>
            </a:lvl7pPr>
            <a:lvl8pPr lvl="7" rtl="0">
              <a:spcBef>
                <a:spcPts val="0"/>
              </a:spcBef>
              <a:spcAft>
                <a:spcPts val="0"/>
              </a:spcAft>
              <a:buSzPts val="2700"/>
              <a:buNone/>
              <a:defRPr sz="3600"/>
            </a:lvl8pPr>
            <a:lvl9pPr lvl="8" rtl="0">
              <a:spcBef>
                <a:spcPts val="0"/>
              </a:spcBef>
              <a:spcAft>
                <a:spcPts val="0"/>
              </a:spcAft>
              <a:buSzPts val="2700"/>
              <a:buNone/>
              <a:defRPr sz="3600"/>
            </a:lvl9pPr>
          </a:lstStyle>
          <a:p>
            <a:endParaRPr/>
          </a:p>
        </p:txBody>
      </p:sp>
      <p:sp>
        <p:nvSpPr>
          <p:cNvPr id="571" name="Google Shape;571;p27"/>
          <p:cNvSpPr txBox="1">
            <a:spLocks noGrp="1"/>
          </p:cNvSpPr>
          <p:nvPr>
            <p:ph type="subTitle" idx="1"/>
          </p:nvPr>
        </p:nvSpPr>
        <p:spPr>
          <a:xfrm>
            <a:off x="6767600" y="3119200"/>
            <a:ext cx="3945600" cy="140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572" name="Google Shape;572;p27"/>
          <p:cNvSpPr/>
          <p:nvPr/>
        </p:nvSpPr>
        <p:spPr>
          <a:xfrm rot="2539751">
            <a:off x="9571003" y="-4971672"/>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3" name="Google Shape;573;p27"/>
          <p:cNvSpPr/>
          <p:nvPr/>
        </p:nvSpPr>
        <p:spPr>
          <a:xfrm rot="9266724">
            <a:off x="9997952" y="1062788"/>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1362333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3">
  <p:cSld name="One column text 3">
    <p:bg>
      <p:bgPr>
        <a:solidFill>
          <a:schemeClr val="accent1"/>
        </a:solidFill>
        <a:effectLst/>
      </p:bgPr>
    </p:bg>
    <p:spTree>
      <p:nvGrpSpPr>
        <p:cNvPr id="1" name="Shape 574"/>
        <p:cNvGrpSpPr/>
        <p:nvPr/>
      </p:nvGrpSpPr>
      <p:grpSpPr>
        <a:xfrm>
          <a:off x="0" y="0"/>
          <a:ext cx="0" cy="0"/>
          <a:chOff x="0" y="0"/>
          <a:chExt cx="0" cy="0"/>
        </a:xfrm>
      </p:grpSpPr>
      <p:sp>
        <p:nvSpPr>
          <p:cNvPr id="575" name="Google Shape;575;p28"/>
          <p:cNvSpPr txBox="1">
            <a:spLocks noGrp="1"/>
          </p:cNvSpPr>
          <p:nvPr>
            <p:ph type="title"/>
          </p:nvPr>
        </p:nvSpPr>
        <p:spPr>
          <a:xfrm>
            <a:off x="6767600" y="2342251"/>
            <a:ext cx="4464400" cy="770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76" name="Google Shape;576;p28"/>
          <p:cNvSpPr txBox="1">
            <a:spLocks noGrp="1"/>
          </p:cNvSpPr>
          <p:nvPr>
            <p:ph type="subTitle" idx="1"/>
          </p:nvPr>
        </p:nvSpPr>
        <p:spPr>
          <a:xfrm>
            <a:off x="6767600" y="3138151"/>
            <a:ext cx="3919200" cy="13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577" name="Google Shape;577;p28"/>
          <p:cNvSpPr/>
          <p:nvPr/>
        </p:nvSpPr>
        <p:spPr>
          <a:xfrm rot="8260249" flipH="1">
            <a:off x="9561269" y="525209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8" name="Google Shape;578;p28"/>
          <p:cNvSpPr/>
          <p:nvPr/>
        </p:nvSpPr>
        <p:spPr>
          <a:xfrm rot="1533276" flipH="1">
            <a:off x="9988219" y="5268024"/>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657716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 Thanks slide">
  <p:cSld name=" Thanks slide">
    <p:bg>
      <p:bgPr>
        <a:solidFill>
          <a:schemeClr val="accent1"/>
        </a:solidFill>
        <a:effectLst/>
      </p:bgPr>
    </p:bg>
    <p:spTree>
      <p:nvGrpSpPr>
        <p:cNvPr id="1" name="Shape 579"/>
        <p:cNvGrpSpPr/>
        <p:nvPr/>
      </p:nvGrpSpPr>
      <p:grpSpPr>
        <a:xfrm>
          <a:off x="0" y="0"/>
          <a:ext cx="0" cy="0"/>
          <a:chOff x="0" y="0"/>
          <a:chExt cx="0" cy="0"/>
        </a:xfrm>
      </p:grpSpPr>
      <p:sp>
        <p:nvSpPr>
          <p:cNvPr id="580" name="Google Shape;580;p29"/>
          <p:cNvSpPr/>
          <p:nvPr/>
        </p:nvSpPr>
        <p:spPr>
          <a:xfrm>
            <a:off x="-1248833" y="1145933"/>
            <a:ext cx="4202400" cy="42024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1" name="Google Shape;581;p29"/>
          <p:cNvSpPr/>
          <p:nvPr/>
        </p:nvSpPr>
        <p:spPr>
          <a:xfrm>
            <a:off x="391851" y="4241067"/>
            <a:ext cx="632000" cy="632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grpSp>
        <p:nvGrpSpPr>
          <p:cNvPr id="582" name="Google Shape;582;p29"/>
          <p:cNvGrpSpPr/>
          <p:nvPr/>
        </p:nvGrpSpPr>
        <p:grpSpPr>
          <a:xfrm>
            <a:off x="1711043" y="1051605"/>
            <a:ext cx="1041565" cy="1041816"/>
            <a:chOff x="1347125" y="349025"/>
            <a:chExt cx="4978800" cy="4980000"/>
          </a:xfrm>
        </p:grpSpPr>
        <p:sp>
          <p:nvSpPr>
            <p:cNvPr id="583" name="Google Shape;583;p2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2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2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2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2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2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2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2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2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2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2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2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2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2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2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2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2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2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2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2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2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2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5" name="Google Shape;605;p29"/>
          <p:cNvSpPr txBox="1">
            <a:spLocks noGrp="1"/>
          </p:cNvSpPr>
          <p:nvPr>
            <p:ph type="title"/>
          </p:nvPr>
        </p:nvSpPr>
        <p:spPr>
          <a:xfrm>
            <a:off x="2978833" y="2867800"/>
            <a:ext cx="7572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4000"/>
              <a:buNone/>
              <a:defRPr sz="6667">
                <a:solidFill>
                  <a:srgbClr val="F0F7ED"/>
                </a:solidFill>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606" name="Google Shape;606;p29"/>
          <p:cNvSpPr txBox="1">
            <a:spLocks noGrp="1"/>
          </p:cNvSpPr>
          <p:nvPr>
            <p:ph type="subTitle" idx="1"/>
          </p:nvPr>
        </p:nvSpPr>
        <p:spPr>
          <a:xfrm>
            <a:off x="6170167" y="5760167"/>
            <a:ext cx="5047200" cy="3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200"/>
              <a:buNone/>
              <a:defRPr>
                <a:solidFill>
                  <a:schemeClr val="lt1"/>
                </a:solidFill>
              </a:defRPr>
            </a:lvl1pPr>
            <a:lvl2pPr lvl="1" algn="r" rtl="0">
              <a:lnSpc>
                <a:spcPct val="100000"/>
              </a:lnSpc>
              <a:spcBef>
                <a:spcPts val="0"/>
              </a:spcBef>
              <a:spcAft>
                <a:spcPts val="0"/>
              </a:spcAft>
              <a:buClr>
                <a:schemeClr val="lt2"/>
              </a:buClr>
              <a:buSzPts val="1200"/>
              <a:buNone/>
              <a:defRPr>
                <a:solidFill>
                  <a:schemeClr val="lt2"/>
                </a:solidFill>
              </a:defRPr>
            </a:lvl2pPr>
            <a:lvl3pPr lvl="2" algn="r" rtl="0">
              <a:lnSpc>
                <a:spcPct val="100000"/>
              </a:lnSpc>
              <a:spcBef>
                <a:spcPts val="0"/>
              </a:spcBef>
              <a:spcAft>
                <a:spcPts val="0"/>
              </a:spcAft>
              <a:buClr>
                <a:schemeClr val="lt2"/>
              </a:buClr>
              <a:buSzPts val="1200"/>
              <a:buNone/>
              <a:defRPr>
                <a:solidFill>
                  <a:schemeClr val="lt2"/>
                </a:solidFill>
              </a:defRPr>
            </a:lvl3pPr>
            <a:lvl4pPr lvl="3" algn="r" rtl="0">
              <a:lnSpc>
                <a:spcPct val="100000"/>
              </a:lnSpc>
              <a:spcBef>
                <a:spcPts val="0"/>
              </a:spcBef>
              <a:spcAft>
                <a:spcPts val="0"/>
              </a:spcAft>
              <a:buClr>
                <a:schemeClr val="lt2"/>
              </a:buClr>
              <a:buSzPts val="1200"/>
              <a:buNone/>
              <a:defRPr>
                <a:solidFill>
                  <a:schemeClr val="lt2"/>
                </a:solidFill>
              </a:defRPr>
            </a:lvl4pPr>
            <a:lvl5pPr lvl="4" algn="r" rtl="0">
              <a:lnSpc>
                <a:spcPct val="100000"/>
              </a:lnSpc>
              <a:spcBef>
                <a:spcPts val="0"/>
              </a:spcBef>
              <a:spcAft>
                <a:spcPts val="0"/>
              </a:spcAft>
              <a:buClr>
                <a:schemeClr val="lt2"/>
              </a:buClr>
              <a:buSzPts val="1200"/>
              <a:buNone/>
              <a:defRPr>
                <a:solidFill>
                  <a:schemeClr val="lt2"/>
                </a:solidFill>
              </a:defRPr>
            </a:lvl5pPr>
            <a:lvl6pPr lvl="5" algn="r" rtl="0">
              <a:lnSpc>
                <a:spcPct val="100000"/>
              </a:lnSpc>
              <a:spcBef>
                <a:spcPts val="0"/>
              </a:spcBef>
              <a:spcAft>
                <a:spcPts val="0"/>
              </a:spcAft>
              <a:buClr>
                <a:schemeClr val="lt2"/>
              </a:buClr>
              <a:buSzPts val="1200"/>
              <a:buNone/>
              <a:defRPr>
                <a:solidFill>
                  <a:schemeClr val="lt2"/>
                </a:solidFill>
              </a:defRPr>
            </a:lvl6pPr>
            <a:lvl7pPr lvl="6" algn="r" rtl="0">
              <a:lnSpc>
                <a:spcPct val="100000"/>
              </a:lnSpc>
              <a:spcBef>
                <a:spcPts val="0"/>
              </a:spcBef>
              <a:spcAft>
                <a:spcPts val="0"/>
              </a:spcAft>
              <a:buClr>
                <a:schemeClr val="lt2"/>
              </a:buClr>
              <a:buSzPts val="1200"/>
              <a:buNone/>
              <a:defRPr>
                <a:solidFill>
                  <a:schemeClr val="lt2"/>
                </a:solidFill>
              </a:defRPr>
            </a:lvl7pPr>
            <a:lvl8pPr lvl="7" algn="r" rtl="0">
              <a:lnSpc>
                <a:spcPct val="100000"/>
              </a:lnSpc>
              <a:spcBef>
                <a:spcPts val="0"/>
              </a:spcBef>
              <a:spcAft>
                <a:spcPts val="0"/>
              </a:spcAft>
              <a:buClr>
                <a:schemeClr val="lt2"/>
              </a:buClr>
              <a:buSzPts val="1200"/>
              <a:buNone/>
              <a:defRPr>
                <a:solidFill>
                  <a:schemeClr val="lt2"/>
                </a:solidFill>
              </a:defRPr>
            </a:lvl8pPr>
            <a:lvl9pPr lvl="8" algn="r" rtl="0">
              <a:lnSpc>
                <a:spcPct val="100000"/>
              </a:lnSpc>
              <a:spcBef>
                <a:spcPts val="0"/>
              </a:spcBef>
              <a:spcAft>
                <a:spcPts val="0"/>
              </a:spcAft>
              <a:buClr>
                <a:schemeClr val="lt2"/>
              </a:buClr>
              <a:buSzPts val="1200"/>
              <a:buNone/>
              <a:defRPr>
                <a:solidFill>
                  <a:schemeClr val="lt2"/>
                </a:solidFill>
              </a:defRPr>
            </a:lvl9pPr>
          </a:lstStyle>
          <a:p>
            <a:endParaRPr/>
          </a:p>
        </p:txBody>
      </p:sp>
      <p:sp>
        <p:nvSpPr>
          <p:cNvPr id="607" name="Google Shape;607;p29"/>
          <p:cNvSpPr txBox="1"/>
          <p:nvPr/>
        </p:nvSpPr>
        <p:spPr>
          <a:xfrm>
            <a:off x="6772167" y="4551567"/>
            <a:ext cx="4460000" cy="614400"/>
          </a:xfrm>
          <a:prstGeom prst="rect">
            <a:avLst/>
          </a:prstGeom>
          <a:noFill/>
          <a:ln>
            <a:noFill/>
          </a:ln>
        </p:spPr>
        <p:txBody>
          <a:bodyPr spcFirstLastPara="1" wrap="square" lIns="121900" tIns="121900" rIns="121900" bIns="121900" anchor="t" anchorCtr="0">
            <a:noAutofit/>
          </a:bodyPr>
          <a:lstStyle/>
          <a:p>
            <a:pPr marL="0" lvl="0" indent="0" algn="r" rtl="0">
              <a:spcBef>
                <a:spcPts val="400"/>
              </a:spcBef>
              <a:spcAft>
                <a:spcPts val="0"/>
              </a:spcAft>
              <a:buNone/>
            </a:pPr>
            <a:r>
              <a:rPr lang="en" sz="1600">
                <a:solidFill>
                  <a:schemeClr val="lt2"/>
                </a:solidFill>
                <a:latin typeface="Barlow"/>
                <a:ea typeface="Barlow"/>
                <a:cs typeface="Barlow"/>
                <a:sym typeface="Barlow"/>
              </a:rPr>
              <a:t>CREDITS: This presentation template was created by </a:t>
            </a:r>
            <a:r>
              <a:rPr lang="en" sz="1600" b="1">
                <a:solidFill>
                  <a:schemeClr val="lt2"/>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600">
                <a:solidFill>
                  <a:schemeClr val="lt2"/>
                </a:solidFill>
                <a:latin typeface="Barlow"/>
                <a:ea typeface="Barlow"/>
                <a:cs typeface="Barlow"/>
                <a:sym typeface="Barlow"/>
              </a:rPr>
              <a:t>, including icons by </a:t>
            </a:r>
            <a:r>
              <a:rPr lang="en" sz="1600" b="1">
                <a:solidFill>
                  <a:schemeClr val="lt2"/>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600">
                <a:solidFill>
                  <a:schemeClr val="lt2"/>
                </a:solidFill>
                <a:latin typeface="Barlow"/>
                <a:ea typeface="Barlow"/>
                <a:cs typeface="Barlow"/>
                <a:sym typeface="Barlow"/>
              </a:rPr>
              <a:t>, and infographics &amp; images by </a:t>
            </a:r>
            <a:r>
              <a:rPr lang="en" sz="1600" b="1">
                <a:solidFill>
                  <a:schemeClr val="lt2"/>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r>
              <a:rPr lang="en" sz="1600">
                <a:solidFill>
                  <a:schemeClr val="lt2"/>
                </a:solidFill>
                <a:latin typeface="Barlow"/>
                <a:ea typeface="Barlow"/>
                <a:cs typeface="Barlow"/>
                <a:sym typeface="Barlow"/>
              </a:rPr>
              <a:t>. </a:t>
            </a:r>
            <a:endParaRPr sz="1600">
              <a:solidFill>
                <a:schemeClr val="lt2"/>
              </a:solidFill>
              <a:latin typeface="Barlow"/>
              <a:ea typeface="Barlow"/>
              <a:cs typeface="Barlow"/>
              <a:sym typeface="Barlow"/>
            </a:endParaRPr>
          </a:p>
        </p:txBody>
      </p:sp>
    </p:spTree>
    <p:extLst>
      <p:ext uri="{BB962C8B-B14F-4D97-AF65-F5344CB8AC3E}">
        <p14:creationId xmlns:p14="http://schemas.microsoft.com/office/powerpoint/2010/main" val="1879800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accent1"/>
        </a:solidFill>
        <a:effectLst/>
      </p:bgPr>
    </p:bg>
    <p:spTree>
      <p:nvGrpSpPr>
        <p:cNvPr id="1" name="Shape 608"/>
        <p:cNvGrpSpPr/>
        <p:nvPr/>
      </p:nvGrpSpPr>
      <p:grpSpPr>
        <a:xfrm>
          <a:off x="0" y="0"/>
          <a:ext cx="0" cy="0"/>
          <a:chOff x="0" y="0"/>
          <a:chExt cx="0" cy="0"/>
        </a:xfrm>
      </p:grpSpPr>
      <p:sp>
        <p:nvSpPr>
          <p:cNvPr id="609" name="Google Shape;609;p30"/>
          <p:cNvSpPr/>
          <p:nvPr/>
        </p:nvSpPr>
        <p:spPr>
          <a:xfrm>
            <a:off x="-1922624" y="843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10" name="Google Shape;610;p30"/>
          <p:cNvGrpSpPr/>
          <p:nvPr/>
        </p:nvGrpSpPr>
        <p:grpSpPr>
          <a:xfrm>
            <a:off x="1781158" y="914925"/>
            <a:ext cx="867639" cy="867848"/>
            <a:chOff x="1347125" y="349025"/>
            <a:chExt cx="4978800" cy="4980000"/>
          </a:xfrm>
        </p:grpSpPr>
        <p:sp>
          <p:nvSpPr>
            <p:cNvPr id="611" name="Google Shape;611;p3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3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3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3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3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3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3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3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3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3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3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3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3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3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5" name="Google Shape;625;p3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3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7" name="Google Shape;627;p3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3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3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3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3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3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33" name="Google Shape;633;p30"/>
          <p:cNvSpPr/>
          <p:nvPr/>
        </p:nvSpPr>
        <p:spPr>
          <a:xfrm>
            <a:off x="328196" y="4577867"/>
            <a:ext cx="668000" cy="66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4" name="Google Shape;634;p30"/>
          <p:cNvSpPr txBox="1">
            <a:spLocks noGrp="1"/>
          </p:cNvSpPr>
          <p:nvPr>
            <p:ph type="title"/>
          </p:nvPr>
        </p:nvSpPr>
        <p:spPr>
          <a:xfrm>
            <a:off x="3223633" y="2612651"/>
            <a:ext cx="7572400" cy="13804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5" name="Google Shape;635;p30"/>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36" name="Google Shape;636;p30"/>
          <p:cNvSpPr/>
          <p:nvPr/>
        </p:nvSpPr>
        <p:spPr>
          <a:xfrm>
            <a:off x="803331" y="4931700"/>
            <a:ext cx="314000" cy="3140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7" name="Google Shape;637;p30"/>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2192043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638"/>
        <p:cNvGrpSpPr/>
        <p:nvPr/>
      </p:nvGrpSpPr>
      <p:grpSpPr>
        <a:xfrm>
          <a:off x="0" y="0"/>
          <a:ext cx="0" cy="0"/>
          <a:chOff x="0" y="0"/>
          <a:chExt cx="0" cy="0"/>
        </a:xfrm>
      </p:grpSpPr>
      <p:sp>
        <p:nvSpPr>
          <p:cNvPr id="639" name="Google Shape;639;p31"/>
          <p:cNvSpPr/>
          <p:nvPr/>
        </p:nvSpPr>
        <p:spPr>
          <a:xfrm>
            <a:off x="-1922624" y="843471"/>
            <a:ext cx="5018800" cy="50188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40" name="Google Shape;640;p31"/>
          <p:cNvGrpSpPr/>
          <p:nvPr/>
        </p:nvGrpSpPr>
        <p:grpSpPr>
          <a:xfrm>
            <a:off x="1202238" y="512303"/>
            <a:ext cx="1569317" cy="1569696"/>
            <a:chOff x="1347125" y="349025"/>
            <a:chExt cx="4978800" cy="4980000"/>
          </a:xfrm>
        </p:grpSpPr>
        <p:sp>
          <p:nvSpPr>
            <p:cNvPr id="641" name="Google Shape;641;p3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3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3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3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3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3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3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3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3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3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3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3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3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3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3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3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3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3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3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3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3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3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3" name="Google Shape;663;p31"/>
          <p:cNvSpPr/>
          <p:nvPr/>
        </p:nvSpPr>
        <p:spPr>
          <a:xfrm>
            <a:off x="1202229" y="5331467"/>
            <a:ext cx="668000" cy="66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4" name="Google Shape;664;p31"/>
          <p:cNvSpPr txBox="1">
            <a:spLocks noGrp="1"/>
          </p:cNvSpPr>
          <p:nvPr>
            <p:ph type="title"/>
          </p:nvPr>
        </p:nvSpPr>
        <p:spPr>
          <a:xfrm>
            <a:off x="3223633" y="2691584"/>
            <a:ext cx="7572400" cy="130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343434"/>
              </a:buClr>
              <a:buSzPts val="4000"/>
              <a:buNone/>
              <a:defRPr sz="5333">
                <a:solidFill>
                  <a:schemeClr val="accent5"/>
                </a:solidFill>
              </a:defRPr>
            </a:lvl1pPr>
            <a:lvl2pPr lvl="1" rtl="0">
              <a:spcBef>
                <a:spcPts val="0"/>
              </a:spcBef>
              <a:spcAft>
                <a:spcPts val="0"/>
              </a:spcAft>
              <a:buClr>
                <a:srgbClr val="343434"/>
              </a:buClr>
              <a:buSzPts val="3600"/>
              <a:buNone/>
              <a:defRPr sz="4800">
                <a:solidFill>
                  <a:srgbClr val="343434"/>
                </a:solidFill>
              </a:defRPr>
            </a:lvl2pPr>
            <a:lvl3pPr lvl="2" rtl="0">
              <a:spcBef>
                <a:spcPts val="0"/>
              </a:spcBef>
              <a:spcAft>
                <a:spcPts val="0"/>
              </a:spcAft>
              <a:buClr>
                <a:srgbClr val="343434"/>
              </a:buClr>
              <a:buSzPts val="3600"/>
              <a:buNone/>
              <a:defRPr sz="4800">
                <a:solidFill>
                  <a:srgbClr val="343434"/>
                </a:solidFill>
              </a:defRPr>
            </a:lvl3pPr>
            <a:lvl4pPr lvl="3" rtl="0">
              <a:spcBef>
                <a:spcPts val="0"/>
              </a:spcBef>
              <a:spcAft>
                <a:spcPts val="0"/>
              </a:spcAft>
              <a:buClr>
                <a:srgbClr val="343434"/>
              </a:buClr>
              <a:buSzPts val="3600"/>
              <a:buNone/>
              <a:defRPr sz="4800">
                <a:solidFill>
                  <a:srgbClr val="343434"/>
                </a:solidFill>
              </a:defRPr>
            </a:lvl4pPr>
            <a:lvl5pPr lvl="4" rtl="0">
              <a:spcBef>
                <a:spcPts val="0"/>
              </a:spcBef>
              <a:spcAft>
                <a:spcPts val="0"/>
              </a:spcAft>
              <a:buClr>
                <a:srgbClr val="343434"/>
              </a:buClr>
              <a:buSzPts val="3600"/>
              <a:buNone/>
              <a:defRPr sz="4800">
                <a:solidFill>
                  <a:srgbClr val="343434"/>
                </a:solidFill>
              </a:defRPr>
            </a:lvl5pPr>
            <a:lvl6pPr lvl="5" rtl="0">
              <a:spcBef>
                <a:spcPts val="0"/>
              </a:spcBef>
              <a:spcAft>
                <a:spcPts val="0"/>
              </a:spcAft>
              <a:buClr>
                <a:srgbClr val="343434"/>
              </a:buClr>
              <a:buSzPts val="3600"/>
              <a:buNone/>
              <a:defRPr sz="4800">
                <a:solidFill>
                  <a:srgbClr val="343434"/>
                </a:solidFill>
              </a:defRPr>
            </a:lvl6pPr>
            <a:lvl7pPr lvl="6" rtl="0">
              <a:spcBef>
                <a:spcPts val="0"/>
              </a:spcBef>
              <a:spcAft>
                <a:spcPts val="0"/>
              </a:spcAft>
              <a:buClr>
                <a:srgbClr val="343434"/>
              </a:buClr>
              <a:buSzPts val="3600"/>
              <a:buNone/>
              <a:defRPr sz="4800">
                <a:solidFill>
                  <a:srgbClr val="343434"/>
                </a:solidFill>
              </a:defRPr>
            </a:lvl7pPr>
            <a:lvl8pPr lvl="7" rtl="0">
              <a:spcBef>
                <a:spcPts val="0"/>
              </a:spcBef>
              <a:spcAft>
                <a:spcPts val="0"/>
              </a:spcAft>
              <a:buClr>
                <a:srgbClr val="343434"/>
              </a:buClr>
              <a:buSzPts val="3600"/>
              <a:buNone/>
              <a:defRPr sz="4800">
                <a:solidFill>
                  <a:srgbClr val="343434"/>
                </a:solidFill>
              </a:defRPr>
            </a:lvl8pPr>
            <a:lvl9pPr lvl="8" rtl="0">
              <a:spcBef>
                <a:spcPts val="0"/>
              </a:spcBef>
              <a:spcAft>
                <a:spcPts val="0"/>
              </a:spcAft>
              <a:buClr>
                <a:srgbClr val="343434"/>
              </a:buClr>
              <a:buSzPts val="3600"/>
              <a:buNone/>
              <a:defRPr sz="4800">
                <a:solidFill>
                  <a:srgbClr val="343434"/>
                </a:solidFill>
              </a:defRPr>
            </a:lvl9pPr>
          </a:lstStyle>
          <a:p>
            <a:endParaRPr/>
          </a:p>
        </p:txBody>
      </p:sp>
      <p:sp>
        <p:nvSpPr>
          <p:cNvPr id="665" name="Google Shape;665;p31"/>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666" name="Google Shape;666;p31"/>
          <p:cNvSpPr/>
          <p:nvPr/>
        </p:nvSpPr>
        <p:spPr>
          <a:xfrm rot="-6727045">
            <a:off x="7088455" y="50981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7" name="Google Shape;667;p31"/>
          <p:cNvSpPr/>
          <p:nvPr/>
        </p:nvSpPr>
        <p:spPr>
          <a:xfrm>
            <a:off x="10546164" y="5389233"/>
            <a:ext cx="314000" cy="3140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8" name="Google Shape;668;p31"/>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31015043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accent1"/>
        </a:solidFill>
        <a:effectLst/>
      </p:bgPr>
    </p:bg>
    <p:spTree>
      <p:nvGrpSpPr>
        <p:cNvPr id="1" name="Shape 669"/>
        <p:cNvGrpSpPr/>
        <p:nvPr/>
      </p:nvGrpSpPr>
      <p:grpSpPr>
        <a:xfrm>
          <a:off x="0" y="0"/>
          <a:ext cx="0" cy="0"/>
          <a:chOff x="0" y="0"/>
          <a:chExt cx="0" cy="0"/>
        </a:xfrm>
      </p:grpSpPr>
      <p:sp>
        <p:nvSpPr>
          <p:cNvPr id="670" name="Google Shape;670;p32"/>
          <p:cNvSpPr/>
          <p:nvPr/>
        </p:nvSpPr>
        <p:spPr>
          <a:xfrm>
            <a:off x="-1922624" y="843471"/>
            <a:ext cx="5018800" cy="50188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sp>
        <p:nvSpPr>
          <p:cNvPr id="671" name="Google Shape;671;p32"/>
          <p:cNvSpPr/>
          <p:nvPr/>
        </p:nvSpPr>
        <p:spPr>
          <a:xfrm>
            <a:off x="1538636" y="782391"/>
            <a:ext cx="592400" cy="5924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2" name="Google Shape;672;p32"/>
          <p:cNvSpPr txBox="1">
            <a:spLocks noGrp="1"/>
          </p:cNvSpPr>
          <p:nvPr>
            <p:ph type="title"/>
          </p:nvPr>
        </p:nvSpPr>
        <p:spPr>
          <a:xfrm>
            <a:off x="3223633" y="2671851"/>
            <a:ext cx="7572400" cy="13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73" name="Google Shape;673;p32"/>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74" name="Google Shape;674;p32"/>
          <p:cNvSpPr/>
          <p:nvPr/>
        </p:nvSpPr>
        <p:spPr>
          <a:xfrm>
            <a:off x="290567" y="3875033"/>
            <a:ext cx="592400" cy="592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5" name="Google Shape;675;p32"/>
          <p:cNvSpPr/>
          <p:nvPr/>
        </p:nvSpPr>
        <p:spPr>
          <a:xfrm>
            <a:off x="9771599" y="5997633"/>
            <a:ext cx="1546000" cy="15460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76" name="Google Shape;676;p32"/>
          <p:cNvGrpSpPr/>
          <p:nvPr/>
        </p:nvGrpSpPr>
        <p:grpSpPr>
          <a:xfrm>
            <a:off x="10790105" y="5415841"/>
            <a:ext cx="1647651" cy="1648048"/>
            <a:chOff x="1347125" y="349025"/>
            <a:chExt cx="4978800" cy="4980000"/>
          </a:xfrm>
        </p:grpSpPr>
        <p:sp>
          <p:nvSpPr>
            <p:cNvPr id="677" name="Google Shape;677;p3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3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3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3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3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3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3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3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3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3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3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3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3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3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3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3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3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3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3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3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3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3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99" name="Google Shape;699;p32"/>
          <p:cNvSpPr/>
          <p:nvPr/>
        </p:nvSpPr>
        <p:spPr>
          <a:xfrm>
            <a:off x="11404735" y="284473"/>
            <a:ext cx="321200" cy="32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0" name="Google Shape;700;p32"/>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701" name="Google Shape;701;p32"/>
          <p:cNvSpPr/>
          <p:nvPr/>
        </p:nvSpPr>
        <p:spPr>
          <a:xfrm>
            <a:off x="-723968" y="3993067"/>
            <a:ext cx="1546000" cy="1546000"/>
          </a:xfrm>
          <a:prstGeom prst="donut">
            <a:avLst>
              <a:gd name="adj" fmla="val 17842"/>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7764665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ly title 4">
  <p:cSld name="Only title 4">
    <p:bg>
      <p:bgPr>
        <a:solidFill>
          <a:schemeClr val="accent1"/>
        </a:solidFill>
        <a:effectLst/>
      </p:bgPr>
    </p:bg>
    <p:spTree>
      <p:nvGrpSpPr>
        <p:cNvPr id="1" name="Shape 702"/>
        <p:cNvGrpSpPr/>
        <p:nvPr/>
      </p:nvGrpSpPr>
      <p:grpSpPr>
        <a:xfrm>
          <a:off x="0" y="0"/>
          <a:ext cx="0" cy="0"/>
          <a:chOff x="0" y="0"/>
          <a:chExt cx="0" cy="0"/>
        </a:xfrm>
      </p:grpSpPr>
      <p:grpSp>
        <p:nvGrpSpPr>
          <p:cNvPr id="703" name="Google Shape;703;p33"/>
          <p:cNvGrpSpPr/>
          <p:nvPr/>
        </p:nvGrpSpPr>
        <p:grpSpPr>
          <a:xfrm>
            <a:off x="10626389" y="5072912"/>
            <a:ext cx="2290248" cy="2290800"/>
            <a:chOff x="1347125" y="349025"/>
            <a:chExt cx="4978800" cy="4980000"/>
          </a:xfrm>
        </p:grpSpPr>
        <p:sp>
          <p:nvSpPr>
            <p:cNvPr id="704" name="Google Shape;704;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6" name="Google Shape;726;p33"/>
          <p:cNvGrpSpPr/>
          <p:nvPr/>
        </p:nvGrpSpPr>
        <p:grpSpPr>
          <a:xfrm>
            <a:off x="-53681" y="-358003"/>
            <a:ext cx="1013684" cy="1013928"/>
            <a:chOff x="1347125" y="349025"/>
            <a:chExt cx="4978800" cy="4980000"/>
          </a:xfrm>
        </p:grpSpPr>
        <p:sp>
          <p:nvSpPr>
            <p:cNvPr id="727" name="Google Shape;727;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1" name="Google Shape;741;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9" name="Google Shape;749;p33"/>
          <p:cNvSpPr/>
          <p:nvPr/>
        </p:nvSpPr>
        <p:spPr>
          <a:xfrm>
            <a:off x="11522700" y="4872867"/>
            <a:ext cx="344400" cy="3444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0" name="Google Shape;750;p33"/>
          <p:cNvSpPr/>
          <p:nvPr/>
        </p:nvSpPr>
        <p:spPr>
          <a:xfrm>
            <a:off x="187467" y="506800"/>
            <a:ext cx="213200" cy="213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1" name="Google Shape;751;p33"/>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2" name="Google Shape;752;p33"/>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0F7ED"/>
              </a:buClr>
              <a:buSzPts val="2700"/>
              <a:buNone/>
              <a:defRPr sz="3600">
                <a:solidFill>
                  <a:srgbClr val="F0F7ED"/>
                </a:solidFill>
              </a:defRPr>
            </a:lvl1pPr>
            <a:lvl2pPr lvl="1" algn="ctr" rtl="0">
              <a:spcBef>
                <a:spcPts val="0"/>
              </a:spcBef>
              <a:spcAft>
                <a:spcPts val="0"/>
              </a:spcAft>
              <a:buClr>
                <a:srgbClr val="F0F7ED"/>
              </a:buClr>
              <a:buSzPts val="1400"/>
              <a:buNone/>
              <a:defRPr sz="1867">
                <a:solidFill>
                  <a:srgbClr val="F0F7ED"/>
                </a:solidFill>
              </a:defRPr>
            </a:lvl2pPr>
            <a:lvl3pPr lvl="2" algn="ctr" rtl="0">
              <a:spcBef>
                <a:spcPts val="0"/>
              </a:spcBef>
              <a:spcAft>
                <a:spcPts val="0"/>
              </a:spcAft>
              <a:buClr>
                <a:srgbClr val="F0F7ED"/>
              </a:buClr>
              <a:buSzPts val="1400"/>
              <a:buNone/>
              <a:defRPr sz="1867">
                <a:solidFill>
                  <a:srgbClr val="F0F7ED"/>
                </a:solidFill>
              </a:defRPr>
            </a:lvl3pPr>
            <a:lvl4pPr lvl="3" algn="ctr" rtl="0">
              <a:spcBef>
                <a:spcPts val="0"/>
              </a:spcBef>
              <a:spcAft>
                <a:spcPts val="0"/>
              </a:spcAft>
              <a:buClr>
                <a:srgbClr val="F0F7ED"/>
              </a:buClr>
              <a:buSzPts val="1400"/>
              <a:buNone/>
              <a:defRPr sz="1867">
                <a:solidFill>
                  <a:srgbClr val="F0F7ED"/>
                </a:solidFill>
              </a:defRPr>
            </a:lvl4pPr>
            <a:lvl5pPr lvl="4" algn="ctr" rtl="0">
              <a:spcBef>
                <a:spcPts val="0"/>
              </a:spcBef>
              <a:spcAft>
                <a:spcPts val="0"/>
              </a:spcAft>
              <a:buClr>
                <a:srgbClr val="F0F7ED"/>
              </a:buClr>
              <a:buSzPts val="1400"/>
              <a:buNone/>
              <a:defRPr sz="1867">
                <a:solidFill>
                  <a:srgbClr val="F0F7ED"/>
                </a:solidFill>
              </a:defRPr>
            </a:lvl5pPr>
            <a:lvl6pPr lvl="5" algn="ctr" rtl="0">
              <a:spcBef>
                <a:spcPts val="0"/>
              </a:spcBef>
              <a:spcAft>
                <a:spcPts val="0"/>
              </a:spcAft>
              <a:buClr>
                <a:srgbClr val="F0F7ED"/>
              </a:buClr>
              <a:buSzPts val="1400"/>
              <a:buNone/>
              <a:defRPr sz="1867">
                <a:solidFill>
                  <a:srgbClr val="F0F7ED"/>
                </a:solidFill>
              </a:defRPr>
            </a:lvl6pPr>
            <a:lvl7pPr lvl="6" algn="ctr" rtl="0">
              <a:spcBef>
                <a:spcPts val="0"/>
              </a:spcBef>
              <a:spcAft>
                <a:spcPts val="0"/>
              </a:spcAft>
              <a:buClr>
                <a:srgbClr val="F0F7ED"/>
              </a:buClr>
              <a:buSzPts val="1400"/>
              <a:buNone/>
              <a:defRPr sz="1867">
                <a:solidFill>
                  <a:srgbClr val="F0F7ED"/>
                </a:solidFill>
              </a:defRPr>
            </a:lvl7pPr>
            <a:lvl8pPr lvl="7" algn="ctr" rtl="0">
              <a:spcBef>
                <a:spcPts val="0"/>
              </a:spcBef>
              <a:spcAft>
                <a:spcPts val="0"/>
              </a:spcAft>
              <a:buClr>
                <a:srgbClr val="F0F7ED"/>
              </a:buClr>
              <a:buSzPts val="1400"/>
              <a:buNone/>
              <a:defRPr sz="1867">
                <a:solidFill>
                  <a:srgbClr val="F0F7ED"/>
                </a:solidFill>
              </a:defRPr>
            </a:lvl8pPr>
            <a:lvl9pPr lvl="8" algn="ctr" rtl="0">
              <a:spcBef>
                <a:spcPts val="0"/>
              </a:spcBef>
              <a:spcAft>
                <a:spcPts val="0"/>
              </a:spcAft>
              <a:buClr>
                <a:srgbClr val="F0F7ED"/>
              </a:buClr>
              <a:buSzPts val="1400"/>
              <a:buNone/>
              <a:defRPr sz="1867">
                <a:solidFill>
                  <a:srgbClr val="F0F7ED"/>
                </a:solidFill>
              </a:defRPr>
            </a:lvl9pPr>
          </a:lstStyle>
          <a:p>
            <a:endParaRPr/>
          </a:p>
        </p:txBody>
      </p:sp>
    </p:spTree>
    <p:extLst>
      <p:ext uri="{BB962C8B-B14F-4D97-AF65-F5344CB8AC3E}">
        <p14:creationId xmlns:p14="http://schemas.microsoft.com/office/powerpoint/2010/main" val="42123681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text 3">
  <p:cSld name="Title &amp; text 3">
    <p:spTree>
      <p:nvGrpSpPr>
        <p:cNvPr id="1" name="Shape 753"/>
        <p:cNvGrpSpPr/>
        <p:nvPr/>
      </p:nvGrpSpPr>
      <p:grpSpPr>
        <a:xfrm>
          <a:off x="0" y="0"/>
          <a:ext cx="0" cy="0"/>
          <a:chOff x="0" y="0"/>
          <a:chExt cx="0" cy="0"/>
        </a:xfrm>
      </p:grpSpPr>
      <p:sp>
        <p:nvSpPr>
          <p:cNvPr id="754" name="Google Shape;754;p34"/>
          <p:cNvSpPr txBox="1">
            <a:spLocks noGrp="1"/>
          </p:cNvSpPr>
          <p:nvPr>
            <p:ph type="title"/>
          </p:nvPr>
        </p:nvSpPr>
        <p:spPr>
          <a:xfrm>
            <a:off x="960000" y="2588400"/>
            <a:ext cx="4392000" cy="168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755" name="Google Shape;755;p34"/>
          <p:cNvSpPr txBox="1">
            <a:spLocks noGrp="1"/>
          </p:cNvSpPr>
          <p:nvPr>
            <p:ph type="subTitle" idx="1"/>
          </p:nvPr>
        </p:nvSpPr>
        <p:spPr>
          <a:xfrm>
            <a:off x="6785367" y="1319600"/>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6" name="Google Shape;756;p34"/>
          <p:cNvSpPr txBox="1">
            <a:spLocks noGrp="1"/>
          </p:cNvSpPr>
          <p:nvPr>
            <p:ph type="subTitle" idx="2"/>
          </p:nvPr>
        </p:nvSpPr>
        <p:spPr>
          <a:xfrm>
            <a:off x="6785367" y="250836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7" name="Google Shape;757;p34"/>
          <p:cNvSpPr txBox="1">
            <a:spLocks noGrp="1"/>
          </p:cNvSpPr>
          <p:nvPr>
            <p:ph type="subTitle" idx="3"/>
          </p:nvPr>
        </p:nvSpPr>
        <p:spPr>
          <a:xfrm>
            <a:off x="6785367" y="367601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8" name="Google Shape;758;p34"/>
          <p:cNvSpPr txBox="1">
            <a:spLocks noGrp="1"/>
          </p:cNvSpPr>
          <p:nvPr>
            <p:ph type="subTitle" idx="4"/>
          </p:nvPr>
        </p:nvSpPr>
        <p:spPr>
          <a:xfrm>
            <a:off x="6785367" y="4962933"/>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grpSp>
        <p:nvGrpSpPr>
          <p:cNvPr id="759" name="Google Shape;759;p34"/>
          <p:cNvGrpSpPr/>
          <p:nvPr/>
        </p:nvGrpSpPr>
        <p:grpSpPr>
          <a:xfrm>
            <a:off x="10681305" y="-698855"/>
            <a:ext cx="2290248" cy="2290800"/>
            <a:chOff x="1347125" y="349025"/>
            <a:chExt cx="4978800" cy="4980000"/>
          </a:xfrm>
        </p:grpSpPr>
        <p:sp>
          <p:nvSpPr>
            <p:cNvPr id="760" name="Google Shape;760;p3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3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2" name="Google Shape;762;p3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3" name="Google Shape;763;p3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3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3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3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3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3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3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3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3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3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3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3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3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3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3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3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3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3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3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2" name="Google Shape;782;p34"/>
          <p:cNvSpPr/>
          <p:nvPr/>
        </p:nvSpPr>
        <p:spPr>
          <a:xfrm>
            <a:off x="11554651" y="720000"/>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3" name="Google Shape;783;p34"/>
          <p:cNvSpPr/>
          <p:nvPr/>
        </p:nvSpPr>
        <p:spPr>
          <a:xfrm>
            <a:off x="9912017" y="230124"/>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4" name="Google Shape;784;p34"/>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5" name="Google Shape;785;p34"/>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3515624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mp; text 4">
  <p:cSld name="Title &amp; text 4">
    <p:spTree>
      <p:nvGrpSpPr>
        <p:cNvPr id="1" name="Shape 786"/>
        <p:cNvGrpSpPr/>
        <p:nvPr/>
      </p:nvGrpSpPr>
      <p:grpSpPr>
        <a:xfrm>
          <a:off x="0" y="0"/>
          <a:ext cx="0" cy="0"/>
          <a:chOff x="0" y="0"/>
          <a:chExt cx="0" cy="0"/>
        </a:xfrm>
      </p:grpSpPr>
      <p:sp>
        <p:nvSpPr>
          <p:cNvPr id="787" name="Google Shape;787;p35"/>
          <p:cNvSpPr txBox="1">
            <a:spLocks noGrp="1"/>
          </p:cNvSpPr>
          <p:nvPr>
            <p:ph type="title"/>
          </p:nvPr>
        </p:nvSpPr>
        <p:spPr>
          <a:xfrm>
            <a:off x="1014667" y="512067"/>
            <a:ext cx="10412400" cy="685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88" name="Google Shape;788;p35"/>
          <p:cNvSpPr txBox="1">
            <a:spLocks noGrp="1"/>
          </p:cNvSpPr>
          <p:nvPr>
            <p:ph type="subTitle" idx="1"/>
          </p:nvPr>
        </p:nvSpPr>
        <p:spPr>
          <a:xfrm>
            <a:off x="1432200" y="179249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89" name="Google Shape;789;p35"/>
          <p:cNvSpPr txBox="1">
            <a:spLocks noGrp="1"/>
          </p:cNvSpPr>
          <p:nvPr>
            <p:ph type="subTitle" idx="2"/>
          </p:nvPr>
        </p:nvSpPr>
        <p:spPr>
          <a:xfrm>
            <a:off x="1432200" y="3290833"/>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0" name="Google Shape;790;p35"/>
          <p:cNvSpPr txBox="1">
            <a:spLocks noGrp="1"/>
          </p:cNvSpPr>
          <p:nvPr>
            <p:ph type="subTitle" idx="3"/>
          </p:nvPr>
        </p:nvSpPr>
        <p:spPr>
          <a:xfrm>
            <a:off x="1432200" y="4039999"/>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1" name="Google Shape;791;p35"/>
          <p:cNvSpPr txBox="1">
            <a:spLocks noGrp="1"/>
          </p:cNvSpPr>
          <p:nvPr>
            <p:ph type="subTitle" idx="4"/>
          </p:nvPr>
        </p:nvSpPr>
        <p:spPr>
          <a:xfrm>
            <a:off x="1432200" y="4789164"/>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2" name="Google Shape;792;p35"/>
          <p:cNvSpPr txBox="1">
            <a:spLocks noGrp="1"/>
          </p:cNvSpPr>
          <p:nvPr>
            <p:ph type="subTitle" idx="5"/>
          </p:nvPr>
        </p:nvSpPr>
        <p:spPr>
          <a:xfrm>
            <a:off x="1432200" y="254166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22059201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mp; two columns 2">
  <p:cSld name="Title &amp; two columns 2">
    <p:spTree>
      <p:nvGrpSpPr>
        <p:cNvPr id="1" name="Shape 793"/>
        <p:cNvGrpSpPr/>
        <p:nvPr/>
      </p:nvGrpSpPr>
      <p:grpSpPr>
        <a:xfrm>
          <a:off x="0" y="0"/>
          <a:ext cx="0" cy="0"/>
          <a:chOff x="0" y="0"/>
          <a:chExt cx="0" cy="0"/>
        </a:xfrm>
      </p:grpSpPr>
      <p:sp>
        <p:nvSpPr>
          <p:cNvPr id="794" name="Google Shape;794;p36"/>
          <p:cNvSpPr txBox="1">
            <a:spLocks noGrp="1"/>
          </p:cNvSpPr>
          <p:nvPr>
            <p:ph type="subTitle" idx="1"/>
          </p:nvPr>
        </p:nvSpPr>
        <p:spPr>
          <a:xfrm>
            <a:off x="1406667"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5" name="Google Shape;795;p36"/>
          <p:cNvSpPr txBox="1">
            <a:spLocks noGrp="1"/>
          </p:cNvSpPr>
          <p:nvPr>
            <p:ph type="subTitle" idx="2"/>
          </p:nvPr>
        </p:nvSpPr>
        <p:spPr>
          <a:xfrm>
            <a:off x="8032533"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6" name="Google Shape;796;p36"/>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97" name="Google Shape;797;p36"/>
          <p:cNvSpPr txBox="1">
            <a:spLocks noGrp="1"/>
          </p:cNvSpPr>
          <p:nvPr>
            <p:ph type="subTitle" idx="3"/>
          </p:nvPr>
        </p:nvSpPr>
        <p:spPr>
          <a:xfrm>
            <a:off x="1406667"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98" name="Google Shape;798;p36"/>
          <p:cNvSpPr txBox="1">
            <a:spLocks noGrp="1"/>
          </p:cNvSpPr>
          <p:nvPr>
            <p:ph type="subTitle" idx="4"/>
          </p:nvPr>
        </p:nvSpPr>
        <p:spPr>
          <a:xfrm>
            <a:off x="8032533"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846442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mp; body 2">
  <p:cSld name="Title &amp; body 2">
    <p:spTree>
      <p:nvGrpSpPr>
        <p:cNvPr id="1" name="Shape 799"/>
        <p:cNvGrpSpPr/>
        <p:nvPr/>
      </p:nvGrpSpPr>
      <p:grpSpPr>
        <a:xfrm>
          <a:off x="0" y="0"/>
          <a:ext cx="0" cy="0"/>
          <a:chOff x="0" y="0"/>
          <a:chExt cx="0" cy="0"/>
        </a:xfrm>
      </p:grpSpPr>
      <p:sp>
        <p:nvSpPr>
          <p:cNvPr id="800" name="Google Shape;800;p37"/>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801" name="Google Shape;801;p37"/>
          <p:cNvSpPr txBox="1">
            <a:spLocks noGrp="1"/>
          </p:cNvSpPr>
          <p:nvPr>
            <p:ph type="subTitle" idx="1"/>
          </p:nvPr>
        </p:nvSpPr>
        <p:spPr>
          <a:xfrm>
            <a:off x="1432200" y="1535533"/>
            <a:ext cx="9327600" cy="44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extLst>
      <p:ext uri="{BB962C8B-B14F-4D97-AF65-F5344CB8AC3E}">
        <p14:creationId xmlns:p14="http://schemas.microsoft.com/office/powerpoint/2010/main" val="10138185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mp; three columns ">
  <p:cSld name="Title &amp; three columns ">
    <p:spTree>
      <p:nvGrpSpPr>
        <p:cNvPr id="1" name="Shape 242"/>
        <p:cNvGrpSpPr/>
        <p:nvPr/>
      </p:nvGrpSpPr>
      <p:grpSpPr>
        <a:xfrm>
          <a:off x="0" y="0"/>
          <a:ext cx="0" cy="0"/>
          <a:chOff x="0" y="0"/>
          <a:chExt cx="0" cy="0"/>
        </a:xfrm>
      </p:grpSpPr>
      <p:sp>
        <p:nvSpPr>
          <p:cNvPr id="243" name="Google Shape;243;p16"/>
          <p:cNvSpPr txBox="1">
            <a:spLocks noGrp="1"/>
          </p:cNvSpPr>
          <p:nvPr>
            <p:ph type="title"/>
          </p:nvPr>
        </p:nvSpPr>
        <p:spPr>
          <a:xfrm>
            <a:off x="1432200" y="512065"/>
            <a:ext cx="9327600" cy="862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2700"/>
              <a:buNone/>
              <a:defRPr sz="3600"/>
            </a:lvl2pPr>
            <a:lvl3pPr lvl="2" algn="ctr" rtl="0">
              <a:spcBef>
                <a:spcPts val="0"/>
              </a:spcBef>
              <a:spcAft>
                <a:spcPts val="0"/>
              </a:spcAft>
              <a:buSzPts val="2700"/>
              <a:buNone/>
              <a:defRPr sz="3600"/>
            </a:lvl3pPr>
            <a:lvl4pPr lvl="3" algn="ctr" rtl="0">
              <a:spcBef>
                <a:spcPts val="0"/>
              </a:spcBef>
              <a:spcAft>
                <a:spcPts val="0"/>
              </a:spcAft>
              <a:buSzPts val="2700"/>
              <a:buNone/>
              <a:defRPr sz="3600"/>
            </a:lvl4pPr>
            <a:lvl5pPr lvl="4" algn="ctr" rtl="0">
              <a:spcBef>
                <a:spcPts val="0"/>
              </a:spcBef>
              <a:spcAft>
                <a:spcPts val="0"/>
              </a:spcAft>
              <a:buSzPts val="2700"/>
              <a:buNone/>
              <a:defRPr sz="3600"/>
            </a:lvl5pPr>
            <a:lvl6pPr lvl="5" algn="ctr" rtl="0">
              <a:spcBef>
                <a:spcPts val="0"/>
              </a:spcBef>
              <a:spcAft>
                <a:spcPts val="0"/>
              </a:spcAft>
              <a:buSzPts val="2700"/>
              <a:buNone/>
              <a:defRPr sz="3600"/>
            </a:lvl6pPr>
            <a:lvl7pPr lvl="6" algn="ctr" rtl="0">
              <a:spcBef>
                <a:spcPts val="0"/>
              </a:spcBef>
              <a:spcAft>
                <a:spcPts val="0"/>
              </a:spcAft>
              <a:buSzPts val="2700"/>
              <a:buNone/>
              <a:defRPr sz="3600"/>
            </a:lvl7pPr>
            <a:lvl8pPr lvl="7" algn="ctr" rtl="0">
              <a:spcBef>
                <a:spcPts val="0"/>
              </a:spcBef>
              <a:spcAft>
                <a:spcPts val="0"/>
              </a:spcAft>
              <a:buSzPts val="2700"/>
              <a:buNone/>
              <a:defRPr sz="3600"/>
            </a:lvl8pPr>
            <a:lvl9pPr lvl="8" algn="ctr" rtl="0">
              <a:spcBef>
                <a:spcPts val="0"/>
              </a:spcBef>
              <a:spcAft>
                <a:spcPts val="0"/>
              </a:spcAft>
              <a:buSzPts val="2700"/>
              <a:buNone/>
              <a:defRPr sz="3600"/>
            </a:lvl9pPr>
          </a:lstStyle>
          <a:p>
            <a:endParaRPr/>
          </a:p>
        </p:txBody>
      </p:sp>
      <p:sp>
        <p:nvSpPr>
          <p:cNvPr id="244" name="Google Shape;244;p16"/>
          <p:cNvSpPr txBox="1">
            <a:spLocks noGrp="1"/>
          </p:cNvSpPr>
          <p:nvPr>
            <p:ph type="subTitle" idx="1"/>
          </p:nvPr>
        </p:nvSpPr>
        <p:spPr>
          <a:xfrm>
            <a:off x="797100" y="4144607"/>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5" name="Google Shape;245;p16"/>
          <p:cNvSpPr txBox="1">
            <a:spLocks noGrp="1"/>
          </p:cNvSpPr>
          <p:nvPr>
            <p:ph type="subTitle" idx="2"/>
          </p:nvPr>
        </p:nvSpPr>
        <p:spPr>
          <a:xfrm>
            <a:off x="44446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6" name="Google Shape;246;p16"/>
          <p:cNvSpPr txBox="1">
            <a:spLocks noGrp="1"/>
          </p:cNvSpPr>
          <p:nvPr>
            <p:ph type="subTitle" idx="3"/>
          </p:nvPr>
        </p:nvSpPr>
        <p:spPr>
          <a:xfrm>
            <a:off x="80922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247" name="Google Shape;247;p16"/>
          <p:cNvGrpSpPr/>
          <p:nvPr/>
        </p:nvGrpSpPr>
        <p:grpSpPr>
          <a:xfrm>
            <a:off x="11089256" y="-588355"/>
            <a:ext cx="2290248" cy="2290800"/>
            <a:chOff x="1347125" y="349025"/>
            <a:chExt cx="4978800" cy="4980000"/>
          </a:xfrm>
        </p:grpSpPr>
        <p:sp>
          <p:nvSpPr>
            <p:cNvPr id="248" name="Google Shape;248;p1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1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1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1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1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1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1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1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1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1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1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1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1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1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0" name="Google Shape;270;p16"/>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1" name="Google Shape;271;p16"/>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2" name="Google Shape;272;p16"/>
          <p:cNvSpPr txBox="1">
            <a:spLocks noGrp="1"/>
          </p:cNvSpPr>
          <p:nvPr>
            <p:ph type="subTitle" idx="4"/>
          </p:nvPr>
        </p:nvSpPr>
        <p:spPr>
          <a:xfrm>
            <a:off x="8176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3" name="Google Shape;273;p16"/>
          <p:cNvSpPr txBox="1">
            <a:spLocks noGrp="1"/>
          </p:cNvSpPr>
          <p:nvPr>
            <p:ph type="subTitle" idx="5"/>
          </p:nvPr>
        </p:nvSpPr>
        <p:spPr>
          <a:xfrm>
            <a:off x="44652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4" name="Google Shape;274;p16"/>
          <p:cNvSpPr txBox="1">
            <a:spLocks noGrp="1"/>
          </p:cNvSpPr>
          <p:nvPr>
            <p:ph type="subTitle" idx="6"/>
          </p:nvPr>
        </p:nvSpPr>
        <p:spPr>
          <a:xfrm>
            <a:off x="8112767"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111368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C39028-96BE-4614-9405-013D1118D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A9771F-DD59-4070-8659-8F6578888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51CAF-F5DD-4A19-AE88-104A08953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AEAE81AB-63C2-4672-BB3C-9DF3D8FC2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C05DB8-E570-49B9-9A1B-2B265B2605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CB041C-0839-4238-94E9-E84C39054D8D}" type="slidenum">
              <a:rPr lang="en-US" smtClean="0"/>
              <a:t>‹#›</a:t>
            </a:fld>
            <a:endParaRPr lang="en-US"/>
          </a:p>
        </p:txBody>
      </p:sp>
    </p:spTree>
    <p:extLst>
      <p:ext uri="{BB962C8B-B14F-4D97-AF65-F5344CB8AC3E}">
        <p14:creationId xmlns:p14="http://schemas.microsoft.com/office/powerpoint/2010/main" val="30123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7E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1pPr>
            <a:lvl2pPr lvl="1">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2pPr>
            <a:lvl3pPr lvl="2">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3pPr>
            <a:lvl4pPr lvl="3">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4pPr>
            <a:lvl5pPr lvl="4">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5pPr>
            <a:lvl6pPr lvl="5">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6pPr>
            <a:lvl7pPr lvl="6">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7pPr>
            <a:lvl8pPr lvl="7">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8pPr>
            <a:lvl9pPr lvl="8">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1pPr>
            <a:lvl2pPr marL="914400" lvl="1"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2pPr>
            <a:lvl3pPr marL="1371600" lvl="2"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3pPr>
            <a:lvl4pPr marL="1828800" lvl="3"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4pPr>
            <a:lvl5pPr marL="2286000" lvl="4"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5pPr>
            <a:lvl6pPr marL="2743200" lvl="5"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6pPr>
            <a:lvl7pPr marL="3200400" lvl="6"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7pPr>
            <a:lvl8pPr marL="3657600" lvl="7"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8pPr>
            <a:lvl9pPr marL="4114800" lvl="8"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9pPr>
          </a:lstStyle>
          <a:p>
            <a:endParaRPr/>
          </a:p>
        </p:txBody>
      </p:sp>
    </p:spTree>
    <p:extLst>
      <p:ext uri="{BB962C8B-B14F-4D97-AF65-F5344CB8AC3E}">
        <p14:creationId xmlns:p14="http://schemas.microsoft.com/office/powerpoint/2010/main" val="226003487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 id="2147483671" r:id="rId10"/>
    <p:sldLayoutId id="2147483672" r:id="rId11"/>
    <p:sldLayoutId id="2147483673" r:id="rId12"/>
    <p:sldLayoutId id="2147483676" r:id="rId13"/>
    <p:sldLayoutId id="2147483677" r:id="rId14"/>
    <p:sldLayoutId id="2147483679" r:id="rId15"/>
    <p:sldLayoutId id="2147483680" r:id="rId16"/>
    <p:sldLayoutId id="2147483681"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9.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9.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hyperlink" Target="https://commons.wikimedia.org/wiki/File:No-Symbol.svg" TargetMode="External"/><Relationship Id="rId2" Type="http://schemas.openxmlformats.org/officeDocument/2006/relationships/notesSlide" Target="../notesSlides/notesSlide19.xml"/><Relationship Id="rId1" Type="http://schemas.openxmlformats.org/officeDocument/2006/relationships/slideLayout" Target="../slideLayouts/slideLayout39.xml"/><Relationship Id="rId6" Type="http://schemas.openxmlformats.org/officeDocument/2006/relationships/image" Target="../media/image15.png"/><Relationship Id="rId5" Type="http://schemas.openxmlformats.org/officeDocument/2006/relationships/hyperlink" Target="https://commons.wikimedia.org/wiki/File:Yes_check.svg" TargetMode="Externa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9.xml"/><Relationship Id="rId5" Type="http://schemas.openxmlformats.org/officeDocument/2006/relationships/hyperlink" Target="https://commons.wikimedia.org/wiki/File:No-Symbol.svg" TargetMode="Externa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75"/>
        <p:cNvGrpSpPr/>
        <p:nvPr/>
      </p:nvGrpSpPr>
      <p:grpSpPr>
        <a:xfrm>
          <a:off x="0" y="0"/>
          <a:ext cx="0" cy="0"/>
          <a:chOff x="0" y="0"/>
          <a:chExt cx="0" cy="0"/>
        </a:xfrm>
      </p:grpSpPr>
      <p:sp>
        <p:nvSpPr>
          <p:cNvPr id="3476" name="Google Shape;3476;p55"/>
          <p:cNvSpPr/>
          <p:nvPr/>
        </p:nvSpPr>
        <p:spPr>
          <a:xfrm>
            <a:off x="9402009" y="1162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477" name="Google Shape;3477;p55"/>
          <p:cNvGrpSpPr/>
          <p:nvPr/>
        </p:nvGrpSpPr>
        <p:grpSpPr>
          <a:xfrm>
            <a:off x="2742864" y="237777"/>
            <a:ext cx="1186945" cy="1187232"/>
            <a:chOff x="1347125" y="349025"/>
            <a:chExt cx="4978800" cy="4980000"/>
          </a:xfrm>
        </p:grpSpPr>
        <p:sp>
          <p:nvSpPr>
            <p:cNvPr id="3478" name="Google Shape;3478;p5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9" name="Google Shape;3479;p5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0" name="Google Shape;3480;p5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1" name="Google Shape;3481;p5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2" name="Google Shape;3482;p5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3" name="Google Shape;3483;p5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4" name="Google Shape;3484;p5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5" name="Google Shape;3485;p5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6" name="Google Shape;3486;p5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7" name="Google Shape;3487;p5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8" name="Google Shape;3488;p5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9" name="Google Shape;3489;p5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0" name="Google Shape;3490;p5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1" name="Google Shape;3491;p5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2" name="Google Shape;3492;p5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3" name="Google Shape;3493;p5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4" name="Google Shape;3494;p5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5" name="Google Shape;3495;p5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6" name="Google Shape;3496;p5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7" name="Google Shape;3497;p5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8" name="Google Shape;3498;p5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9" name="Google Shape;3499;p5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01" name="Google Shape;3501;p55"/>
          <p:cNvSpPr/>
          <p:nvPr/>
        </p:nvSpPr>
        <p:spPr>
          <a:xfrm flipH="1">
            <a:off x="10094257" y="5904641"/>
            <a:ext cx="1013736" cy="392403"/>
          </a:xfrm>
          <a:custGeom>
            <a:avLst/>
            <a:gdLst/>
            <a:ahLst/>
            <a:cxnLst/>
            <a:rect l="l" t="t" r="r" b="b"/>
            <a:pathLst>
              <a:path w="8874" h="3435" extrusionOk="0">
                <a:moveTo>
                  <a:pt x="1" y="0"/>
                </a:moveTo>
                <a:lnTo>
                  <a:pt x="1" y="3435"/>
                </a:lnTo>
                <a:lnTo>
                  <a:pt x="8873" y="3435"/>
                </a:lnTo>
                <a:lnTo>
                  <a:pt x="8873" y="0"/>
                </a:ln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2" name="Google Shape;3502;p55"/>
          <p:cNvSpPr/>
          <p:nvPr/>
        </p:nvSpPr>
        <p:spPr>
          <a:xfrm flipH="1">
            <a:off x="7898286" y="2926607"/>
            <a:ext cx="5402937" cy="3057088"/>
          </a:xfrm>
          <a:custGeom>
            <a:avLst/>
            <a:gdLst/>
            <a:ahLst/>
            <a:cxnLst/>
            <a:rect l="l" t="t" r="r" b="b"/>
            <a:pathLst>
              <a:path w="47296" h="26761" extrusionOk="0">
                <a:moveTo>
                  <a:pt x="2696" y="1"/>
                </a:moveTo>
                <a:cubicBezTo>
                  <a:pt x="1193" y="1"/>
                  <a:pt x="0" y="1193"/>
                  <a:pt x="0" y="2672"/>
                </a:cubicBezTo>
                <a:lnTo>
                  <a:pt x="0" y="24090"/>
                </a:lnTo>
                <a:cubicBezTo>
                  <a:pt x="0" y="25568"/>
                  <a:pt x="1193" y="26761"/>
                  <a:pt x="2696" y="26761"/>
                </a:cubicBezTo>
                <a:lnTo>
                  <a:pt x="44601" y="26761"/>
                </a:lnTo>
                <a:cubicBezTo>
                  <a:pt x="46103" y="26761"/>
                  <a:pt x="47296" y="25568"/>
                  <a:pt x="47296" y="24090"/>
                </a:cubicBezTo>
                <a:lnTo>
                  <a:pt x="47296" y="2672"/>
                </a:lnTo>
                <a:cubicBezTo>
                  <a:pt x="47296" y="1193"/>
                  <a:pt x="46103" y="1"/>
                  <a:pt x="44601"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3" name="Google Shape;3503;p55"/>
          <p:cNvSpPr/>
          <p:nvPr/>
        </p:nvSpPr>
        <p:spPr>
          <a:xfrm flipH="1">
            <a:off x="8039940" y="3062891"/>
            <a:ext cx="5116889" cy="2781891"/>
          </a:xfrm>
          <a:custGeom>
            <a:avLst/>
            <a:gdLst/>
            <a:ahLst/>
            <a:cxnLst/>
            <a:rect l="l" t="t" r="r" b="b"/>
            <a:pathLst>
              <a:path w="44792" h="24352" extrusionOk="0">
                <a:moveTo>
                  <a:pt x="1694" y="0"/>
                </a:moveTo>
                <a:cubicBezTo>
                  <a:pt x="740" y="0"/>
                  <a:pt x="1" y="763"/>
                  <a:pt x="1" y="1694"/>
                </a:cubicBezTo>
                <a:lnTo>
                  <a:pt x="1" y="22658"/>
                </a:lnTo>
                <a:cubicBezTo>
                  <a:pt x="1" y="23612"/>
                  <a:pt x="764" y="24352"/>
                  <a:pt x="1694" y="24352"/>
                </a:cubicBezTo>
                <a:lnTo>
                  <a:pt x="43098" y="24352"/>
                </a:lnTo>
                <a:cubicBezTo>
                  <a:pt x="44028" y="24352"/>
                  <a:pt x="44768" y="23612"/>
                  <a:pt x="44791" y="22658"/>
                </a:cubicBezTo>
                <a:lnTo>
                  <a:pt x="44791" y="1694"/>
                </a:lnTo>
                <a:cubicBezTo>
                  <a:pt x="44791" y="740"/>
                  <a:pt x="44028" y="0"/>
                  <a:pt x="43098"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4" name="Google Shape;3504;p55"/>
          <p:cNvSpPr/>
          <p:nvPr/>
        </p:nvSpPr>
        <p:spPr>
          <a:xfrm flipH="1">
            <a:off x="8042680" y="3245441"/>
            <a:ext cx="5114147" cy="2422275"/>
          </a:xfrm>
          <a:custGeom>
            <a:avLst/>
            <a:gdLst/>
            <a:ahLst/>
            <a:cxnLst/>
            <a:rect l="l" t="t" r="r" b="b"/>
            <a:pathLst>
              <a:path w="44768" h="21204" extrusionOk="0">
                <a:moveTo>
                  <a:pt x="1" y="0"/>
                </a:moveTo>
                <a:lnTo>
                  <a:pt x="1" y="21203"/>
                </a:lnTo>
                <a:lnTo>
                  <a:pt x="44768" y="21203"/>
                </a:lnTo>
                <a:lnTo>
                  <a:pt x="4476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5" name="Google Shape;3505;p55"/>
          <p:cNvSpPr/>
          <p:nvPr/>
        </p:nvSpPr>
        <p:spPr>
          <a:xfrm flipH="1">
            <a:off x="9080750" y="6296932"/>
            <a:ext cx="3035268" cy="117321"/>
          </a:xfrm>
          <a:custGeom>
            <a:avLst/>
            <a:gdLst/>
            <a:ahLst/>
            <a:cxnLst/>
            <a:rect l="l" t="t" r="r" b="b"/>
            <a:pathLst>
              <a:path w="26570" h="1027" extrusionOk="0">
                <a:moveTo>
                  <a:pt x="501" y="1"/>
                </a:moveTo>
                <a:cubicBezTo>
                  <a:pt x="215" y="1"/>
                  <a:pt x="0" y="239"/>
                  <a:pt x="0" y="502"/>
                </a:cubicBezTo>
                <a:cubicBezTo>
                  <a:pt x="0" y="812"/>
                  <a:pt x="239" y="1026"/>
                  <a:pt x="501" y="1026"/>
                </a:cubicBezTo>
                <a:lnTo>
                  <a:pt x="26069" y="1026"/>
                </a:lnTo>
                <a:cubicBezTo>
                  <a:pt x="26331" y="1026"/>
                  <a:pt x="26546" y="788"/>
                  <a:pt x="26570" y="502"/>
                </a:cubicBezTo>
                <a:cubicBezTo>
                  <a:pt x="26570" y="215"/>
                  <a:pt x="26331" y="1"/>
                  <a:pt x="2606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6" name="Google Shape;3506;p55"/>
          <p:cNvSpPr/>
          <p:nvPr/>
        </p:nvSpPr>
        <p:spPr>
          <a:xfrm flipH="1">
            <a:off x="10631055" y="3615911"/>
            <a:ext cx="877452" cy="885677"/>
          </a:xfrm>
          <a:custGeom>
            <a:avLst/>
            <a:gdLst/>
            <a:ahLst/>
            <a:cxnLst/>
            <a:rect l="l" t="t" r="r" b="b"/>
            <a:pathLst>
              <a:path w="7681" h="7753" extrusionOk="0">
                <a:moveTo>
                  <a:pt x="3841" y="1647"/>
                </a:moveTo>
                <a:cubicBezTo>
                  <a:pt x="4246" y="1647"/>
                  <a:pt x="4652" y="1766"/>
                  <a:pt x="4962" y="1957"/>
                </a:cubicBezTo>
                <a:cubicBezTo>
                  <a:pt x="5654" y="2338"/>
                  <a:pt x="6107" y="3078"/>
                  <a:pt x="6107" y="3912"/>
                </a:cubicBezTo>
                <a:cubicBezTo>
                  <a:pt x="6107" y="4509"/>
                  <a:pt x="5868" y="5057"/>
                  <a:pt x="5510" y="5439"/>
                </a:cubicBezTo>
                <a:cubicBezTo>
                  <a:pt x="5081" y="5892"/>
                  <a:pt x="4485" y="6178"/>
                  <a:pt x="3841" y="6178"/>
                </a:cubicBezTo>
                <a:cubicBezTo>
                  <a:pt x="2625" y="6178"/>
                  <a:pt x="1599" y="5200"/>
                  <a:pt x="1575" y="3984"/>
                </a:cubicBezTo>
                <a:lnTo>
                  <a:pt x="1575" y="3912"/>
                </a:lnTo>
                <a:cubicBezTo>
                  <a:pt x="1575" y="2958"/>
                  <a:pt x="2171" y="2124"/>
                  <a:pt x="3006" y="1790"/>
                </a:cubicBezTo>
                <a:cubicBezTo>
                  <a:pt x="3268" y="1718"/>
                  <a:pt x="3531" y="1647"/>
                  <a:pt x="3841" y="1647"/>
                </a:cubicBezTo>
                <a:close/>
                <a:moveTo>
                  <a:pt x="3841" y="1"/>
                </a:moveTo>
                <a:cubicBezTo>
                  <a:pt x="3340" y="72"/>
                  <a:pt x="2887" y="168"/>
                  <a:pt x="2434" y="311"/>
                </a:cubicBezTo>
                <a:cubicBezTo>
                  <a:pt x="1003" y="859"/>
                  <a:pt x="1" y="2267"/>
                  <a:pt x="1" y="3912"/>
                </a:cubicBezTo>
                <a:cubicBezTo>
                  <a:pt x="1" y="6035"/>
                  <a:pt x="1718" y="7752"/>
                  <a:pt x="3841" y="7752"/>
                </a:cubicBezTo>
                <a:cubicBezTo>
                  <a:pt x="4962" y="7752"/>
                  <a:pt x="5987" y="7275"/>
                  <a:pt x="6703" y="6488"/>
                </a:cubicBezTo>
                <a:cubicBezTo>
                  <a:pt x="7323" y="5797"/>
                  <a:pt x="7681" y="4890"/>
                  <a:pt x="7681" y="3889"/>
                </a:cubicBezTo>
                <a:cubicBezTo>
                  <a:pt x="7681" y="2457"/>
                  <a:pt x="6918" y="1241"/>
                  <a:pt x="5773" y="549"/>
                </a:cubicBezTo>
                <a:cubicBezTo>
                  <a:pt x="5200" y="216"/>
                  <a:pt x="4533" y="1"/>
                  <a:pt x="3841" y="1"/>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7" name="Google Shape;3507;p55"/>
          <p:cNvSpPr/>
          <p:nvPr/>
        </p:nvSpPr>
        <p:spPr>
          <a:xfrm flipH="1">
            <a:off x="10745406" y="4062804"/>
            <a:ext cx="768471" cy="444152"/>
          </a:xfrm>
          <a:custGeom>
            <a:avLst/>
            <a:gdLst/>
            <a:ahLst/>
            <a:cxnLst/>
            <a:rect l="l" t="t" r="r" b="b"/>
            <a:pathLst>
              <a:path w="6727" h="3888" extrusionOk="0">
                <a:moveTo>
                  <a:pt x="0" y="0"/>
                </a:moveTo>
                <a:cubicBezTo>
                  <a:pt x="0" y="2123"/>
                  <a:pt x="1741" y="3840"/>
                  <a:pt x="3864" y="3888"/>
                </a:cubicBezTo>
                <a:cubicBezTo>
                  <a:pt x="4985" y="3888"/>
                  <a:pt x="6011" y="3363"/>
                  <a:pt x="6726" y="2600"/>
                </a:cubicBezTo>
                <a:lnTo>
                  <a:pt x="5534" y="1527"/>
                </a:lnTo>
                <a:cubicBezTo>
                  <a:pt x="5104" y="1980"/>
                  <a:pt x="4508" y="2266"/>
                  <a:pt x="3864" y="2266"/>
                </a:cubicBezTo>
                <a:cubicBezTo>
                  <a:pt x="2624" y="2266"/>
                  <a:pt x="1622" y="1288"/>
                  <a:pt x="1598" y="72"/>
                </a:cubicBezTo>
                <a:lnTo>
                  <a:pt x="1598" y="0"/>
                </a:lnTo>
                <a:close/>
              </a:path>
            </a:pathLst>
          </a:custGeom>
          <a:solidFill>
            <a:srgbClr val="0089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8" name="Google Shape;3508;p55"/>
          <p:cNvSpPr/>
          <p:nvPr/>
        </p:nvSpPr>
        <p:spPr>
          <a:xfrm flipH="1">
            <a:off x="10742779" y="4656721"/>
            <a:ext cx="1656660" cy="703127"/>
          </a:xfrm>
          <a:custGeom>
            <a:avLst/>
            <a:gdLst/>
            <a:ahLst/>
            <a:cxnLst/>
            <a:rect l="l" t="t" r="r" b="b"/>
            <a:pathLst>
              <a:path w="14502" h="6155" extrusionOk="0">
                <a:moveTo>
                  <a:pt x="526" y="1"/>
                </a:moveTo>
                <a:cubicBezTo>
                  <a:pt x="239" y="1"/>
                  <a:pt x="1" y="239"/>
                  <a:pt x="1" y="502"/>
                </a:cubicBezTo>
                <a:cubicBezTo>
                  <a:pt x="1" y="764"/>
                  <a:pt x="239" y="1002"/>
                  <a:pt x="526" y="1002"/>
                </a:cubicBezTo>
                <a:lnTo>
                  <a:pt x="14001" y="1002"/>
                </a:lnTo>
                <a:cubicBezTo>
                  <a:pt x="14263" y="1002"/>
                  <a:pt x="14502" y="764"/>
                  <a:pt x="14502" y="502"/>
                </a:cubicBezTo>
                <a:cubicBezTo>
                  <a:pt x="14502" y="239"/>
                  <a:pt x="14263" y="1"/>
                  <a:pt x="14001" y="1"/>
                </a:cubicBezTo>
                <a:close/>
                <a:moveTo>
                  <a:pt x="526" y="1718"/>
                </a:moveTo>
                <a:cubicBezTo>
                  <a:pt x="239" y="1718"/>
                  <a:pt x="1" y="1956"/>
                  <a:pt x="1" y="2219"/>
                </a:cubicBezTo>
                <a:cubicBezTo>
                  <a:pt x="1" y="2481"/>
                  <a:pt x="239" y="2744"/>
                  <a:pt x="526" y="2744"/>
                </a:cubicBezTo>
                <a:lnTo>
                  <a:pt x="14001" y="2744"/>
                </a:lnTo>
                <a:cubicBezTo>
                  <a:pt x="14263" y="2744"/>
                  <a:pt x="14502" y="2481"/>
                  <a:pt x="14502" y="2219"/>
                </a:cubicBezTo>
                <a:cubicBezTo>
                  <a:pt x="14502" y="1933"/>
                  <a:pt x="14263" y="1718"/>
                  <a:pt x="14001" y="1718"/>
                </a:cubicBezTo>
                <a:close/>
                <a:moveTo>
                  <a:pt x="526" y="3411"/>
                </a:moveTo>
                <a:cubicBezTo>
                  <a:pt x="239" y="3411"/>
                  <a:pt x="1" y="3650"/>
                  <a:pt x="1" y="3936"/>
                </a:cubicBezTo>
                <a:cubicBezTo>
                  <a:pt x="1" y="4198"/>
                  <a:pt x="239" y="4437"/>
                  <a:pt x="526" y="4437"/>
                </a:cubicBezTo>
                <a:lnTo>
                  <a:pt x="14001" y="4437"/>
                </a:lnTo>
                <a:cubicBezTo>
                  <a:pt x="14263" y="4437"/>
                  <a:pt x="14502" y="4198"/>
                  <a:pt x="14502" y="3936"/>
                </a:cubicBezTo>
                <a:cubicBezTo>
                  <a:pt x="14502" y="3650"/>
                  <a:pt x="14263" y="3411"/>
                  <a:pt x="14001" y="3411"/>
                </a:cubicBezTo>
                <a:close/>
                <a:moveTo>
                  <a:pt x="526" y="5152"/>
                </a:moveTo>
                <a:cubicBezTo>
                  <a:pt x="239" y="5152"/>
                  <a:pt x="1" y="5391"/>
                  <a:pt x="1" y="5653"/>
                </a:cubicBezTo>
                <a:cubicBezTo>
                  <a:pt x="1" y="5916"/>
                  <a:pt x="239" y="6154"/>
                  <a:pt x="526" y="6154"/>
                </a:cubicBezTo>
                <a:lnTo>
                  <a:pt x="14001" y="6154"/>
                </a:lnTo>
                <a:cubicBezTo>
                  <a:pt x="14263" y="6154"/>
                  <a:pt x="14502" y="5916"/>
                  <a:pt x="14502" y="5653"/>
                </a:cubicBezTo>
                <a:cubicBezTo>
                  <a:pt x="14502" y="5367"/>
                  <a:pt x="14263" y="5152"/>
                  <a:pt x="14001" y="5152"/>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9" name="Google Shape;3509;p55"/>
          <p:cNvSpPr/>
          <p:nvPr/>
        </p:nvSpPr>
        <p:spPr>
          <a:xfrm flipH="1">
            <a:off x="8489461" y="3703187"/>
            <a:ext cx="1763015" cy="1697443"/>
          </a:xfrm>
          <a:custGeom>
            <a:avLst/>
            <a:gdLst/>
            <a:ahLst/>
            <a:cxnLst/>
            <a:rect l="l" t="t" r="r" b="b"/>
            <a:pathLst>
              <a:path w="15433" h="14859" extrusionOk="0">
                <a:moveTo>
                  <a:pt x="2076" y="0"/>
                </a:moveTo>
                <a:cubicBezTo>
                  <a:pt x="931" y="0"/>
                  <a:pt x="1" y="906"/>
                  <a:pt x="1" y="2075"/>
                </a:cubicBezTo>
                <a:lnTo>
                  <a:pt x="1" y="12784"/>
                </a:lnTo>
                <a:cubicBezTo>
                  <a:pt x="1" y="13953"/>
                  <a:pt x="931" y="14859"/>
                  <a:pt x="2076" y="14859"/>
                </a:cubicBezTo>
                <a:lnTo>
                  <a:pt x="13357" y="14859"/>
                </a:lnTo>
                <a:cubicBezTo>
                  <a:pt x="14526" y="14859"/>
                  <a:pt x="15432" y="13905"/>
                  <a:pt x="15432" y="12784"/>
                </a:cubicBezTo>
                <a:lnTo>
                  <a:pt x="15432" y="2075"/>
                </a:lnTo>
                <a:cubicBezTo>
                  <a:pt x="15432" y="906"/>
                  <a:pt x="14526" y="0"/>
                  <a:pt x="13357" y="0"/>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0" name="Google Shape;3510;p55"/>
          <p:cNvSpPr/>
          <p:nvPr/>
        </p:nvSpPr>
        <p:spPr>
          <a:xfrm flipH="1">
            <a:off x="8620262" y="3833873"/>
            <a:ext cx="1498671" cy="626816"/>
          </a:xfrm>
          <a:custGeom>
            <a:avLst/>
            <a:gdLst/>
            <a:ahLst/>
            <a:cxnLst/>
            <a:rect l="l" t="t" r="r" b="b"/>
            <a:pathLst>
              <a:path w="13119" h="5487" extrusionOk="0">
                <a:moveTo>
                  <a:pt x="6512" y="335"/>
                </a:moveTo>
                <a:cubicBezTo>
                  <a:pt x="6369" y="335"/>
                  <a:pt x="6273" y="454"/>
                  <a:pt x="6273" y="573"/>
                </a:cubicBezTo>
                <a:cubicBezTo>
                  <a:pt x="6273" y="716"/>
                  <a:pt x="6393" y="812"/>
                  <a:pt x="6512" y="812"/>
                </a:cubicBezTo>
                <a:lnTo>
                  <a:pt x="12880" y="812"/>
                </a:lnTo>
                <a:cubicBezTo>
                  <a:pt x="12890" y="814"/>
                  <a:pt x="12900" y="815"/>
                  <a:pt x="12911" y="815"/>
                </a:cubicBezTo>
                <a:cubicBezTo>
                  <a:pt x="13019" y="815"/>
                  <a:pt x="13118" y="704"/>
                  <a:pt x="13118" y="573"/>
                </a:cubicBezTo>
                <a:cubicBezTo>
                  <a:pt x="13118" y="430"/>
                  <a:pt x="12999" y="335"/>
                  <a:pt x="12880" y="335"/>
                </a:cubicBezTo>
                <a:close/>
                <a:moveTo>
                  <a:pt x="12911" y="1787"/>
                </a:moveTo>
                <a:cubicBezTo>
                  <a:pt x="12900" y="1787"/>
                  <a:pt x="12890" y="1788"/>
                  <a:pt x="12880" y="1790"/>
                </a:cubicBezTo>
                <a:lnTo>
                  <a:pt x="6512" y="1790"/>
                </a:lnTo>
                <a:cubicBezTo>
                  <a:pt x="6393" y="1790"/>
                  <a:pt x="6273" y="1885"/>
                  <a:pt x="6273" y="2028"/>
                </a:cubicBezTo>
                <a:cubicBezTo>
                  <a:pt x="6273" y="2147"/>
                  <a:pt x="6369" y="2267"/>
                  <a:pt x="6512" y="2267"/>
                </a:cubicBezTo>
                <a:lnTo>
                  <a:pt x="12880" y="2267"/>
                </a:lnTo>
                <a:cubicBezTo>
                  <a:pt x="12999" y="2267"/>
                  <a:pt x="13118" y="2195"/>
                  <a:pt x="13118" y="2028"/>
                </a:cubicBezTo>
                <a:cubicBezTo>
                  <a:pt x="13118" y="1897"/>
                  <a:pt x="13019" y="1787"/>
                  <a:pt x="12911" y="1787"/>
                </a:cubicBezTo>
                <a:close/>
                <a:moveTo>
                  <a:pt x="6512" y="3221"/>
                </a:moveTo>
                <a:cubicBezTo>
                  <a:pt x="6393" y="3221"/>
                  <a:pt x="6273" y="3316"/>
                  <a:pt x="6273" y="3459"/>
                </a:cubicBezTo>
                <a:cubicBezTo>
                  <a:pt x="6273" y="3578"/>
                  <a:pt x="6369" y="3698"/>
                  <a:pt x="6512" y="3698"/>
                </a:cubicBezTo>
                <a:lnTo>
                  <a:pt x="12880" y="3698"/>
                </a:lnTo>
                <a:cubicBezTo>
                  <a:pt x="12999" y="3698"/>
                  <a:pt x="13118" y="3626"/>
                  <a:pt x="13118" y="3459"/>
                </a:cubicBezTo>
                <a:cubicBezTo>
                  <a:pt x="13118" y="3316"/>
                  <a:pt x="12999" y="3221"/>
                  <a:pt x="12880" y="3221"/>
                </a:cubicBezTo>
                <a:close/>
                <a:moveTo>
                  <a:pt x="6512" y="4652"/>
                </a:moveTo>
                <a:cubicBezTo>
                  <a:pt x="6393" y="4652"/>
                  <a:pt x="6273" y="4747"/>
                  <a:pt x="6273" y="4890"/>
                </a:cubicBezTo>
                <a:cubicBezTo>
                  <a:pt x="6273" y="5010"/>
                  <a:pt x="6369" y="5129"/>
                  <a:pt x="6512" y="5129"/>
                </a:cubicBezTo>
                <a:lnTo>
                  <a:pt x="12880" y="5129"/>
                </a:lnTo>
                <a:cubicBezTo>
                  <a:pt x="12999" y="5129"/>
                  <a:pt x="13118" y="5057"/>
                  <a:pt x="13118" y="4890"/>
                </a:cubicBezTo>
                <a:cubicBezTo>
                  <a:pt x="13118" y="4771"/>
                  <a:pt x="12999" y="4652"/>
                  <a:pt x="12880" y="4652"/>
                </a:cubicBezTo>
                <a:close/>
                <a:moveTo>
                  <a:pt x="1217" y="1"/>
                </a:moveTo>
                <a:cubicBezTo>
                  <a:pt x="525" y="1"/>
                  <a:pt x="1" y="549"/>
                  <a:pt x="1" y="1241"/>
                </a:cubicBezTo>
                <a:lnTo>
                  <a:pt x="1" y="4270"/>
                </a:lnTo>
                <a:cubicBezTo>
                  <a:pt x="1" y="4962"/>
                  <a:pt x="525" y="5487"/>
                  <a:pt x="1217" y="5487"/>
                </a:cubicBezTo>
                <a:lnTo>
                  <a:pt x="4246" y="5487"/>
                </a:lnTo>
                <a:cubicBezTo>
                  <a:pt x="4938" y="5487"/>
                  <a:pt x="5486" y="4938"/>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1" name="Google Shape;3511;p55"/>
          <p:cNvSpPr/>
          <p:nvPr/>
        </p:nvSpPr>
        <p:spPr>
          <a:xfrm flipH="1">
            <a:off x="8620262" y="4637643"/>
            <a:ext cx="1498671" cy="626816"/>
          </a:xfrm>
          <a:custGeom>
            <a:avLst/>
            <a:gdLst/>
            <a:ahLst/>
            <a:cxnLst/>
            <a:rect l="l" t="t" r="r" b="b"/>
            <a:pathLst>
              <a:path w="13119" h="5487" extrusionOk="0">
                <a:moveTo>
                  <a:pt x="6512" y="359"/>
                </a:moveTo>
                <a:cubicBezTo>
                  <a:pt x="6369" y="359"/>
                  <a:pt x="6273" y="478"/>
                  <a:pt x="6273" y="597"/>
                </a:cubicBezTo>
                <a:cubicBezTo>
                  <a:pt x="6273" y="764"/>
                  <a:pt x="6393" y="836"/>
                  <a:pt x="6512" y="836"/>
                </a:cubicBezTo>
                <a:lnTo>
                  <a:pt x="12880" y="836"/>
                </a:lnTo>
                <a:cubicBezTo>
                  <a:pt x="12999" y="836"/>
                  <a:pt x="13118" y="716"/>
                  <a:pt x="13118" y="597"/>
                </a:cubicBezTo>
                <a:cubicBezTo>
                  <a:pt x="13118" y="454"/>
                  <a:pt x="12999" y="359"/>
                  <a:pt x="12880" y="359"/>
                </a:cubicBezTo>
                <a:close/>
                <a:moveTo>
                  <a:pt x="6512" y="1790"/>
                </a:moveTo>
                <a:cubicBezTo>
                  <a:pt x="6393" y="1790"/>
                  <a:pt x="6273" y="1885"/>
                  <a:pt x="6273" y="2028"/>
                </a:cubicBezTo>
                <a:cubicBezTo>
                  <a:pt x="6273" y="2147"/>
                  <a:pt x="6369" y="2267"/>
                  <a:pt x="6512" y="2267"/>
                </a:cubicBezTo>
                <a:lnTo>
                  <a:pt x="12880" y="2267"/>
                </a:lnTo>
                <a:cubicBezTo>
                  <a:pt x="12999" y="2267"/>
                  <a:pt x="13118" y="2195"/>
                  <a:pt x="13118" y="2028"/>
                </a:cubicBezTo>
                <a:cubicBezTo>
                  <a:pt x="13118" y="1885"/>
                  <a:pt x="12999" y="1790"/>
                  <a:pt x="12880" y="1790"/>
                </a:cubicBezTo>
                <a:close/>
                <a:moveTo>
                  <a:pt x="12933" y="3258"/>
                </a:moveTo>
                <a:cubicBezTo>
                  <a:pt x="12916" y="3258"/>
                  <a:pt x="12898" y="3261"/>
                  <a:pt x="12880" y="3268"/>
                </a:cubicBezTo>
                <a:lnTo>
                  <a:pt x="6512" y="3268"/>
                </a:lnTo>
                <a:cubicBezTo>
                  <a:pt x="6393" y="3268"/>
                  <a:pt x="6273" y="3340"/>
                  <a:pt x="6273" y="3507"/>
                </a:cubicBezTo>
                <a:cubicBezTo>
                  <a:pt x="6273" y="3626"/>
                  <a:pt x="6369" y="3745"/>
                  <a:pt x="6512" y="3745"/>
                </a:cubicBezTo>
                <a:lnTo>
                  <a:pt x="12880" y="3745"/>
                </a:lnTo>
                <a:cubicBezTo>
                  <a:pt x="12999" y="3745"/>
                  <a:pt x="13118" y="3650"/>
                  <a:pt x="13118" y="3507"/>
                </a:cubicBezTo>
                <a:cubicBezTo>
                  <a:pt x="13118" y="3365"/>
                  <a:pt x="13032" y="3258"/>
                  <a:pt x="12933" y="3258"/>
                </a:cubicBezTo>
                <a:close/>
                <a:moveTo>
                  <a:pt x="6512" y="4699"/>
                </a:moveTo>
                <a:cubicBezTo>
                  <a:pt x="6393" y="4699"/>
                  <a:pt x="6273" y="4771"/>
                  <a:pt x="6273" y="4938"/>
                </a:cubicBezTo>
                <a:cubicBezTo>
                  <a:pt x="6273" y="5057"/>
                  <a:pt x="6369" y="5176"/>
                  <a:pt x="6512" y="5176"/>
                </a:cubicBezTo>
                <a:lnTo>
                  <a:pt x="12880" y="5176"/>
                </a:lnTo>
                <a:cubicBezTo>
                  <a:pt x="12999" y="5176"/>
                  <a:pt x="13118" y="5081"/>
                  <a:pt x="13118" y="4938"/>
                </a:cubicBezTo>
                <a:cubicBezTo>
                  <a:pt x="13118" y="4771"/>
                  <a:pt x="12999" y="4699"/>
                  <a:pt x="12880" y="4699"/>
                </a:cubicBezTo>
                <a:close/>
                <a:moveTo>
                  <a:pt x="1217" y="1"/>
                </a:moveTo>
                <a:cubicBezTo>
                  <a:pt x="525" y="1"/>
                  <a:pt x="1" y="549"/>
                  <a:pt x="1" y="1241"/>
                </a:cubicBezTo>
                <a:lnTo>
                  <a:pt x="1" y="4270"/>
                </a:lnTo>
                <a:cubicBezTo>
                  <a:pt x="1" y="4962"/>
                  <a:pt x="525" y="5486"/>
                  <a:pt x="1217" y="5486"/>
                </a:cubicBezTo>
                <a:lnTo>
                  <a:pt x="4246" y="5486"/>
                </a:lnTo>
                <a:cubicBezTo>
                  <a:pt x="4938" y="5486"/>
                  <a:pt x="5486" y="4962"/>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2" name="Google Shape;3512;p55"/>
          <p:cNvSpPr/>
          <p:nvPr/>
        </p:nvSpPr>
        <p:spPr>
          <a:xfrm flipH="1">
            <a:off x="7108111" y="3994719"/>
            <a:ext cx="1550420" cy="2419532"/>
          </a:xfrm>
          <a:custGeom>
            <a:avLst/>
            <a:gdLst/>
            <a:ahLst/>
            <a:cxnLst/>
            <a:rect l="l" t="t" r="r" b="b"/>
            <a:pathLst>
              <a:path w="13572" h="21180" extrusionOk="0">
                <a:moveTo>
                  <a:pt x="2385" y="0"/>
                </a:moveTo>
                <a:cubicBezTo>
                  <a:pt x="1074" y="0"/>
                  <a:pt x="0" y="1073"/>
                  <a:pt x="0" y="2385"/>
                </a:cubicBezTo>
                <a:lnTo>
                  <a:pt x="0" y="18794"/>
                </a:lnTo>
                <a:cubicBezTo>
                  <a:pt x="0" y="20106"/>
                  <a:pt x="1074" y="21179"/>
                  <a:pt x="2385" y="21179"/>
                </a:cubicBezTo>
                <a:lnTo>
                  <a:pt x="11186" y="21179"/>
                </a:lnTo>
                <a:cubicBezTo>
                  <a:pt x="12498" y="21179"/>
                  <a:pt x="13571" y="20106"/>
                  <a:pt x="13571" y="18794"/>
                </a:cubicBezTo>
                <a:lnTo>
                  <a:pt x="13571" y="2385"/>
                </a:lnTo>
                <a:cubicBezTo>
                  <a:pt x="13571" y="1073"/>
                  <a:pt x="12498" y="0"/>
                  <a:pt x="11186" y="0"/>
                </a:cubicBezTo>
                <a:close/>
              </a:path>
            </a:pathLst>
          </a:custGeom>
          <a:solidFill>
            <a:srgbClr val="343434"/>
          </a:solidFill>
          <a:ln w="3810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3" name="Google Shape;3513;p55"/>
          <p:cNvSpPr/>
          <p:nvPr/>
        </p:nvSpPr>
        <p:spPr>
          <a:xfrm flipH="1">
            <a:off x="7135337" y="4160833"/>
            <a:ext cx="1498680" cy="2087219"/>
          </a:xfrm>
          <a:custGeom>
            <a:avLst/>
            <a:gdLst/>
            <a:ahLst/>
            <a:cxnLst/>
            <a:rect l="l" t="t" r="r" b="b"/>
            <a:pathLst>
              <a:path w="13548" h="18271" extrusionOk="0">
                <a:moveTo>
                  <a:pt x="0" y="1"/>
                </a:moveTo>
                <a:lnTo>
                  <a:pt x="0" y="18270"/>
                </a:lnTo>
                <a:lnTo>
                  <a:pt x="13547" y="18270"/>
                </a:lnTo>
                <a:lnTo>
                  <a:pt x="13547" y="1"/>
                </a:lnTo>
                <a:close/>
              </a:path>
            </a:pathLst>
          </a:custGeom>
          <a:solidFill>
            <a:srgbClr val="FFFFFF"/>
          </a:solidFill>
          <a:ln w="1905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4" name="Google Shape;3514;p55"/>
          <p:cNvSpPr/>
          <p:nvPr/>
        </p:nvSpPr>
        <p:spPr>
          <a:xfrm flipH="1">
            <a:off x="7222576" y="4253466"/>
            <a:ext cx="1324232" cy="62831"/>
          </a:xfrm>
          <a:custGeom>
            <a:avLst/>
            <a:gdLst/>
            <a:ahLst/>
            <a:cxnLst/>
            <a:rect l="l" t="t" r="r" b="b"/>
            <a:pathLst>
              <a:path w="11592" h="550" extrusionOk="0">
                <a:moveTo>
                  <a:pt x="263" y="1"/>
                </a:moveTo>
                <a:cubicBezTo>
                  <a:pt x="120" y="1"/>
                  <a:pt x="0" y="120"/>
                  <a:pt x="0" y="263"/>
                </a:cubicBezTo>
                <a:cubicBezTo>
                  <a:pt x="0" y="430"/>
                  <a:pt x="120" y="549"/>
                  <a:pt x="263" y="549"/>
                </a:cubicBezTo>
                <a:lnTo>
                  <a:pt x="11329" y="549"/>
                </a:lnTo>
                <a:cubicBezTo>
                  <a:pt x="11472" y="549"/>
                  <a:pt x="11592" y="430"/>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5" name="Google Shape;3515;p55"/>
          <p:cNvSpPr/>
          <p:nvPr/>
        </p:nvSpPr>
        <p:spPr>
          <a:xfrm flipH="1">
            <a:off x="7222576" y="4387008"/>
            <a:ext cx="1324232" cy="60088"/>
          </a:xfrm>
          <a:custGeom>
            <a:avLst/>
            <a:gdLst/>
            <a:ahLst/>
            <a:cxnLst/>
            <a:rect l="l" t="t" r="r" b="b"/>
            <a:pathLst>
              <a:path w="11592" h="526" extrusionOk="0">
                <a:moveTo>
                  <a:pt x="263" y="1"/>
                </a:moveTo>
                <a:cubicBezTo>
                  <a:pt x="120" y="1"/>
                  <a:pt x="0" y="120"/>
                  <a:pt x="0" y="263"/>
                </a:cubicBezTo>
                <a:cubicBezTo>
                  <a:pt x="0" y="406"/>
                  <a:pt x="120" y="525"/>
                  <a:pt x="263" y="525"/>
                </a:cubicBezTo>
                <a:lnTo>
                  <a:pt x="11329" y="525"/>
                </a:lnTo>
                <a:cubicBezTo>
                  <a:pt x="11472" y="525"/>
                  <a:pt x="11592" y="406"/>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6" name="Google Shape;3516;p55"/>
          <p:cNvSpPr/>
          <p:nvPr/>
        </p:nvSpPr>
        <p:spPr>
          <a:xfrm flipH="1">
            <a:off x="7222576" y="4515067"/>
            <a:ext cx="1324232" cy="62831"/>
          </a:xfrm>
          <a:custGeom>
            <a:avLst/>
            <a:gdLst/>
            <a:ahLst/>
            <a:cxnLst/>
            <a:rect l="l" t="t" r="r" b="b"/>
            <a:pathLst>
              <a:path w="11592" h="550" extrusionOk="0">
                <a:moveTo>
                  <a:pt x="263" y="1"/>
                </a:moveTo>
                <a:cubicBezTo>
                  <a:pt x="120" y="1"/>
                  <a:pt x="0" y="120"/>
                  <a:pt x="0" y="287"/>
                </a:cubicBezTo>
                <a:cubicBezTo>
                  <a:pt x="0" y="430"/>
                  <a:pt x="120" y="549"/>
                  <a:pt x="263" y="549"/>
                </a:cubicBezTo>
                <a:lnTo>
                  <a:pt x="11329" y="549"/>
                </a:lnTo>
                <a:cubicBezTo>
                  <a:pt x="11472" y="549"/>
                  <a:pt x="11592" y="430"/>
                  <a:pt x="11592" y="287"/>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7" name="Google Shape;3517;p55"/>
          <p:cNvSpPr/>
          <p:nvPr/>
        </p:nvSpPr>
        <p:spPr>
          <a:xfrm flipH="1">
            <a:off x="7222576" y="4648610"/>
            <a:ext cx="1324232" cy="62716"/>
          </a:xfrm>
          <a:custGeom>
            <a:avLst/>
            <a:gdLst/>
            <a:ahLst/>
            <a:cxnLst/>
            <a:rect l="l" t="t" r="r" b="b"/>
            <a:pathLst>
              <a:path w="11592" h="549" extrusionOk="0">
                <a:moveTo>
                  <a:pt x="263" y="0"/>
                </a:moveTo>
                <a:cubicBezTo>
                  <a:pt x="120" y="0"/>
                  <a:pt x="0" y="119"/>
                  <a:pt x="0" y="263"/>
                </a:cubicBezTo>
                <a:cubicBezTo>
                  <a:pt x="0" y="430"/>
                  <a:pt x="120" y="549"/>
                  <a:pt x="263" y="549"/>
                </a:cubicBezTo>
                <a:lnTo>
                  <a:pt x="11329" y="549"/>
                </a:lnTo>
                <a:cubicBezTo>
                  <a:pt x="11472" y="549"/>
                  <a:pt x="11592" y="430"/>
                  <a:pt x="11592" y="263"/>
                </a:cubicBezTo>
                <a:cubicBezTo>
                  <a:pt x="11592" y="119"/>
                  <a:pt x="11472" y="0"/>
                  <a:pt x="11329"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8" name="Google Shape;3518;p55"/>
          <p:cNvSpPr/>
          <p:nvPr/>
        </p:nvSpPr>
        <p:spPr>
          <a:xfrm flipH="1">
            <a:off x="7222576" y="4773927"/>
            <a:ext cx="1326973" cy="1013621"/>
          </a:xfrm>
          <a:custGeom>
            <a:avLst/>
            <a:gdLst/>
            <a:ahLst/>
            <a:cxnLst/>
            <a:rect l="l" t="t" r="r" b="b"/>
            <a:pathLst>
              <a:path w="11616" h="8873" extrusionOk="0">
                <a:moveTo>
                  <a:pt x="1360" y="0"/>
                </a:moveTo>
                <a:cubicBezTo>
                  <a:pt x="597" y="0"/>
                  <a:pt x="0" y="644"/>
                  <a:pt x="0" y="1384"/>
                </a:cubicBezTo>
                <a:lnTo>
                  <a:pt x="0" y="7489"/>
                </a:lnTo>
                <a:cubicBezTo>
                  <a:pt x="0" y="8276"/>
                  <a:pt x="621" y="8873"/>
                  <a:pt x="1360" y="8873"/>
                </a:cubicBezTo>
                <a:lnTo>
                  <a:pt x="10256" y="8873"/>
                </a:lnTo>
                <a:cubicBezTo>
                  <a:pt x="11019" y="8873"/>
                  <a:pt x="11616" y="8276"/>
                  <a:pt x="11616" y="7489"/>
                </a:cubicBezTo>
                <a:lnTo>
                  <a:pt x="11616" y="1384"/>
                </a:lnTo>
                <a:cubicBezTo>
                  <a:pt x="11616" y="597"/>
                  <a:pt x="10995" y="0"/>
                  <a:pt x="10256"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9" name="Google Shape;3519;p55"/>
          <p:cNvSpPr/>
          <p:nvPr/>
        </p:nvSpPr>
        <p:spPr>
          <a:xfrm flipH="1">
            <a:off x="7222576" y="5861005"/>
            <a:ext cx="1326973" cy="275311"/>
          </a:xfrm>
          <a:custGeom>
            <a:avLst/>
            <a:gdLst/>
            <a:ahLst/>
            <a:cxnLst/>
            <a:rect l="l" t="t" r="r" b="b"/>
            <a:pathLst>
              <a:path w="11616" h="2410" extrusionOk="0">
                <a:moveTo>
                  <a:pt x="263" y="1"/>
                </a:moveTo>
                <a:cubicBezTo>
                  <a:pt x="120" y="1"/>
                  <a:pt x="0" y="120"/>
                  <a:pt x="0" y="263"/>
                </a:cubicBezTo>
                <a:cubicBezTo>
                  <a:pt x="0" y="430"/>
                  <a:pt x="120" y="549"/>
                  <a:pt x="263" y="549"/>
                </a:cubicBezTo>
                <a:lnTo>
                  <a:pt x="11353" y="549"/>
                </a:lnTo>
                <a:cubicBezTo>
                  <a:pt x="11496" y="549"/>
                  <a:pt x="11616" y="430"/>
                  <a:pt x="11616" y="263"/>
                </a:cubicBezTo>
                <a:cubicBezTo>
                  <a:pt x="11616" y="120"/>
                  <a:pt x="11496" y="1"/>
                  <a:pt x="11353" y="1"/>
                </a:cubicBezTo>
                <a:close/>
                <a:moveTo>
                  <a:pt x="716" y="1050"/>
                </a:moveTo>
                <a:cubicBezTo>
                  <a:pt x="334" y="1050"/>
                  <a:pt x="24" y="1336"/>
                  <a:pt x="24" y="1742"/>
                </a:cubicBezTo>
                <a:cubicBezTo>
                  <a:pt x="24" y="2123"/>
                  <a:pt x="334" y="2410"/>
                  <a:pt x="716" y="2410"/>
                </a:cubicBezTo>
                <a:lnTo>
                  <a:pt x="10948" y="2410"/>
                </a:lnTo>
                <a:cubicBezTo>
                  <a:pt x="11329" y="2410"/>
                  <a:pt x="11616" y="2123"/>
                  <a:pt x="11616" y="1742"/>
                </a:cubicBezTo>
                <a:cubicBezTo>
                  <a:pt x="11616" y="1336"/>
                  <a:pt x="11329" y="1050"/>
                  <a:pt x="10948" y="105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520" name="Google Shape;3520;p55"/>
          <p:cNvGrpSpPr/>
          <p:nvPr/>
        </p:nvGrpSpPr>
        <p:grpSpPr>
          <a:xfrm>
            <a:off x="6615761" y="2846280"/>
            <a:ext cx="1269740" cy="1854176"/>
            <a:chOff x="5038020" y="2134710"/>
            <a:chExt cx="952305" cy="1390632"/>
          </a:xfrm>
        </p:grpSpPr>
        <p:sp>
          <p:nvSpPr>
            <p:cNvPr id="3521" name="Google Shape;3521;p55"/>
            <p:cNvSpPr/>
            <p:nvPr/>
          </p:nvSpPr>
          <p:spPr>
            <a:xfrm flipH="1">
              <a:off x="5046402" y="3383800"/>
              <a:ext cx="177623" cy="87998"/>
            </a:xfrm>
            <a:custGeom>
              <a:avLst/>
              <a:gdLst/>
              <a:ahLst/>
              <a:cxnLst/>
              <a:rect l="l" t="t" r="r" b="b"/>
              <a:pathLst>
                <a:path w="2243" h="1437" extrusionOk="0">
                  <a:moveTo>
                    <a:pt x="501" y="0"/>
                  </a:moveTo>
                  <a:lnTo>
                    <a:pt x="0" y="191"/>
                  </a:lnTo>
                  <a:cubicBezTo>
                    <a:pt x="0" y="191"/>
                    <a:pt x="215" y="692"/>
                    <a:pt x="263" y="883"/>
                  </a:cubicBezTo>
                  <a:lnTo>
                    <a:pt x="263" y="1026"/>
                  </a:lnTo>
                  <a:lnTo>
                    <a:pt x="263" y="1169"/>
                  </a:lnTo>
                  <a:cubicBezTo>
                    <a:pt x="263" y="1264"/>
                    <a:pt x="287" y="1407"/>
                    <a:pt x="382" y="1407"/>
                  </a:cubicBezTo>
                  <a:cubicBezTo>
                    <a:pt x="382" y="1431"/>
                    <a:pt x="382" y="1431"/>
                    <a:pt x="406" y="1431"/>
                  </a:cubicBezTo>
                  <a:cubicBezTo>
                    <a:pt x="412" y="1435"/>
                    <a:pt x="423" y="1436"/>
                    <a:pt x="436" y="1436"/>
                  </a:cubicBezTo>
                  <a:cubicBezTo>
                    <a:pt x="522" y="1436"/>
                    <a:pt x="729" y="1377"/>
                    <a:pt x="811" y="1336"/>
                  </a:cubicBezTo>
                  <a:cubicBezTo>
                    <a:pt x="883" y="1336"/>
                    <a:pt x="978" y="1312"/>
                    <a:pt x="1074" y="1288"/>
                  </a:cubicBezTo>
                  <a:cubicBezTo>
                    <a:pt x="1455" y="1240"/>
                    <a:pt x="1694" y="1074"/>
                    <a:pt x="1694" y="1074"/>
                  </a:cubicBezTo>
                  <a:cubicBezTo>
                    <a:pt x="2242" y="787"/>
                    <a:pt x="2147" y="692"/>
                    <a:pt x="2147" y="692"/>
                  </a:cubicBezTo>
                  <a:cubicBezTo>
                    <a:pt x="2052" y="668"/>
                    <a:pt x="2004" y="668"/>
                    <a:pt x="1956" y="668"/>
                  </a:cubicBezTo>
                  <a:cubicBezTo>
                    <a:pt x="1932" y="668"/>
                    <a:pt x="1455" y="740"/>
                    <a:pt x="1455" y="740"/>
                  </a:cubicBezTo>
                  <a:cubicBezTo>
                    <a:pt x="1455" y="740"/>
                    <a:pt x="1002"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2" name="Google Shape;3522;p55"/>
            <p:cNvSpPr/>
            <p:nvPr/>
          </p:nvSpPr>
          <p:spPr>
            <a:xfrm flipH="1">
              <a:off x="5038020" y="3420644"/>
              <a:ext cx="165615" cy="66571"/>
            </a:xfrm>
            <a:custGeom>
              <a:avLst/>
              <a:gdLst/>
              <a:ahLst/>
              <a:cxnLst/>
              <a:rect l="l" t="t" r="r" b="b"/>
              <a:pathLst>
                <a:path w="1933" h="777" extrusionOk="0">
                  <a:moveTo>
                    <a:pt x="1670" y="0"/>
                  </a:moveTo>
                  <a:cubicBezTo>
                    <a:pt x="1647" y="0"/>
                    <a:pt x="1170" y="95"/>
                    <a:pt x="1170" y="95"/>
                  </a:cubicBezTo>
                  <a:cubicBezTo>
                    <a:pt x="1170" y="95"/>
                    <a:pt x="955" y="95"/>
                    <a:pt x="740" y="48"/>
                  </a:cubicBezTo>
                  <a:cubicBezTo>
                    <a:pt x="552" y="194"/>
                    <a:pt x="383" y="267"/>
                    <a:pt x="152" y="267"/>
                  </a:cubicBezTo>
                  <a:cubicBezTo>
                    <a:pt x="119" y="267"/>
                    <a:pt x="84" y="265"/>
                    <a:pt x="49" y="262"/>
                  </a:cubicBezTo>
                  <a:lnTo>
                    <a:pt x="1" y="262"/>
                  </a:lnTo>
                  <a:lnTo>
                    <a:pt x="1" y="358"/>
                  </a:lnTo>
                  <a:lnTo>
                    <a:pt x="1" y="453"/>
                  </a:lnTo>
                  <a:cubicBezTo>
                    <a:pt x="1" y="525"/>
                    <a:pt x="1" y="692"/>
                    <a:pt x="96" y="739"/>
                  </a:cubicBezTo>
                  <a:cubicBezTo>
                    <a:pt x="96" y="763"/>
                    <a:pt x="96" y="763"/>
                    <a:pt x="120" y="763"/>
                  </a:cubicBezTo>
                  <a:cubicBezTo>
                    <a:pt x="125" y="773"/>
                    <a:pt x="139" y="776"/>
                    <a:pt x="158" y="776"/>
                  </a:cubicBezTo>
                  <a:cubicBezTo>
                    <a:pt x="240" y="776"/>
                    <a:pt x="425" y="711"/>
                    <a:pt x="502" y="692"/>
                  </a:cubicBezTo>
                  <a:cubicBezTo>
                    <a:pt x="597" y="692"/>
                    <a:pt x="693" y="644"/>
                    <a:pt x="764" y="620"/>
                  </a:cubicBezTo>
                  <a:cubicBezTo>
                    <a:pt x="1170" y="572"/>
                    <a:pt x="1408" y="406"/>
                    <a:pt x="1408" y="406"/>
                  </a:cubicBezTo>
                  <a:cubicBezTo>
                    <a:pt x="1933" y="119"/>
                    <a:pt x="1837" y="24"/>
                    <a:pt x="1837" y="24"/>
                  </a:cubicBezTo>
                  <a:cubicBezTo>
                    <a:pt x="1766" y="0"/>
                    <a:pt x="1694"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3" name="Google Shape;3523;p55"/>
            <p:cNvSpPr/>
            <p:nvPr/>
          </p:nvSpPr>
          <p:spPr>
            <a:xfrm flipH="1">
              <a:off x="5085225" y="3414475"/>
              <a:ext cx="167675" cy="106252"/>
            </a:xfrm>
            <a:custGeom>
              <a:avLst/>
              <a:gdLst/>
              <a:ahLst/>
              <a:cxnLst/>
              <a:rect l="l" t="t" r="r" b="b"/>
              <a:pathLst>
                <a:path w="2243" h="1437" extrusionOk="0">
                  <a:moveTo>
                    <a:pt x="501" y="0"/>
                  </a:moveTo>
                  <a:lnTo>
                    <a:pt x="0" y="191"/>
                  </a:lnTo>
                  <a:cubicBezTo>
                    <a:pt x="0" y="191"/>
                    <a:pt x="215" y="692"/>
                    <a:pt x="263" y="859"/>
                  </a:cubicBezTo>
                  <a:lnTo>
                    <a:pt x="263" y="1026"/>
                  </a:lnTo>
                  <a:lnTo>
                    <a:pt x="263" y="1169"/>
                  </a:lnTo>
                  <a:cubicBezTo>
                    <a:pt x="310" y="1264"/>
                    <a:pt x="310" y="1408"/>
                    <a:pt x="382" y="1408"/>
                  </a:cubicBezTo>
                  <a:cubicBezTo>
                    <a:pt x="382" y="1431"/>
                    <a:pt x="382" y="1431"/>
                    <a:pt x="430" y="1431"/>
                  </a:cubicBezTo>
                  <a:cubicBezTo>
                    <a:pt x="433" y="1435"/>
                    <a:pt x="441" y="1436"/>
                    <a:pt x="452" y="1436"/>
                  </a:cubicBezTo>
                  <a:cubicBezTo>
                    <a:pt x="522" y="1436"/>
                    <a:pt x="729" y="1377"/>
                    <a:pt x="811" y="1336"/>
                  </a:cubicBezTo>
                  <a:cubicBezTo>
                    <a:pt x="883" y="1336"/>
                    <a:pt x="978" y="1312"/>
                    <a:pt x="1074" y="1288"/>
                  </a:cubicBezTo>
                  <a:cubicBezTo>
                    <a:pt x="1455" y="1217"/>
                    <a:pt x="1694" y="1074"/>
                    <a:pt x="1694" y="1074"/>
                  </a:cubicBezTo>
                  <a:cubicBezTo>
                    <a:pt x="2242" y="787"/>
                    <a:pt x="2147" y="692"/>
                    <a:pt x="2147" y="692"/>
                  </a:cubicBezTo>
                  <a:cubicBezTo>
                    <a:pt x="2051" y="644"/>
                    <a:pt x="2004" y="644"/>
                    <a:pt x="1980" y="644"/>
                  </a:cubicBezTo>
                  <a:cubicBezTo>
                    <a:pt x="1932" y="644"/>
                    <a:pt x="1455" y="740"/>
                    <a:pt x="1455" y="740"/>
                  </a:cubicBezTo>
                  <a:cubicBezTo>
                    <a:pt x="1455" y="740"/>
                    <a:pt x="1026"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4" name="Google Shape;3524;p55"/>
            <p:cNvSpPr/>
            <p:nvPr/>
          </p:nvSpPr>
          <p:spPr>
            <a:xfrm flipH="1">
              <a:off x="5072719" y="3459456"/>
              <a:ext cx="167671" cy="65886"/>
            </a:xfrm>
            <a:custGeom>
              <a:avLst/>
              <a:gdLst/>
              <a:ahLst/>
              <a:cxnLst/>
              <a:rect l="l" t="t" r="r" b="b"/>
              <a:pathLst>
                <a:path w="1957" h="769" extrusionOk="0">
                  <a:moveTo>
                    <a:pt x="1670" y="0"/>
                  </a:moveTo>
                  <a:cubicBezTo>
                    <a:pt x="1646" y="0"/>
                    <a:pt x="1169" y="72"/>
                    <a:pt x="1169" y="72"/>
                  </a:cubicBezTo>
                  <a:cubicBezTo>
                    <a:pt x="1169" y="72"/>
                    <a:pt x="955" y="72"/>
                    <a:pt x="764" y="48"/>
                  </a:cubicBezTo>
                  <a:cubicBezTo>
                    <a:pt x="571" y="176"/>
                    <a:pt x="379" y="266"/>
                    <a:pt x="152" y="266"/>
                  </a:cubicBezTo>
                  <a:cubicBezTo>
                    <a:pt x="126" y="266"/>
                    <a:pt x="99" y="265"/>
                    <a:pt x="72" y="263"/>
                  </a:cubicBezTo>
                  <a:lnTo>
                    <a:pt x="1" y="263"/>
                  </a:lnTo>
                  <a:lnTo>
                    <a:pt x="1" y="358"/>
                  </a:lnTo>
                  <a:lnTo>
                    <a:pt x="1" y="430"/>
                  </a:lnTo>
                  <a:cubicBezTo>
                    <a:pt x="1" y="525"/>
                    <a:pt x="1" y="668"/>
                    <a:pt x="96" y="740"/>
                  </a:cubicBezTo>
                  <a:cubicBezTo>
                    <a:pt x="96" y="763"/>
                    <a:pt x="96" y="763"/>
                    <a:pt x="120" y="763"/>
                  </a:cubicBezTo>
                  <a:cubicBezTo>
                    <a:pt x="126" y="767"/>
                    <a:pt x="137" y="768"/>
                    <a:pt x="150" y="768"/>
                  </a:cubicBezTo>
                  <a:cubicBezTo>
                    <a:pt x="236" y="768"/>
                    <a:pt x="443" y="709"/>
                    <a:pt x="525" y="668"/>
                  </a:cubicBezTo>
                  <a:cubicBezTo>
                    <a:pt x="597" y="668"/>
                    <a:pt x="692" y="644"/>
                    <a:pt x="788" y="620"/>
                  </a:cubicBezTo>
                  <a:cubicBezTo>
                    <a:pt x="1169" y="549"/>
                    <a:pt x="1408" y="406"/>
                    <a:pt x="1408" y="406"/>
                  </a:cubicBezTo>
                  <a:cubicBezTo>
                    <a:pt x="1956" y="119"/>
                    <a:pt x="1861" y="24"/>
                    <a:pt x="1861" y="24"/>
                  </a:cubicBezTo>
                  <a:cubicBezTo>
                    <a:pt x="1766" y="0"/>
                    <a:pt x="1718"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5" name="Google Shape;3525;p55"/>
            <p:cNvSpPr/>
            <p:nvPr/>
          </p:nvSpPr>
          <p:spPr>
            <a:xfrm flipH="1">
              <a:off x="5162681" y="2789201"/>
              <a:ext cx="827645" cy="664172"/>
            </a:xfrm>
            <a:custGeom>
              <a:avLst/>
              <a:gdLst/>
              <a:ahLst/>
              <a:cxnLst/>
              <a:rect l="l" t="t" r="r" b="b"/>
              <a:pathLst>
                <a:path w="9660" h="7752" extrusionOk="0">
                  <a:moveTo>
                    <a:pt x="2362" y="0"/>
                  </a:moveTo>
                  <a:lnTo>
                    <a:pt x="525" y="453"/>
                  </a:lnTo>
                  <a:cubicBezTo>
                    <a:pt x="1" y="2004"/>
                    <a:pt x="525" y="2409"/>
                    <a:pt x="1479" y="2743"/>
                  </a:cubicBezTo>
                  <a:cubicBezTo>
                    <a:pt x="1557" y="2766"/>
                    <a:pt x="1733" y="2774"/>
                    <a:pt x="1973" y="2774"/>
                  </a:cubicBezTo>
                  <a:cubicBezTo>
                    <a:pt x="2535" y="2774"/>
                    <a:pt x="3449" y="2730"/>
                    <a:pt x="4278" y="2730"/>
                  </a:cubicBezTo>
                  <a:cubicBezTo>
                    <a:pt x="4948" y="2730"/>
                    <a:pt x="5564" y="2759"/>
                    <a:pt x="5892" y="2862"/>
                  </a:cubicBezTo>
                  <a:cubicBezTo>
                    <a:pt x="6822" y="3172"/>
                    <a:pt x="8801" y="7752"/>
                    <a:pt x="8801" y="7752"/>
                  </a:cubicBezTo>
                  <a:lnTo>
                    <a:pt x="9660" y="7251"/>
                  </a:lnTo>
                  <a:cubicBezTo>
                    <a:pt x="9660" y="7251"/>
                    <a:pt x="7728" y="1884"/>
                    <a:pt x="7418" y="1694"/>
                  </a:cubicBezTo>
                  <a:cubicBezTo>
                    <a:pt x="6965" y="1407"/>
                    <a:pt x="4413" y="1145"/>
                    <a:pt x="3673" y="954"/>
                  </a:cubicBezTo>
                  <a:cubicBezTo>
                    <a:pt x="2910" y="740"/>
                    <a:pt x="2362" y="0"/>
                    <a:pt x="2362"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6" name="Google Shape;3526;p55"/>
            <p:cNvSpPr/>
            <p:nvPr/>
          </p:nvSpPr>
          <p:spPr>
            <a:xfrm flipH="1">
              <a:off x="5454841" y="2507151"/>
              <a:ext cx="466000" cy="367042"/>
            </a:xfrm>
            <a:custGeom>
              <a:avLst/>
              <a:gdLst/>
              <a:ahLst/>
              <a:cxnLst/>
              <a:rect l="l" t="t" r="r" b="b"/>
              <a:pathLst>
                <a:path w="5439" h="4284" extrusionOk="0">
                  <a:moveTo>
                    <a:pt x="859" y="1"/>
                  </a:moveTo>
                  <a:lnTo>
                    <a:pt x="0" y="192"/>
                  </a:lnTo>
                  <a:cubicBezTo>
                    <a:pt x="0" y="192"/>
                    <a:pt x="191" y="2362"/>
                    <a:pt x="430" y="2815"/>
                  </a:cubicBezTo>
                  <a:cubicBezTo>
                    <a:pt x="668" y="3268"/>
                    <a:pt x="3650" y="4270"/>
                    <a:pt x="3888" y="4270"/>
                  </a:cubicBezTo>
                  <a:cubicBezTo>
                    <a:pt x="3917" y="4275"/>
                    <a:pt x="3946" y="4277"/>
                    <a:pt x="3977" y="4277"/>
                  </a:cubicBezTo>
                  <a:cubicBezTo>
                    <a:pt x="4251" y="4277"/>
                    <a:pt x="4580" y="4103"/>
                    <a:pt x="4580" y="4103"/>
                  </a:cubicBezTo>
                  <a:cubicBezTo>
                    <a:pt x="4580" y="4103"/>
                    <a:pt x="5085" y="4284"/>
                    <a:pt x="5263" y="4284"/>
                  </a:cubicBezTo>
                  <a:cubicBezTo>
                    <a:pt x="5290" y="4284"/>
                    <a:pt x="5310" y="4279"/>
                    <a:pt x="5319" y="4270"/>
                  </a:cubicBezTo>
                  <a:cubicBezTo>
                    <a:pt x="5438" y="4222"/>
                    <a:pt x="4723" y="3745"/>
                    <a:pt x="4484" y="3674"/>
                  </a:cubicBezTo>
                  <a:cubicBezTo>
                    <a:pt x="4458" y="3669"/>
                    <a:pt x="4431" y="3667"/>
                    <a:pt x="4403" y="3667"/>
                  </a:cubicBezTo>
                  <a:cubicBezTo>
                    <a:pt x="4149" y="3667"/>
                    <a:pt x="3840" y="3841"/>
                    <a:pt x="3840" y="3841"/>
                  </a:cubicBezTo>
                  <a:cubicBezTo>
                    <a:pt x="3840" y="3841"/>
                    <a:pt x="1551" y="2887"/>
                    <a:pt x="1312" y="2458"/>
                  </a:cubicBezTo>
                  <a:cubicBezTo>
                    <a:pt x="1026" y="2052"/>
                    <a:pt x="859" y="1"/>
                    <a:pt x="859"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7" name="Google Shape;3527;p55"/>
            <p:cNvSpPr/>
            <p:nvPr/>
          </p:nvSpPr>
          <p:spPr>
            <a:xfrm flipH="1">
              <a:off x="5826767" y="2341707"/>
              <a:ext cx="71626" cy="77709"/>
            </a:xfrm>
            <a:custGeom>
              <a:avLst/>
              <a:gdLst/>
              <a:ahLst/>
              <a:cxnLst/>
              <a:rect l="l" t="t" r="r" b="b"/>
              <a:pathLst>
                <a:path w="836" h="907" extrusionOk="0">
                  <a:moveTo>
                    <a:pt x="287" y="0"/>
                  </a:moveTo>
                  <a:lnTo>
                    <a:pt x="1" y="763"/>
                  </a:lnTo>
                  <a:lnTo>
                    <a:pt x="716" y="906"/>
                  </a:lnTo>
                  <a:lnTo>
                    <a:pt x="836" y="72"/>
                  </a:lnTo>
                  <a:lnTo>
                    <a:pt x="287" y="0"/>
                  </a:lnTo>
                  <a:close/>
                </a:path>
              </a:pathLst>
            </a:custGeom>
            <a:solidFill>
              <a:srgbClr val="FFCCC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8" name="Google Shape;3528;p55"/>
            <p:cNvSpPr/>
            <p:nvPr/>
          </p:nvSpPr>
          <p:spPr>
            <a:xfrm flipH="1">
              <a:off x="5749143" y="2201025"/>
              <a:ext cx="157390" cy="175468"/>
            </a:xfrm>
            <a:custGeom>
              <a:avLst/>
              <a:gdLst/>
              <a:ahLst/>
              <a:cxnLst/>
              <a:rect l="l" t="t" r="r" b="b"/>
              <a:pathLst>
                <a:path w="1837" h="2048" extrusionOk="0">
                  <a:moveTo>
                    <a:pt x="748" y="1"/>
                  </a:moveTo>
                  <a:cubicBezTo>
                    <a:pt x="614" y="1"/>
                    <a:pt x="488" y="65"/>
                    <a:pt x="406" y="163"/>
                  </a:cubicBezTo>
                  <a:lnTo>
                    <a:pt x="144" y="497"/>
                  </a:lnTo>
                  <a:cubicBezTo>
                    <a:pt x="48" y="616"/>
                    <a:pt x="0" y="760"/>
                    <a:pt x="48" y="903"/>
                  </a:cubicBezTo>
                  <a:lnTo>
                    <a:pt x="96" y="1117"/>
                  </a:lnTo>
                  <a:cubicBezTo>
                    <a:pt x="96" y="1141"/>
                    <a:pt x="96" y="1165"/>
                    <a:pt x="120" y="1213"/>
                  </a:cubicBezTo>
                  <a:cubicBezTo>
                    <a:pt x="144" y="1380"/>
                    <a:pt x="215" y="1594"/>
                    <a:pt x="334" y="1737"/>
                  </a:cubicBezTo>
                  <a:cubicBezTo>
                    <a:pt x="454" y="1928"/>
                    <a:pt x="621" y="2047"/>
                    <a:pt x="835" y="2047"/>
                  </a:cubicBezTo>
                  <a:cubicBezTo>
                    <a:pt x="1026" y="2047"/>
                    <a:pt x="1193" y="1976"/>
                    <a:pt x="1336" y="1833"/>
                  </a:cubicBezTo>
                  <a:cubicBezTo>
                    <a:pt x="1503" y="1714"/>
                    <a:pt x="1575" y="1523"/>
                    <a:pt x="1646" y="1356"/>
                  </a:cubicBezTo>
                  <a:cubicBezTo>
                    <a:pt x="1741" y="1093"/>
                    <a:pt x="1837" y="736"/>
                    <a:pt x="1694" y="497"/>
                  </a:cubicBezTo>
                  <a:cubicBezTo>
                    <a:pt x="1598" y="378"/>
                    <a:pt x="1217" y="163"/>
                    <a:pt x="931" y="44"/>
                  </a:cubicBezTo>
                  <a:cubicBezTo>
                    <a:pt x="871" y="14"/>
                    <a:pt x="808" y="1"/>
                    <a:pt x="748"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9" name="Google Shape;3529;p55"/>
            <p:cNvSpPr/>
            <p:nvPr/>
          </p:nvSpPr>
          <p:spPr>
            <a:xfrm flipH="1">
              <a:off x="5706219" y="2134710"/>
              <a:ext cx="255490" cy="192774"/>
            </a:xfrm>
            <a:custGeom>
              <a:avLst/>
              <a:gdLst/>
              <a:ahLst/>
              <a:cxnLst/>
              <a:rect l="l" t="t" r="r" b="b"/>
              <a:pathLst>
                <a:path w="2982" h="2250" extrusionOk="0">
                  <a:moveTo>
                    <a:pt x="1429" y="0"/>
                  </a:moveTo>
                  <a:cubicBezTo>
                    <a:pt x="1199" y="0"/>
                    <a:pt x="970" y="99"/>
                    <a:pt x="764" y="365"/>
                  </a:cubicBezTo>
                  <a:cubicBezTo>
                    <a:pt x="0" y="627"/>
                    <a:pt x="358" y="1653"/>
                    <a:pt x="549" y="1891"/>
                  </a:cubicBezTo>
                  <a:cubicBezTo>
                    <a:pt x="668" y="2034"/>
                    <a:pt x="668" y="2154"/>
                    <a:pt x="835" y="2249"/>
                  </a:cubicBezTo>
                  <a:cubicBezTo>
                    <a:pt x="788" y="2058"/>
                    <a:pt x="978" y="1844"/>
                    <a:pt x="1098" y="1701"/>
                  </a:cubicBezTo>
                  <a:cubicBezTo>
                    <a:pt x="1026" y="1653"/>
                    <a:pt x="978" y="1581"/>
                    <a:pt x="954" y="1486"/>
                  </a:cubicBezTo>
                  <a:cubicBezTo>
                    <a:pt x="883" y="1414"/>
                    <a:pt x="883" y="1319"/>
                    <a:pt x="907" y="1224"/>
                  </a:cubicBezTo>
                  <a:cubicBezTo>
                    <a:pt x="948" y="1162"/>
                    <a:pt x="1007" y="1100"/>
                    <a:pt x="1084" y="1100"/>
                  </a:cubicBezTo>
                  <a:cubicBezTo>
                    <a:pt x="1096" y="1100"/>
                    <a:pt x="1109" y="1101"/>
                    <a:pt x="1121" y="1104"/>
                  </a:cubicBezTo>
                  <a:cubicBezTo>
                    <a:pt x="1217" y="1104"/>
                    <a:pt x="1241" y="1462"/>
                    <a:pt x="1265" y="1462"/>
                  </a:cubicBezTo>
                  <a:cubicBezTo>
                    <a:pt x="1267" y="1463"/>
                    <a:pt x="1270" y="1463"/>
                    <a:pt x="1273" y="1463"/>
                  </a:cubicBezTo>
                  <a:cubicBezTo>
                    <a:pt x="1341" y="1463"/>
                    <a:pt x="1426" y="1222"/>
                    <a:pt x="1473" y="1222"/>
                  </a:cubicBezTo>
                  <a:cubicBezTo>
                    <a:pt x="1475" y="1222"/>
                    <a:pt x="1477" y="1223"/>
                    <a:pt x="1479" y="1224"/>
                  </a:cubicBezTo>
                  <a:cubicBezTo>
                    <a:pt x="1575" y="1271"/>
                    <a:pt x="1670" y="1319"/>
                    <a:pt x="1742" y="1367"/>
                  </a:cubicBezTo>
                  <a:cubicBezTo>
                    <a:pt x="1881" y="1436"/>
                    <a:pt x="2008" y="1481"/>
                    <a:pt x="2150" y="1481"/>
                  </a:cubicBezTo>
                  <a:cubicBezTo>
                    <a:pt x="2202" y="1481"/>
                    <a:pt x="2256" y="1475"/>
                    <a:pt x="2314" y="1462"/>
                  </a:cubicBezTo>
                  <a:cubicBezTo>
                    <a:pt x="2767" y="1414"/>
                    <a:pt x="2982" y="1057"/>
                    <a:pt x="2982" y="842"/>
                  </a:cubicBezTo>
                  <a:lnTo>
                    <a:pt x="2982" y="842"/>
                  </a:lnTo>
                  <a:cubicBezTo>
                    <a:pt x="2976" y="845"/>
                    <a:pt x="2970" y="846"/>
                    <a:pt x="2963" y="846"/>
                  </a:cubicBezTo>
                  <a:cubicBezTo>
                    <a:pt x="2785" y="846"/>
                    <a:pt x="2101" y="0"/>
                    <a:pt x="1429"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0" name="Google Shape;3530;p55"/>
            <p:cNvSpPr/>
            <p:nvPr/>
          </p:nvSpPr>
          <p:spPr>
            <a:xfrm flipH="1">
              <a:off x="5187184" y="2762641"/>
              <a:ext cx="795002" cy="709153"/>
            </a:xfrm>
            <a:custGeom>
              <a:avLst/>
              <a:gdLst/>
              <a:ahLst/>
              <a:cxnLst/>
              <a:rect l="l" t="t" r="r" b="b"/>
              <a:pathLst>
                <a:path w="9279" h="8277" extrusionOk="0">
                  <a:moveTo>
                    <a:pt x="2338" y="0"/>
                  </a:moveTo>
                  <a:lnTo>
                    <a:pt x="526" y="501"/>
                  </a:lnTo>
                  <a:cubicBezTo>
                    <a:pt x="1" y="2051"/>
                    <a:pt x="168" y="2958"/>
                    <a:pt x="1122" y="3292"/>
                  </a:cubicBezTo>
                  <a:cubicBezTo>
                    <a:pt x="1504" y="3411"/>
                    <a:pt x="5892" y="3435"/>
                    <a:pt x="5892" y="3435"/>
                  </a:cubicBezTo>
                  <a:lnTo>
                    <a:pt x="8420" y="8276"/>
                  </a:lnTo>
                  <a:lnTo>
                    <a:pt x="9279" y="7752"/>
                  </a:lnTo>
                  <a:cubicBezTo>
                    <a:pt x="9279" y="7752"/>
                    <a:pt x="7180" y="2361"/>
                    <a:pt x="6941" y="2147"/>
                  </a:cubicBezTo>
                  <a:cubicBezTo>
                    <a:pt x="6703" y="1956"/>
                    <a:pt x="4127" y="1598"/>
                    <a:pt x="3388" y="1407"/>
                  </a:cubicBezTo>
                  <a:cubicBezTo>
                    <a:pt x="2648" y="1193"/>
                    <a:pt x="2338" y="0"/>
                    <a:pt x="2338"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1" name="Google Shape;3531;p55"/>
            <p:cNvSpPr/>
            <p:nvPr/>
          </p:nvSpPr>
          <p:spPr>
            <a:xfrm flipH="1">
              <a:off x="5673490" y="2389001"/>
              <a:ext cx="314779" cy="544138"/>
            </a:xfrm>
            <a:custGeom>
              <a:avLst/>
              <a:gdLst/>
              <a:ahLst/>
              <a:cxnLst/>
              <a:rect l="l" t="t" r="r" b="b"/>
              <a:pathLst>
                <a:path w="3674" h="6351" extrusionOk="0">
                  <a:moveTo>
                    <a:pt x="1244" y="0"/>
                  </a:moveTo>
                  <a:cubicBezTo>
                    <a:pt x="727" y="0"/>
                    <a:pt x="263" y="583"/>
                    <a:pt x="143" y="1952"/>
                  </a:cubicBezTo>
                  <a:cubicBezTo>
                    <a:pt x="0" y="3813"/>
                    <a:pt x="120" y="6245"/>
                    <a:pt x="120" y="6245"/>
                  </a:cubicBezTo>
                  <a:cubicBezTo>
                    <a:pt x="406" y="6318"/>
                    <a:pt x="696" y="6350"/>
                    <a:pt x="984" y="6350"/>
                  </a:cubicBezTo>
                  <a:cubicBezTo>
                    <a:pt x="1921" y="6350"/>
                    <a:pt x="2853" y="6014"/>
                    <a:pt x="3673" y="5649"/>
                  </a:cubicBezTo>
                  <a:cubicBezTo>
                    <a:pt x="3673" y="5649"/>
                    <a:pt x="2695" y="4409"/>
                    <a:pt x="2481" y="3216"/>
                  </a:cubicBezTo>
                  <a:cubicBezTo>
                    <a:pt x="2242" y="2191"/>
                    <a:pt x="2409" y="736"/>
                    <a:pt x="1861" y="259"/>
                  </a:cubicBezTo>
                  <a:cubicBezTo>
                    <a:pt x="1659" y="91"/>
                    <a:pt x="1447" y="0"/>
                    <a:pt x="1244" y="0"/>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2" name="Google Shape;3532;p55"/>
            <p:cNvSpPr/>
            <p:nvPr/>
          </p:nvSpPr>
          <p:spPr>
            <a:xfrm flipH="1">
              <a:off x="5493653" y="2535595"/>
              <a:ext cx="416992" cy="352734"/>
            </a:xfrm>
            <a:custGeom>
              <a:avLst/>
              <a:gdLst/>
              <a:ahLst/>
              <a:cxnLst/>
              <a:rect l="l" t="t" r="r" b="b"/>
              <a:pathLst>
                <a:path w="4867" h="4117" extrusionOk="0">
                  <a:moveTo>
                    <a:pt x="423" y="1"/>
                  </a:moveTo>
                  <a:cubicBezTo>
                    <a:pt x="409" y="1"/>
                    <a:pt x="396" y="1"/>
                    <a:pt x="382" y="3"/>
                  </a:cubicBezTo>
                  <a:cubicBezTo>
                    <a:pt x="144" y="51"/>
                    <a:pt x="1" y="241"/>
                    <a:pt x="25" y="480"/>
                  </a:cubicBezTo>
                  <a:cubicBezTo>
                    <a:pt x="72" y="1148"/>
                    <a:pt x="263" y="2388"/>
                    <a:pt x="430" y="2722"/>
                  </a:cubicBezTo>
                  <a:cubicBezTo>
                    <a:pt x="669" y="3175"/>
                    <a:pt x="3054" y="4057"/>
                    <a:pt x="3340" y="4105"/>
                  </a:cubicBezTo>
                  <a:cubicBezTo>
                    <a:pt x="3483" y="4105"/>
                    <a:pt x="3721" y="4034"/>
                    <a:pt x="3864" y="3986"/>
                  </a:cubicBezTo>
                  <a:cubicBezTo>
                    <a:pt x="3912" y="3962"/>
                    <a:pt x="3966" y="3950"/>
                    <a:pt x="4019" y="3950"/>
                  </a:cubicBezTo>
                  <a:cubicBezTo>
                    <a:pt x="4073" y="3950"/>
                    <a:pt x="4127" y="3962"/>
                    <a:pt x="4175" y="3986"/>
                  </a:cubicBezTo>
                  <a:cubicBezTo>
                    <a:pt x="4335" y="4026"/>
                    <a:pt x="4595" y="4116"/>
                    <a:pt x="4717" y="4116"/>
                  </a:cubicBezTo>
                  <a:cubicBezTo>
                    <a:pt x="4741" y="4116"/>
                    <a:pt x="4759" y="4113"/>
                    <a:pt x="4771" y="4105"/>
                  </a:cubicBezTo>
                  <a:cubicBezTo>
                    <a:pt x="4866" y="4034"/>
                    <a:pt x="4175" y="3557"/>
                    <a:pt x="3936" y="3509"/>
                  </a:cubicBezTo>
                  <a:cubicBezTo>
                    <a:pt x="3897" y="3498"/>
                    <a:pt x="3857" y="3493"/>
                    <a:pt x="3816" y="3493"/>
                  </a:cubicBezTo>
                  <a:cubicBezTo>
                    <a:pt x="3682" y="3493"/>
                    <a:pt x="3539" y="3544"/>
                    <a:pt x="3411" y="3580"/>
                  </a:cubicBezTo>
                  <a:cubicBezTo>
                    <a:pt x="3358" y="3602"/>
                    <a:pt x="3304" y="3614"/>
                    <a:pt x="3250" y="3614"/>
                  </a:cubicBezTo>
                  <a:cubicBezTo>
                    <a:pt x="3185" y="3614"/>
                    <a:pt x="3119" y="3596"/>
                    <a:pt x="3054" y="3557"/>
                  </a:cubicBezTo>
                  <a:cubicBezTo>
                    <a:pt x="2624" y="3318"/>
                    <a:pt x="1503" y="2722"/>
                    <a:pt x="1312" y="2388"/>
                  </a:cubicBezTo>
                  <a:cubicBezTo>
                    <a:pt x="1122" y="2102"/>
                    <a:pt x="979" y="1052"/>
                    <a:pt x="907" y="432"/>
                  </a:cubicBezTo>
                  <a:cubicBezTo>
                    <a:pt x="862" y="185"/>
                    <a:pt x="647" y="1"/>
                    <a:pt x="423"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3" name="Google Shape;3533;p55"/>
            <p:cNvSpPr/>
            <p:nvPr/>
          </p:nvSpPr>
          <p:spPr>
            <a:xfrm flipH="1">
              <a:off x="5806290" y="2417789"/>
              <a:ext cx="161588" cy="187634"/>
            </a:xfrm>
            <a:custGeom>
              <a:avLst/>
              <a:gdLst/>
              <a:ahLst/>
              <a:cxnLst/>
              <a:rect l="l" t="t" r="r" b="b"/>
              <a:pathLst>
                <a:path w="1886" h="2190" extrusionOk="0">
                  <a:moveTo>
                    <a:pt x="1033" y="1"/>
                  </a:moveTo>
                  <a:cubicBezTo>
                    <a:pt x="993" y="1"/>
                    <a:pt x="951" y="6"/>
                    <a:pt x="907" y="18"/>
                  </a:cubicBezTo>
                  <a:cubicBezTo>
                    <a:pt x="1" y="257"/>
                    <a:pt x="430" y="2093"/>
                    <a:pt x="430" y="2093"/>
                  </a:cubicBezTo>
                  <a:cubicBezTo>
                    <a:pt x="596" y="2162"/>
                    <a:pt x="777" y="2190"/>
                    <a:pt x="971" y="2190"/>
                  </a:cubicBezTo>
                  <a:cubicBezTo>
                    <a:pt x="1253" y="2190"/>
                    <a:pt x="1561" y="2130"/>
                    <a:pt x="1885" y="2046"/>
                  </a:cubicBezTo>
                  <a:cubicBezTo>
                    <a:pt x="1750" y="1618"/>
                    <a:pt x="1700" y="1"/>
                    <a:pt x="1033" y="1"/>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4" name="Google Shape;3534;p55"/>
            <p:cNvSpPr/>
            <p:nvPr/>
          </p:nvSpPr>
          <p:spPr>
            <a:xfrm flipH="1">
              <a:off x="5317928" y="2590943"/>
              <a:ext cx="376124" cy="310752"/>
            </a:xfrm>
            <a:custGeom>
              <a:avLst/>
              <a:gdLst/>
              <a:ahLst/>
              <a:cxnLst/>
              <a:rect l="l" t="t" r="r" b="b"/>
              <a:pathLst>
                <a:path w="4390" h="3627" extrusionOk="0">
                  <a:moveTo>
                    <a:pt x="4199" y="1"/>
                  </a:moveTo>
                  <a:cubicBezTo>
                    <a:pt x="4079" y="1"/>
                    <a:pt x="3984" y="48"/>
                    <a:pt x="3960" y="168"/>
                  </a:cubicBezTo>
                  <a:lnTo>
                    <a:pt x="3483" y="3221"/>
                  </a:lnTo>
                  <a:lnTo>
                    <a:pt x="215" y="3221"/>
                  </a:lnTo>
                  <a:cubicBezTo>
                    <a:pt x="96" y="3221"/>
                    <a:pt x="1" y="3292"/>
                    <a:pt x="1" y="3411"/>
                  </a:cubicBezTo>
                  <a:cubicBezTo>
                    <a:pt x="1" y="3531"/>
                    <a:pt x="96" y="3626"/>
                    <a:pt x="215" y="3626"/>
                  </a:cubicBezTo>
                  <a:lnTo>
                    <a:pt x="3674" y="3626"/>
                  </a:lnTo>
                  <a:cubicBezTo>
                    <a:pt x="3793" y="3626"/>
                    <a:pt x="3841" y="3531"/>
                    <a:pt x="3912" y="3459"/>
                  </a:cubicBezTo>
                  <a:lnTo>
                    <a:pt x="4389" y="239"/>
                  </a:lnTo>
                  <a:cubicBezTo>
                    <a:pt x="4389" y="120"/>
                    <a:pt x="4318" y="25"/>
                    <a:pt x="419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35" name="Google Shape;3535;p55"/>
          <p:cNvSpPr txBox="1">
            <a:spLocks noGrp="1"/>
          </p:cNvSpPr>
          <p:nvPr>
            <p:ph type="subTitle" idx="1"/>
          </p:nvPr>
        </p:nvSpPr>
        <p:spPr>
          <a:xfrm>
            <a:off x="226297" y="3342868"/>
            <a:ext cx="6443955" cy="1776000"/>
          </a:xfrm>
          <a:prstGeom prst="rect">
            <a:avLst/>
          </a:prstGeom>
        </p:spPr>
        <p:txBody>
          <a:bodyPr spcFirstLastPara="1" wrap="square" lIns="121900" tIns="121900" rIns="121900" bIns="121900" anchor="t" anchorCtr="0">
            <a:noAutofit/>
          </a:bodyPr>
          <a:lstStyle/>
          <a:p>
            <a:pPr marL="0" indent="0"/>
            <a:r>
              <a:rPr lang="en" sz="3600" b="1" dirty="0">
                <a:solidFill>
                  <a:schemeClr val="bg1"/>
                </a:solidFill>
              </a:rPr>
              <a:t>Seminar 3 </a:t>
            </a:r>
            <a:r>
              <a:rPr lang="ro-RO" sz="3600" b="1" dirty="0">
                <a:solidFill>
                  <a:schemeClr val="bg1"/>
                </a:solidFill>
              </a:rPr>
              <a:t>- </a:t>
            </a:r>
            <a:r>
              <a:rPr lang="ro-RO" sz="3600" dirty="0">
                <a:solidFill>
                  <a:schemeClr val="bg1"/>
                </a:solidFill>
              </a:rPr>
              <a:t>Limbajul UML</a:t>
            </a:r>
          </a:p>
          <a:p>
            <a:pPr marL="0" indent="0"/>
            <a:r>
              <a:rPr lang="en-US" sz="3600" dirty="0" err="1">
                <a:solidFill>
                  <a:schemeClr val="bg1"/>
                </a:solidFill>
              </a:rPr>
              <a:t>Diagrama</a:t>
            </a:r>
            <a:r>
              <a:rPr lang="en-US" sz="3600" dirty="0">
                <a:solidFill>
                  <a:schemeClr val="bg1"/>
                </a:solidFill>
              </a:rPr>
              <a:t> </a:t>
            </a:r>
            <a:r>
              <a:rPr lang="en-US" sz="3600" dirty="0" err="1">
                <a:solidFill>
                  <a:schemeClr val="bg1"/>
                </a:solidFill>
              </a:rPr>
              <a:t>cazurilor</a:t>
            </a:r>
            <a:r>
              <a:rPr lang="en-US" sz="3600" dirty="0">
                <a:solidFill>
                  <a:schemeClr val="bg1"/>
                </a:solidFill>
              </a:rPr>
              <a:t> de </a:t>
            </a:r>
            <a:r>
              <a:rPr lang="en-US" sz="3600" dirty="0" err="1">
                <a:solidFill>
                  <a:schemeClr val="bg1"/>
                </a:solidFill>
              </a:rPr>
              <a:t>utilizare</a:t>
            </a:r>
            <a:endParaRPr lang="en-US" sz="3600" dirty="0">
              <a:solidFill>
                <a:schemeClr val="bg1"/>
              </a:solidFill>
            </a:endParaRPr>
          </a:p>
        </p:txBody>
      </p:sp>
      <p:sp>
        <p:nvSpPr>
          <p:cNvPr id="3536" name="Google Shape;3536;p55"/>
          <p:cNvSpPr txBox="1">
            <a:spLocks noGrp="1"/>
          </p:cNvSpPr>
          <p:nvPr>
            <p:ph type="title"/>
          </p:nvPr>
        </p:nvSpPr>
        <p:spPr>
          <a:xfrm>
            <a:off x="191348" y="1594804"/>
            <a:ext cx="7450606" cy="1776000"/>
          </a:xfrm>
          <a:prstGeom prst="rect">
            <a:avLst/>
          </a:prstGeom>
        </p:spPr>
        <p:txBody>
          <a:bodyPr spcFirstLastPara="1" wrap="square" lIns="121900" tIns="121900" rIns="121900" bIns="121900" anchor="ctr" anchorCtr="0">
            <a:noAutofit/>
          </a:bodyPr>
          <a:lstStyle/>
          <a:p>
            <a:r>
              <a:rPr lang="ro-RO" sz="4800" dirty="0"/>
              <a:t>Analiza </a:t>
            </a:r>
            <a:r>
              <a:rPr lang="ro-RO" sz="4800"/>
              <a:t>și p</a:t>
            </a:r>
            <a:r>
              <a:rPr lang="en" sz="4800"/>
              <a:t>roiectarea </a:t>
            </a:r>
            <a:r>
              <a:rPr lang="en" sz="4800" dirty="0"/>
              <a:t>sistemelor informatice</a:t>
            </a:r>
            <a:endParaRP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63"/>
        <p:cNvGrpSpPr/>
        <p:nvPr/>
      </p:nvGrpSpPr>
      <p:grpSpPr>
        <a:xfrm>
          <a:off x="0" y="0"/>
          <a:ext cx="0" cy="0"/>
          <a:chOff x="0" y="0"/>
          <a:chExt cx="0" cy="0"/>
        </a:xfrm>
      </p:grpSpPr>
      <p:sp>
        <p:nvSpPr>
          <p:cNvPr id="3564" name="Google Shape;3564;p58"/>
          <p:cNvSpPr txBox="1">
            <a:spLocks noGrp="1"/>
          </p:cNvSpPr>
          <p:nvPr>
            <p:ph type="title"/>
          </p:nvPr>
        </p:nvSpPr>
        <p:spPr>
          <a:xfrm>
            <a:off x="0" y="2629747"/>
            <a:ext cx="4453593" cy="1140400"/>
          </a:xfrm>
          <a:prstGeom prst="rect">
            <a:avLst/>
          </a:prstGeom>
        </p:spPr>
        <p:txBody>
          <a:bodyPr spcFirstLastPara="1" wrap="square" lIns="121900" tIns="121900" rIns="121900" bIns="121900" anchor="t" anchorCtr="0">
            <a:noAutofit/>
          </a:bodyPr>
          <a:lstStyle/>
          <a:p>
            <a:pPr algn="l"/>
            <a:r>
              <a:rPr lang="en-US" sz="3000" dirty="0" err="1"/>
              <a:t>Tipuri</a:t>
            </a:r>
            <a:r>
              <a:rPr lang="en-US" sz="3000" dirty="0"/>
              <a:t> de </a:t>
            </a:r>
            <a:r>
              <a:rPr lang="en-US" sz="3000" dirty="0" err="1"/>
              <a:t>diagrame</a:t>
            </a:r>
            <a:br>
              <a:rPr lang="en-US" sz="3000" dirty="0"/>
            </a:br>
            <a:r>
              <a:rPr lang="en-US" sz="3000" dirty="0"/>
              <a:t>UML</a:t>
            </a:r>
            <a:endParaRPr sz="3000" dirty="0"/>
          </a:p>
        </p:txBody>
      </p:sp>
      <p:graphicFrame>
        <p:nvGraphicFramePr>
          <p:cNvPr id="18" name="Table 17">
            <a:extLst>
              <a:ext uri="{FF2B5EF4-FFF2-40B4-BE49-F238E27FC236}">
                <a16:creationId xmlns:a16="http://schemas.microsoft.com/office/drawing/2014/main" id="{25EEE5EC-35DE-4254-811A-AB8625B83579}"/>
              </a:ext>
            </a:extLst>
          </p:cNvPr>
          <p:cNvGraphicFramePr>
            <a:graphicFrameLocks noGrp="1"/>
          </p:cNvGraphicFramePr>
          <p:nvPr>
            <p:extLst>
              <p:ext uri="{D42A27DB-BD31-4B8C-83A1-F6EECF244321}">
                <p14:modId xmlns:p14="http://schemas.microsoft.com/office/powerpoint/2010/main" val="2804208123"/>
              </p:ext>
            </p:extLst>
          </p:nvPr>
        </p:nvGraphicFramePr>
        <p:xfrm>
          <a:off x="3920358" y="60842"/>
          <a:ext cx="7409793" cy="6736316"/>
        </p:xfrm>
        <a:graphic>
          <a:graphicData uri="http://schemas.openxmlformats.org/drawingml/2006/table">
            <a:tbl>
              <a:tblPr firstRow="1" firstCol="1" bandRow="1">
                <a:tableStyleId>{5C22544A-7EE6-4342-B048-85BDC9FD1C3A}</a:tableStyleId>
              </a:tblPr>
              <a:tblGrid>
                <a:gridCol w="2018476">
                  <a:extLst>
                    <a:ext uri="{9D8B030D-6E8A-4147-A177-3AD203B41FA5}">
                      <a16:colId xmlns:a16="http://schemas.microsoft.com/office/drawing/2014/main" val="2567255067"/>
                    </a:ext>
                  </a:extLst>
                </a:gridCol>
                <a:gridCol w="3931548">
                  <a:extLst>
                    <a:ext uri="{9D8B030D-6E8A-4147-A177-3AD203B41FA5}">
                      <a16:colId xmlns:a16="http://schemas.microsoft.com/office/drawing/2014/main" val="1646040638"/>
                    </a:ext>
                  </a:extLst>
                </a:gridCol>
                <a:gridCol w="1459769">
                  <a:extLst>
                    <a:ext uri="{9D8B030D-6E8A-4147-A177-3AD203B41FA5}">
                      <a16:colId xmlns:a16="http://schemas.microsoft.com/office/drawing/2014/main" val="2018696853"/>
                    </a:ext>
                  </a:extLst>
                </a:gridCol>
              </a:tblGrid>
              <a:tr h="364384">
                <a:tc>
                  <a:txBody>
                    <a:bodyPr/>
                    <a:lstStyle/>
                    <a:p>
                      <a:pPr marL="0" marR="0" algn="just">
                        <a:spcBef>
                          <a:spcPts val="0"/>
                        </a:spcBef>
                        <a:spcAft>
                          <a:spcPts val="0"/>
                        </a:spcAft>
                      </a:pPr>
                      <a:r>
                        <a:rPr lang="ro-RO" sz="1200">
                          <a:effectLst/>
                        </a:rPr>
                        <a:t>Nume diagramă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Scop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Etape specifice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3571219579"/>
                  </a:ext>
                </a:extLst>
              </a:tr>
              <a:tr h="185936">
                <a:tc gridSpan="3">
                  <a:txBody>
                    <a:bodyPr/>
                    <a:lstStyle/>
                    <a:p>
                      <a:pPr marL="0" marR="0" algn="just">
                        <a:spcBef>
                          <a:spcPts val="0"/>
                        </a:spcBef>
                        <a:spcAft>
                          <a:spcPts val="0"/>
                        </a:spcAft>
                      </a:pPr>
                      <a:r>
                        <a:rPr lang="ro-RO" sz="1200">
                          <a:effectLst/>
                        </a:rPr>
                        <a:t>Diagrame structurale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9799059"/>
                  </a:ext>
                </a:extLst>
              </a:tr>
              <a:tr h="371872">
                <a:tc>
                  <a:txBody>
                    <a:bodyPr/>
                    <a:lstStyle/>
                    <a:p>
                      <a:pPr marL="0" marR="0" algn="just">
                        <a:spcBef>
                          <a:spcPts val="0"/>
                        </a:spcBef>
                        <a:spcAft>
                          <a:spcPts val="0"/>
                        </a:spcAft>
                      </a:pPr>
                      <a:r>
                        <a:rPr lang="ro-RO" sz="1200">
                          <a:effectLst/>
                        </a:rPr>
                        <a:t>Clase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Ilustrează relațiile dintre clasele modelate în cadrul sistemului.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3686296973"/>
                  </a:ext>
                </a:extLst>
              </a:tr>
              <a:tr h="557808">
                <a:tc>
                  <a:txBody>
                    <a:bodyPr/>
                    <a:lstStyle/>
                    <a:p>
                      <a:pPr marL="0" marR="0" algn="just">
                        <a:spcBef>
                          <a:spcPts val="0"/>
                        </a:spcBef>
                        <a:spcAft>
                          <a:spcPts val="0"/>
                        </a:spcAft>
                      </a:pPr>
                      <a:r>
                        <a:rPr lang="ro-RO" sz="1200">
                          <a:effectLst/>
                        </a:rPr>
                        <a:t>Obiecte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Ilustrează relațiile dintre obiectele modelate în sistem, atunci când instanțe ale claselor identificate comunică mai bine modelul construit.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3653642709"/>
                  </a:ext>
                </a:extLst>
              </a:tr>
              <a:tr h="437260">
                <a:tc>
                  <a:txBody>
                    <a:bodyPr/>
                    <a:lstStyle/>
                    <a:p>
                      <a:pPr marL="0" marR="0" algn="just">
                        <a:spcBef>
                          <a:spcPts val="0"/>
                        </a:spcBef>
                        <a:spcAft>
                          <a:spcPts val="0"/>
                        </a:spcAft>
                      </a:pPr>
                      <a:r>
                        <a:rPr lang="ro-RO" sz="1200">
                          <a:effectLst/>
                        </a:rPr>
                        <a:t>Pachete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Grupează împreună alte elemente ale UML pentru a forma construcții de nivel înalt.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spcBef>
                          <a:spcPts val="0"/>
                        </a:spcBef>
                        <a:spcAft>
                          <a:spcPts val="0"/>
                        </a:spcAft>
                      </a:pPr>
                      <a:r>
                        <a:rPr lang="ro-RO" sz="1200" dirty="0">
                          <a:effectLst/>
                        </a:rPr>
                        <a:t>Analiză, Proiectare, Implementare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3978567934"/>
                  </a:ext>
                </a:extLst>
              </a:tr>
              <a:tr h="557808">
                <a:tc>
                  <a:txBody>
                    <a:bodyPr/>
                    <a:lstStyle/>
                    <a:p>
                      <a:pPr marL="0" marR="0" algn="just">
                        <a:spcBef>
                          <a:spcPts val="0"/>
                        </a:spcBef>
                        <a:spcAft>
                          <a:spcPts val="0"/>
                        </a:spcAft>
                      </a:pPr>
                      <a:r>
                        <a:rPr lang="ro-RO" sz="1200">
                          <a:effectLst/>
                        </a:rPr>
                        <a:t>Desfășurare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Descrie  arhitectura fizică a sistemului. Poate fi folosită și pentru a reprezenta componentele software care se suprapun peste arhitecrura fizică.</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spcBef>
                          <a:spcPts val="0"/>
                        </a:spcBef>
                        <a:spcAft>
                          <a:spcPts val="0"/>
                        </a:spcAft>
                      </a:pPr>
                      <a:r>
                        <a:rPr lang="ro-RO" sz="1200" dirty="0">
                          <a:effectLst/>
                        </a:rPr>
                        <a:t>Proiectare fizică, Implementare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1722910023"/>
                  </a:ext>
                </a:extLst>
              </a:tr>
              <a:tr h="371872">
                <a:tc>
                  <a:txBody>
                    <a:bodyPr/>
                    <a:lstStyle/>
                    <a:p>
                      <a:pPr marL="0" marR="0" algn="just">
                        <a:spcBef>
                          <a:spcPts val="0"/>
                        </a:spcBef>
                        <a:spcAft>
                          <a:spcPts val="0"/>
                        </a:spcAft>
                      </a:pPr>
                      <a:r>
                        <a:rPr lang="ro-RO" sz="1200">
                          <a:effectLst/>
                        </a:rPr>
                        <a:t>Componente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Ilustrează relațiile fizice dintre componentele software.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Proiectare fizică, Implementare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604094819"/>
                  </a:ext>
                </a:extLst>
              </a:tr>
              <a:tr h="371872">
                <a:tc>
                  <a:txBody>
                    <a:bodyPr/>
                    <a:lstStyle/>
                    <a:p>
                      <a:pPr marL="0" marR="0" algn="just">
                        <a:spcBef>
                          <a:spcPts val="0"/>
                        </a:spcBef>
                        <a:spcAft>
                          <a:spcPts val="0"/>
                        </a:spcAft>
                      </a:pPr>
                      <a:r>
                        <a:rPr lang="ro-RO" sz="1200">
                          <a:effectLst/>
                        </a:rPr>
                        <a:t>Structură compusă</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Descrie structura internă a unei clase, cum ar fi relațiile dintre părțile unei clase.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1205349059"/>
                  </a:ext>
                </a:extLst>
              </a:tr>
              <a:tr h="305892">
                <a:tc>
                  <a:txBody>
                    <a:bodyPr/>
                    <a:lstStyle/>
                    <a:p>
                      <a:pPr marL="0" marR="0" algn="just">
                        <a:spcBef>
                          <a:spcPts val="0"/>
                        </a:spcBef>
                        <a:spcAft>
                          <a:spcPts val="0"/>
                        </a:spcAft>
                      </a:pPr>
                      <a:r>
                        <a:rPr lang="ro-RO" sz="1200">
                          <a:effectLst/>
                        </a:rPr>
                        <a:t>Profile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Este folosită pentru a construi extensii ale limbajului UML.</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Niciuna</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474777433"/>
                  </a:ext>
                </a:extLst>
              </a:tr>
              <a:tr h="185936">
                <a:tc gridSpan="3">
                  <a:txBody>
                    <a:bodyPr/>
                    <a:lstStyle/>
                    <a:p>
                      <a:pPr marL="0" marR="0" algn="just">
                        <a:spcBef>
                          <a:spcPts val="0"/>
                        </a:spcBef>
                        <a:spcAft>
                          <a:spcPts val="0"/>
                        </a:spcAft>
                      </a:pPr>
                      <a:r>
                        <a:rPr lang="ro-RO" sz="1200">
                          <a:effectLst/>
                        </a:rPr>
                        <a:t>Diagrame comportamentale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42381172"/>
                  </a:ext>
                </a:extLst>
              </a:tr>
              <a:tr h="371872">
                <a:tc>
                  <a:txBody>
                    <a:bodyPr/>
                    <a:lstStyle/>
                    <a:p>
                      <a:pPr marL="0" marR="0" algn="just">
                        <a:spcBef>
                          <a:spcPts val="0"/>
                        </a:spcBef>
                        <a:spcAft>
                          <a:spcPts val="0"/>
                        </a:spcAft>
                      </a:pPr>
                      <a:r>
                        <a:rPr lang="ro-RO" sz="1200">
                          <a:effectLst/>
                        </a:rPr>
                        <a:t>Cazuri de utilizare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Identifică cerințele sistemului pentru a ilustra interacțiunile dintre sistem și mediul său.</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3339499936"/>
                  </a:ext>
                </a:extLst>
              </a:tr>
              <a:tr h="557808">
                <a:tc>
                  <a:txBody>
                    <a:bodyPr/>
                    <a:lstStyle/>
                    <a:p>
                      <a:pPr marL="0" marR="0" algn="just">
                        <a:spcBef>
                          <a:spcPts val="0"/>
                        </a:spcBef>
                        <a:spcAft>
                          <a:spcPts val="0"/>
                        </a:spcAft>
                      </a:pPr>
                      <a:r>
                        <a:rPr lang="ro-RO" sz="1200">
                          <a:effectLst/>
                        </a:rPr>
                        <a:t>Activitate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Ilustrează fluxurile de lucru independente ale unei clase, fluxul de activități dintr-un caz de utilizare sau proiectarea detaliată a unei metode.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942057864"/>
                  </a:ext>
                </a:extLst>
              </a:tr>
              <a:tr h="437260">
                <a:tc>
                  <a:txBody>
                    <a:bodyPr/>
                    <a:lstStyle/>
                    <a:p>
                      <a:pPr marL="0" marR="0" algn="just">
                        <a:spcBef>
                          <a:spcPts val="0"/>
                        </a:spcBef>
                        <a:spcAft>
                          <a:spcPts val="0"/>
                        </a:spcAft>
                      </a:pPr>
                      <a:r>
                        <a:rPr lang="ro-RO" sz="1200">
                          <a:effectLst/>
                        </a:rPr>
                        <a:t>Secvență</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Modelează comportamentul obiectelor în cadrul unui caz de utilizare cu accent pe ordinea temporală a activităților.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1731731514"/>
                  </a:ext>
                </a:extLst>
              </a:tr>
              <a:tr h="557808">
                <a:tc>
                  <a:txBody>
                    <a:bodyPr/>
                    <a:lstStyle/>
                    <a:p>
                      <a:pPr marL="0" marR="0" algn="just">
                        <a:spcBef>
                          <a:spcPts val="0"/>
                        </a:spcBef>
                        <a:spcAft>
                          <a:spcPts val="0"/>
                        </a:spcAft>
                      </a:pPr>
                      <a:r>
                        <a:rPr lang="ro-RO" sz="1200">
                          <a:effectLst/>
                        </a:rPr>
                        <a:t>Comunicare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Modelează comportamentul obiectelor în cadrul unui caz de utilizare cu accent pe comunicarea între obiectele care colaborează într-o activitate.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2088255653"/>
                  </a:ext>
                </a:extLst>
              </a:tr>
              <a:tr h="185936">
                <a:tc>
                  <a:txBody>
                    <a:bodyPr/>
                    <a:lstStyle/>
                    <a:p>
                      <a:pPr marL="0" marR="0" algn="just">
                        <a:spcBef>
                          <a:spcPts val="0"/>
                        </a:spcBef>
                        <a:spcAft>
                          <a:spcPts val="0"/>
                        </a:spcAft>
                      </a:pPr>
                      <a:r>
                        <a:rPr lang="ro-RO" sz="1200">
                          <a:effectLst/>
                        </a:rPr>
                        <a:t>Interacțiuni de ansamblu</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Ilustrează ordinea fluxurilor de control ale unui proces.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2667774665"/>
                  </a:ext>
                </a:extLst>
              </a:tr>
              <a:tr h="557808">
                <a:tc>
                  <a:txBody>
                    <a:bodyPr/>
                    <a:lstStyle/>
                    <a:p>
                      <a:pPr marL="0" marR="0" algn="just">
                        <a:spcBef>
                          <a:spcPts val="0"/>
                        </a:spcBef>
                        <a:spcAft>
                          <a:spcPts val="0"/>
                        </a:spcAft>
                      </a:pPr>
                      <a:r>
                        <a:rPr lang="ro-RO" sz="1200">
                          <a:effectLst/>
                        </a:rPr>
                        <a:t>Timp</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a:effectLst/>
                        </a:rPr>
                        <a:t>Arată interacțiunea în cadrul unei mulțimi de obiecte și ale schimbărilor de stări prin care trec acestea de-a lungul axei timpului.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1587548503"/>
                  </a:ext>
                </a:extLst>
              </a:tr>
              <a:tr h="185936">
                <a:tc>
                  <a:txBody>
                    <a:bodyPr/>
                    <a:lstStyle/>
                    <a:p>
                      <a:pPr marL="0" marR="0" algn="just">
                        <a:spcBef>
                          <a:spcPts val="0"/>
                        </a:spcBef>
                        <a:spcAft>
                          <a:spcPts val="0"/>
                        </a:spcAft>
                      </a:pPr>
                      <a:r>
                        <a:rPr lang="ro-RO" sz="1200">
                          <a:effectLst/>
                        </a:rPr>
                        <a:t>Mașini de stări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Examinează comportamentul unei clase.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tc>
                  <a:txBody>
                    <a:bodyPr/>
                    <a:lstStyle/>
                    <a:p>
                      <a:pPr marL="0" marR="0" algn="just">
                        <a:spcBef>
                          <a:spcPts val="0"/>
                        </a:spcBef>
                        <a:spcAft>
                          <a:spcPts val="0"/>
                        </a:spcAft>
                      </a:pPr>
                      <a:r>
                        <a:rPr lang="ro-RO" sz="1200" dirty="0">
                          <a:effectLst/>
                        </a:rPr>
                        <a:t>Analiză, Proiectare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7571" marR="57571" marT="0" marB="0"/>
                </a:tc>
                <a:extLst>
                  <a:ext uri="{0D108BD9-81ED-4DB2-BD59-A6C34878D82A}">
                    <a16:rowId xmlns:a16="http://schemas.microsoft.com/office/drawing/2014/main" val="261513251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56"/>
        <p:cNvGrpSpPr/>
        <p:nvPr/>
      </p:nvGrpSpPr>
      <p:grpSpPr>
        <a:xfrm>
          <a:off x="0" y="0"/>
          <a:ext cx="0" cy="0"/>
          <a:chOff x="0" y="0"/>
          <a:chExt cx="0" cy="0"/>
        </a:xfrm>
      </p:grpSpPr>
      <p:sp>
        <p:nvSpPr>
          <p:cNvPr id="3957" name="Google Shape;3957;p72"/>
          <p:cNvSpPr txBox="1">
            <a:spLocks noGrp="1"/>
          </p:cNvSpPr>
          <p:nvPr>
            <p:ph type="title"/>
          </p:nvPr>
        </p:nvSpPr>
        <p:spPr>
          <a:xfrm>
            <a:off x="1014667" y="512067"/>
            <a:ext cx="10412400" cy="685200"/>
          </a:xfrm>
          <a:prstGeom prst="rect">
            <a:avLst/>
          </a:prstGeom>
        </p:spPr>
        <p:txBody>
          <a:bodyPr spcFirstLastPara="1" wrap="square" lIns="121900" tIns="121900" rIns="121900" bIns="121900" anchor="t" anchorCtr="0">
            <a:noAutofit/>
          </a:bodyPr>
          <a:lstStyle/>
          <a:p>
            <a:r>
              <a:rPr lang="en-US" dirty="0" err="1"/>
              <a:t>Diagrame</a:t>
            </a:r>
            <a:r>
              <a:rPr lang="ro-RO" dirty="0"/>
              <a:t>le</a:t>
            </a:r>
            <a:r>
              <a:rPr lang="en-US" dirty="0"/>
              <a:t> UML</a:t>
            </a:r>
            <a:r>
              <a:rPr lang="ro-RO" dirty="0"/>
              <a:t> în ciclul de dezvoltare </a:t>
            </a:r>
            <a:endParaRPr dirty="0"/>
          </a:p>
        </p:txBody>
      </p:sp>
      <p:sp>
        <p:nvSpPr>
          <p:cNvPr id="3958" name="Google Shape;3958;p72"/>
          <p:cNvSpPr txBox="1">
            <a:spLocks noGrp="1"/>
          </p:cNvSpPr>
          <p:nvPr>
            <p:ph type="subTitle" idx="1"/>
          </p:nvPr>
        </p:nvSpPr>
        <p:spPr>
          <a:xfrm>
            <a:off x="1337610" y="1634840"/>
            <a:ext cx="10236926" cy="664967"/>
          </a:xfrm>
          <a:prstGeom prst="rect">
            <a:avLst/>
          </a:prstGeom>
        </p:spPr>
        <p:txBody>
          <a:bodyPr spcFirstLastPara="1" wrap="square" lIns="121900" tIns="121900" rIns="121900" bIns="121900" anchor="t" anchorCtr="0">
            <a:noAutofit/>
          </a:bodyPr>
          <a:lstStyle/>
          <a:p>
            <a:pPr marL="0" indent="0"/>
            <a:r>
              <a:rPr lang="en-US"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A</a:t>
            </a: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numite diagrame pot juca un rol mai important</a:t>
            </a:r>
            <a:r>
              <a:rPr lang="en-US"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în funcție de etapa de dezvoltare </a:t>
            </a:r>
            <a:r>
              <a:rPr lang="en-US"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 </a:t>
            </a: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sistemul</a:t>
            </a:r>
            <a:r>
              <a:rPr lang="en-US" sz="20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ui</a:t>
            </a:r>
            <a:endParaRPr sz="2000" dirty="0"/>
          </a:p>
        </p:txBody>
      </p:sp>
      <p:sp>
        <p:nvSpPr>
          <p:cNvPr id="3959" name="Google Shape;3959;p72"/>
          <p:cNvSpPr txBox="1">
            <a:spLocks noGrp="1"/>
          </p:cNvSpPr>
          <p:nvPr>
            <p:ph type="subTitle" idx="2"/>
          </p:nvPr>
        </p:nvSpPr>
        <p:spPr>
          <a:xfrm>
            <a:off x="1337609" y="3133177"/>
            <a:ext cx="6534641" cy="548000"/>
          </a:xfrm>
          <a:prstGeom prst="rect">
            <a:avLst/>
          </a:prstGeom>
        </p:spPr>
        <p:txBody>
          <a:bodyPr spcFirstLastPara="1" wrap="square" lIns="121900" tIns="121900" rIns="121900" bIns="121900" anchor="t" anchorCtr="0">
            <a:noAutofit/>
          </a:bodyPr>
          <a:lstStyle/>
          <a:p>
            <a:pPr marL="228600" marR="0">
              <a:lnSpc>
                <a:spcPct val="107000"/>
              </a:lnSpc>
              <a:spcBef>
                <a:spcPts val="0"/>
              </a:spcBef>
              <a:spcAft>
                <a:spcPts val="800"/>
              </a:spcAft>
              <a:buFont typeface="Wingdings" panose="05000000000000000000" pitchFamily="2" charset="2"/>
              <a:buChar char="q"/>
            </a:pP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 pleacă inițial de la aspecte conceptuale și abstracte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60" name="Google Shape;3960;p72"/>
          <p:cNvSpPr txBox="1">
            <a:spLocks noGrp="1"/>
          </p:cNvSpPr>
          <p:nvPr>
            <p:ph type="subTitle" idx="3"/>
          </p:nvPr>
        </p:nvSpPr>
        <p:spPr>
          <a:xfrm>
            <a:off x="1337608" y="3882343"/>
            <a:ext cx="10153233" cy="548000"/>
          </a:xfrm>
          <a:prstGeom prst="rect">
            <a:avLst/>
          </a:prstGeom>
        </p:spPr>
        <p:txBody>
          <a:bodyPr spcFirstLastPara="1" wrap="square" lIns="121900" tIns="121900" rIns="121900" bIns="121900" anchor="t" anchorCtr="0">
            <a:noAutofit/>
          </a:bodyPr>
          <a:lstStyle/>
          <a:p>
            <a:pPr marL="228600" marR="0">
              <a:lnSpc>
                <a:spcPct val="107000"/>
              </a:lnSpc>
              <a:spcBef>
                <a:spcPts val="0"/>
              </a:spcBef>
              <a:spcAft>
                <a:spcPts val="800"/>
              </a:spcAft>
              <a:buFont typeface="Wingdings" panose="05000000000000000000" pitchFamily="2" charset="2"/>
              <a:buChar char="q"/>
            </a:pPr>
            <a:r>
              <a:rPr lang="ro-RO"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D</a:t>
            </a: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iagramele evoluează și includ detalii care în final vor sta la baza generării sau scrierii de cod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61" name="Google Shape;3961;p72"/>
          <p:cNvSpPr txBox="1">
            <a:spLocks noGrp="1"/>
          </p:cNvSpPr>
          <p:nvPr>
            <p:ph type="subTitle" idx="4"/>
          </p:nvPr>
        </p:nvSpPr>
        <p:spPr>
          <a:xfrm>
            <a:off x="1337609" y="4631508"/>
            <a:ext cx="10375303" cy="548000"/>
          </a:xfrm>
          <a:prstGeom prst="rect">
            <a:avLst/>
          </a:prstGeom>
        </p:spPr>
        <p:txBody>
          <a:bodyPr spcFirstLastPara="1" wrap="square" lIns="121900" tIns="121900" rIns="121900" bIns="121900" anchor="t" anchorCtr="0">
            <a:noAutofit/>
          </a:bodyPr>
          <a:lstStyle/>
          <a:p>
            <a:pPr marL="228600" marR="0">
              <a:lnSpc>
                <a:spcPct val="107000"/>
              </a:lnSpc>
              <a:spcBef>
                <a:spcPts val="0"/>
              </a:spcBef>
              <a:spcAft>
                <a:spcPts val="800"/>
              </a:spcAft>
            </a:pP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Diagramele vor face trecerea de la documentarea cerințelor la stabilirea detaliilor de proiectare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62" name="Google Shape;3962;p72"/>
          <p:cNvSpPr txBox="1">
            <a:spLocks noGrp="1"/>
          </p:cNvSpPr>
          <p:nvPr>
            <p:ph type="subTitle" idx="5"/>
          </p:nvPr>
        </p:nvSpPr>
        <p:spPr>
          <a:xfrm>
            <a:off x="1337609" y="2384011"/>
            <a:ext cx="8048131" cy="548000"/>
          </a:xfrm>
          <a:prstGeom prst="rect">
            <a:avLst/>
          </a:prstGeom>
        </p:spPr>
        <p:txBody>
          <a:bodyPr spcFirstLastPara="1" wrap="square" lIns="121900" tIns="121900" rIns="121900" bIns="121900" anchor="t" anchorCtr="0">
            <a:noAutofit/>
          </a:bodyPr>
          <a:lstStyle/>
          <a:p>
            <a:pPr marL="228600" marR="0">
              <a:lnSpc>
                <a:spcPct val="107000"/>
              </a:lnSpc>
              <a:spcBef>
                <a:spcPts val="0"/>
              </a:spcBef>
              <a:spcAft>
                <a:spcPts val="800"/>
              </a:spcAft>
            </a:pPr>
            <a:r>
              <a:rPr lang="ro-RO" sz="2000" dirty="0">
                <a:solidFill>
                  <a:srgbClr val="000000"/>
                </a:solidFill>
                <a:latin typeface="Calibri" panose="020F0502020204030204" pitchFamily="34" charset="0"/>
                <a:ea typeface="Calibri" panose="020F0502020204030204" pitchFamily="34" charset="0"/>
                <a:cs typeface="Times New Roman" panose="02020603050405020304" pitchFamily="18" charset="0"/>
              </a:rPr>
              <a:t>A</a:t>
            </a:r>
            <a:r>
              <a:rPr lang="ro-RO" sz="2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celași tip de diagramă poate fi folosit pe parcursul ciclului de dezvoltare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63" name="Google Shape;3963;p72"/>
          <p:cNvSpPr/>
          <p:nvPr/>
        </p:nvSpPr>
        <p:spPr>
          <a:xfrm>
            <a:off x="920077" y="1743475"/>
            <a:ext cx="327200" cy="327200"/>
          </a:xfrm>
          <a:prstGeom prst="mathPlus">
            <a:avLst>
              <a:gd name="adj1" fmla="val 23520"/>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2000" kern="0">
              <a:solidFill>
                <a:srgbClr val="000000"/>
              </a:solidFill>
              <a:latin typeface="Arial"/>
              <a:cs typeface="Arial"/>
              <a:sym typeface="Arial"/>
            </a:endParaRPr>
          </a:p>
        </p:txBody>
      </p:sp>
      <p:sp>
        <p:nvSpPr>
          <p:cNvPr id="3964" name="Google Shape;3964;p72"/>
          <p:cNvSpPr/>
          <p:nvPr/>
        </p:nvSpPr>
        <p:spPr>
          <a:xfrm>
            <a:off x="920077" y="2515841"/>
            <a:ext cx="327200" cy="327200"/>
          </a:xfrm>
          <a:prstGeom prst="mathPlus">
            <a:avLst>
              <a:gd name="adj1" fmla="val 23520"/>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2000" kern="0">
              <a:solidFill>
                <a:srgbClr val="000000"/>
              </a:solidFill>
              <a:latin typeface="Arial"/>
              <a:cs typeface="Arial"/>
              <a:sym typeface="Arial"/>
            </a:endParaRPr>
          </a:p>
        </p:txBody>
      </p:sp>
      <p:sp>
        <p:nvSpPr>
          <p:cNvPr id="3967" name="Google Shape;3967;p72"/>
          <p:cNvSpPr/>
          <p:nvPr/>
        </p:nvSpPr>
        <p:spPr>
          <a:xfrm>
            <a:off x="920077" y="4749241"/>
            <a:ext cx="327200" cy="327200"/>
          </a:xfrm>
          <a:prstGeom prst="mathPlus">
            <a:avLst>
              <a:gd name="adj1" fmla="val 23520"/>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2000" kern="0">
              <a:solidFill>
                <a:srgbClr val="000000"/>
              </a:solidFill>
              <a:latin typeface="Arial"/>
              <a:cs typeface="Arial"/>
              <a:sym typeface="Arial"/>
            </a:endParaRPr>
          </a:p>
        </p:txBody>
      </p:sp>
      <p:grpSp>
        <p:nvGrpSpPr>
          <p:cNvPr id="66" name="Group 65">
            <a:extLst>
              <a:ext uri="{FF2B5EF4-FFF2-40B4-BE49-F238E27FC236}">
                <a16:creationId xmlns:a16="http://schemas.microsoft.com/office/drawing/2014/main" id="{1FE48A44-ADCE-42D3-B576-6C352BE580AD}"/>
              </a:ext>
            </a:extLst>
          </p:cNvPr>
          <p:cNvGrpSpPr/>
          <p:nvPr/>
        </p:nvGrpSpPr>
        <p:grpSpPr>
          <a:xfrm>
            <a:off x="10163554" y="4850202"/>
            <a:ext cx="2153684" cy="2024823"/>
            <a:chOff x="8882485" y="4074993"/>
            <a:chExt cx="1611262" cy="1472453"/>
          </a:xfrm>
        </p:grpSpPr>
        <p:sp>
          <p:nvSpPr>
            <p:cNvPr id="2" name="Google Shape;4050;p74">
              <a:extLst>
                <a:ext uri="{FF2B5EF4-FFF2-40B4-BE49-F238E27FC236}">
                  <a16:creationId xmlns:a16="http://schemas.microsoft.com/office/drawing/2014/main" id="{B1F5D659-61C8-476B-B77E-A91E361FCE3D}"/>
                </a:ext>
              </a:extLst>
            </p:cNvPr>
            <p:cNvSpPr/>
            <p:nvPr/>
          </p:nvSpPr>
          <p:spPr>
            <a:xfrm>
              <a:off x="9402483" y="5144942"/>
              <a:ext cx="310967" cy="392963"/>
            </a:xfrm>
            <a:prstGeom prst="rect">
              <a:avLst/>
            </a:pr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 name="Google Shape;4051;p74">
              <a:extLst>
                <a:ext uri="{FF2B5EF4-FFF2-40B4-BE49-F238E27FC236}">
                  <a16:creationId xmlns:a16="http://schemas.microsoft.com/office/drawing/2014/main" id="{4A1CF0DD-9BFA-43D8-B689-6C253E1738B4}"/>
                </a:ext>
              </a:extLst>
            </p:cNvPr>
            <p:cNvSpPr/>
            <p:nvPr/>
          </p:nvSpPr>
          <p:spPr>
            <a:xfrm>
              <a:off x="9216616" y="5480791"/>
              <a:ext cx="738010" cy="66654"/>
            </a:xfrm>
            <a:custGeom>
              <a:avLst/>
              <a:gdLst/>
              <a:ahLst/>
              <a:cxnLst/>
              <a:rect l="l" t="t" r="r" b="b"/>
              <a:pathLst>
                <a:path w="17173" h="1551" extrusionOk="0">
                  <a:moveTo>
                    <a:pt x="787" y="0"/>
                  </a:moveTo>
                  <a:cubicBezTo>
                    <a:pt x="358" y="0"/>
                    <a:pt x="0" y="358"/>
                    <a:pt x="0" y="764"/>
                  </a:cubicBezTo>
                  <a:cubicBezTo>
                    <a:pt x="0" y="1193"/>
                    <a:pt x="358" y="1551"/>
                    <a:pt x="787" y="1551"/>
                  </a:cubicBezTo>
                  <a:lnTo>
                    <a:pt x="16409" y="1551"/>
                  </a:lnTo>
                  <a:cubicBezTo>
                    <a:pt x="16815" y="1551"/>
                    <a:pt x="17173" y="1217"/>
                    <a:pt x="17173" y="764"/>
                  </a:cubicBezTo>
                  <a:cubicBezTo>
                    <a:pt x="17173" y="358"/>
                    <a:pt x="16815" y="0"/>
                    <a:pt x="16409"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 name="Google Shape;4052;p74">
              <a:extLst>
                <a:ext uri="{FF2B5EF4-FFF2-40B4-BE49-F238E27FC236}">
                  <a16:creationId xmlns:a16="http://schemas.microsoft.com/office/drawing/2014/main" id="{83012A11-6F5B-4D95-951E-ACE765E570A7}"/>
                </a:ext>
              </a:extLst>
            </p:cNvPr>
            <p:cNvSpPr/>
            <p:nvPr/>
          </p:nvSpPr>
          <p:spPr>
            <a:xfrm>
              <a:off x="8882485" y="4255961"/>
              <a:ext cx="1408334" cy="955291"/>
            </a:xfrm>
            <a:custGeom>
              <a:avLst/>
              <a:gdLst/>
              <a:ahLst/>
              <a:cxnLst/>
              <a:rect l="l" t="t" r="r" b="b"/>
              <a:pathLst>
                <a:path w="32771" h="22229" extrusionOk="0">
                  <a:moveTo>
                    <a:pt x="4055" y="0"/>
                  </a:moveTo>
                  <a:cubicBezTo>
                    <a:pt x="1813" y="0"/>
                    <a:pt x="0" y="1813"/>
                    <a:pt x="0" y="4055"/>
                  </a:cubicBezTo>
                  <a:lnTo>
                    <a:pt x="0" y="18174"/>
                  </a:lnTo>
                  <a:cubicBezTo>
                    <a:pt x="0" y="20416"/>
                    <a:pt x="1813" y="22229"/>
                    <a:pt x="4055" y="22229"/>
                  </a:cubicBezTo>
                  <a:lnTo>
                    <a:pt x="28716" y="22229"/>
                  </a:lnTo>
                  <a:cubicBezTo>
                    <a:pt x="30934" y="22229"/>
                    <a:pt x="32747" y="20416"/>
                    <a:pt x="32771" y="18174"/>
                  </a:cubicBezTo>
                  <a:lnTo>
                    <a:pt x="32771" y="4055"/>
                  </a:lnTo>
                  <a:cubicBezTo>
                    <a:pt x="32771" y="1813"/>
                    <a:pt x="30934" y="0"/>
                    <a:pt x="28716"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 name="Google Shape;4053;p74">
              <a:extLst>
                <a:ext uri="{FF2B5EF4-FFF2-40B4-BE49-F238E27FC236}">
                  <a16:creationId xmlns:a16="http://schemas.microsoft.com/office/drawing/2014/main" id="{86E0D151-16E6-442A-8CD2-ACBA8F003B4C}"/>
                </a:ext>
              </a:extLst>
            </p:cNvPr>
            <p:cNvSpPr/>
            <p:nvPr/>
          </p:nvSpPr>
          <p:spPr>
            <a:xfrm>
              <a:off x="8931649" y="4302073"/>
              <a:ext cx="1308933" cy="862036"/>
            </a:xfrm>
            <a:custGeom>
              <a:avLst/>
              <a:gdLst/>
              <a:ahLst/>
              <a:cxnLst/>
              <a:rect l="l" t="t" r="r" b="b"/>
              <a:pathLst>
                <a:path w="30458" h="20059" extrusionOk="0">
                  <a:moveTo>
                    <a:pt x="4079" y="0"/>
                  </a:moveTo>
                  <a:cubicBezTo>
                    <a:pt x="1837" y="0"/>
                    <a:pt x="1" y="1813"/>
                    <a:pt x="1" y="4055"/>
                  </a:cubicBezTo>
                  <a:lnTo>
                    <a:pt x="1" y="16004"/>
                  </a:lnTo>
                  <a:cubicBezTo>
                    <a:pt x="1" y="18246"/>
                    <a:pt x="1837" y="20059"/>
                    <a:pt x="4079" y="20059"/>
                  </a:cubicBezTo>
                  <a:lnTo>
                    <a:pt x="26403" y="20059"/>
                  </a:lnTo>
                  <a:cubicBezTo>
                    <a:pt x="28621" y="20059"/>
                    <a:pt x="30458" y="18246"/>
                    <a:pt x="30458" y="16004"/>
                  </a:cubicBezTo>
                  <a:lnTo>
                    <a:pt x="30458" y="4055"/>
                  </a:lnTo>
                  <a:cubicBezTo>
                    <a:pt x="30458" y="1813"/>
                    <a:pt x="28621" y="0"/>
                    <a:pt x="26403"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 name="Google Shape;4054;p74">
              <a:extLst>
                <a:ext uri="{FF2B5EF4-FFF2-40B4-BE49-F238E27FC236}">
                  <a16:creationId xmlns:a16="http://schemas.microsoft.com/office/drawing/2014/main" id="{259C67EF-2142-4AF3-849F-9DCE2D62F5C8}"/>
                </a:ext>
              </a:extLst>
            </p:cNvPr>
            <p:cNvSpPr/>
            <p:nvPr/>
          </p:nvSpPr>
          <p:spPr>
            <a:xfrm>
              <a:off x="9805975" y="4729459"/>
              <a:ext cx="434606" cy="434649"/>
            </a:xfrm>
            <a:custGeom>
              <a:avLst/>
              <a:gdLst/>
              <a:ahLst/>
              <a:cxnLst/>
              <a:rect l="l" t="t" r="r" b="b"/>
              <a:pathLst>
                <a:path w="10113" h="10114" extrusionOk="0">
                  <a:moveTo>
                    <a:pt x="10113" y="1"/>
                  </a:moveTo>
                  <a:lnTo>
                    <a:pt x="0" y="10114"/>
                  </a:lnTo>
                  <a:lnTo>
                    <a:pt x="3077" y="10114"/>
                  </a:lnTo>
                  <a:lnTo>
                    <a:pt x="10113" y="3078"/>
                  </a:lnTo>
                  <a:lnTo>
                    <a:pt x="1011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7" name="Google Shape;4055;p74">
              <a:extLst>
                <a:ext uri="{FF2B5EF4-FFF2-40B4-BE49-F238E27FC236}">
                  <a16:creationId xmlns:a16="http://schemas.microsoft.com/office/drawing/2014/main" id="{42D4B06B-98B0-4E90-AFA3-396CBDC5EE02}"/>
                </a:ext>
              </a:extLst>
            </p:cNvPr>
            <p:cNvSpPr/>
            <p:nvPr/>
          </p:nvSpPr>
          <p:spPr>
            <a:xfrm>
              <a:off x="9979207" y="4212341"/>
              <a:ext cx="77914" cy="178948"/>
            </a:xfrm>
            <a:custGeom>
              <a:avLst/>
              <a:gdLst/>
              <a:ahLst/>
              <a:cxnLst/>
              <a:rect l="l" t="t" r="r" b="b"/>
              <a:pathLst>
                <a:path w="1813" h="4164" extrusionOk="0">
                  <a:moveTo>
                    <a:pt x="669" y="0"/>
                  </a:moveTo>
                  <a:cubicBezTo>
                    <a:pt x="530" y="0"/>
                    <a:pt x="378" y="68"/>
                    <a:pt x="215" y="228"/>
                  </a:cubicBezTo>
                  <a:cubicBezTo>
                    <a:pt x="48" y="395"/>
                    <a:pt x="0" y="586"/>
                    <a:pt x="0" y="777"/>
                  </a:cubicBezTo>
                  <a:cubicBezTo>
                    <a:pt x="0" y="1611"/>
                    <a:pt x="644" y="3758"/>
                    <a:pt x="644" y="3758"/>
                  </a:cubicBezTo>
                  <a:lnTo>
                    <a:pt x="1693" y="4163"/>
                  </a:lnTo>
                  <a:cubicBezTo>
                    <a:pt x="1789" y="4163"/>
                    <a:pt x="1813" y="2327"/>
                    <a:pt x="1789" y="2208"/>
                  </a:cubicBezTo>
                  <a:cubicBezTo>
                    <a:pt x="1769" y="1789"/>
                    <a:pt x="1382" y="0"/>
                    <a:pt x="669"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8" name="Google Shape;4056;p74">
              <a:extLst>
                <a:ext uri="{FF2B5EF4-FFF2-40B4-BE49-F238E27FC236}">
                  <a16:creationId xmlns:a16="http://schemas.microsoft.com/office/drawing/2014/main" id="{AC9F8559-91E6-43D0-8DC0-201346BACFF9}"/>
                </a:ext>
              </a:extLst>
            </p:cNvPr>
            <p:cNvSpPr/>
            <p:nvPr/>
          </p:nvSpPr>
          <p:spPr>
            <a:xfrm>
              <a:off x="9886940" y="4362066"/>
              <a:ext cx="185566" cy="202885"/>
            </a:xfrm>
            <a:custGeom>
              <a:avLst/>
              <a:gdLst/>
              <a:ahLst/>
              <a:cxnLst/>
              <a:rect l="l" t="t" r="r" b="b"/>
              <a:pathLst>
                <a:path w="4318" h="4721" extrusionOk="0">
                  <a:moveTo>
                    <a:pt x="3418" y="0"/>
                  </a:moveTo>
                  <a:cubicBezTo>
                    <a:pt x="3259" y="0"/>
                    <a:pt x="3088" y="84"/>
                    <a:pt x="2982" y="155"/>
                  </a:cubicBezTo>
                  <a:cubicBezTo>
                    <a:pt x="2600" y="393"/>
                    <a:pt x="1575" y="2874"/>
                    <a:pt x="1575" y="2874"/>
                  </a:cubicBezTo>
                  <a:lnTo>
                    <a:pt x="1265" y="3112"/>
                  </a:lnTo>
                  <a:lnTo>
                    <a:pt x="907" y="3279"/>
                  </a:lnTo>
                  <a:lnTo>
                    <a:pt x="716" y="3398"/>
                  </a:lnTo>
                  <a:cubicBezTo>
                    <a:pt x="644" y="3422"/>
                    <a:pt x="549" y="3422"/>
                    <a:pt x="501" y="3422"/>
                  </a:cubicBezTo>
                  <a:lnTo>
                    <a:pt x="382" y="3422"/>
                  </a:lnTo>
                  <a:cubicBezTo>
                    <a:pt x="358" y="3422"/>
                    <a:pt x="311" y="3470"/>
                    <a:pt x="311" y="3494"/>
                  </a:cubicBezTo>
                  <a:cubicBezTo>
                    <a:pt x="311" y="3518"/>
                    <a:pt x="311" y="3518"/>
                    <a:pt x="358" y="3541"/>
                  </a:cubicBezTo>
                  <a:cubicBezTo>
                    <a:pt x="406" y="3613"/>
                    <a:pt x="478" y="3637"/>
                    <a:pt x="549" y="3637"/>
                  </a:cubicBezTo>
                  <a:cubicBezTo>
                    <a:pt x="597" y="3637"/>
                    <a:pt x="621" y="3637"/>
                    <a:pt x="644" y="3613"/>
                  </a:cubicBezTo>
                  <a:lnTo>
                    <a:pt x="740" y="3613"/>
                  </a:lnTo>
                  <a:cubicBezTo>
                    <a:pt x="764" y="3613"/>
                    <a:pt x="788" y="3637"/>
                    <a:pt x="788" y="3661"/>
                  </a:cubicBezTo>
                  <a:cubicBezTo>
                    <a:pt x="835" y="3684"/>
                    <a:pt x="788" y="3732"/>
                    <a:pt x="764" y="3756"/>
                  </a:cubicBezTo>
                  <a:lnTo>
                    <a:pt x="668" y="3851"/>
                  </a:lnTo>
                  <a:lnTo>
                    <a:pt x="621" y="3899"/>
                  </a:lnTo>
                  <a:lnTo>
                    <a:pt x="549" y="3971"/>
                  </a:lnTo>
                  <a:cubicBezTo>
                    <a:pt x="525" y="3995"/>
                    <a:pt x="525" y="4018"/>
                    <a:pt x="501" y="4018"/>
                  </a:cubicBezTo>
                  <a:cubicBezTo>
                    <a:pt x="287" y="4233"/>
                    <a:pt x="144" y="4209"/>
                    <a:pt x="48" y="4376"/>
                  </a:cubicBezTo>
                  <a:cubicBezTo>
                    <a:pt x="1" y="4472"/>
                    <a:pt x="144" y="4448"/>
                    <a:pt x="167" y="4567"/>
                  </a:cubicBezTo>
                  <a:cubicBezTo>
                    <a:pt x="167" y="4578"/>
                    <a:pt x="187" y="4581"/>
                    <a:pt x="217" y="4581"/>
                  </a:cubicBezTo>
                  <a:cubicBezTo>
                    <a:pt x="270" y="4581"/>
                    <a:pt x="355" y="4570"/>
                    <a:pt x="419" y="4570"/>
                  </a:cubicBezTo>
                  <a:cubicBezTo>
                    <a:pt x="478" y="4570"/>
                    <a:pt x="519" y="4579"/>
                    <a:pt x="501" y="4615"/>
                  </a:cubicBezTo>
                  <a:cubicBezTo>
                    <a:pt x="454" y="4678"/>
                    <a:pt x="544" y="4721"/>
                    <a:pt x="708" y="4721"/>
                  </a:cubicBezTo>
                  <a:cubicBezTo>
                    <a:pt x="790" y="4721"/>
                    <a:pt x="891" y="4710"/>
                    <a:pt x="1002" y="4686"/>
                  </a:cubicBezTo>
                  <a:cubicBezTo>
                    <a:pt x="1265" y="4591"/>
                    <a:pt x="1432" y="4472"/>
                    <a:pt x="1551" y="4328"/>
                  </a:cubicBezTo>
                  <a:lnTo>
                    <a:pt x="1575" y="4281"/>
                  </a:lnTo>
                  <a:lnTo>
                    <a:pt x="2099" y="3279"/>
                  </a:lnTo>
                  <a:cubicBezTo>
                    <a:pt x="2171" y="3136"/>
                    <a:pt x="2672" y="2540"/>
                    <a:pt x="2767" y="2420"/>
                  </a:cubicBezTo>
                  <a:cubicBezTo>
                    <a:pt x="2886" y="2230"/>
                    <a:pt x="4317" y="489"/>
                    <a:pt x="3578" y="35"/>
                  </a:cubicBezTo>
                  <a:cubicBezTo>
                    <a:pt x="3529" y="11"/>
                    <a:pt x="3474" y="0"/>
                    <a:pt x="341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9" name="Google Shape;4057;p74">
              <a:extLst>
                <a:ext uri="{FF2B5EF4-FFF2-40B4-BE49-F238E27FC236}">
                  <a16:creationId xmlns:a16="http://schemas.microsoft.com/office/drawing/2014/main" id="{0A64E0BB-BEF5-45F3-A097-2CD33EE34A8D}"/>
                </a:ext>
              </a:extLst>
            </p:cNvPr>
            <p:cNvSpPr/>
            <p:nvPr/>
          </p:nvSpPr>
          <p:spPr>
            <a:xfrm>
              <a:off x="9958708" y="4360605"/>
              <a:ext cx="119943" cy="130085"/>
            </a:xfrm>
            <a:custGeom>
              <a:avLst/>
              <a:gdLst/>
              <a:ahLst/>
              <a:cxnLst/>
              <a:rect l="l" t="t" r="r" b="b"/>
              <a:pathLst>
                <a:path w="2791" h="3027" extrusionOk="0">
                  <a:moveTo>
                    <a:pt x="1738" y="1"/>
                  </a:moveTo>
                  <a:cubicBezTo>
                    <a:pt x="1583" y="1"/>
                    <a:pt x="1434" y="101"/>
                    <a:pt x="1312" y="189"/>
                  </a:cubicBezTo>
                  <a:cubicBezTo>
                    <a:pt x="954" y="403"/>
                    <a:pt x="262" y="1954"/>
                    <a:pt x="0" y="2550"/>
                  </a:cubicBezTo>
                  <a:cubicBezTo>
                    <a:pt x="215" y="2693"/>
                    <a:pt x="453" y="2836"/>
                    <a:pt x="644" y="3027"/>
                  </a:cubicBezTo>
                  <a:cubicBezTo>
                    <a:pt x="859" y="2741"/>
                    <a:pt x="1193" y="2335"/>
                    <a:pt x="1288" y="2240"/>
                  </a:cubicBezTo>
                  <a:cubicBezTo>
                    <a:pt x="1407" y="2097"/>
                    <a:pt x="2791" y="570"/>
                    <a:pt x="1908" y="46"/>
                  </a:cubicBezTo>
                  <a:cubicBezTo>
                    <a:pt x="1851" y="14"/>
                    <a:pt x="1794" y="1"/>
                    <a:pt x="1738"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0" name="Google Shape;4058;p74">
              <a:extLst>
                <a:ext uri="{FF2B5EF4-FFF2-40B4-BE49-F238E27FC236}">
                  <a16:creationId xmlns:a16="http://schemas.microsoft.com/office/drawing/2014/main" id="{12840588-DBB1-4D74-A56F-8719E012E17D}"/>
                </a:ext>
              </a:extLst>
            </p:cNvPr>
            <p:cNvSpPr/>
            <p:nvPr/>
          </p:nvSpPr>
          <p:spPr>
            <a:xfrm>
              <a:off x="10060172" y="4728471"/>
              <a:ext cx="164036" cy="118439"/>
            </a:xfrm>
            <a:custGeom>
              <a:avLst/>
              <a:gdLst/>
              <a:ahLst/>
              <a:cxnLst/>
              <a:rect l="l" t="t" r="r" b="b"/>
              <a:pathLst>
                <a:path w="3817" h="2756" extrusionOk="0">
                  <a:moveTo>
                    <a:pt x="2528" y="0"/>
                  </a:moveTo>
                  <a:cubicBezTo>
                    <a:pt x="2528" y="0"/>
                    <a:pt x="2671" y="859"/>
                    <a:pt x="2552" y="1383"/>
                  </a:cubicBezTo>
                  <a:cubicBezTo>
                    <a:pt x="2099" y="1622"/>
                    <a:pt x="1336" y="1980"/>
                    <a:pt x="1336" y="1980"/>
                  </a:cubicBezTo>
                  <a:cubicBezTo>
                    <a:pt x="1336" y="1980"/>
                    <a:pt x="430" y="2123"/>
                    <a:pt x="382" y="2147"/>
                  </a:cubicBezTo>
                  <a:cubicBezTo>
                    <a:pt x="310" y="2171"/>
                    <a:pt x="239" y="2194"/>
                    <a:pt x="72" y="2337"/>
                  </a:cubicBezTo>
                  <a:cubicBezTo>
                    <a:pt x="72" y="2337"/>
                    <a:pt x="0" y="2576"/>
                    <a:pt x="1097" y="2719"/>
                  </a:cubicBezTo>
                  <a:cubicBezTo>
                    <a:pt x="1097" y="2719"/>
                    <a:pt x="1278" y="2755"/>
                    <a:pt x="1595" y="2755"/>
                  </a:cubicBezTo>
                  <a:cubicBezTo>
                    <a:pt x="1793" y="2755"/>
                    <a:pt x="2044" y="2741"/>
                    <a:pt x="2338" y="2695"/>
                  </a:cubicBezTo>
                  <a:cubicBezTo>
                    <a:pt x="2528" y="2648"/>
                    <a:pt x="2671" y="2648"/>
                    <a:pt x="2862" y="2624"/>
                  </a:cubicBezTo>
                  <a:cubicBezTo>
                    <a:pt x="3029" y="2600"/>
                    <a:pt x="3530" y="2600"/>
                    <a:pt x="3602" y="2528"/>
                  </a:cubicBezTo>
                  <a:lnTo>
                    <a:pt x="3649" y="2481"/>
                  </a:lnTo>
                  <a:cubicBezTo>
                    <a:pt x="3816" y="2337"/>
                    <a:pt x="3721" y="2051"/>
                    <a:pt x="3697" y="1884"/>
                  </a:cubicBezTo>
                  <a:cubicBezTo>
                    <a:pt x="3697" y="1789"/>
                    <a:pt x="3625" y="1741"/>
                    <a:pt x="3602" y="1646"/>
                  </a:cubicBezTo>
                  <a:cubicBezTo>
                    <a:pt x="3602" y="1622"/>
                    <a:pt x="3506" y="1407"/>
                    <a:pt x="3506" y="1383"/>
                  </a:cubicBezTo>
                  <a:cubicBezTo>
                    <a:pt x="3482" y="1026"/>
                    <a:pt x="3530" y="0"/>
                    <a:pt x="3530"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1" name="Google Shape;4059;p74">
              <a:extLst>
                <a:ext uri="{FF2B5EF4-FFF2-40B4-BE49-F238E27FC236}">
                  <a16:creationId xmlns:a16="http://schemas.microsoft.com/office/drawing/2014/main" id="{44B1B820-9656-4A5C-A301-89BA3987569B}"/>
                </a:ext>
              </a:extLst>
            </p:cNvPr>
            <p:cNvSpPr/>
            <p:nvPr/>
          </p:nvSpPr>
          <p:spPr>
            <a:xfrm>
              <a:off x="10061204" y="4793019"/>
              <a:ext cx="160941" cy="54922"/>
            </a:xfrm>
            <a:custGeom>
              <a:avLst/>
              <a:gdLst/>
              <a:ahLst/>
              <a:cxnLst/>
              <a:rect l="l" t="t" r="r" b="b"/>
              <a:pathLst>
                <a:path w="3745" h="1278" extrusionOk="0">
                  <a:moveTo>
                    <a:pt x="3530" y="1"/>
                  </a:moveTo>
                  <a:cubicBezTo>
                    <a:pt x="3506" y="25"/>
                    <a:pt x="3458" y="25"/>
                    <a:pt x="3435" y="48"/>
                  </a:cubicBezTo>
                  <a:cubicBezTo>
                    <a:pt x="3177" y="177"/>
                    <a:pt x="2902" y="229"/>
                    <a:pt x="2626" y="229"/>
                  </a:cubicBezTo>
                  <a:cubicBezTo>
                    <a:pt x="2441" y="229"/>
                    <a:pt x="2256" y="206"/>
                    <a:pt x="2075" y="168"/>
                  </a:cubicBezTo>
                  <a:lnTo>
                    <a:pt x="2051" y="168"/>
                  </a:lnTo>
                  <a:cubicBezTo>
                    <a:pt x="1693" y="335"/>
                    <a:pt x="1336" y="502"/>
                    <a:pt x="1336" y="502"/>
                  </a:cubicBezTo>
                  <a:cubicBezTo>
                    <a:pt x="1336" y="502"/>
                    <a:pt x="453" y="645"/>
                    <a:pt x="382" y="669"/>
                  </a:cubicBezTo>
                  <a:cubicBezTo>
                    <a:pt x="310" y="716"/>
                    <a:pt x="239" y="740"/>
                    <a:pt x="72" y="859"/>
                  </a:cubicBezTo>
                  <a:cubicBezTo>
                    <a:pt x="72" y="859"/>
                    <a:pt x="0" y="1098"/>
                    <a:pt x="1097" y="1241"/>
                  </a:cubicBezTo>
                  <a:cubicBezTo>
                    <a:pt x="1097" y="1241"/>
                    <a:pt x="1278" y="1277"/>
                    <a:pt x="1595" y="1277"/>
                  </a:cubicBezTo>
                  <a:cubicBezTo>
                    <a:pt x="1793" y="1277"/>
                    <a:pt x="2044" y="1263"/>
                    <a:pt x="2337" y="1217"/>
                  </a:cubicBezTo>
                  <a:cubicBezTo>
                    <a:pt x="2528" y="1193"/>
                    <a:pt x="2671" y="1193"/>
                    <a:pt x="2862" y="1146"/>
                  </a:cubicBezTo>
                  <a:cubicBezTo>
                    <a:pt x="3029" y="1122"/>
                    <a:pt x="3530" y="1122"/>
                    <a:pt x="3601" y="1074"/>
                  </a:cubicBezTo>
                  <a:lnTo>
                    <a:pt x="3673" y="1002"/>
                  </a:lnTo>
                  <a:cubicBezTo>
                    <a:pt x="3745" y="859"/>
                    <a:pt x="3673" y="549"/>
                    <a:pt x="3625" y="406"/>
                  </a:cubicBezTo>
                  <a:cubicBezTo>
                    <a:pt x="3673" y="311"/>
                    <a:pt x="3625" y="239"/>
                    <a:pt x="3601" y="144"/>
                  </a:cubicBezTo>
                  <a:cubicBezTo>
                    <a:pt x="3601" y="144"/>
                    <a:pt x="3578" y="48"/>
                    <a:pt x="353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2" name="Google Shape;4060;p74">
              <a:extLst>
                <a:ext uri="{FF2B5EF4-FFF2-40B4-BE49-F238E27FC236}">
                  <a16:creationId xmlns:a16="http://schemas.microsoft.com/office/drawing/2014/main" id="{85081E46-DD5F-497D-A96F-F44F5F6F488D}"/>
                </a:ext>
              </a:extLst>
            </p:cNvPr>
            <p:cNvSpPr/>
            <p:nvPr/>
          </p:nvSpPr>
          <p:spPr>
            <a:xfrm>
              <a:off x="10155491" y="4312129"/>
              <a:ext cx="112766" cy="461466"/>
            </a:xfrm>
            <a:custGeom>
              <a:avLst/>
              <a:gdLst/>
              <a:ahLst/>
              <a:cxnLst/>
              <a:rect l="l" t="t" r="r" b="b"/>
              <a:pathLst>
                <a:path w="2624" h="10738" extrusionOk="0">
                  <a:moveTo>
                    <a:pt x="1624" y="0"/>
                  </a:moveTo>
                  <a:cubicBezTo>
                    <a:pt x="1440" y="0"/>
                    <a:pt x="1251" y="60"/>
                    <a:pt x="1074" y="76"/>
                  </a:cubicBezTo>
                  <a:cubicBezTo>
                    <a:pt x="334" y="148"/>
                    <a:pt x="120" y="1794"/>
                    <a:pt x="120" y="2676"/>
                  </a:cubicBezTo>
                  <a:cubicBezTo>
                    <a:pt x="96" y="3368"/>
                    <a:pt x="0" y="3988"/>
                    <a:pt x="96" y="4608"/>
                  </a:cubicBezTo>
                  <a:cubicBezTo>
                    <a:pt x="96" y="4703"/>
                    <a:pt x="72" y="4799"/>
                    <a:pt x="72" y="4918"/>
                  </a:cubicBezTo>
                  <a:cubicBezTo>
                    <a:pt x="96" y="5538"/>
                    <a:pt x="96" y="10571"/>
                    <a:pt x="96" y="10571"/>
                  </a:cubicBezTo>
                  <a:lnTo>
                    <a:pt x="1574" y="10738"/>
                  </a:lnTo>
                  <a:cubicBezTo>
                    <a:pt x="1574" y="10738"/>
                    <a:pt x="2004" y="7637"/>
                    <a:pt x="1551" y="5443"/>
                  </a:cubicBezTo>
                  <a:cubicBezTo>
                    <a:pt x="1622" y="5324"/>
                    <a:pt x="1646" y="5204"/>
                    <a:pt x="1694" y="5109"/>
                  </a:cubicBezTo>
                  <a:cubicBezTo>
                    <a:pt x="2004" y="4179"/>
                    <a:pt x="2218" y="3272"/>
                    <a:pt x="2433" y="2366"/>
                  </a:cubicBezTo>
                  <a:cubicBezTo>
                    <a:pt x="2505" y="1937"/>
                    <a:pt x="2624" y="1531"/>
                    <a:pt x="2576" y="1078"/>
                  </a:cubicBezTo>
                  <a:cubicBezTo>
                    <a:pt x="2528" y="720"/>
                    <a:pt x="2361" y="363"/>
                    <a:pt x="2051" y="148"/>
                  </a:cubicBezTo>
                  <a:lnTo>
                    <a:pt x="1884" y="53"/>
                  </a:lnTo>
                  <a:cubicBezTo>
                    <a:pt x="1800" y="14"/>
                    <a:pt x="1712" y="0"/>
                    <a:pt x="1624"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3" name="Google Shape;4061;p74">
              <a:extLst>
                <a:ext uri="{FF2B5EF4-FFF2-40B4-BE49-F238E27FC236}">
                  <a16:creationId xmlns:a16="http://schemas.microsoft.com/office/drawing/2014/main" id="{DD27B5A5-91A6-4246-93A1-3BBBE584BA50}"/>
                </a:ext>
              </a:extLst>
            </p:cNvPr>
            <p:cNvSpPr/>
            <p:nvPr/>
          </p:nvSpPr>
          <p:spPr>
            <a:xfrm>
              <a:off x="10160605" y="4722326"/>
              <a:ext cx="160984" cy="128323"/>
            </a:xfrm>
            <a:custGeom>
              <a:avLst/>
              <a:gdLst/>
              <a:ahLst/>
              <a:cxnLst/>
              <a:rect l="l" t="t" r="r" b="b"/>
              <a:pathLst>
                <a:path w="3746" h="2986" extrusionOk="0">
                  <a:moveTo>
                    <a:pt x="3268" y="0"/>
                  </a:moveTo>
                  <a:lnTo>
                    <a:pt x="2266" y="119"/>
                  </a:lnTo>
                  <a:cubicBezTo>
                    <a:pt x="2266" y="119"/>
                    <a:pt x="2505" y="954"/>
                    <a:pt x="2457" y="1479"/>
                  </a:cubicBezTo>
                  <a:cubicBezTo>
                    <a:pt x="2028" y="1789"/>
                    <a:pt x="1288" y="2194"/>
                    <a:pt x="1288" y="2194"/>
                  </a:cubicBezTo>
                  <a:cubicBezTo>
                    <a:pt x="1288" y="2194"/>
                    <a:pt x="430" y="2433"/>
                    <a:pt x="358" y="2457"/>
                  </a:cubicBezTo>
                  <a:cubicBezTo>
                    <a:pt x="334" y="2504"/>
                    <a:pt x="215" y="2528"/>
                    <a:pt x="96" y="2671"/>
                  </a:cubicBezTo>
                  <a:cubicBezTo>
                    <a:pt x="96" y="2671"/>
                    <a:pt x="1" y="2910"/>
                    <a:pt x="1145" y="2981"/>
                  </a:cubicBezTo>
                  <a:cubicBezTo>
                    <a:pt x="1145" y="2981"/>
                    <a:pt x="1193" y="2986"/>
                    <a:pt x="1280" y="2986"/>
                  </a:cubicBezTo>
                  <a:cubicBezTo>
                    <a:pt x="1476" y="2986"/>
                    <a:pt x="1874" y="2963"/>
                    <a:pt x="2386" y="2814"/>
                  </a:cubicBezTo>
                  <a:cubicBezTo>
                    <a:pt x="2576" y="2791"/>
                    <a:pt x="2719" y="2767"/>
                    <a:pt x="2910" y="2743"/>
                  </a:cubicBezTo>
                  <a:cubicBezTo>
                    <a:pt x="3077" y="2695"/>
                    <a:pt x="3578" y="2624"/>
                    <a:pt x="3650" y="2552"/>
                  </a:cubicBezTo>
                  <a:lnTo>
                    <a:pt x="3697" y="2504"/>
                  </a:lnTo>
                  <a:cubicBezTo>
                    <a:pt x="3745" y="2314"/>
                    <a:pt x="3602" y="2051"/>
                    <a:pt x="3578" y="1884"/>
                  </a:cubicBezTo>
                  <a:cubicBezTo>
                    <a:pt x="3554" y="1789"/>
                    <a:pt x="3530" y="1717"/>
                    <a:pt x="3507" y="1646"/>
                  </a:cubicBezTo>
                  <a:cubicBezTo>
                    <a:pt x="3507" y="1598"/>
                    <a:pt x="3411" y="1383"/>
                    <a:pt x="3387" y="1360"/>
                  </a:cubicBezTo>
                  <a:cubicBezTo>
                    <a:pt x="3316" y="1002"/>
                    <a:pt x="3268" y="0"/>
                    <a:pt x="326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4" name="Google Shape;4062;p74">
              <a:extLst>
                <a:ext uri="{FF2B5EF4-FFF2-40B4-BE49-F238E27FC236}">
                  <a16:creationId xmlns:a16="http://schemas.microsoft.com/office/drawing/2014/main" id="{8FCB4A2B-9CDE-4C67-ABDD-01F1BE927A9D}"/>
                </a:ext>
              </a:extLst>
            </p:cNvPr>
            <p:cNvSpPr/>
            <p:nvPr/>
          </p:nvSpPr>
          <p:spPr>
            <a:xfrm>
              <a:off x="10159573" y="4787905"/>
              <a:ext cx="162016" cy="63818"/>
            </a:xfrm>
            <a:custGeom>
              <a:avLst/>
              <a:gdLst/>
              <a:ahLst/>
              <a:cxnLst/>
              <a:rect l="l" t="t" r="r" b="b"/>
              <a:pathLst>
                <a:path w="3770" h="1485" extrusionOk="0">
                  <a:moveTo>
                    <a:pt x="3435" y="0"/>
                  </a:moveTo>
                  <a:cubicBezTo>
                    <a:pt x="3387" y="24"/>
                    <a:pt x="3364" y="48"/>
                    <a:pt x="3316" y="48"/>
                  </a:cubicBezTo>
                  <a:cubicBezTo>
                    <a:pt x="3038" y="240"/>
                    <a:pt x="2696" y="317"/>
                    <a:pt x="2365" y="317"/>
                  </a:cubicBezTo>
                  <a:cubicBezTo>
                    <a:pt x="2242" y="317"/>
                    <a:pt x="2120" y="306"/>
                    <a:pt x="2004" y="287"/>
                  </a:cubicBezTo>
                  <a:lnTo>
                    <a:pt x="1956" y="287"/>
                  </a:lnTo>
                  <a:cubicBezTo>
                    <a:pt x="1599" y="501"/>
                    <a:pt x="1289" y="716"/>
                    <a:pt x="1289" y="716"/>
                  </a:cubicBezTo>
                  <a:cubicBezTo>
                    <a:pt x="1289" y="716"/>
                    <a:pt x="430" y="954"/>
                    <a:pt x="358" y="978"/>
                  </a:cubicBezTo>
                  <a:cubicBezTo>
                    <a:pt x="335" y="1002"/>
                    <a:pt x="215" y="1026"/>
                    <a:pt x="96" y="1169"/>
                  </a:cubicBezTo>
                  <a:cubicBezTo>
                    <a:pt x="96" y="1169"/>
                    <a:pt x="1" y="1408"/>
                    <a:pt x="1146" y="1479"/>
                  </a:cubicBezTo>
                  <a:cubicBezTo>
                    <a:pt x="1146" y="1479"/>
                    <a:pt x="1201" y="1484"/>
                    <a:pt x="1303" y="1484"/>
                  </a:cubicBezTo>
                  <a:cubicBezTo>
                    <a:pt x="1506" y="1484"/>
                    <a:pt x="1893" y="1463"/>
                    <a:pt x="2386" y="1336"/>
                  </a:cubicBezTo>
                  <a:cubicBezTo>
                    <a:pt x="2577" y="1288"/>
                    <a:pt x="2720" y="1265"/>
                    <a:pt x="2887" y="1241"/>
                  </a:cubicBezTo>
                  <a:cubicBezTo>
                    <a:pt x="3077" y="1217"/>
                    <a:pt x="3578" y="1121"/>
                    <a:pt x="3650" y="1050"/>
                  </a:cubicBezTo>
                  <a:lnTo>
                    <a:pt x="3698" y="1002"/>
                  </a:lnTo>
                  <a:cubicBezTo>
                    <a:pt x="3769" y="811"/>
                    <a:pt x="3650" y="549"/>
                    <a:pt x="3602" y="406"/>
                  </a:cubicBezTo>
                  <a:cubicBezTo>
                    <a:pt x="3578" y="287"/>
                    <a:pt x="3554" y="191"/>
                    <a:pt x="3483" y="144"/>
                  </a:cubicBezTo>
                  <a:cubicBezTo>
                    <a:pt x="3483" y="144"/>
                    <a:pt x="3459" y="48"/>
                    <a:pt x="3435"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5" name="Google Shape;4063;p74">
              <a:extLst>
                <a:ext uri="{FF2B5EF4-FFF2-40B4-BE49-F238E27FC236}">
                  <a16:creationId xmlns:a16="http://schemas.microsoft.com/office/drawing/2014/main" id="{51A7AC9F-8925-4392-B42E-4A40A37DDDE4}"/>
                </a:ext>
              </a:extLst>
            </p:cNvPr>
            <p:cNvSpPr/>
            <p:nvPr/>
          </p:nvSpPr>
          <p:spPr>
            <a:xfrm>
              <a:off x="10203666" y="4274956"/>
              <a:ext cx="113798" cy="495545"/>
            </a:xfrm>
            <a:custGeom>
              <a:avLst/>
              <a:gdLst/>
              <a:ahLst/>
              <a:cxnLst/>
              <a:rect l="l" t="t" r="r" b="b"/>
              <a:pathLst>
                <a:path w="2648" h="11531" extrusionOk="0">
                  <a:moveTo>
                    <a:pt x="568" y="0"/>
                  </a:moveTo>
                  <a:cubicBezTo>
                    <a:pt x="516" y="0"/>
                    <a:pt x="470" y="11"/>
                    <a:pt x="430" y="35"/>
                  </a:cubicBezTo>
                  <a:cubicBezTo>
                    <a:pt x="0" y="321"/>
                    <a:pt x="143" y="2039"/>
                    <a:pt x="72" y="2563"/>
                  </a:cubicBezTo>
                  <a:cubicBezTo>
                    <a:pt x="24" y="3279"/>
                    <a:pt x="48" y="4066"/>
                    <a:pt x="143" y="4734"/>
                  </a:cubicBezTo>
                  <a:cubicBezTo>
                    <a:pt x="191" y="5139"/>
                    <a:pt x="263" y="5521"/>
                    <a:pt x="382" y="5902"/>
                  </a:cubicBezTo>
                  <a:cubicBezTo>
                    <a:pt x="406" y="5974"/>
                    <a:pt x="406" y="6022"/>
                    <a:pt x="430" y="6117"/>
                  </a:cubicBezTo>
                  <a:cubicBezTo>
                    <a:pt x="501" y="6689"/>
                    <a:pt x="978" y="10529"/>
                    <a:pt x="1097" y="11531"/>
                  </a:cubicBezTo>
                  <a:lnTo>
                    <a:pt x="2457" y="11531"/>
                  </a:lnTo>
                  <a:cubicBezTo>
                    <a:pt x="2505" y="10815"/>
                    <a:pt x="2552" y="8144"/>
                    <a:pt x="1932" y="6332"/>
                  </a:cubicBezTo>
                  <a:cubicBezTo>
                    <a:pt x="1980" y="6260"/>
                    <a:pt x="2004" y="6165"/>
                    <a:pt x="2004" y="6117"/>
                  </a:cubicBezTo>
                  <a:cubicBezTo>
                    <a:pt x="2075" y="5807"/>
                    <a:pt x="2123" y="5521"/>
                    <a:pt x="2195" y="5187"/>
                  </a:cubicBezTo>
                  <a:cubicBezTo>
                    <a:pt x="2290" y="4662"/>
                    <a:pt x="2385" y="4137"/>
                    <a:pt x="2457" y="3613"/>
                  </a:cubicBezTo>
                  <a:cubicBezTo>
                    <a:pt x="2552" y="3112"/>
                    <a:pt x="2648" y="2563"/>
                    <a:pt x="2528" y="2062"/>
                  </a:cubicBezTo>
                  <a:cubicBezTo>
                    <a:pt x="2433" y="1705"/>
                    <a:pt x="2314" y="1037"/>
                    <a:pt x="2004" y="870"/>
                  </a:cubicBezTo>
                  <a:cubicBezTo>
                    <a:pt x="1686" y="679"/>
                    <a:pt x="974" y="0"/>
                    <a:pt x="568"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6" name="Google Shape;4064;p74">
              <a:extLst>
                <a:ext uri="{FF2B5EF4-FFF2-40B4-BE49-F238E27FC236}">
                  <a16:creationId xmlns:a16="http://schemas.microsoft.com/office/drawing/2014/main" id="{B2D4D15E-A4C5-49BB-B641-9CB5342F48AB}"/>
                </a:ext>
              </a:extLst>
            </p:cNvPr>
            <p:cNvSpPr/>
            <p:nvPr/>
          </p:nvSpPr>
          <p:spPr>
            <a:xfrm>
              <a:off x="9976113" y="4140100"/>
              <a:ext cx="295238" cy="276802"/>
            </a:xfrm>
            <a:custGeom>
              <a:avLst/>
              <a:gdLst/>
              <a:ahLst/>
              <a:cxnLst/>
              <a:rect l="l" t="t" r="r" b="b"/>
              <a:pathLst>
                <a:path w="6870" h="6441" extrusionOk="0">
                  <a:moveTo>
                    <a:pt x="2075" y="1"/>
                  </a:moveTo>
                  <a:cubicBezTo>
                    <a:pt x="1789" y="25"/>
                    <a:pt x="955" y="287"/>
                    <a:pt x="883" y="335"/>
                  </a:cubicBezTo>
                  <a:cubicBezTo>
                    <a:pt x="525" y="502"/>
                    <a:pt x="239" y="955"/>
                    <a:pt x="167" y="1384"/>
                  </a:cubicBezTo>
                  <a:cubicBezTo>
                    <a:pt x="120" y="1647"/>
                    <a:pt x="72" y="1909"/>
                    <a:pt x="48" y="2171"/>
                  </a:cubicBezTo>
                  <a:cubicBezTo>
                    <a:pt x="0" y="2481"/>
                    <a:pt x="120" y="2768"/>
                    <a:pt x="406" y="2982"/>
                  </a:cubicBezTo>
                  <a:cubicBezTo>
                    <a:pt x="955" y="3435"/>
                    <a:pt x="1503" y="3841"/>
                    <a:pt x="2075" y="4270"/>
                  </a:cubicBezTo>
                  <a:cubicBezTo>
                    <a:pt x="2362" y="4485"/>
                    <a:pt x="2672" y="4652"/>
                    <a:pt x="2934" y="4914"/>
                  </a:cubicBezTo>
                  <a:cubicBezTo>
                    <a:pt x="3268" y="5272"/>
                    <a:pt x="3697" y="6059"/>
                    <a:pt x="4270" y="6441"/>
                  </a:cubicBezTo>
                  <a:cubicBezTo>
                    <a:pt x="4270" y="6441"/>
                    <a:pt x="4294" y="6345"/>
                    <a:pt x="4461" y="6226"/>
                  </a:cubicBezTo>
                  <a:cubicBezTo>
                    <a:pt x="4866" y="5940"/>
                    <a:pt x="5367" y="5248"/>
                    <a:pt x="5725" y="4890"/>
                  </a:cubicBezTo>
                  <a:cubicBezTo>
                    <a:pt x="6082" y="4556"/>
                    <a:pt x="6655" y="4079"/>
                    <a:pt x="6846" y="3602"/>
                  </a:cubicBezTo>
                  <a:cubicBezTo>
                    <a:pt x="6869" y="3579"/>
                    <a:pt x="6440" y="3149"/>
                    <a:pt x="6154" y="2958"/>
                  </a:cubicBezTo>
                  <a:cubicBezTo>
                    <a:pt x="5629" y="2672"/>
                    <a:pt x="5128" y="2458"/>
                    <a:pt x="4723" y="2076"/>
                  </a:cubicBezTo>
                  <a:cubicBezTo>
                    <a:pt x="4294" y="1647"/>
                    <a:pt x="3864" y="1265"/>
                    <a:pt x="3435" y="836"/>
                  </a:cubicBezTo>
                  <a:cubicBezTo>
                    <a:pt x="3268" y="669"/>
                    <a:pt x="3077" y="454"/>
                    <a:pt x="2910" y="311"/>
                  </a:cubicBezTo>
                  <a:cubicBezTo>
                    <a:pt x="2672" y="73"/>
                    <a:pt x="2362" y="1"/>
                    <a:pt x="2075"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7" name="Google Shape;4065;p74">
              <a:extLst>
                <a:ext uri="{FF2B5EF4-FFF2-40B4-BE49-F238E27FC236}">
                  <a16:creationId xmlns:a16="http://schemas.microsoft.com/office/drawing/2014/main" id="{5ACAAA91-8930-412B-B939-E9389A616B44}"/>
                </a:ext>
              </a:extLst>
            </p:cNvPr>
            <p:cNvSpPr/>
            <p:nvPr/>
          </p:nvSpPr>
          <p:spPr>
            <a:xfrm>
              <a:off x="9983591" y="4148308"/>
              <a:ext cx="54063" cy="61325"/>
            </a:xfrm>
            <a:custGeom>
              <a:avLst/>
              <a:gdLst/>
              <a:ahLst/>
              <a:cxnLst/>
              <a:rect l="l" t="t" r="r" b="b"/>
              <a:pathLst>
                <a:path w="1258" h="1427" extrusionOk="0">
                  <a:moveTo>
                    <a:pt x="11" y="1131"/>
                  </a:moveTo>
                  <a:cubicBezTo>
                    <a:pt x="5" y="1139"/>
                    <a:pt x="1" y="1145"/>
                    <a:pt x="1" y="1145"/>
                  </a:cubicBezTo>
                  <a:cubicBezTo>
                    <a:pt x="1" y="1145"/>
                    <a:pt x="4" y="1141"/>
                    <a:pt x="11" y="1131"/>
                  </a:cubicBezTo>
                  <a:close/>
                  <a:moveTo>
                    <a:pt x="971" y="1"/>
                  </a:moveTo>
                  <a:cubicBezTo>
                    <a:pt x="852" y="48"/>
                    <a:pt x="757" y="96"/>
                    <a:pt x="733" y="96"/>
                  </a:cubicBezTo>
                  <a:cubicBezTo>
                    <a:pt x="351" y="287"/>
                    <a:pt x="65" y="716"/>
                    <a:pt x="17" y="1122"/>
                  </a:cubicBezTo>
                  <a:cubicBezTo>
                    <a:pt x="15" y="1125"/>
                    <a:pt x="13" y="1128"/>
                    <a:pt x="11" y="1131"/>
                  </a:cubicBezTo>
                  <a:lnTo>
                    <a:pt x="11" y="1131"/>
                  </a:lnTo>
                  <a:cubicBezTo>
                    <a:pt x="19" y="1121"/>
                    <a:pt x="29" y="1110"/>
                    <a:pt x="36" y="1110"/>
                  </a:cubicBezTo>
                  <a:cubicBezTo>
                    <a:pt x="39" y="1110"/>
                    <a:pt x="41" y="1113"/>
                    <a:pt x="41" y="1122"/>
                  </a:cubicBezTo>
                  <a:cubicBezTo>
                    <a:pt x="142" y="1335"/>
                    <a:pt x="275" y="1427"/>
                    <a:pt x="417" y="1427"/>
                  </a:cubicBezTo>
                  <a:cubicBezTo>
                    <a:pt x="577" y="1427"/>
                    <a:pt x="748" y="1311"/>
                    <a:pt x="900" y="1122"/>
                  </a:cubicBezTo>
                  <a:cubicBezTo>
                    <a:pt x="1138" y="764"/>
                    <a:pt x="1258" y="263"/>
                    <a:pt x="971"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8" name="Google Shape;4066;p74">
              <a:extLst>
                <a:ext uri="{FF2B5EF4-FFF2-40B4-BE49-F238E27FC236}">
                  <a16:creationId xmlns:a16="http://schemas.microsoft.com/office/drawing/2014/main" id="{B8186C10-1533-4226-82CE-56371F50E087}"/>
                </a:ext>
              </a:extLst>
            </p:cNvPr>
            <p:cNvSpPr/>
            <p:nvPr/>
          </p:nvSpPr>
          <p:spPr>
            <a:xfrm>
              <a:off x="9959697" y="4133955"/>
              <a:ext cx="78988" cy="69147"/>
            </a:xfrm>
            <a:custGeom>
              <a:avLst/>
              <a:gdLst/>
              <a:ahLst/>
              <a:cxnLst/>
              <a:rect l="l" t="t" r="r" b="b"/>
              <a:pathLst>
                <a:path w="1838" h="1609" extrusionOk="0">
                  <a:moveTo>
                    <a:pt x="693" y="1"/>
                  </a:moveTo>
                  <a:lnTo>
                    <a:pt x="1" y="859"/>
                  </a:lnTo>
                  <a:lnTo>
                    <a:pt x="836" y="1551"/>
                  </a:lnTo>
                  <a:cubicBezTo>
                    <a:pt x="875" y="1591"/>
                    <a:pt x="907" y="1608"/>
                    <a:pt x="940" y="1608"/>
                  </a:cubicBezTo>
                  <a:cubicBezTo>
                    <a:pt x="967" y="1608"/>
                    <a:pt x="994" y="1596"/>
                    <a:pt x="1026" y="1575"/>
                  </a:cubicBezTo>
                  <a:cubicBezTo>
                    <a:pt x="1837" y="1146"/>
                    <a:pt x="1289" y="478"/>
                    <a:pt x="1289" y="478"/>
                  </a:cubicBezTo>
                  <a:lnTo>
                    <a:pt x="693"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9" name="Google Shape;4067;p74">
              <a:extLst>
                <a:ext uri="{FF2B5EF4-FFF2-40B4-BE49-F238E27FC236}">
                  <a16:creationId xmlns:a16="http://schemas.microsoft.com/office/drawing/2014/main" id="{16881069-139D-4E14-8C84-75808D522C7B}"/>
                </a:ext>
              </a:extLst>
            </p:cNvPr>
            <p:cNvSpPr/>
            <p:nvPr/>
          </p:nvSpPr>
          <p:spPr>
            <a:xfrm>
              <a:off x="9898199" y="4104259"/>
              <a:ext cx="111778" cy="100476"/>
            </a:xfrm>
            <a:custGeom>
              <a:avLst/>
              <a:gdLst/>
              <a:ahLst/>
              <a:cxnLst/>
              <a:rect l="l" t="t" r="r" b="b"/>
              <a:pathLst>
                <a:path w="2601" h="2338" extrusionOk="0">
                  <a:moveTo>
                    <a:pt x="1098" y="0"/>
                  </a:moveTo>
                  <a:lnTo>
                    <a:pt x="1" y="1384"/>
                  </a:lnTo>
                  <a:cubicBezTo>
                    <a:pt x="1" y="1384"/>
                    <a:pt x="1514" y="2338"/>
                    <a:pt x="1872" y="2338"/>
                  </a:cubicBezTo>
                  <a:cubicBezTo>
                    <a:pt x="1877" y="2338"/>
                    <a:pt x="1881" y="2338"/>
                    <a:pt x="1885" y="2338"/>
                  </a:cubicBezTo>
                  <a:cubicBezTo>
                    <a:pt x="2219" y="2338"/>
                    <a:pt x="2601" y="1741"/>
                    <a:pt x="2290" y="954"/>
                  </a:cubicBezTo>
                  <a:lnTo>
                    <a:pt x="2147" y="883"/>
                  </a:lnTo>
                  <a:lnTo>
                    <a:pt x="1098"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0" name="Google Shape;4068;p74">
              <a:extLst>
                <a:ext uri="{FF2B5EF4-FFF2-40B4-BE49-F238E27FC236}">
                  <a16:creationId xmlns:a16="http://schemas.microsoft.com/office/drawing/2014/main" id="{E91BEE67-C57F-48B5-8EE3-92DB9E658760}"/>
                </a:ext>
              </a:extLst>
            </p:cNvPr>
            <p:cNvSpPr/>
            <p:nvPr/>
          </p:nvSpPr>
          <p:spPr>
            <a:xfrm>
              <a:off x="9942292" y="4178047"/>
              <a:ext cx="21573" cy="23636"/>
            </a:xfrm>
            <a:custGeom>
              <a:avLst/>
              <a:gdLst/>
              <a:ahLst/>
              <a:cxnLst/>
              <a:rect l="l" t="t" r="r" b="b"/>
              <a:pathLst>
                <a:path w="502" h="550" extrusionOk="0">
                  <a:moveTo>
                    <a:pt x="0" y="0"/>
                  </a:moveTo>
                  <a:lnTo>
                    <a:pt x="334" y="549"/>
                  </a:lnTo>
                  <a:lnTo>
                    <a:pt x="501" y="263"/>
                  </a:lnTo>
                  <a:lnTo>
                    <a:pt x="0"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1" name="Google Shape;4069;p74">
              <a:extLst>
                <a:ext uri="{FF2B5EF4-FFF2-40B4-BE49-F238E27FC236}">
                  <a16:creationId xmlns:a16="http://schemas.microsoft.com/office/drawing/2014/main" id="{4DFA4000-D4D5-4A38-B1E1-C04D4578B213}"/>
                </a:ext>
              </a:extLst>
            </p:cNvPr>
            <p:cNvSpPr/>
            <p:nvPr/>
          </p:nvSpPr>
          <p:spPr>
            <a:xfrm>
              <a:off x="9875852" y="4074993"/>
              <a:ext cx="131031" cy="104687"/>
            </a:xfrm>
            <a:custGeom>
              <a:avLst/>
              <a:gdLst/>
              <a:ahLst/>
              <a:cxnLst/>
              <a:rect l="l" t="t" r="r" b="b"/>
              <a:pathLst>
                <a:path w="3049" h="2436" extrusionOk="0">
                  <a:moveTo>
                    <a:pt x="1516" y="1"/>
                  </a:moveTo>
                  <a:cubicBezTo>
                    <a:pt x="1204" y="1"/>
                    <a:pt x="1022" y="300"/>
                    <a:pt x="1022" y="300"/>
                  </a:cubicBezTo>
                  <a:cubicBezTo>
                    <a:pt x="1013" y="299"/>
                    <a:pt x="1004" y="298"/>
                    <a:pt x="996" y="298"/>
                  </a:cubicBezTo>
                  <a:cubicBezTo>
                    <a:pt x="590" y="298"/>
                    <a:pt x="0" y="1362"/>
                    <a:pt x="187" y="1969"/>
                  </a:cubicBezTo>
                  <a:cubicBezTo>
                    <a:pt x="314" y="2287"/>
                    <a:pt x="558" y="2436"/>
                    <a:pt x="784" y="2436"/>
                  </a:cubicBezTo>
                  <a:cubicBezTo>
                    <a:pt x="897" y="2436"/>
                    <a:pt x="1006" y="2398"/>
                    <a:pt x="1093" y="2327"/>
                  </a:cubicBezTo>
                  <a:cubicBezTo>
                    <a:pt x="1464" y="2072"/>
                    <a:pt x="1475" y="1412"/>
                    <a:pt x="1475" y="1375"/>
                  </a:cubicBezTo>
                  <a:lnTo>
                    <a:pt x="1475" y="1375"/>
                  </a:lnTo>
                  <a:cubicBezTo>
                    <a:pt x="1492" y="1377"/>
                    <a:pt x="1559" y="1383"/>
                    <a:pt x="1785" y="1397"/>
                  </a:cubicBezTo>
                  <a:cubicBezTo>
                    <a:pt x="1952" y="1397"/>
                    <a:pt x="2190" y="1516"/>
                    <a:pt x="2333" y="1611"/>
                  </a:cubicBezTo>
                  <a:cubicBezTo>
                    <a:pt x="2340" y="1614"/>
                    <a:pt x="2347" y="1615"/>
                    <a:pt x="2355" y="1615"/>
                  </a:cubicBezTo>
                  <a:cubicBezTo>
                    <a:pt x="2433" y="1615"/>
                    <a:pt x="2570" y="1512"/>
                    <a:pt x="2548" y="1468"/>
                  </a:cubicBezTo>
                  <a:lnTo>
                    <a:pt x="2381" y="1230"/>
                  </a:lnTo>
                  <a:lnTo>
                    <a:pt x="3049" y="1731"/>
                  </a:lnTo>
                  <a:cubicBezTo>
                    <a:pt x="2834" y="1349"/>
                    <a:pt x="2596" y="944"/>
                    <a:pt x="2333" y="634"/>
                  </a:cubicBezTo>
                  <a:cubicBezTo>
                    <a:pt x="2011" y="145"/>
                    <a:pt x="1732" y="1"/>
                    <a:pt x="1516"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2" name="Google Shape;4070;p74">
              <a:extLst>
                <a:ext uri="{FF2B5EF4-FFF2-40B4-BE49-F238E27FC236}">
                  <a16:creationId xmlns:a16="http://schemas.microsoft.com/office/drawing/2014/main" id="{E1334793-F2FB-4ED8-ADE7-117193935F7F}"/>
                </a:ext>
              </a:extLst>
            </p:cNvPr>
            <p:cNvSpPr/>
            <p:nvPr/>
          </p:nvSpPr>
          <p:spPr>
            <a:xfrm>
              <a:off x="9965842" y="4114444"/>
              <a:ext cx="27590" cy="25699"/>
            </a:xfrm>
            <a:custGeom>
              <a:avLst/>
              <a:gdLst/>
              <a:ahLst/>
              <a:cxnLst/>
              <a:rect l="l" t="t" r="r" b="b"/>
              <a:pathLst>
                <a:path w="642" h="598" extrusionOk="0">
                  <a:moveTo>
                    <a:pt x="219" y="0"/>
                  </a:moveTo>
                  <a:cubicBezTo>
                    <a:pt x="210" y="0"/>
                    <a:pt x="201" y="1"/>
                    <a:pt x="192" y="2"/>
                  </a:cubicBezTo>
                  <a:cubicBezTo>
                    <a:pt x="73" y="2"/>
                    <a:pt x="1" y="193"/>
                    <a:pt x="73" y="288"/>
                  </a:cubicBezTo>
                  <a:lnTo>
                    <a:pt x="573" y="598"/>
                  </a:lnTo>
                  <a:cubicBezTo>
                    <a:pt x="642" y="255"/>
                    <a:pt x="426" y="0"/>
                    <a:pt x="219"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3" name="Google Shape;4071;p74">
              <a:extLst>
                <a:ext uri="{FF2B5EF4-FFF2-40B4-BE49-F238E27FC236}">
                  <a16:creationId xmlns:a16="http://schemas.microsoft.com/office/drawing/2014/main" id="{D6DED46D-B886-4FF3-8163-20728AAD4DC0}"/>
                </a:ext>
              </a:extLst>
            </p:cNvPr>
            <p:cNvSpPr/>
            <p:nvPr/>
          </p:nvSpPr>
          <p:spPr>
            <a:xfrm>
              <a:off x="10047881" y="4135631"/>
              <a:ext cx="112766" cy="152260"/>
            </a:xfrm>
            <a:custGeom>
              <a:avLst/>
              <a:gdLst/>
              <a:ahLst/>
              <a:cxnLst/>
              <a:rect l="l" t="t" r="r" b="b"/>
              <a:pathLst>
                <a:path w="2624" h="3543" extrusionOk="0">
                  <a:moveTo>
                    <a:pt x="477" y="1"/>
                  </a:moveTo>
                  <a:cubicBezTo>
                    <a:pt x="351" y="1"/>
                    <a:pt x="229" y="58"/>
                    <a:pt x="119" y="200"/>
                  </a:cubicBezTo>
                  <a:cubicBezTo>
                    <a:pt x="0" y="343"/>
                    <a:pt x="0" y="534"/>
                    <a:pt x="48" y="677"/>
                  </a:cubicBezTo>
                  <a:cubicBezTo>
                    <a:pt x="191" y="1345"/>
                    <a:pt x="1598" y="3420"/>
                    <a:pt x="1598" y="3420"/>
                  </a:cubicBezTo>
                  <a:cubicBezTo>
                    <a:pt x="1598" y="3420"/>
                    <a:pt x="2248" y="3542"/>
                    <a:pt x="2423" y="3542"/>
                  </a:cubicBezTo>
                  <a:cubicBezTo>
                    <a:pt x="2438" y="3542"/>
                    <a:pt x="2449" y="3541"/>
                    <a:pt x="2457" y="3539"/>
                  </a:cubicBezTo>
                  <a:cubicBezTo>
                    <a:pt x="2457" y="3539"/>
                    <a:pt x="2624" y="3253"/>
                    <a:pt x="2600" y="2943"/>
                  </a:cubicBezTo>
                  <a:cubicBezTo>
                    <a:pt x="2552" y="2538"/>
                    <a:pt x="2361" y="2108"/>
                    <a:pt x="2147" y="1727"/>
                  </a:cubicBezTo>
                  <a:cubicBezTo>
                    <a:pt x="1980" y="1417"/>
                    <a:pt x="1765" y="1131"/>
                    <a:pt x="1526" y="820"/>
                  </a:cubicBezTo>
                  <a:cubicBezTo>
                    <a:pt x="1361" y="637"/>
                    <a:pt x="899" y="1"/>
                    <a:pt x="477"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4" name="Google Shape;4072;p74">
              <a:extLst>
                <a:ext uri="{FF2B5EF4-FFF2-40B4-BE49-F238E27FC236}">
                  <a16:creationId xmlns:a16="http://schemas.microsoft.com/office/drawing/2014/main" id="{7F579C2F-C348-4EE2-BD8D-72B7F6D07460}"/>
                </a:ext>
              </a:extLst>
            </p:cNvPr>
            <p:cNvSpPr/>
            <p:nvPr/>
          </p:nvSpPr>
          <p:spPr>
            <a:xfrm>
              <a:off x="9981227" y="4328717"/>
              <a:ext cx="70780" cy="62915"/>
            </a:xfrm>
            <a:custGeom>
              <a:avLst/>
              <a:gdLst/>
              <a:ahLst/>
              <a:cxnLst/>
              <a:rect l="l" t="t" r="r" b="b"/>
              <a:pathLst>
                <a:path w="1647" h="1464" extrusionOk="0">
                  <a:moveTo>
                    <a:pt x="1360" y="0"/>
                  </a:moveTo>
                  <a:lnTo>
                    <a:pt x="549" y="215"/>
                  </a:lnTo>
                  <a:cubicBezTo>
                    <a:pt x="525" y="215"/>
                    <a:pt x="478" y="239"/>
                    <a:pt x="454" y="263"/>
                  </a:cubicBezTo>
                  <a:lnTo>
                    <a:pt x="1" y="1312"/>
                  </a:lnTo>
                  <a:lnTo>
                    <a:pt x="1" y="1360"/>
                  </a:lnTo>
                  <a:cubicBezTo>
                    <a:pt x="1" y="1433"/>
                    <a:pt x="56" y="1464"/>
                    <a:pt x="125" y="1464"/>
                  </a:cubicBezTo>
                  <a:cubicBezTo>
                    <a:pt x="147" y="1464"/>
                    <a:pt x="169" y="1461"/>
                    <a:pt x="192" y="1455"/>
                  </a:cubicBezTo>
                  <a:lnTo>
                    <a:pt x="311" y="1408"/>
                  </a:lnTo>
                  <a:cubicBezTo>
                    <a:pt x="335" y="1408"/>
                    <a:pt x="335" y="1384"/>
                    <a:pt x="358" y="1336"/>
                  </a:cubicBezTo>
                  <a:lnTo>
                    <a:pt x="525" y="978"/>
                  </a:lnTo>
                  <a:cubicBezTo>
                    <a:pt x="525" y="954"/>
                    <a:pt x="549" y="954"/>
                    <a:pt x="573" y="931"/>
                  </a:cubicBezTo>
                  <a:cubicBezTo>
                    <a:pt x="716" y="859"/>
                    <a:pt x="1193" y="692"/>
                    <a:pt x="1599" y="454"/>
                  </a:cubicBezTo>
                  <a:cubicBezTo>
                    <a:pt x="1646" y="430"/>
                    <a:pt x="1646" y="358"/>
                    <a:pt x="1623" y="311"/>
                  </a:cubicBezTo>
                  <a:lnTo>
                    <a:pt x="1432"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5" name="Google Shape;4073;p74">
              <a:extLst>
                <a:ext uri="{FF2B5EF4-FFF2-40B4-BE49-F238E27FC236}">
                  <a16:creationId xmlns:a16="http://schemas.microsoft.com/office/drawing/2014/main" id="{4AA58C13-039E-40B5-99F6-728A04745BB4}"/>
                </a:ext>
              </a:extLst>
            </p:cNvPr>
            <p:cNvSpPr/>
            <p:nvPr/>
          </p:nvSpPr>
          <p:spPr>
            <a:xfrm>
              <a:off x="10021194" y="4264427"/>
              <a:ext cx="133308" cy="96178"/>
            </a:xfrm>
            <a:custGeom>
              <a:avLst/>
              <a:gdLst/>
              <a:ahLst/>
              <a:cxnLst/>
              <a:rect l="l" t="t" r="r" b="b"/>
              <a:pathLst>
                <a:path w="3102" h="2238" extrusionOk="0">
                  <a:moveTo>
                    <a:pt x="2444" y="0"/>
                  </a:moveTo>
                  <a:cubicBezTo>
                    <a:pt x="2380" y="0"/>
                    <a:pt x="2313" y="13"/>
                    <a:pt x="2243" y="42"/>
                  </a:cubicBezTo>
                  <a:cubicBezTo>
                    <a:pt x="1694" y="256"/>
                    <a:pt x="1456" y="614"/>
                    <a:pt x="1" y="1449"/>
                  </a:cubicBezTo>
                  <a:lnTo>
                    <a:pt x="502" y="2236"/>
                  </a:lnTo>
                  <a:cubicBezTo>
                    <a:pt x="502" y="2237"/>
                    <a:pt x="503" y="2237"/>
                    <a:pt x="505" y="2237"/>
                  </a:cubicBezTo>
                  <a:cubicBezTo>
                    <a:pt x="597" y="2237"/>
                    <a:pt x="2868" y="1126"/>
                    <a:pt x="3101" y="519"/>
                  </a:cubicBezTo>
                  <a:cubicBezTo>
                    <a:pt x="3101" y="519"/>
                    <a:pt x="2851" y="0"/>
                    <a:pt x="2444"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6" name="Google Shape;4074;p74">
              <a:extLst>
                <a:ext uri="{FF2B5EF4-FFF2-40B4-BE49-F238E27FC236}">
                  <a16:creationId xmlns:a16="http://schemas.microsoft.com/office/drawing/2014/main" id="{EAF7E57C-5CE9-4C5B-92DE-8BE52C3C9C07}"/>
                </a:ext>
              </a:extLst>
            </p:cNvPr>
            <p:cNvSpPr/>
            <p:nvPr/>
          </p:nvSpPr>
          <p:spPr>
            <a:xfrm>
              <a:off x="9448251" y="4389183"/>
              <a:ext cx="587339" cy="585320"/>
            </a:xfrm>
            <a:custGeom>
              <a:avLst/>
              <a:gdLst/>
              <a:ahLst/>
              <a:cxnLst/>
              <a:rect l="l" t="t" r="r" b="b"/>
              <a:pathLst>
                <a:path w="13667" h="13620" extrusionOk="0">
                  <a:moveTo>
                    <a:pt x="6798" y="4103"/>
                  </a:moveTo>
                  <a:cubicBezTo>
                    <a:pt x="8300" y="4103"/>
                    <a:pt x="9493" y="5295"/>
                    <a:pt x="9493" y="6798"/>
                  </a:cubicBezTo>
                  <a:cubicBezTo>
                    <a:pt x="9493" y="8277"/>
                    <a:pt x="8300" y="9469"/>
                    <a:pt x="6798" y="9469"/>
                  </a:cubicBezTo>
                  <a:cubicBezTo>
                    <a:pt x="5319" y="9469"/>
                    <a:pt x="4127" y="8277"/>
                    <a:pt x="4127" y="6798"/>
                  </a:cubicBezTo>
                  <a:cubicBezTo>
                    <a:pt x="4127" y="5295"/>
                    <a:pt x="5319" y="4103"/>
                    <a:pt x="6798" y="4103"/>
                  </a:cubicBezTo>
                  <a:close/>
                  <a:moveTo>
                    <a:pt x="5319" y="1"/>
                  </a:moveTo>
                  <a:lnTo>
                    <a:pt x="5319" y="215"/>
                  </a:lnTo>
                  <a:lnTo>
                    <a:pt x="5319" y="1909"/>
                  </a:lnTo>
                  <a:cubicBezTo>
                    <a:pt x="5009" y="2004"/>
                    <a:pt x="4723" y="2123"/>
                    <a:pt x="4413" y="2266"/>
                  </a:cubicBezTo>
                  <a:lnTo>
                    <a:pt x="3220" y="1074"/>
                  </a:lnTo>
                  <a:lnTo>
                    <a:pt x="3077" y="931"/>
                  </a:lnTo>
                  <a:lnTo>
                    <a:pt x="2934" y="1074"/>
                  </a:lnTo>
                  <a:lnTo>
                    <a:pt x="1145" y="2863"/>
                  </a:lnTo>
                  <a:lnTo>
                    <a:pt x="1002" y="3006"/>
                  </a:lnTo>
                  <a:lnTo>
                    <a:pt x="1145" y="3149"/>
                  </a:lnTo>
                  <a:lnTo>
                    <a:pt x="2290" y="4318"/>
                  </a:lnTo>
                  <a:cubicBezTo>
                    <a:pt x="2123" y="4628"/>
                    <a:pt x="2004" y="4938"/>
                    <a:pt x="1885" y="5295"/>
                  </a:cubicBezTo>
                  <a:lnTo>
                    <a:pt x="1" y="5295"/>
                  </a:lnTo>
                  <a:lnTo>
                    <a:pt x="1" y="5510"/>
                  </a:lnTo>
                  <a:lnTo>
                    <a:pt x="1" y="8038"/>
                  </a:lnTo>
                  <a:lnTo>
                    <a:pt x="1" y="8253"/>
                  </a:lnTo>
                  <a:lnTo>
                    <a:pt x="1861" y="8253"/>
                  </a:lnTo>
                  <a:cubicBezTo>
                    <a:pt x="1980" y="8611"/>
                    <a:pt x="2099" y="8968"/>
                    <a:pt x="2290" y="9302"/>
                  </a:cubicBezTo>
                  <a:lnTo>
                    <a:pt x="1145" y="10447"/>
                  </a:lnTo>
                  <a:lnTo>
                    <a:pt x="1002" y="10614"/>
                  </a:lnTo>
                  <a:lnTo>
                    <a:pt x="1145" y="10757"/>
                  </a:lnTo>
                  <a:lnTo>
                    <a:pt x="2934" y="12546"/>
                  </a:lnTo>
                  <a:lnTo>
                    <a:pt x="3077" y="12689"/>
                  </a:lnTo>
                  <a:lnTo>
                    <a:pt x="3220" y="12546"/>
                  </a:lnTo>
                  <a:lnTo>
                    <a:pt x="4413" y="11353"/>
                  </a:lnTo>
                  <a:cubicBezTo>
                    <a:pt x="4723" y="11497"/>
                    <a:pt x="5057" y="11640"/>
                    <a:pt x="5367" y="11735"/>
                  </a:cubicBezTo>
                  <a:lnTo>
                    <a:pt x="5367" y="13405"/>
                  </a:lnTo>
                  <a:lnTo>
                    <a:pt x="5367" y="13619"/>
                  </a:lnTo>
                  <a:lnTo>
                    <a:pt x="8324" y="13619"/>
                  </a:lnTo>
                  <a:lnTo>
                    <a:pt x="8324" y="13405"/>
                  </a:lnTo>
                  <a:lnTo>
                    <a:pt x="8324" y="11687"/>
                  </a:lnTo>
                  <a:cubicBezTo>
                    <a:pt x="8634" y="11592"/>
                    <a:pt x="8921" y="11473"/>
                    <a:pt x="9183" y="11330"/>
                  </a:cubicBezTo>
                  <a:lnTo>
                    <a:pt x="10423" y="12546"/>
                  </a:lnTo>
                  <a:lnTo>
                    <a:pt x="10566" y="12689"/>
                  </a:lnTo>
                  <a:lnTo>
                    <a:pt x="10709" y="12546"/>
                  </a:lnTo>
                  <a:lnTo>
                    <a:pt x="12498" y="10757"/>
                  </a:lnTo>
                  <a:lnTo>
                    <a:pt x="12641" y="10614"/>
                  </a:lnTo>
                  <a:lnTo>
                    <a:pt x="12498" y="10471"/>
                  </a:lnTo>
                  <a:lnTo>
                    <a:pt x="11282" y="9231"/>
                  </a:lnTo>
                  <a:cubicBezTo>
                    <a:pt x="11425" y="8945"/>
                    <a:pt x="11568" y="8635"/>
                    <a:pt x="11663" y="8324"/>
                  </a:cubicBezTo>
                  <a:lnTo>
                    <a:pt x="13667" y="8324"/>
                  </a:lnTo>
                  <a:lnTo>
                    <a:pt x="13667" y="8110"/>
                  </a:lnTo>
                  <a:lnTo>
                    <a:pt x="13667" y="5582"/>
                  </a:lnTo>
                  <a:lnTo>
                    <a:pt x="13667" y="5367"/>
                  </a:lnTo>
                  <a:lnTo>
                    <a:pt x="11735" y="5367"/>
                  </a:lnTo>
                  <a:cubicBezTo>
                    <a:pt x="11640" y="5009"/>
                    <a:pt x="11496" y="4675"/>
                    <a:pt x="11306" y="4389"/>
                  </a:cubicBezTo>
                  <a:lnTo>
                    <a:pt x="12522" y="3149"/>
                  </a:lnTo>
                  <a:lnTo>
                    <a:pt x="12689" y="3006"/>
                  </a:lnTo>
                  <a:lnTo>
                    <a:pt x="12522" y="2863"/>
                  </a:lnTo>
                  <a:lnTo>
                    <a:pt x="10733" y="1074"/>
                  </a:lnTo>
                  <a:lnTo>
                    <a:pt x="10590" y="931"/>
                  </a:lnTo>
                  <a:lnTo>
                    <a:pt x="10447" y="1074"/>
                  </a:lnTo>
                  <a:lnTo>
                    <a:pt x="9231" y="2290"/>
                  </a:lnTo>
                  <a:cubicBezTo>
                    <a:pt x="8921" y="2147"/>
                    <a:pt x="8587" y="2004"/>
                    <a:pt x="8277" y="1909"/>
                  </a:cubicBezTo>
                  <a:lnTo>
                    <a:pt x="8277" y="215"/>
                  </a:lnTo>
                  <a:lnTo>
                    <a:pt x="8277"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7" name="Google Shape;4075;p74">
              <a:extLst>
                <a:ext uri="{FF2B5EF4-FFF2-40B4-BE49-F238E27FC236}">
                  <a16:creationId xmlns:a16="http://schemas.microsoft.com/office/drawing/2014/main" id="{F97D169F-C2F9-4E7F-8A5A-FA9881B7A1C1}"/>
                </a:ext>
              </a:extLst>
            </p:cNvPr>
            <p:cNvSpPr/>
            <p:nvPr/>
          </p:nvSpPr>
          <p:spPr>
            <a:xfrm>
              <a:off x="9137671" y="4738699"/>
              <a:ext cx="370058" cy="373152"/>
            </a:xfrm>
            <a:custGeom>
              <a:avLst/>
              <a:gdLst/>
              <a:ahLst/>
              <a:cxnLst/>
              <a:rect l="l" t="t" r="r" b="b"/>
              <a:pathLst>
                <a:path w="8611" h="8683" extrusionOk="0">
                  <a:moveTo>
                    <a:pt x="4246" y="2624"/>
                  </a:moveTo>
                  <a:cubicBezTo>
                    <a:pt x="5176" y="2624"/>
                    <a:pt x="5963" y="3387"/>
                    <a:pt x="5963" y="4318"/>
                  </a:cubicBezTo>
                  <a:cubicBezTo>
                    <a:pt x="5963" y="5248"/>
                    <a:pt x="5176" y="6035"/>
                    <a:pt x="4246" y="6035"/>
                  </a:cubicBezTo>
                  <a:cubicBezTo>
                    <a:pt x="3340" y="6035"/>
                    <a:pt x="2553" y="5248"/>
                    <a:pt x="2553" y="4318"/>
                  </a:cubicBezTo>
                  <a:cubicBezTo>
                    <a:pt x="2553" y="3411"/>
                    <a:pt x="3340" y="2624"/>
                    <a:pt x="4246" y="2624"/>
                  </a:cubicBezTo>
                  <a:close/>
                  <a:moveTo>
                    <a:pt x="3340" y="1"/>
                  </a:moveTo>
                  <a:lnTo>
                    <a:pt x="3340" y="144"/>
                  </a:lnTo>
                  <a:lnTo>
                    <a:pt x="3340" y="1217"/>
                  </a:lnTo>
                  <a:cubicBezTo>
                    <a:pt x="3125" y="1289"/>
                    <a:pt x="2934" y="1384"/>
                    <a:pt x="2768" y="1456"/>
                  </a:cubicBezTo>
                  <a:lnTo>
                    <a:pt x="2028" y="716"/>
                  </a:lnTo>
                  <a:lnTo>
                    <a:pt x="1933" y="621"/>
                  </a:lnTo>
                  <a:lnTo>
                    <a:pt x="1837" y="716"/>
                  </a:lnTo>
                  <a:lnTo>
                    <a:pt x="716" y="1861"/>
                  </a:lnTo>
                  <a:lnTo>
                    <a:pt x="621" y="1933"/>
                  </a:lnTo>
                  <a:lnTo>
                    <a:pt x="716" y="2028"/>
                  </a:lnTo>
                  <a:lnTo>
                    <a:pt x="1456" y="2767"/>
                  </a:lnTo>
                  <a:cubicBezTo>
                    <a:pt x="1337" y="2982"/>
                    <a:pt x="1241" y="3173"/>
                    <a:pt x="1193" y="3411"/>
                  </a:cubicBezTo>
                  <a:lnTo>
                    <a:pt x="1" y="3411"/>
                  </a:lnTo>
                  <a:lnTo>
                    <a:pt x="1" y="3554"/>
                  </a:lnTo>
                  <a:lnTo>
                    <a:pt x="1" y="5128"/>
                  </a:lnTo>
                  <a:lnTo>
                    <a:pt x="1" y="5272"/>
                  </a:lnTo>
                  <a:lnTo>
                    <a:pt x="1193" y="5272"/>
                  </a:lnTo>
                  <a:cubicBezTo>
                    <a:pt x="1241" y="5510"/>
                    <a:pt x="1337" y="5725"/>
                    <a:pt x="1456" y="5939"/>
                  </a:cubicBezTo>
                  <a:lnTo>
                    <a:pt x="716" y="6679"/>
                  </a:lnTo>
                  <a:lnTo>
                    <a:pt x="621" y="6774"/>
                  </a:lnTo>
                  <a:lnTo>
                    <a:pt x="716" y="6870"/>
                  </a:lnTo>
                  <a:lnTo>
                    <a:pt x="1837" y="7991"/>
                  </a:lnTo>
                  <a:lnTo>
                    <a:pt x="1933" y="8086"/>
                  </a:lnTo>
                  <a:lnTo>
                    <a:pt x="2028" y="7991"/>
                  </a:lnTo>
                  <a:lnTo>
                    <a:pt x="2768" y="7251"/>
                  </a:lnTo>
                  <a:cubicBezTo>
                    <a:pt x="2982" y="7347"/>
                    <a:pt x="3149" y="7418"/>
                    <a:pt x="3364" y="7490"/>
                  </a:cubicBezTo>
                  <a:lnTo>
                    <a:pt x="3364" y="8539"/>
                  </a:lnTo>
                  <a:lnTo>
                    <a:pt x="3364" y="8682"/>
                  </a:lnTo>
                  <a:lnTo>
                    <a:pt x="5248" y="8682"/>
                  </a:lnTo>
                  <a:lnTo>
                    <a:pt x="5248" y="8539"/>
                  </a:lnTo>
                  <a:lnTo>
                    <a:pt x="5248" y="7466"/>
                  </a:lnTo>
                  <a:cubicBezTo>
                    <a:pt x="5415" y="7394"/>
                    <a:pt x="5630" y="7299"/>
                    <a:pt x="5773" y="7227"/>
                  </a:cubicBezTo>
                  <a:lnTo>
                    <a:pt x="6560" y="7991"/>
                  </a:lnTo>
                  <a:lnTo>
                    <a:pt x="6631" y="8086"/>
                  </a:lnTo>
                  <a:lnTo>
                    <a:pt x="6727" y="7991"/>
                  </a:lnTo>
                  <a:lnTo>
                    <a:pt x="7872" y="6870"/>
                  </a:lnTo>
                  <a:lnTo>
                    <a:pt x="7943" y="6774"/>
                  </a:lnTo>
                  <a:lnTo>
                    <a:pt x="7872" y="6679"/>
                  </a:lnTo>
                  <a:lnTo>
                    <a:pt x="7084" y="5916"/>
                  </a:lnTo>
                  <a:cubicBezTo>
                    <a:pt x="7180" y="5725"/>
                    <a:pt x="7275" y="5510"/>
                    <a:pt x="7323" y="5319"/>
                  </a:cubicBezTo>
                  <a:lnTo>
                    <a:pt x="8468" y="5272"/>
                  </a:lnTo>
                  <a:lnTo>
                    <a:pt x="8611" y="5272"/>
                  </a:lnTo>
                  <a:lnTo>
                    <a:pt x="8611" y="5128"/>
                  </a:lnTo>
                  <a:lnTo>
                    <a:pt x="8611" y="3554"/>
                  </a:lnTo>
                  <a:lnTo>
                    <a:pt x="8611" y="3387"/>
                  </a:lnTo>
                  <a:lnTo>
                    <a:pt x="7395" y="3387"/>
                  </a:lnTo>
                  <a:cubicBezTo>
                    <a:pt x="7323" y="3197"/>
                    <a:pt x="7228" y="2982"/>
                    <a:pt x="7108" y="2767"/>
                  </a:cubicBezTo>
                  <a:lnTo>
                    <a:pt x="7895" y="2004"/>
                  </a:lnTo>
                  <a:lnTo>
                    <a:pt x="7991" y="1909"/>
                  </a:lnTo>
                  <a:lnTo>
                    <a:pt x="7895" y="1813"/>
                  </a:lnTo>
                  <a:lnTo>
                    <a:pt x="6751" y="692"/>
                  </a:lnTo>
                  <a:lnTo>
                    <a:pt x="6679" y="597"/>
                  </a:lnTo>
                  <a:lnTo>
                    <a:pt x="6584" y="692"/>
                  </a:lnTo>
                  <a:lnTo>
                    <a:pt x="5797" y="1456"/>
                  </a:lnTo>
                  <a:cubicBezTo>
                    <a:pt x="5630" y="1360"/>
                    <a:pt x="5415" y="1289"/>
                    <a:pt x="5200" y="1217"/>
                  </a:cubicBezTo>
                  <a:lnTo>
                    <a:pt x="5200" y="144"/>
                  </a:lnTo>
                  <a:lnTo>
                    <a:pt x="5200"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8" name="Google Shape;4076;p74">
              <a:extLst>
                <a:ext uri="{FF2B5EF4-FFF2-40B4-BE49-F238E27FC236}">
                  <a16:creationId xmlns:a16="http://schemas.microsoft.com/office/drawing/2014/main" id="{555AF194-1C2A-470C-8B9F-00F4AC4D5C16}"/>
                </a:ext>
              </a:extLst>
            </p:cNvPr>
            <p:cNvSpPr/>
            <p:nvPr/>
          </p:nvSpPr>
          <p:spPr>
            <a:xfrm>
              <a:off x="9093622" y="5067716"/>
              <a:ext cx="64591" cy="52215"/>
            </a:xfrm>
            <a:custGeom>
              <a:avLst/>
              <a:gdLst/>
              <a:ahLst/>
              <a:cxnLst/>
              <a:rect l="l" t="t" r="r" b="b"/>
              <a:pathLst>
                <a:path w="1503" h="1215" extrusionOk="0">
                  <a:moveTo>
                    <a:pt x="334" y="1"/>
                  </a:moveTo>
                  <a:cubicBezTo>
                    <a:pt x="215" y="168"/>
                    <a:pt x="96" y="335"/>
                    <a:pt x="0" y="501"/>
                  </a:cubicBezTo>
                  <a:cubicBezTo>
                    <a:pt x="24" y="549"/>
                    <a:pt x="96" y="573"/>
                    <a:pt x="120" y="597"/>
                  </a:cubicBezTo>
                  <a:cubicBezTo>
                    <a:pt x="215" y="692"/>
                    <a:pt x="310" y="788"/>
                    <a:pt x="382" y="835"/>
                  </a:cubicBezTo>
                  <a:cubicBezTo>
                    <a:pt x="453" y="931"/>
                    <a:pt x="501" y="1026"/>
                    <a:pt x="597" y="1074"/>
                  </a:cubicBezTo>
                  <a:cubicBezTo>
                    <a:pt x="668" y="1145"/>
                    <a:pt x="811" y="1169"/>
                    <a:pt x="907" y="1193"/>
                  </a:cubicBezTo>
                  <a:cubicBezTo>
                    <a:pt x="907" y="1193"/>
                    <a:pt x="917" y="1214"/>
                    <a:pt x="931" y="1214"/>
                  </a:cubicBezTo>
                  <a:cubicBezTo>
                    <a:pt x="938" y="1214"/>
                    <a:pt x="946" y="1209"/>
                    <a:pt x="954" y="1193"/>
                  </a:cubicBezTo>
                  <a:cubicBezTo>
                    <a:pt x="978" y="1169"/>
                    <a:pt x="978" y="1145"/>
                    <a:pt x="1026" y="1145"/>
                  </a:cubicBezTo>
                  <a:cubicBezTo>
                    <a:pt x="1050" y="1145"/>
                    <a:pt x="1050" y="1145"/>
                    <a:pt x="1074" y="1122"/>
                  </a:cubicBezTo>
                  <a:cubicBezTo>
                    <a:pt x="1097" y="1074"/>
                    <a:pt x="1097" y="1074"/>
                    <a:pt x="1097" y="1050"/>
                  </a:cubicBezTo>
                  <a:lnTo>
                    <a:pt x="1145" y="1026"/>
                  </a:lnTo>
                  <a:cubicBezTo>
                    <a:pt x="1169" y="1002"/>
                    <a:pt x="1193" y="955"/>
                    <a:pt x="1193" y="931"/>
                  </a:cubicBezTo>
                  <a:cubicBezTo>
                    <a:pt x="1193" y="907"/>
                    <a:pt x="1193" y="907"/>
                    <a:pt x="1217" y="883"/>
                  </a:cubicBezTo>
                  <a:cubicBezTo>
                    <a:pt x="1264" y="883"/>
                    <a:pt x="1288" y="883"/>
                    <a:pt x="1288" y="835"/>
                  </a:cubicBezTo>
                  <a:cubicBezTo>
                    <a:pt x="1288" y="812"/>
                    <a:pt x="1288" y="788"/>
                    <a:pt x="1312" y="788"/>
                  </a:cubicBezTo>
                  <a:lnTo>
                    <a:pt x="1312" y="764"/>
                  </a:lnTo>
                  <a:cubicBezTo>
                    <a:pt x="1288" y="716"/>
                    <a:pt x="1264" y="668"/>
                    <a:pt x="1217" y="645"/>
                  </a:cubicBezTo>
                  <a:cubicBezTo>
                    <a:pt x="1193" y="645"/>
                    <a:pt x="1145" y="549"/>
                    <a:pt x="1145" y="549"/>
                  </a:cubicBezTo>
                  <a:cubicBezTo>
                    <a:pt x="1193" y="525"/>
                    <a:pt x="1217" y="478"/>
                    <a:pt x="1288" y="478"/>
                  </a:cubicBezTo>
                  <a:cubicBezTo>
                    <a:pt x="1304" y="478"/>
                    <a:pt x="1320" y="499"/>
                    <a:pt x="1343" y="499"/>
                  </a:cubicBezTo>
                  <a:cubicBezTo>
                    <a:pt x="1355" y="499"/>
                    <a:pt x="1368" y="494"/>
                    <a:pt x="1384" y="478"/>
                  </a:cubicBezTo>
                  <a:cubicBezTo>
                    <a:pt x="1408" y="478"/>
                    <a:pt x="1431" y="454"/>
                    <a:pt x="1455" y="430"/>
                  </a:cubicBezTo>
                  <a:cubicBezTo>
                    <a:pt x="1455" y="406"/>
                    <a:pt x="1503" y="406"/>
                    <a:pt x="1503" y="358"/>
                  </a:cubicBezTo>
                  <a:lnTo>
                    <a:pt x="1503" y="239"/>
                  </a:lnTo>
                  <a:lnTo>
                    <a:pt x="1455" y="215"/>
                  </a:lnTo>
                  <a:lnTo>
                    <a:pt x="1431" y="215"/>
                  </a:lnTo>
                  <a:cubicBezTo>
                    <a:pt x="1384" y="215"/>
                    <a:pt x="1288" y="239"/>
                    <a:pt x="1217" y="239"/>
                  </a:cubicBezTo>
                  <a:cubicBezTo>
                    <a:pt x="1205" y="251"/>
                    <a:pt x="1191" y="256"/>
                    <a:pt x="1177" y="256"/>
                  </a:cubicBezTo>
                  <a:cubicBezTo>
                    <a:pt x="1133" y="256"/>
                    <a:pt x="1080" y="215"/>
                    <a:pt x="1026" y="215"/>
                  </a:cubicBezTo>
                  <a:cubicBezTo>
                    <a:pt x="954" y="215"/>
                    <a:pt x="907" y="191"/>
                    <a:pt x="835" y="191"/>
                  </a:cubicBezTo>
                  <a:cubicBezTo>
                    <a:pt x="716" y="168"/>
                    <a:pt x="620" y="168"/>
                    <a:pt x="549" y="120"/>
                  </a:cubicBezTo>
                  <a:lnTo>
                    <a:pt x="430" y="96"/>
                  </a:lnTo>
                  <a:lnTo>
                    <a:pt x="334"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9" name="Google Shape;4077;p74">
              <a:extLst>
                <a:ext uri="{FF2B5EF4-FFF2-40B4-BE49-F238E27FC236}">
                  <a16:creationId xmlns:a16="http://schemas.microsoft.com/office/drawing/2014/main" id="{CDDA3DCA-B36D-4761-B756-7BCE455DD174}"/>
                </a:ext>
              </a:extLst>
            </p:cNvPr>
            <p:cNvSpPr/>
            <p:nvPr/>
          </p:nvSpPr>
          <p:spPr>
            <a:xfrm>
              <a:off x="9007500" y="5002136"/>
              <a:ext cx="107695" cy="91236"/>
            </a:xfrm>
            <a:custGeom>
              <a:avLst/>
              <a:gdLst/>
              <a:ahLst/>
              <a:cxnLst/>
              <a:rect l="l" t="t" r="r" b="b"/>
              <a:pathLst>
                <a:path w="2506" h="2123" extrusionOk="0">
                  <a:moveTo>
                    <a:pt x="430" y="0"/>
                  </a:moveTo>
                  <a:cubicBezTo>
                    <a:pt x="216" y="0"/>
                    <a:pt x="120" y="72"/>
                    <a:pt x="72" y="310"/>
                  </a:cubicBezTo>
                  <a:cubicBezTo>
                    <a:pt x="49" y="382"/>
                    <a:pt x="1" y="406"/>
                    <a:pt x="1" y="453"/>
                  </a:cubicBezTo>
                  <a:cubicBezTo>
                    <a:pt x="1" y="525"/>
                    <a:pt x="1" y="620"/>
                    <a:pt x="49" y="668"/>
                  </a:cubicBezTo>
                  <a:cubicBezTo>
                    <a:pt x="96" y="787"/>
                    <a:pt x="192" y="883"/>
                    <a:pt x="287" y="930"/>
                  </a:cubicBezTo>
                  <a:cubicBezTo>
                    <a:pt x="669" y="1193"/>
                    <a:pt x="1050" y="1479"/>
                    <a:pt x="1480" y="1717"/>
                  </a:cubicBezTo>
                  <a:cubicBezTo>
                    <a:pt x="1670" y="1837"/>
                    <a:pt x="1957" y="2004"/>
                    <a:pt x="2147" y="2123"/>
                  </a:cubicBezTo>
                  <a:lnTo>
                    <a:pt x="2505" y="1646"/>
                  </a:lnTo>
                  <a:cubicBezTo>
                    <a:pt x="2505" y="1646"/>
                    <a:pt x="1360" y="763"/>
                    <a:pt x="788" y="215"/>
                  </a:cubicBezTo>
                  <a:cubicBezTo>
                    <a:pt x="693" y="119"/>
                    <a:pt x="573" y="0"/>
                    <a:pt x="430"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0" name="Google Shape;4078;p74">
              <a:extLst>
                <a:ext uri="{FF2B5EF4-FFF2-40B4-BE49-F238E27FC236}">
                  <a16:creationId xmlns:a16="http://schemas.microsoft.com/office/drawing/2014/main" id="{9C362A0B-2B6F-4E82-8161-785F95BAF2D7}"/>
                </a:ext>
              </a:extLst>
            </p:cNvPr>
            <p:cNvSpPr/>
            <p:nvPr/>
          </p:nvSpPr>
          <p:spPr>
            <a:xfrm>
              <a:off x="9122329" y="5084046"/>
              <a:ext cx="27719" cy="38033"/>
            </a:xfrm>
            <a:custGeom>
              <a:avLst/>
              <a:gdLst/>
              <a:ahLst/>
              <a:cxnLst/>
              <a:rect l="l" t="t" r="r" b="b"/>
              <a:pathLst>
                <a:path w="645" h="885" extrusionOk="0">
                  <a:moveTo>
                    <a:pt x="322" y="0"/>
                  </a:moveTo>
                  <a:cubicBezTo>
                    <a:pt x="115" y="0"/>
                    <a:pt x="72" y="193"/>
                    <a:pt x="72" y="193"/>
                  </a:cubicBezTo>
                  <a:lnTo>
                    <a:pt x="191" y="384"/>
                  </a:lnTo>
                  <a:cubicBezTo>
                    <a:pt x="171" y="357"/>
                    <a:pt x="150" y="347"/>
                    <a:pt x="131" y="347"/>
                  </a:cubicBezTo>
                  <a:cubicBezTo>
                    <a:pt x="84" y="347"/>
                    <a:pt x="48" y="408"/>
                    <a:pt x="48" y="408"/>
                  </a:cubicBezTo>
                  <a:cubicBezTo>
                    <a:pt x="119" y="503"/>
                    <a:pt x="119" y="455"/>
                    <a:pt x="167" y="551"/>
                  </a:cubicBezTo>
                  <a:cubicBezTo>
                    <a:pt x="191" y="551"/>
                    <a:pt x="191" y="575"/>
                    <a:pt x="239" y="622"/>
                  </a:cubicBezTo>
                  <a:lnTo>
                    <a:pt x="72" y="455"/>
                  </a:lnTo>
                  <a:cubicBezTo>
                    <a:pt x="72" y="455"/>
                    <a:pt x="48" y="455"/>
                    <a:pt x="24" y="527"/>
                  </a:cubicBezTo>
                  <a:cubicBezTo>
                    <a:pt x="0" y="575"/>
                    <a:pt x="191" y="861"/>
                    <a:pt x="286" y="885"/>
                  </a:cubicBezTo>
                  <a:lnTo>
                    <a:pt x="310" y="885"/>
                  </a:lnTo>
                  <a:cubicBezTo>
                    <a:pt x="334" y="885"/>
                    <a:pt x="382" y="885"/>
                    <a:pt x="382" y="837"/>
                  </a:cubicBezTo>
                  <a:lnTo>
                    <a:pt x="382" y="813"/>
                  </a:lnTo>
                  <a:cubicBezTo>
                    <a:pt x="406" y="789"/>
                    <a:pt x="429" y="789"/>
                    <a:pt x="429" y="765"/>
                  </a:cubicBezTo>
                  <a:cubicBezTo>
                    <a:pt x="477" y="718"/>
                    <a:pt x="429" y="694"/>
                    <a:pt x="477" y="670"/>
                  </a:cubicBezTo>
                  <a:cubicBezTo>
                    <a:pt x="477" y="646"/>
                    <a:pt x="501" y="646"/>
                    <a:pt x="525" y="599"/>
                  </a:cubicBezTo>
                  <a:cubicBezTo>
                    <a:pt x="549" y="575"/>
                    <a:pt x="525" y="527"/>
                    <a:pt x="549" y="479"/>
                  </a:cubicBezTo>
                  <a:cubicBezTo>
                    <a:pt x="596" y="455"/>
                    <a:pt x="620" y="455"/>
                    <a:pt x="620" y="432"/>
                  </a:cubicBezTo>
                  <a:cubicBezTo>
                    <a:pt x="644" y="432"/>
                    <a:pt x="620" y="408"/>
                    <a:pt x="620" y="360"/>
                  </a:cubicBezTo>
                  <a:cubicBezTo>
                    <a:pt x="596" y="336"/>
                    <a:pt x="358" y="2"/>
                    <a:pt x="358" y="2"/>
                  </a:cubicBezTo>
                  <a:cubicBezTo>
                    <a:pt x="345" y="1"/>
                    <a:pt x="333" y="0"/>
                    <a:pt x="322"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1" name="Google Shape;4079;p74">
              <a:extLst>
                <a:ext uri="{FF2B5EF4-FFF2-40B4-BE49-F238E27FC236}">
                  <a16:creationId xmlns:a16="http://schemas.microsoft.com/office/drawing/2014/main" id="{89484056-EE35-4144-BF29-6CE0328F9A9A}"/>
                </a:ext>
              </a:extLst>
            </p:cNvPr>
            <p:cNvSpPr/>
            <p:nvPr/>
          </p:nvSpPr>
          <p:spPr>
            <a:xfrm>
              <a:off x="9006511" y="4881849"/>
              <a:ext cx="70737" cy="155698"/>
            </a:xfrm>
            <a:custGeom>
              <a:avLst/>
              <a:gdLst/>
              <a:ahLst/>
              <a:cxnLst/>
              <a:rect l="l" t="t" r="r" b="b"/>
              <a:pathLst>
                <a:path w="1646" h="3623" extrusionOk="0">
                  <a:moveTo>
                    <a:pt x="1051" y="0"/>
                  </a:moveTo>
                  <a:cubicBezTo>
                    <a:pt x="941" y="0"/>
                    <a:pt x="812" y="31"/>
                    <a:pt x="739" y="104"/>
                  </a:cubicBezTo>
                  <a:cubicBezTo>
                    <a:pt x="692" y="152"/>
                    <a:pt x="620" y="223"/>
                    <a:pt x="596" y="319"/>
                  </a:cubicBezTo>
                  <a:cubicBezTo>
                    <a:pt x="501" y="510"/>
                    <a:pt x="477" y="748"/>
                    <a:pt x="453" y="939"/>
                  </a:cubicBezTo>
                  <a:cubicBezTo>
                    <a:pt x="358" y="1297"/>
                    <a:pt x="262" y="1654"/>
                    <a:pt x="215" y="2012"/>
                  </a:cubicBezTo>
                  <a:cubicBezTo>
                    <a:pt x="143" y="2251"/>
                    <a:pt x="119" y="2489"/>
                    <a:pt x="95" y="2728"/>
                  </a:cubicBezTo>
                  <a:cubicBezTo>
                    <a:pt x="72" y="2942"/>
                    <a:pt x="0" y="3181"/>
                    <a:pt x="72" y="3348"/>
                  </a:cubicBezTo>
                  <a:cubicBezTo>
                    <a:pt x="111" y="3526"/>
                    <a:pt x="283" y="3622"/>
                    <a:pt x="449" y="3622"/>
                  </a:cubicBezTo>
                  <a:cubicBezTo>
                    <a:pt x="483" y="3622"/>
                    <a:pt x="516" y="3618"/>
                    <a:pt x="549" y="3610"/>
                  </a:cubicBezTo>
                  <a:cubicBezTo>
                    <a:pt x="596" y="3610"/>
                    <a:pt x="692" y="3586"/>
                    <a:pt x="739" y="3539"/>
                  </a:cubicBezTo>
                  <a:cubicBezTo>
                    <a:pt x="859" y="3443"/>
                    <a:pt x="906" y="3252"/>
                    <a:pt x="954" y="3085"/>
                  </a:cubicBezTo>
                  <a:cubicBezTo>
                    <a:pt x="1049" y="2632"/>
                    <a:pt x="1169" y="2227"/>
                    <a:pt x="1264" y="1774"/>
                  </a:cubicBezTo>
                  <a:cubicBezTo>
                    <a:pt x="1312" y="1559"/>
                    <a:pt x="1336" y="1392"/>
                    <a:pt x="1407" y="1177"/>
                  </a:cubicBezTo>
                  <a:cubicBezTo>
                    <a:pt x="1503" y="796"/>
                    <a:pt x="1646" y="200"/>
                    <a:pt x="1145" y="9"/>
                  </a:cubicBezTo>
                  <a:cubicBezTo>
                    <a:pt x="1117" y="3"/>
                    <a:pt x="1085" y="0"/>
                    <a:pt x="105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2" name="Google Shape;4080;p74">
              <a:extLst>
                <a:ext uri="{FF2B5EF4-FFF2-40B4-BE49-F238E27FC236}">
                  <a16:creationId xmlns:a16="http://schemas.microsoft.com/office/drawing/2014/main" id="{549A535E-C796-4CF6-9453-B5C21388CB9E}"/>
                </a:ext>
              </a:extLst>
            </p:cNvPr>
            <p:cNvSpPr/>
            <p:nvPr/>
          </p:nvSpPr>
          <p:spPr>
            <a:xfrm>
              <a:off x="9006511" y="4870245"/>
              <a:ext cx="81008" cy="107309"/>
            </a:xfrm>
            <a:custGeom>
              <a:avLst/>
              <a:gdLst/>
              <a:ahLst/>
              <a:cxnLst/>
              <a:rect l="l" t="t" r="r" b="b"/>
              <a:pathLst>
                <a:path w="1885" h="2497" extrusionOk="0">
                  <a:moveTo>
                    <a:pt x="1065" y="0"/>
                  </a:moveTo>
                  <a:cubicBezTo>
                    <a:pt x="348" y="0"/>
                    <a:pt x="0" y="2306"/>
                    <a:pt x="0" y="2306"/>
                  </a:cubicBezTo>
                  <a:lnTo>
                    <a:pt x="1216" y="2497"/>
                  </a:lnTo>
                  <a:cubicBezTo>
                    <a:pt x="1264" y="1972"/>
                    <a:pt x="1884" y="231"/>
                    <a:pt x="1169" y="16"/>
                  </a:cubicBezTo>
                  <a:cubicBezTo>
                    <a:pt x="1133" y="6"/>
                    <a:pt x="1099" y="0"/>
                    <a:pt x="1065"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3" name="Google Shape;4081;p74">
              <a:extLst>
                <a:ext uri="{FF2B5EF4-FFF2-40B4-BE49-F238E27FC236}">
                  <a16:creationId xmlns:a16="http://schemas.microsoft.com/office/drawing/2014/main" id="{33003A5B-81BF-4681-8371-731444A32640}"/>
                </a:ext>
              </a:extLst>
            </p:cNvPr>
            <p:cNvSpPr/>
            <p:nvPr/>
          </p:nvSpPr>
          <p:spPr>
            <a:xfrm>
              <a:off x="9005480" y="5006304"/>
              <a:ext cx="131246" cy="258280"/>
            </a:xfrm>
            <a:custGeom>
              <a:avLst/>
              <a:gdLst/>
              <a:ahLst/>
              <a:cxnLst/>
              <a:rect l="l" t="t" r="r" b="b"/>
              <a:pathLst>
                <a:path w="3054" h="6010" extrusionOk="0">
                  <a:moveTo>
                    <a:pt x="2474" y="0"/>
                  </a:moveTo>
                  <a:cubicBezTo>
                    <a:pt x="2296" y="0"/>
                    <a:pt x="2023" y="77"/>
                    <a:pt x="1598" y="166"/>
                  </a:cubicBezTo>
                  <a:cubicBezTo>
                    <a:pt x="1479" y="189"/>
                    <a:pt x="1360" y="237"/>
                    <a:pt x="1240" y="309"/>
                  </a:cubicBezTo>
                  <a:cubicBezTo>
                    <a:pt x="0" y="1167"/>
                    <a:pt x="740" y="3147"/>
                    <a:pt x="1073" y="4244"/>
                  </a:cubicBezTo>
                  <a:cubicBezTo>
                    <a:pt x="1217" y="4721"/>
                    <a:pt x="1431" y="5293"/>
                    <a:pt x="1598" y="5770"/>
                  </a:cubicBezTo>
                  <a:cubicBezTo>
                    <a:pt x="1828" y="5951"/>
                    <a:pt x="2040" y="6010"/>
                    <a:pt x="2221" y="6010"/>
                  </a:cubicBezTo>
                  <a:cubicBezTo>
                    <a:pt x="2565" y="6010"/>
                    <a:pt x="2791" y="5794"/>
                    <a:pt x="2791" y="5794"/>
                  </a:cubicBezTo>
                  <a:cubicBezTo>
                    <a:pt x="3029" y="4936"/>
                    <a:pt x="3053" y="4005"/>
                    <a:pt x="3053" y="3147"/>
                  </a:cubicBezTo>
                  <a:cubicBezTo>
                    <a:pt x="3053" y="2694"/>
                    <a:pt x="2862" y="1072"/>
                    <a:pt x="2815" y="643"/>
                  </a:cubicBezTo>
                  <a:cubicBezTo>
                    <a:pt x="2787" y="153"/>
                    <a:pt x="2726" y="0"/>
                    <a:pt x="2474"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4" name="Google Shape;4082;p74">
              <a:extLst>
                <a:ext uri="{FF2B5EF4-FFF2-40B4-BE49-F238E27FC236}">
                  <a16:creationId xmlns:a16="http://schemas.microsoft.com/office/drawing/2014/main" id="{513DF666-160C-4216-B46C-F0F7B0B5B40A}"/>
                </a:ext>
              </a:extLst>
            </p:cNvPr>
            <p:cNvSpPr/>
            <p:nvPr/>
          </p:nvSpPr>
          <p:spPr>
            <a:xfrm>
              <a:off x="9045447" y="5433648"/>
              <a:ext cx="145599" cy="113067"/>
            </a:xfrm>
            <a:custGeom>
              <a:avLst/>
              <a:gdLst/>
              <a:ahLst/>
              <a:cxnLst/>
              <a:rect l="l" t="t" r="r" b="b"/>
              <a:pathLst>
                <a:path w="3388" h="2631" extrusionOk="0">
                  <a:moveTo>
                    <a:pt x="382" y="0"/>
                  </a:moveTo>
                  <a:cubicBezTo>
                    <a:pt x="382" y="0"/>
                    <a:pt x="358" y="883"/>
                    <a:pt x="310" y="1217"/>
                  </a:cubicBezTo>
                  <a:cubicBezTo>
                    <a:pt x="310" y="1240"/>
                    <a:pt x="239" y="1431"/>
                    <a:pt x="239" y="1455"/>
                  </a:cubicBezTo>
                  <a:cubicBezTo>
                    <a:pt x="191" y="1503"/>
                    <a:pt x="167" y="1598"/>
                    <a:pt x="143" y="1670"/>
                  </a:cubicBezTo>
                  <a:cubicBezTo>
                    <a:pt x="72" y="1813"/>
                    <a:pt x="0" y="2051"/>
                    <a:pt x="24" y="2194"/>
                  </a:cubicBezTo>
                  <a:lnTo>
                    <a:pt x="72" y="2266"/>
                  </a:lnTo>
                  <a:cubicBezTo>
                    <a:pt x="143" y="2314"/>
                    <a:pt x="620" y="2385"/>
                    <a:pt x="764" y="2409"/>
                  </a:cubicBezTo>
                  <a:lnTo>
                    <a:pt x="1217" y="2505"/>
                  </a:lnTo>
                  <a:cubicBezTo>
                    <a:pt x="1657" y="2611"/>
                    <a:pt x="1991" y="2630"/>
                    <a:pt x="2175" y="2630"/>
                  </a:cubicBezTo>
                  <a:cubicBezTo>
                    <a:pt x="2281" y="2630"/>
                    <a:pt x="2338" y="2624"/>
                    <a:pt x="2338" y="2624"/>
                  </a:cubicBezTo>
                  <a:cubicBezTo>
                    <a:pt x="3387" y="2528"/>
                    <a:pt x="3292" y="2314"/>
                    <a:pt x="3292" y="2314"/>
                  </a:cubicBezTo>
                  <a:cubicBezTo>
                    <a:pt x="3220" y="2194"/>
                    <a:pt x="3101" y="2171"/>
                    <a:pt x="3053" y="2147"/>
                  </a:cubicBezTo>
                  <a:cubicBezTo>
                    <a:pt x="3029" y="2099"/>
                    <a:pt x="2218" y="1908"/>
                    <a:pt x="2218" y="1908"/>
                  </a:cubicBezTo>
                  <a:cubicBezTo>
                    <a:pt x="2218" y="1908"/>
                    <a:pt x="1551" y="1527"/>
                    <a:pt x="1145" y="1264"/>
                  </a:cubicBezTo>
                  <a:cubicBezTo>
                    <a:pt x="1074" y="835"/>
                    <a:pt x="1264" y="48"/>
                    <a:pt x="1264" y="48"/>
                  </a:cubicBezTo>
                  <a:lnTo>
                    <a:pt x="382"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5" name="Google Shape;4083;p74">
              <a:extLst>
                <a:ext uri="{FF2B5EF4-FFF2-40B4-BE49-F238E27FC236}">
                  <a16:creationId xmlns:a16="http://schemas.microsoft.com/office/drawing/2014/main" id="{E77B0F26-5684-4046-8ABC-0488648841C0}"/>
                </a:ext>
              </a:extLst>
            </p:cNvPr>
            <p:cNvSpPr/>
            <p:nvPr/>
          </p:nvSpPr>
          <p:spPr>
            <a:xfrm>
              <a:off x="9042352" y="5495145"/>
              <a:ext cx="147662" cy="51570"/>
            </a:xfrm>
            <a:custGeom>
              <a:avLst/>
              <a:gdLst/>
              <a:ahLst/>
              <a:cxnLst/>
              <a:rect l="l" t="t" r="r" b="b"/>
              <a:pathLst>
                <a:path w="3436" h="1200" extrusionOk="0">
                  <a:moveTo>
                    <a:pt x="1408" y="0"/>
                  </a:moveTo>
                  <a:cubicBezTo>
                    <a:pt x="1289" y="48"/>
                    <a:pt x="1098" y="72"/>
                    <a:pt x="955" y="72"/>
                  </a:cubicBezTo>
                  <a:cubicBezTo>
                    <a:pt x="740" y="72"/>
                    <a:pt x="502" y="72"/>
                    <a:pt x="263" y="24"/>
                  </a:cubicBezTo>
                  <a:cubicBezTo>
                    <a:pt x="239" y="72"/>
                    <a:pt x="215" y="143"/>
                    <a:pt x="120" y="239"/>
                  </a:cubicBezTo>
                  <a:cubicBezTo>
                    <a:pt x="96" y="382"/>
                    <a:pt x="1" y="620"/>
                    <a:pt x="72" y="763"/>
                  </a:cubicBezTo>
                  <a:lnTo>
                    <a:pt x="120" y="835"/>
                  </a:lnTo>
                  <a:cubicBezTo>
                    <a:pt x="192" y="883"/>
                    <a:pt x="669" y="954"/>
                    <a:pt x="812" y="978"/>
                  </a:cubicBezTo>
                  <a:lnTo>
                    <a:pt x="1265" y="1074"/>
                  </a:lnTo>
                  <a:cubicBezTo>
                    <a:pt x="1690" y="1180"/>
                    <a:pt x="2028" y="1199"/>
                    <a:pt x="2218" y="1199"/>
                  </a:cubicBezTo>
                  <a:cubicBezTo>
                    <a:pt x="2326" y="1199"/>
                    <a:pt x="2386" y="1193"/>
                    <a:pt x="2386" y="1193"/>
                  </a:cubicBezTo>
                  <a:cubicBezTo>
                    <a:pt x="3435" y="1097"/>
                    <a:pt x="3340" y="883"/>
                    <a:pt x="3340" y="883"/>
                  </a:cubicBezTo>
                  <a:cubicBezTo>
                    <a:pt x="3244" y="763"/>
                    <a:pt x="3125" y="740"/>
                    <a:pt x="3101" y="716"/>
                  </a:cubicBezTo>
                  <a:cubicBezTo>
                    <a:pt x="3078" y="668"/>
                    <a:pt x="2267" y="477"/>
                    <a:pt x="2267" y="477"/>
                  </a:cubicBezTo>
                  <a:cubicBezTo>
                    <a:pt x="2267" y="477"/>
                    <a:pt x="1790" y="239"/>
                    <a:pt x="1408"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6" name="Google Shape;4084;p74">
              <a:extLst>
                <a:ext uri="{FF2B5EF4-FFF2-40B4-BE49-F238E27FC236}">
                  <a16:creationId xmlns:a16="http://schemas.microsoft.com/office/drawing/2014/main" id="{E364C98A-1344-4AAF-AB23-D4CB7E4EC504}"/>
                </a:ext>
              </a:extLst>
            </p:cNvPr>
            <p:cNvSpPr/>
            <p:nvPr/>
          </p:nvSpPr>
          <p:spPr>
            <a:xfrm>
              <a:off x="9053655" y="5230677"/>
              <a:ext cx="73831" cy="221450"/>
            </a:xfrm>
            <a:custGeom>
              <a:avLst/>
              <a:gdLst/>
              <a:ahLst/>
              <a:cxnLst/>
              <a:rect l="l" t="t" r="r" b="b"/>
              <a:pathLst>
                <a:path w="1718" h="5153" extrusionOk="0">
                  <a:moveTo>
                    <a:pt x="1073" y="1"/>
                  </a:moveTo>
                  <a:cubicBezTo>
                    <a:pt x="835" y="1"/>
                    <a:pt x="644" y="216"/>
                    <a:pt x="549" y="430"/>
                  </a:cubicBezTo>
                  <a:cubicBezTo>
                    <a:pt x="0" y="1694"/>
                    <a:pt x="72" y="4055"/>
                    <a:pt x="167" y="5129"/>
                  </a:cubicBezTo>
                  <a:lnTo>
                    <a:pt x="1073" y="5153"/>
                  </a:lnTo>
                  <a:cubicBezTo>
                    <a:pt x="1264" y="3936"/>
                    <a:pt x="1646" y="1336"/>
                    <a:pt x="1670" y="931"/>
                  </a:cubicBezTo>
                  <a:cubicBezTo>
                    <a:pt x="1717" y="788"/>
                    <a:pt x="1717" y="359"/>
                    <a:pt x="1622" y="239"/>
                  </a:cubicBezTo>
                  <a:cubicBezTo>
                    <a:pt x="1503" y="96"/>
                    <a:pt x="1264" y="1"/>
                    <a:pt x="1073"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7" name="Google Shape;4085;p74">
              <a:extLst>
                <a:ext uri="{FF2B5EF4-FFF2-40B4-BE49-F238E27FC236}">
                  <a16:creationId xmlns:a16="http://schemas.microsoft.com/office/drawing/2014/main" id="{019E1CFC-C6E4-46FF-8BE5-9D9FAD434A46}"/>
                </a:ext>
              </a:extLst>
            </p:cNvPr>
            <p:cNvSpPr/>
            <p:nvPr/>
          </p:nvSpPr>
          <p:spPr>
            <a:xfrm>
              <a:off x="9027010" y="5057488"/>
              <a:ext cx="188617" cy="214531"/>
            </a:xfrm>
            <a:custGeom>
              <a:avLst/>
              <a:gdLst/>
              <a:ahLst/>
              <a:cxnLst/>
              <a:rect l="l" t="t" r="r" b="b"/>
              <a:pathLst>
                <a:path w="4389" h="4992" extrusionOk="0">
                  <a:moveTo>
                    <a:pt x="95" y="0"/>
                  </a:moveTo>
                  <a:cubicBezTo>
                    <a:pt x="0" y="668"/>
                    <a:pt x="119" y="1145"/>
                    <a:pt x="119" y="1145"/>
                  </a:cubicBezTo>
                  <a:cubicBezTo>
                    <a:pt x="310" y="2004"/>
                    <a:pt x="1383" y="2337"/>
                    <a:pt x="1741" y="2433"/>
                  </a:cubicBezTo>
                  <a:cubicBezTo>
                    <a:pt x="1932" y="2838"/>
                    <a:pt x="2170" y="3220"/>
                    <a:pt x="2361" y="3554"/>
                  </a:cubicBezTo>
                  <a:cubicBezTo>
                    <a:pt x="2600" y="4007"/>
                    <a:pt x="2862" y="4412"/>
                    <a:pt x="3124" y="4842"/>
                  </a:cubicBezTo>
                  <a:cubicBezTo>
                    <a:pt x="3330" y="4951"/>
                    <a:pt x="3516" y="4991"/>
                    <a:pt x="3676" y="4991"/>
                  </a:cubicBezTo>
                  <a:cubicBezTo>
                    <a:pt x="4110" y="4991"/>
                    <a:pt x="4365" y="4699"/>
                    <a:pt x="4365" y="4699"/>
                  </a:cubicBezTo>
                  <a:cubicBezTo>
                    <a:pt x="4389" y="3792"/>
                    <a:pt x="4245" y="2910"/>
                    <a:pt x="4055" y="2027"/>
                  </a:cubicBezTo>
                  <a:cubicBezTo>
                    <a:pt x="3959" y="1717"/>
                    <a:pt x="3578" y="644"/>
                    <a:pt x="3363"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8" name="Google Shape;4086;p74">
              <a:extLst>
                <a:ext uri="{FF2B5EF4-FFF2-40B4-BE49-F238E27FC236}">
                  <a16:creationId xmlns:a16="http://schemas.microsoft.com/office/drawing/2014/main" id="{2DD35439-D6BC-42F4-A2E0-57836D50CCFA}"/>
                </a:ext>
              </a:extLst>
            </p:cNvPr>
            <p:cNvSpPr/>
            <p:nvPr/>
          </p:nvSpPr>
          <p:spPr>
            <a:xfrm>
              <a:off x="9163327" y="5440825"/>
              <a:ext cx="146588" cy="105847"/>
            </a:xfrm>
            <a:custGeom>
              <a:avLst/>
              <a:gdLst/>
              <a:ahLst/>
              <a:cxnLst/>
              <a:rect l="l" t="t" r="r" b="b"/>
              <a:pathLst>
                <a:path w="3411" h="2463" extrusionOk="0">
                  <a:moveTo>
                    <a:pt x="1026" y="0"/>
                  </a:moveTo>
                  <a:lnTo>
                    <a:pt x="143" y="24"/>
                  </a:lnTo>
                  <a:cubicBezTo>
                    <a:pt x="143" y="24"/>
                    <a:pt x="191" y="930"/>
                    <a:pt x="191" y="1264"/>
                  </a:cubicBezTo>
                  <a:cubicBezTo>
                    <a:pt x="191" y="1288"/>
                    <a:pt x="143" y="1455"/>
                    <a:pt x="143" y="1503"/>
                  </a:cubicBezTo>
                  <a:cubicBezTo>
                    <a:pt x="119" y="1550"/>
                    <a:pt x="72" y="1646"/>
                    <a:pt x="72" y="1694"/>
                  </a:cubicBezTo>
                  <a:cubicBezTo>
                    <a:pt x="48" y="1861"/>
                    <a:pt x="0" y="2099"/>
                    <a:pt x="119" y="2266"/>
                  </a:cubicBezTo>
                  <a:lnTo>
                    <a:pt x="167" y="2314"/>
                  </a:lnTo>
                  <a:cubicBezTo>
                    <a:pt x="239" y="2361"/>
                    <a:pt x="716" y="2385"/>
                    <a:pt x="859" y="2385"/>
                  </a:cubicBezTo>
                  <a:cubicBezTo>
                    <a:pt x="1002" y="2385"/>
                    <a:pt x="1145" y="2409"/>
                    <a:pt x="1312" y="2409"/>
                  </a:cubicBezTo>
                  <a:cubicBezTo>
                    <a:pt x="1535" y="2449"/>
                    <a:pt x="1733" y="2462"/>
                    <a:pt x="1899" y="2462"/>
                  </a:cubicBezTo>
                  <a:cubicBezTo>
                    <a:pt x="2231" y="2462"/>
                    <a:pt x="2433" y="2409"/>
                    <a:pt x="2433" y="2409"/>
                  </a:cubicBezTo>
                  <a:cubicBezTo>
                    <a:pt x="3411" y="2242"/>
                    <a:pt x="3339" y="2027"/>
                    <a:pt x="3339" y="2027"/>
                  </a:cubicBezTo>
                  <a:cubicBezTo>
                    <a:pt x="3220" y="1908"/>
                    <a:pt x="3101" y="1908"/>
                    <a:pt x="3053" y="1884"/>
                  </a:cubicBezTo>
                  <a:cubicBezTo>
                    <a:pt x="3005" y="1884"/>
                    <a:pt x="2194" y="1765"/>
                    <a:pt x="2194" y="1765"/>
                  </a:cubicBezTo>
                  <a:cubicBezTo>
                    <a:pt x="2194" y="1765"/>
                    <a:pt x="1479" y="1455"/>
                    <a:pt x="1073" y="1240"/>
                  </a:cubicBezTo>
                  <a:cubicBezTo>
                    <a:pt x="906" y="763"/>
                    <a:pt x="1026" y="0"/>
                    <a:pt x="1026"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9" name="Google Shape;4087;p74">
              <a:extLst>
                <a:ext uri="{FF2B5EF4-FFF2-40B4-BE49-F238E27FC236}">
                  <a16:creationId xmlns:a16="http://schemas.microsoft.com/office/drawing/2014/main" id="{CA23A685-003F-4D0B-8A2B-D3C36A3D414C}"/>
                </a:ext>
              </a:extLst>
            </p:cNvPr>
            <p:cNvSpPr/>
            <p:nvPr/>
          </p:nvSpPr>
          <p:spPr>
            <a:xfrm>
              <a:off x="9184857" y="5439793"/>
              <a:ext cx="5157" cy="6188"/>
            </a:xfrm>
            <a:custGeom>
              <a:avLst/>
              <a:gdLst/>
              <a:ahLst/>
              <a:cxnLst/>
              <a:rect l="l" t="t" r="r" b="b"/>
              <a:pathLst>
                <a:path w="120" h="144" extrusionOk="0">
                  <a:moveTo>
                    <a:pt x="0" y="0"/>
                  </a:moveTo>
                  <a:cubicBezTo>
                    <a:pt x="24" y="48"/>
                    <a:pt x="24" y="96"/>
                    <a:pt x="48" y="143"/>
                  </a:cubicBezTo>
                  <a:cubicBezTo>
                    <a:pt x="72" y="96"/>
                    <a:pt x="72" y="48"/>
                    <a:pt x="119" y="0"/>
                  </a:cubicBezTo>
                  <a:close/>
                </a:path>
              </a:pathLst>
            </a:custGeom>
            <a:solidFill>
              <a:srgbClr val="F4D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0" name="Google Shape;4088;p74">
              <a:extLst>
                <a:ext uri="{FF2B5EF4-FFF2-40B4-BE49-F238E27FC236}">
                  <a16:creationId xmlns:a16="http://schemas.microsoft.com/office/drawing/2014/main" id="{918C9BDF-CD12-4859-A359-750621ED1986}"/>
                </a:ext>
              </a:extLst>
            </p:cNvPr>
            <p:cNvSpPr/>
            <p:nvPr/>
          </p:nvSpPr>
          <p:spPr>
            <a:xfrm>
              <a:off x="9163327" y="5497165"/>
              <a:ext cx="145556" cy="47444"/>
            </a:xfrm>
            <a:custGeom>
              <a:avLst/>
              <a:gdLst/>
              <a:ahLst/>
              <a:cxnLst/>
              <a:rect l="l" t="t" r="r" b="b"/>
              <a:pathLst>
                <a:path w="3387" h="1104" extrusionOk="0">
                  <a:moveTo>
                    <a:pt x="167" y="1"/>
                  </a:moveTo>
                  <a:cubicBezTo>
                    <a:pt x="167" y="49"/>
                    <a:pt x="143" y="144"/>
                    <a:pt x="143" y="144"/>
                  </a:cubicBezTo>
                  <a:cubicBezTo>
                    <a:pt x="119" y="239"/>
                    <a:pt x="72" y="311"/>
                    <a:pt x="72" y="359"/>
                  </a:cubicBezTo>
                  <a:cubicBezTo>
                    <a:pt x="72" y="502"/>
                    <a:pt x="0" y="740"/>
                    <a:pt x="72" y="883"/>
                  </a:cubicBezTo>
                  <a:lnTo>
                    <a:pt x="143" y="955"/>
                  </a:lnTo>
                  <a:cubicBezTo>
                    <a:pt x="191" y="979"/>
                    <a:pt x="668" y="1003"/>
                    <a:pt x="835" y="1003"/>
                  </a:cubicBezTo>
                  <a:cubicBezTo>
                    <a:pt x="978" y="1003"/>
                    <a:pt x="1121" y="1050"/>
                    <a:pt x="1264" y="1050"/>
                  </a:cubicBezTo>
                  <a:cubicBezTo>
                    <a:pt x="1495" y="1090"/>
                    <a:pt x="1699" y="1103"/>
                    <a:pt x="1868" y="1103"/>
                  </a:cubicBezTo>
                  <a:cubicBezTo>
                    <a:pt x="2208" y="1103"/>
                    <a:pt x="2409" y="1050"/>
                    <a:pt x="2409" y="1050"/>
                  </a:cubicBezTo>
                  <a:cubicBezTo>
                    <a:pt x="3387" y="860"/>
                    <a:pt x="3292" y="645"/>
                    <a:pt x="3292" y="645"/>
                  </a:cubicBezTo>
                  <a:cubicBezTo>
                    <a:pt x="3172" y="526"/>
                    <a:pt x="3053" y="526"/>
                    <a:pt x="3029" y="502"/>
                  </a:cubicBezTo>
                  <a:cubicBezTo>
                    <a:pt x="2981" y="502"/>
                    <a:pt x="2171" y="383"/>
                    <a:pt x="2171" y="383"/>
                  </a:cubicBezTo>
                  <a:cubicBezTo>
                    <a:pt x="2171" y="383"/>
                    <a:pt x="1837" y="263"/>
                    <a:pt x="1503" y="120"/>
                  </a:cubicBezTo>
                  <a:lnTo>
                    <a:pt x="1479" y="120"/>
                  </a:lnTo>
                  <a:cubicBezTo>
                    <a:pt x="1293" y="164"/>
                    <a:pt x="1103" y="193"/>
                    <a:pt x="914" y="193"/>
                  </a:cubicBezTo>
                  <a:cubicBezTo>
                    <a:pt x="691" y="193"/>
                    <a:pt x="470" y="152"/>
                    <a:pt x="263" y="49"/>
                  </a:cubicBezTo>
                  <a:cubicBezTo>
                    <a:pt x="239" y="25"/>
                    <a:pt x="191" y="25"/>
                    <a:pt x="167"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1" name="Google Shape;4089;p74">
              <a:extLst>
                <a:ext uri="{FF2B5EF4-FFF2-40B4-BE49-F238E27FC236}">
                  <a16:creationId xmlns:a16="http://schemas.microsoft.com/office/drawing/2014/main" id="{F9E3957F-2194-416F-8159-25934FDE1C3A}"/>
                </a:ext>
              </a:extLst>
            </p:cNvPr>
            <p:cNvSpPr/>
            <p:nvPr/>
          </p:nvSpPr>
          <p:spPr>
            <a:xfrm>
              <a:off x="9156150" y="5243097"/>
              <a:ext cx="58446" cy="216207"/>
            </a:xfrm>
            <a:custGeom>
              <a:avLst/>
              <a:gdLst/>
              <a:ahLst/>
              <a:cxnLst/>
              <a:rect l="l" t="t" r="r" b="b"/>
              <a:pathLst>
                <a:path w="1360" h="5031" extrusionOk="0">
                  <a:moveTo>
                    <a:pt x="733" y="1"/>
                  </a:moveTo>
                  <a:cubicBezTo>
                    <a:pt x="612" y="1"/>
                    <a:pt x="496" y="25"/>
                    <a:pt x="406" y="70"/>
                  </a:cubicBezTo>
                  <a:cubicBezTo>
                    <a:pt x="48" y="260"/>
                    <a:pt x="72" y="737"/>
                    <a:pt x="48" y="1095"/>
                  </a:cubicBezTo>
                  <a:cubicBezTo>
                    <a:pt x="0" y="1453"/>
                    <a:pt x="0" y="1763"/>
                    <a:pt x="0" y="2121"/>
                  </a:cubicBezTo>
                  <a:cubicBezTo>
                    <a:pt x="0" y="3122"/>
                    <a:pt x="119" y="4076"/>
                    <a:pt x="310" y="5031"/>
                  </a:cubicBezTo>
                  <a:cubicBezTo>
                    <a:pt x="310" y="5031"/>
                    <a:pt x="1264" y="4959"/>
                    <a:pt x="1240" y="4935"/>
                  </a:cubicBezTo>
                  <a:cubicBezTo>
                    <a:pt x="1264" y="3719"/>
                    <a:pt x="1360" y="1095"/>
                    <a:pt x="1360" y="666"/>
                  </a:cubicBezTo>
                  <a:cubicBezTo>
                    <a:pt x="1360" y="451"/>
                    <a:pt x="1312" y="213"/>
                    <a:pt x="1121" y="93"/>
                  </a:cubicBezTo>
                  <a:cubicBezTo>
                    <a:pt x="1008" y="31"/>
                    <a:pt x="868" y="1"/>
                    <a:pt x="733"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2" name="Google Shape;4090;p74">
              <a:extLst>
                <a:ext uri="{FF2B5EF4-FFF2-40B4-BE49-F238E27FC236}">
                  <a16:creationId xmlns:a16="http://schemas.microsoft.com/office/drawing/2014/main" id="{DE5E680C-FE38-4147-8CF0-BAB6B052A8B1}"/>
                </a:ext>
              </a:extLst>
            </p:cNvPr>
            <p:cNvSpPr/>
            <p:nvPr/>
          </p:nvSpPr>
          <p:spPr>
            <a:xfrm>
              <a:off x="9158170" y="4795082"/>
              <a:ext cx="12377" cy="25656"/>
            </a:xfrm>
            <a:custGeom>
              <a:avLst/>
              <a:gdLst/>
              <a:ahLst/>
              <a:cxnLst/>
              <a:rect l="l" t="t" r="r" b="b"/>
              <a:pathLst>
                <a:path w="288" h="597" extrusionOk="0">
                  <a:moveTo>
                    <a:pt x="144" y="0"/>
                  </a:moveTo>
                  <a:lnTo>
                    <a:pt x="1" y="549"/>
                  </a:lnTo>
                  <a:lnTo>
                    <a:pt x="287" y="597"/>
                  </a:lnTo>
                  <a:lnTo>
                    <a:pt x="144"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3" name="Google Shape;4091;p74">
              <a:extLst>
                <a:ext uri="{FF2B5EF4-FFF2-40B4-BE49-F238E27FC236}">
                  <a16:creationId xmlns:a16="http://schemas.microsoft.com/office/drawing/2014/main" id="{5110FF33-A547-4D15-9978-953DD3BF0548}"/>
                </a:ext>
              </a:extLst>
            </p:cNvPr>
            <p:cNvSpPr/>
            <p:nvPr/>
          </p:nvSpPr>
          <p:spPr>
            <a:xfrm>
              <a:off x="9086445" y="4795082"/>
              <a:ext cx="42073" cy="78429"/>
            </a:xfrm>
            <a:custGeom>
              <a:avLst/>
              <a:gdLst/>
              <a:ahLst/>
              <a:cxnLst/>
              <a:rect l="l" t="t" r="r" b="b"/>
              <a:pathLst>
                <a:path w="979" h="1825" extrusionOk="0">
                  <a:moveTo>
                    <a:pt x="48" y="0"/>
                  </a:moveTo>
                  <a:lnTo>
                    <a:pt x="0" y="1431"/>
                  </a:lnTo>
                  <a:cubicBezTo>
                    <a:pt x="0" y="1431"/>
                    <a:pt x="0" y="1551"/>
                    <a:pt x="167" y="1694"/>
                  </a:cubicBezTo>
                  <a:cubicBezTo>
                    <a:pt x="275" y="1789"/>
                    <a:pt x="454" y="1825"/>
                    <a:pt x="618" y="1825"/>
                  </a:cubicBezTo>
                  <a:cubicBezTo>
                    <a:pt x="781" y="1825"/>
                    <a:pt x="931" y="1789"/>
                    <a:pt x="978" y="1741"/>
                  </a:cubicBezTo>
                  <a:cubicBezTo>
                    <a:pt x="978" y="1741"/>
                    <a:pt x="954" y="740"/>
                    <a:pt x="954" y="573"/>
                  </a:cubicBezTo>
                  <a:lnTo>
                    <a:pt x="48"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4" name="Google Shape;4092;p74">
              <a:extLst>
                <a:ext uri="{FF2B5EF4-FFF2-40B4-BE49-F238E27FC236}">
                  <a16:creationId xmlns:a16="http://schemas.microsoft.com/office/drawing/2014/main" id="{7AEB0E50-AC8B-41F4-9E5F-3880B55E8FCC}"/>
                </a:ext>
              </a:extLst>
            </p:cNvPr>
            <p:cNvSpPr/>
            <p:nvPr/>
          </p:nvSpPr>
          <p:spPr>
            <a:xfrm>
              <a:off x="9084382" y="4747939"/>
              <a:ext cx="86165" cy="98499"/>
            </a:xfrm>
            <a:custGeom>
              <a:avLst/>
              <a:gdLst/>
              <a:ahLst/>
              <a:cxnLst/>
              <a:rect l="l" t="t" r="r" b="b"/>
              <a:pathLst>
                <a:path w="2005" h="2292" extrusionOk="0">
                  <a:moveTo>
                    <a:pt x="191" y="0"/>
                  </a:moveTo>
                  <a:lnTo>
                    <a:pt x="120" y="501"/>
                  </a:lnTo>
                  <a:lnTo>
                    <a:pt x="48" y="1264"/>
                  </a:lnTo>
                  <a:lnTo>
                    <a:pt x="1" y="1479"/>
                  </a:lnTo>
                  <a:cubicBezTo>
                    <a:pt x="356" y="2060"/>
                    <a:pt x="853" y="2292"/>
                    <a:pt x="1219" y="2292"/>
                  </a:cubicBezTo>
                  <a:cubicBezTo>
                    <a:pt x="1393" y="2292"/>
                    <a:pt x="1538" y="2239"/>
                    <a:pt x="1623" y="2147"/>
                  </a:cubicBezTo>
                  <a:cubicBezTo>
                    <a:pt x="1885" y="1837"/>
                    <a:pt x="2004" y="239"/>
                    <a:pt x="2004" y="239"/>
                  </a:cubicBezTo>
                  <a:lnTo>
                    <a:pt x="191"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5" name="Google Shape;4093;p74">
              <a:extLst>
                <a:ext uri="{FF2B5EF4-FFF2-40B4-BE49-F238E27FC236}">
                  <a16:creationId xmlns:a16="http://schemas.microsoft.com/office/drawing/2014/main" id="{35466747-62BB-42B6-BF90-7E97A84D84CC}"/>
                </a:ext>
              </a:extLst>
            </p:cNvPr>
            <p:cNvSpPr/>
            <p:nvPr/>
          </p:nvSpPr>
          <p:spPr>
            <a:xfrm>
              <a:off x="9060832" y="4726924"/>
              <a:ext cx="143536" cy="118439"/>
            </a:xfrm>
            <a:custGeom>
              <a:avLst/>
              <a:gdLst/>
              <a:ahLst/>
              <a:cxnLst/>
              <a:rect l="l" t="t" r="r" b="b"/>
              <a:pathLst>
                <a:path w="3340" h="2756" extrusionOk="0">
                  <a:moveTo>
                    <a:pt x="1289" y="0"/>
                  </a:moveTo>
                  <a:cubicBezTo>
                    <a:pt x="962" y="0"/>
                    <a:pt x="670" y="89"/>
                    <a:pt x="596" y="275"/>
                  </a:cubicBezTo>
                  <a:cubicBezTo>
                    <a:pt x="596" y="275"/>
                    <a:pt x="0" y="346"/>
                    <a:pt x="143" y="1133"/>
                  </a:cubicBezTo>
                  <a:cubicBezTo>
                    <a:pt x="262" y="1944"/>
                    <a:pt x="501" y="2636"/>
                    <a:pt x="668" y="2684"/>
                  </a:cubicBezTo>
                  <a:lnTo>
                    <a:pt x="954" y="2755"/>
                  </a:lnTo>
                  <a:cubicBezTo>
                    <a:pt x="954" y="2755"/>
                    <a:pt x="1574" y="1419"/>
                    <a:pt x="1789" y="1324"/>
                  </a:cubicBezTo>
                  <a:cubicBezTo>
                    <a:pt x="1980" y="1205"/>
                    <a:pt x="2648" y="1372"/>
                    <a:pt x="2981" y="847"/>
                  </a:cubicBezTo>
                  <a:cubicBezTo>
                    <a:pt x="3339" y="346"/>
                    <a:pt x="3125" y="60"/>
                    <a:pt x="2981" y="36"/>
                  </a:cubicBezTo>
                  <a:cubicBezTo>
                    <a:pt x="2978" y="36"/>
                    <a:pt x="2974" y="35"/>
                    <a:pt x="2970" y="35"/>
                  </a:cubicBezTo>
                  <a:cubicBezTo>
                    <a:pt x="2841" y="35"/>
                    <a:pt x="2671" y="316"/>
                    <a:pt x="2407" y="316"/>
                  </a:cubicBezTo>
                  <a:cubicBezTo>
                    <a:pt x="2329" y="316"/>
                    <a:pt x="2243" y="291"/>
                    <a:pt x="2147" y="227"/>
                  </a:cubicBezTo>
                  <a:cubicBezTo>
                    <a:pt x="1928" y="77"/>
                    <a:pt x="1593" y="0"/>
                    <a:pt x="1289"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6" name="Google Shape;4094;p74">
              <a:extLst>
                <a:ext uri="{FF2B5EF4-FFF2-40B4-BE49-F238E27FC236}">
                  <a16:creationId xmlns:a16="http://schemas.microsoft.com/office/drawing/2014/main" id="{71EB808F-C857-469B-899A-C4CF649B73A5}"/>
                </a:ext>
              </a:extLst>
            </p:cNvPr>
            <p:cNvSpPr/>
            <p:nvPr/>
          </p:nvSpPr>
          <p:spPr>
            <a:xfrm>
              <a:off x="9109007" y="4780643"/>
              <a:ext cx="24625" cy="40096"/>
            </a:xfrm>
            <a:custGeom>
              <a:avLst/>
              <a:gdLst/>
              <a:ahLst/>
              <a:cxnLst/>
              <a:rect l="l" t="t" r="r" b="b"/>
              <a:pathLst>
                <a:path w="573" h="933" extrusionOk="0">
                  <a:moveTo>
                    <a:pt x="337" y="1"/>
                  </a:moveTo>
                  <a:cubicBezTo>
                    <a:pt x="293" y="1"/>
                    <a:pt x="250" y="15"/>
                    <a:pt x="215" y="50"/>
                  </a:cubicBezTo>
                  <a:cubicBezTo>
                    <a:pt x="0" y="193"/>
                    <a:pt x="0" y="670"/>
                    <a:pt x="429" y="933"/>
                  </a:cubicBezTo>
                  <a:lnTo>
                    <a:pt x="573" y="169"/>
                  </a:lnTo>
                  <a:cubicBezTo>
                    <a:pt x="556" y="85"/>
                    <a:pt x="443" y="1"/>
                    <a:pt x="337"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7" name="Google Shape;4095;p74">
              <a:extLst>
                <a:ext uri="{FF2B5EF4-FFF2-40B4-BE49-F238E27FC236}">
                  <a16:creationId xmlns:a16="http://schemas.microsoft.com/office/drawing/2014/main" id="{066CA723-DA87-4994-8D7B-A9743E64D697}"/>
                </a:ext>
              </a:extLst>
            </p:cNvPr>
            <p:cNvSpPr/>
            <p:nvPr/>
          </p:nvSpPr>
          <p:spPr>
            <a:xfrm>
              <a:off x="9020822" y="4857611"/>
              <a:ext cx="158922" cy="247407"/>
            </a:xfrm>
            <a:custGeom>
              <a:avLst/>
              <a:gdLst/>
              <a:ahLst/>
              <a:cxnLst/>
              <a:rect l="l" t="t" r="r" b="b"/>
              <a:pathLst>
                <a:path w="3698" h="5757" extrusionOk="0">
                  <a:moveTo>
                    <a:pt x="1575" y="0"/>
                  </a:moveTo>
                  <a:cubicBezTo>
                    <a:pt x="1337" y="0"/>
                    <a:pt x="1074" y="24"/>
                    <a:pt x="860" y="72"/>
                  </a:cubicBezTo>
                  <a:cubicBezTo>
                    <a:pt x="740" y="96"/>
                    <a:pt x="573" y="167"/>
                    <a:pt x="502" y="286"/>
                  </a:cubicBezTo>
                  <a:cubicBezTo>
                    <a:pt x="1" y="1193"/>
                    <a:pt x="25" y="5557"/>
                    <a:pt x="25" y="5557"/>
                  </a:cubicBezTo>
                  <a:cubicBezTo>
                    <a:pt x="472" y="5701"/>
                    <a:pt x="902" y="5757"/>
                    <a:pt x="1301" y="5757"/>
                  </a:cubicBezTo>
                  <a:cubicBezTo>
                    <a:pt x="2690" y="5757"/>
                    <a:pt x="3698" y="5080"/>
                    <a:pt x="3698" y="5080"/>
                  </a:cubicBezTo>
                  <a:lnTo>
                    <a:pt x="3388" y="4055"/>
                  </a:lnTo>
                  <a:cubicBezTo>
                    <a:pt x="3245" y="3626"/>
                    <a:pt x="3245" y="3101"/>
                    <a:pt x="3268" y="2624"/>
                  </a:cubicBezTo>
                  <a:cubicBezTo>
                    <a:pt x="3268" y="2338"/>
                    <a:pt x="3316" y="2075"/>
                    <a:pt x="3340" y="1789"/>
                  </a:cubicBezTo>
                  <a:cubicBezTo>
                    <a:pt x="3364" y="1479"/>
                    <a:pt x="3364" y="1074"/>
                    <a:pt x="3245" y="764"/>
                  </a:cubicBezTo>
                  <a:cubicBezTo>
                    <a:pt x="3030" y="120"/>
                    <a:pt x="2147" y="48"/>
                    <a:pt x="1575"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8" name="Google Shape;4096;p74">
              <a:extLst>
                <a:ext uri="{FF2B5EF4-FFF2-40B4-BE49-F238E27FC236}">
                  <a16:creationId xmlns:a16="http://schemas.microsoft.com/office/drawing/2014/main" id="{DC38825F-893D-498A-929E-16ECFE68DD20}"/>
                </a:ext>
              </a:extLst>
            </p:cNvPr>
            <p:cNvSpPr/>
            <p:nvPr/>
          </p:nvSpPr>
          <p:spPr>
            <a:xfrm>
              <a:off x="9211502" y="4855548"/>
              <a:ext cx="92267" cy="168032"/>
            </a:xfrm>
            <a:custGeom>
              <a:avLst/>
              <a:gdLst/>
              <a:ahLst/>
              <a:cxnLst/>
              <a:rect l="l" t="t" r="r" b="b"/>
              <a:pathLst>
                <a:path w="2147" h="3910" extrusionOk="0">
                  <a:moveTo>
                    <a:pt x="2147" y="1"/>
                  </a:moveTo>
                  <a:cubicBezTo>
                    <a:pt x="1765" y="24"/>
                    <a:pt x="1455" y="239"/>
                    <a:pt x="1216" y="525"/>
                  </a:cubicBezTo>
                  <a:cubicBezTo>
                    <a:pt x="1216" y="740"/>
                    <a:pt x="1264" y="931"/>
                    <a:pt x="1264" y="931"/>
                  </a:cubicBezTo>
                  <a:lnTo>
                    <a:pt x="1073" y="1217"/>
                  </a:lnTo>
                  <a:cubicBezTo>
                    <a:pt x="596" y="1932"/>
                    <a:pt x="0" y="2648"/>
                    <a:pt x="96" y="3578"/>
                  </a:cubicBezTo>
                  <a:cubicBezTo>
                    <a:pt x="96" y="3650"/>
                    <a:pt x="119" y="3769"/>
                    <a:pt x="191" y="3841"/>
                  </a:cubicBezTo>
                  <a:cubicBezTo>
                    <a:pt x="236" y="3888"/>
                    <a:pt x="284" y="3909"/>
                    <a:pt x="336" y="3909"/>
                  </a:cubicBezTo>
                  <a:cubicBezTo>
                    <a:pt x="856" y="3909"/>
                    <a:pt x="1650" y="1688"/>
                    <a:pt x="1694" y="1384"/>
                  </a:cubicBezTo>
                  <a:cubicBezTo>
                    <a:pt x="1789" y="978"/>
                    <a:pt x="2027" y="716"/>
                    <a:pt x="2123" y="311"/>
                  </a:cubicBezTo>
                  <a:cubicBezTo>
                    <a:pt x="2147" y="191"/>
                    <a:pt x="2147" y="72"/>
                    <a:pt x="2147"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9" name="Google Shape;4097;p74">
              <a:extLst>
                <a:ext uri="{FF2B5EF4-FFF2-40B4-BE49-F238E27FC236}">
                  <a16:creationId xmlns:a16="http://schemas.microsoft.com/office/drawing/2014/main" id="{30B3B5DC-3C72-480F-9FDF-D521F3E4691D}"/>
                </a:ext>
              </a:extLst>
            </p:cNvPr>
            <p:cNvSpPr/>
            <p:nvPr/>
          </p:nvSpPr>
          <p:spPr>
            <a:xfrm>
              <a:off x="9261697" y="4837112"/>
              <a:ext cx="22605" cy="56426"/>
            </a:xfrm>
            <a:custGeom>
              <a:avLst/>
              <a:gdLst/>
              <a:ahLst/>
              <a:cxnLst/>
              <a:rect l="l" t="t" r="r" b="b"/>
              <a:pathLst>
                <a:path w="526" h="1313" extrusionOk="0">
                  <a:moveTo>
                    <a:pt x="526" y="907"/>
                  </a:moveTo>
                  <a:cubicBezTo>
                    <a:pt x="526" y="907"/>
                    <a:pt x="406" y="907"/>
                    <a:pt x="382" y="716"/>
                  </a:cubicBezTo>
                  <a:cubicBezTo>
                    <a:pt x="335" y="549"/>
                    <a:pt x="239" y="120"/>
                    <a:pt x="239" y="120"/>
                  </a:cubicBezTo>
                  <a:cubicBezTo>
                    <a:pt x="239" y="120"/>
                    <a:pt x="168" y="0"/>
                    <a:pt x="120" y="24"/>
                  </a:cubicBezTo>
                  <a:cubicBezTo>
                    <a:pt x="96" y="96"/>
                    <a:pt x="1" y="239"/>
                    <a:pt x="96" y="477"/>
                  </a:cubicBezTo>
                  <a:cubicBezTo>
                    <a:pt x="96" y="477"/>
                    <a:pt x="144" y="692"/>
                    <a:pt x="120" y="787"/>
                  </a:cubicBezTo>
                  <a:cubicBezTo>
                    <a:pt x="96" y="859"/>
                    <a:pt x="25" y="1074"/>
                    <a:pt x="120" y="1288"/>
                  </a:cubicBezTo>
                  <a:cubicBezTo>
                    <a:pt x="96" y="1312"/>
                    <a:pt x="526" y="1264"/>
                    <a:pt x="526" y="907"/>
                  </a:cubicBezTo>
                  <a:close/>
                </a:path>
              </a:pathLst>
            </a:custGeom>
            <a:solidFill>
              <a:srgbClr val="ECB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0" name="Google Shape;4098;p74">
              <a:extLst>
                <a:ext uri="{FF2B5EF4-FFF2-40B4-BE49-F238E27FC236}">
                  <a16:creationId xmlns:a16="http://schemas.microsoft.com/office/drawing/2014/main" id="{97088AAB-C19B-4769-AF11-3B6D5964E691}"/>
                </a:ext>
              </a:extLst>
            </p:cNvPr>
            <p:cNvSpPr/>
            <p:nvPr/>
          </p:nvSpPr>
          <p:spPr>
            <a:xfrm>
              <a:off x="9129506" y="4897578"/>
              <a:ext cx="111735" cy="127120"/>
            </a:xfrm>
            <a:custGeom>
              <a:avLst/>
              <a:gdLst/>
              <a:ahLst/>
              <a:cxnLst/>
              <a:rect l="l" t="t" r="r" b="b"/>
              <a:pathLst>
                <a:path w="2600" h="2958" extrusionOk="0">
                  <a:moveTo>
                    <a:pt x="692" y="0"/>
                  </a:moveTo>
                  <a:cubicBezTo>
                    <a:pt x="573" y="0"/>
                    <a:pt x="429" y="0"/>
                    <a:pt x="334" y="96"/>
                  </a:cubicBezTo>
                  <a:cubicBezTo>
                    <a:pt x="0" y="454"/>
                    <a:pt x="334" y="883"/>
                    <a:pt x="573" y="1193"/>
                  </a:cubicBezTo>
                  <a:lnTo>
                    <a:pt x="930" y="1646"/>
                  </a:lnTo>
                  <a:cubicBezTo>
                    <a:pt x="1193" y="1980"/>
                    <a:pt x="1431" y="2290"/>
                    <a:pt x="1693" y="2624"/>
                  </a:cubicBezTo>
                  <a:cubicBezTo>
                    <a:pt x="1813" y="2743"/>
                    <a:pt x="1908" y="2886"/>
                    <a:pt x="2051" y="2934"/>
                  </a:cubicBezTo>
                  <a:cubicBezTo>
                    <a:pt x="2123" y="2958"/>
                    <a:pt x="2218" y="2958"/>
                    <a:pt x="2266" y="2958"/>
                  </a:cubicBezTo>
                  <a:cubicBezTo>
                    <a:pt x="2457" y="2886"/>
                    <a:pt x="2600" y="2743"/>
                    <a:pt x="2576" y="2529"/>
                  </a:cubicBezTo>
                  <a:cubicBezTo>
                    <a:pt x="2528" y="2338"/>
                    <a:pt x="2385" y="2147"/>
                    <a:pt x="2290" y="2004"/>
                  </a:cubicBezTo>
                  <a:cubicBezTo>
                    <a:pt x="2170" y="1789"/>
                    <a:pt x="2027" y="1622"/>
                    <a:pt x="1908" y="1431"/>
                  </a:cubicBezTo>
                  <a:cubicBezTo>
                    <a:pt x="1693" y="1145"/>
                    <a:pt x="1503" y="859"/>
                    <a:pt x="1288" y="597"/>
                  </a:cubicBezTo>
                  <a:cubicBezTo>
                    <a:pt x="1169" y="454"/>
                    <a:pt x="1050" y="239"/>
                    <a:pt x="906" y="120"/>
                  </a:cubicBezTo>
                  <a:cubicBezTo>
                    <a:pt x="835" y="48"/>
                    <a:pt x="787" y="24"/>
                    <a:pt x="692"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1" name="Google Shape;4099;p74">
              <a:extLst>
                <a:ext uri="{FF2B5EF4-FFF2-40B4-BE49-F238E27FC236}">
                  <a16:creationId xmlns:a16="http://schemas.microsoft.com/office/drawing/2014/main" id="{E267FF76-7BFD-4EF4-AEC9-5E8B1CC43FE4}"/>
                </a:ext>
              </a:extLst>
            </p:cNvPr>
            <p:cNvSpPr/>
            <p:nvPr/>
          </p:nvSpPr>
          <p:spPr>
            <a:xfrm>
              <a:off x="9106944" y="4871363"/>
              <a:ext cx="90247" cy="87755"/>
            </a:xfrm>
            <a:custGeom>
              <a:avLst/>
              <a:gdLst/>
              <a:ahLst/>
              <a:cxnLst/>
              <a:rect l="l" t="t" r="r" b="b"/>
              <a:pathLst>
                <a:path w="2100" h="2042" extrusionOk="0">
                  <a:moveTo>
                    <a:pt x="830" y="0"/>
                  </a:moveTo>
                  <a:cubicBezTo>
                    <a:pt x="734" y="0"/>
                    <a:pt x="639" y="33"/>
                    <a:pt x="549" y="110"/>
                  </a:cubicBezTo>
                  <a:cubicBezTo>
                    <a:pt x="0" y="587"/>
                    <a:pt x="716" y="1588"/>
                    <a:pt x="954" y="2041"/>
                  </a:cubicBezTo>
                  <a:lnTo>
                    <a:pt x="2099" y="1254"/>
                  </a:lnTo>
                  <a:cubicBezTo>
                    <a:pt x="2099" y="1254"/>
                    <a:pt x="1428" y="0"/>
                    <a:pt x="83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2" name="Google Shape;4100;p74">
              <a:extLst>
                <a:ext uri="{FF2B5EF4-FFF2-40B4-BE49-F238E27FC236}">
                  <a16:creationId xmlns:a16="http://schemas.microsoft.com/office/drawing/2014/main" id="{75011266-12E1-48B7-9D4C-D32F30D41222}"/>
                </a:ext>
              </a:extLst>
            </p:cNvPr>
            <p:cNvSpPr/>
            <p:nvPr/>
          </p:nvSpPr>
          <p:spPr>
            <a:xfrm>
              <a:off x="10278485" y="5148680"/>
              <a:ext cx="114829" cy="22605"/>
            </a:xfrm>
            <a:custGeom>
              <a:avLst/>
              <a:gdLst/>
              <a:ahLst/>
              <a:cxnLst/>
              <a:rect l="l" t="t" r="r" b="b"/>
              <a:pathLst>
                <a:path w="2672" h="526" extrusionOk="0">
                  <a:moveTo>
                    <a:pt x="0" y="1"/>
                  </a:moveTo>
                  <a:lnTo>
                    <a:pt x="0" y="526"/>
                  </a:lnTo>
                  <a:lnTo>
                    <a:pt x="2672" y="526"/>
                  </a:lnTo>
                  <a:lnTo>
                    <a:pt x="2672"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3" name="Google Shape;4101;p74">
              <a:extLst>
                <a:ext uri="{FF2B5EF4-FFF2-40B4-BE49-F238E27FC236}">
                  <a16:creationId xmlns:a16="http://schemas.microsoft.com/office/drawing/2014/main" id="{92958000-5A57-4364-B470-A8569ECDA7DC}"/>
                </a:ext>
              </a:extLst>
            </p:cNvPr>
            <p:cNvSpPr/>
            <p:nvPr/>
          </p:nvSpPr>
          <p:spPr>
            <a:xfrm>
              <a:off x="10328723" y="5298319"/>
              <a:ext cx="113798" cy="23636"/>
            </a:xfrm>
            <a:custGeom>
              <a:avLst/>
              <a:gdLst/>
              <a:ahLst/>
              <a:cxnLst/>
              <a:rect l="l" t="t" r="r" b="b"/>
              <a:pathLst>
                <a:path w="2648" h="550" extrusionOk="0">
                  <a:moveTo>
                    <a:pt x="0" y="1"/>
                  </a:moveTo>
                  <a:lnTo>
                    <a:pt x="0" y="550"/>
                  </a:lnTo>
                  <a:lnTo>
                    <a:pt x="2647" y="550"/>
                  </a:lnTo>
                  <a:lnTo>
                    <a:pt x="2647"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4" name="Google Shape;4102;p74">
              <a:extLst>
                <a:ext uri="{FF2B5EF4-FFF2-40B4-BE49-F238E27FC236}">
                  <a16:creationId xmlns:a16="http://schemas.microsoft.com/office/drawing/2014/main" id="{D0C9DC9F-F8A4-4920-AD3F-5A23A8CB8058}"/>
                </a:ext>
              </a:extLst>
            </p:cNvPr>
            <p:cNvSpPr/>
            <p:nvPr/>
          </p:nvSpPr>
          <p:spPr>
            <a:xfrm>
              <a:off x="10357387" y="5433648"/>
              <a:ext cx="136360" cy="22562"/>
            </a:xfrm>
            <a:custGeom>
              <a:avLst/>
              <a:gdLst/>
              <a:ahLst/>
              <a:cxnLst/>
              <a:rect l="l" t="t" r="r" b="b"/>
              <a:pathLst>
                <a:path w="3173" h="525" extrusionOk="0">
                  <a:moveTo>
                    <a:pt x="1" y="0"/>
                  </a:moveTo>
                  <a:lnTo>
                    <a:pt x="1" y="525"/>
                  </a:lnTo>
                  <a:lnTo>
                    <a:pt x="3173" y="525"/>
                  </a:lnTo>
                  <a:lnTo>
                    <a:pt x="3173" y="0"/>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5" name="Google Shape;4103;p74">
              <a:extLst>
                <a:ext uri="{FF2B5EF4-FFF2-40B4-BE49-F238E27FC236}">
                  <a16:creationId xmlns:a16="http://schemas.microsoft.com/office/drawing/2014/main" id="{6F2F1165-43D2-45E1-85B1-4C33C4B9131F}"/>
                </a:ext>
              </a:extLst>
            </p:cNvPr>
            <p:cNvSpPr/>
            <p:nvPr/>
          </p:nvSpPr>
          <p:spPr>
            <a:xfrm>
              <a:off x="10240538" y="4991865"/>
              <a:ext cx="97424" cy="23636"/>
            </a:xfrm>
            <a:custGeom>
              <a:avLst/>
              <a:gdLst/>
              <a:ahLst/>
              <a:cxnLst/>
              <a:rect l="l" t="t" r="r" b="b"/>
              <a:pathLst>
                <a:path w="2267" h="550" extrusionOk="0">
                  <a:moveTo>
                    <a:pt x="1" y="1"/>
                  </a:moveTo>
                  <a:lnTo>
                    <a:pt x="1" y="549"/>
                  </a:lnTo>
                  <a:lnTo>
                    <a:pt x="2267" y="549"/>
                  </a:lnTo>
                  <a:lnTo>
                    <a:pt x="2267"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6" name="Google Shape;4104;p74">
              <a:extLst>
                <a:ext uri="{FF2B5EF4-FFF2-40B4-BE49-F238E27FC236}">
                  <a16:creationId xmlns:a16="http://schemas.microsoft.com/office/drawing/2014/main" id="{D369A46D-A549-4DFC-937B-4365803E6167}"/>
                </a:ext>
              </a:extLst>
            </p:cNvPr>
            <p:cNvSpPr/>
            <p:nvPr/>
          </p:nvSpPr>
          <p:spPr>
            <a:xfrm>
              <a:off x="10191375" y="4842226"/>
              <a:ext cx="97381" cy="17448"/>
            </a:xfrm>
            <a:custGeom>
              <a:avLst/>
              <a:gdLst/>
              <a:ahLst/>
              <a:cxnLst/>
              <a:rect l="l" t="t" r="r" b="b"/>
              <a:pathLst>
                <a:path w="2266" h="406" extrusionOk="0">
                  <a:moveTo>
                    <a:pt x="0" y="1"/>
                  </a:moveTo>
                  <a:lnTo>
                    <a:pt x="0" y="406"/>
                  </a:lnTo>
                  <a:lnTo>
                    <a:pt x="2266" y="406"/>
                  </a:lnTo>
                  <a:lnTo>
                    <a:pt x="2266"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7" name="Google Shape;4105;p74">
              <a:extLst>
                <a:ext uri="{FF2B5EF4-FFF2-40B4-BE49-F238E27FC236}">
                  <a16:creationId xmlns:a16="http://schemas.microsoft.com/office/drawing/2014/main" id="{83676214-D6F0-4959-8499-5EB6A7BCC188}"/>
                </a:ext>
              </a:extLst>
            </p:cNvPr>
            <p:cNvSpPr/>
            <p:nvPr/>
          </p:nvSpPr>
          <p:spPr>
            <a:xfrm>
              <a:off x="10186218" y="4842226"/>
              <a:ext cx="212211" cy="705220"/>
            </a:xfrm>
            <a:custGeom>
              <a:avLst/>
              <a:gdLst/>
              <a:ahLst/>
              <a:cxnLst/>
              <a:rect l="l" t="t" r="r" b="b"/>
              <a:pathLst>
                <a:path w="4938" h="16410" extrusionOk="0">
                  <a:moveTo>
                    <a:pt x="1" y="1"/>
                  </a:moveTo>
                  <a:lnTo>
                    <a:pt x="4103" y="16410"/>
                  </a:lnTo>
                  <a:lnTo>
                    <a:pt x="4938" y="16410"/>
                  </a:lnTo>
                  <a:lnTo>
                    <a:pt x="812"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8" name="Google Shape;4106;p74">
              <a:extLst>
                <a:ext uri="{FF2B5EF4-FFF2-40B4-BE49-F238E27FC236}">
                  <a16:creationId xmlns:a16="http://schemas.microsoft.com/office/drawing/2014/main" id="{D98D5F5E-0B1B-4EBA-9CA7-B2F1D5C44798}"/>
                </a:ext>
              </a:extLst>
            </p:cNvPr>
            <p:cNvSpPr/>
            <p:nvPr/>
          </p:nvSpPr>
          <p:spPr>
            <a:xfrm>
              <a:off x="9867472" y="4842226"/>
              <a:ext cx="262448" cy="705220"/>
            </a:xfrm>
            <a:custGeom>
              <a:avLst/>
              <a:gdLst/>
              <a:ahLst/>
              <a:cxnLst/>
              <a:rect l="l" t="t" r="r" b="b"/>
              <a:pathLst>
                <a:path w="6107" h="16410" extrusionOk="0">
                  <a:moveTo>
                    <a:pt x="5391" y="1"/>
                  </a:moveTo>
                  <a:lnTo>
                    <a:pt x="0" y="16410"/>
                  </a:lnTo>
                  <a:lnTo>
                    <a:pt x="692" y="16410"/>
                  </a:lnTo>
                  <a:lnTo>
                    <a:pt x="6106"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59" name="Google Shape;4107;p74">
              <a:extLst>
                <a:ext uri="{FF2B5EF4-FFF2-40B4-BE49-F238E27FC236}">
                  <a16:creationId xmlns:a16="http://schemas.microsoft.com/office/drawing/2014/main" id="{47B3FF5B-6511-4BB3-A8D4-A43D7FD2008E}"/>
                </a:ext>
              </a:extLst>
            </p:cNvPr>
            <p:cNvSpPr/>
            <p:nvPr/>
          </p:nvSpPr>
          <p:spPr>
            <a:xfrm>
              <a:off x="9954583" y="5307559"/>
              <a:ext cx="127163" cy="23636"/>
            </a:xfrm>
            <a:custGeom>
              <a:avLst/>
              <a:gdLst/>
              <a:ahLst/>
              <a:cxnLst/>
              <a:rect l="l" t="t" r="r" b="b"/>
              <a:pathLst>
                <a:path w="2959" h="550" extrusionOk="0">
                  <a:moveTo>
                    <a:pt x="263" y="1"/>
                  </a:moveTo>
                  <a:cubicBezTo>
                    <a:pt x="144" y="1"/>
                    <a:pt x="1" y="120"/>
                    <a:pt x="1" y="263"/>
                  </a:cubicBezTo>
                  <a:cubicBezTo>
                    <a:pt x="1" y="430"/>
                    <a:pt x="120" y="549"/>
                    <a:pt x="263" y="549"/>
                  </a:cubicBezTo>
                  <a:lnTo>
                    <a:pt x="2696" y="549"/>
                  </a:lnTo>
                  <a:cubicBezTo>
                    <a:pt x="2839" y="549"/>
                    <a:pt x="2958" y="430"/>
                    <a:pt x="2958" y="263"/>
                  </a:cubicBezTo>
                  <a:cubicBezTo>
                    <a:pt x="2958" y="120"/>
                    <a:pt x="2839" y="1"/>
                    <a:pt x="2696"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0" name="Google Shape;4108;p74">
              <a:extLst>
                <a:ext uri="{FF2B5EF4-FFF2-40B4-BE49-F238E27FC236}">
                  <a16:creationId xmlns:a16="http://schemas.microsoft.com/office/drawing/2014/main" id="{3BB54E56-690F-4364-A2D0-319678719693}"/>
                </a:ext>
              </a:extLst>
            </p:cNvPr>
            <p:cNvSpPr/>
            <p:nvPr/>
          </p:nvSpPr>
          <p:spPr>
            <a:xfrm>
              <a:off x="9909502" y="5456167"/>
              <a:ext cx="127120" cy="22605"/>
            </a:xfrm>
            <a:custGeom>
              <a:avLst/>
              <a:gdLst/>
              <a:ahLst/>
              <a:cxnLst/>
              <a:rect l="l" t="t" r="r" b="b"/>
              <a:pathLst>
                <a:path w="2958" h="526" extrusionOk="0">
                  <a:moveTo>
                    <a:pt x="286" y="1"/>
                  </a:moveTo>
                  <a:cubicBezTo>
                    <a:pt x="119" y="1"/>
                    <a:pt x="0" y="120"/>
                    <a:pt x="0" y="263"/>
                  </a:cubicBezTo>
                  <a:cubicBezTo>
                    <a:pt x="0" y="406"/>
                    <a:pt x="119" y="526"/>
                    <a:pt x="286" y="526"/>
                  </a:cubicBezTo>
                  <a:lnTo>
                    <a:pt x="2695" y="526"/>
                  </a:lnTo>
                  <a:cubicBezTo>
                    <a:pt x="2838" y="526"/>
                    <a:pt x="2958" y="406"/>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1" name="Google Shape;4109;p74">
              <a:extLst>
                <a:ext uri="{FF2B5EF4-FFF2-40B4-BE49-F238E27FC236}">
                  <a16:creationId xmlns:a16="http://schemas.microsoft.com/office/drawing/2014/main" id="{8B4B834A-DA37-4B7C-B96C-09F3763FE173}"/>
                </a:ext>
              </a:extLst>
            </p:cNvPr>
            <p:cNvSpPr/>
            <p:nvPr/>
          </p:nvSpPr>
          <p:spPr>
            <a:xfrm>
              <a:off x="10005852" y="5154826"/>
              <a:ext cx="127120" cy="23636"/>
            </a:xfrm>
            <a:custGeom>
              <a:avLst/>
              <a:gdLst/>
              <a:ahLst/>
              <a:cxnLst/>
              <a:rect l="l" t="t" r="r" b="b"/>
              <a:pathLst>
                <a:path w="2958" h="550" extrusionOk="0">
                  <a:moveTo>
                    <a:pt x="263" y="1"/>
                  </a:moveTo>
                  <a:cubicBezTo>
                    <a:pt x="119" y="1"/>
                    <a:pt x="0" y="120"/>
                    <a:pt x="0" y="263"/>
                  </a:cubicBezTo>
                  <a:cubicBezTo>
                    <a:pt x="0" y="430"/>
                    <a:pt x="119" y="549"/>
                    <a:pt x="263" y="549"/>
                  </a:cubicBezTo>
                  <a:lnTo>
                    <a:pt x="2695" y="549"/>
                  </a:lnTo>
                  <a:cubicBezTo>
                    <a:pt x="2838" y="549"/>
                    <a:pt x="2958" y="430"/>
                    <a:pt x="2958" y="263"/>
                  </a:cubicBezTo>
                  <a:cubicBezTo>
                    <a:pt x="2958" y="120"/>
                    <a:pt x="2838" y="1"/>
                    <a:pt x="2695"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2" name="Google Shape;4110;p74">
              <a:extLst>
                <a:ext uri="{FF2B5EF4-FFF2-40B4-BE49-F238E27FC236}">
                  <a16:creationId xmlns:a16="http://schemas.microsoft.com/office/drawing/2014/main" id="{06C3894C-C97A-4A17-AB07-C3DEC0CD1598}"/>
                </a:ext>
              </a:extLst>
            </p:cNvPr>
            <p:cNvSpPr/>
            <p:nvPr/>
          </p:nvSpPr>
          <p:spPr>
            <a:xfrm>
              <a:off x="10056047" y="4998010"/>
              <a:ext cx="119986" cy="22605"/>
            </a:xfrm>
            <a:custGeom>
              <a:avLst/>
              <a:gdLst/>
              <a:ahLst/>
              <a:cxnLst/>
              <a:rect l="l" t="t" r="r" b="b"/>
              <a:pathLst>
                <a:path w="2792" h="526" extrusionOk="0">
                  <a:moveTo>
                    <a:pt x="263" y="1"/>
                  </a:moveTo>
                  <a:cubicBezTo>
                    <a:pt x="120" y="1"/>
                    <a:pt x="1" y="120"/>
                    <a:pt x="1" y="263"/>
                  </a:cubicBezTo>
                  <a:cubicBezTo>
                    <a:pt x="1" y="406"/>
                    <a:pt x="120" y="526"/>
                    <a:pt x="263" y="526"/>
                  </a:cubicBezTo>
                  <a:lnTo>
                    <a:pt x="2529" y="526"/>
                  </a:lnTo>
                  <a:cubicBezTo>
                    <a:pt x="2672" y="526"/>
                    <a:pt x="2791" y="406"/>
                    <a:pt x="2791" y="263"/>
                  </a:cubicBezTo>
                  <a:cubicBezTo>
                    <a:pt x="2791" y="120"/>
                    <a:pt x="2672" y="1"/>
                    <a:pt x="2529"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3" name="Google Shape;4111;p74">
              <a:extLst>
                <a:ext uri="{FF2B5EF4-FFF2-40B4-BE49-F238E27FC236}">
                  <a16:creationId xmlns:a16="http://schemas.microsoft.com/office/drawing/2014/main" id="{9A47C960-5813-4870-A5D5-E34806F2918F}"/>
                </a:ext>
              </a:extLst>
            </p:cNvPr>
            <p:cNvSpPr/>
            <p:nvPr/>
          </p:nvSpPr>
          <p:spPr>
            <a:xfrm>
              <a:off x="10102202" y="4842226"/>
              <a:ext cx="97381" cy="22605"/>
            </a:xfrm>
            <a:custGeom>
              <a:avLst/>
              <a:gdLst/>
              <a:ahLst/>
              <a:cxnLst/>
              <a:rect l="l" t="t" r="r" b="b"/>
              <a:pathLst>
                <a:path w="2266" h="526" extrusionOk="0">
                  <a:moveTo>
                    <a:pt x="119" y="1"/>
                  </a:moveTo>
                  <a:cubicBezTo>
                    <a:pt x="24" y="72"/>
                    <a:pt x="0" y="120"/>
                    <a:pt x="0" y="239"/>
                  </a:cubicBezTo>
                  <a:cubicBezTo>
                    <a:pt x="0" y="406"/>
                    <a:pt x="119" y="525"/>
                    <a:pt x="262" y="525"/>
                  </a:cubicBezTo>
                  <a:lnTo>
                    <a:pt x="1980" y="525"/>
                  </a:lnTo>
                  <a:cubicBezTo>
                    <a:pt x="2147" y="525"/>
                    <a:pt x="2266" y="406"/>
                    <a:pt x="2266" y="239"/>
                  </a:cubicBezTo>
                  <a:cubicBezTo>
                    <a:pt x="2266" y="120"/>
                    <a:pt x="2242" y="48"/>
                    <a:pt x="2147"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4" name="Google Shape;4112;p74">
              <a:extLst>
                <a:ext uri="{FF2B5EF4-FFF2-40B4-BE49-F238E27FC236}">
                  <a16:creationId xmlns:a16="http://schemas.microsoft.com/office/drawing/2014/main" id="{09DBE1E9-536E-44D6-B0D2-4F08E8F6FE4F}"/>
                </a:ext>
              </a:extLst>
            </p:cNvPr>
            <p:cNvSpPr/>
            <p:nvPr/>
          </p:nvSpPr>
          <p:spPr>
            <a:xfrm>
              <a:off x="10004820" y="4842226"/>
              <a:ext cx="216293" cy="705220"/>
            </a:xfrm>
            <a:custGeom>
              <a:avLst/>
              <a:gdLst/>
              <a:ahLst/>
              <a:cxnLst/>
              <a:rect l="l" t="t" r="r" b="b"/>
              <a:pathLst>
                <a:path w="5033" h="16410" extrusionOk="0">
                  <a:moveTo>
                    <a:pt x="4174" y="1"/>
                  </a:moveTo>
                  <a:lnTo>
                    <a:pt x="0" y="16410"/>
                  </a:lnTo>
                  <a:lnTo>
                    <a:pt x="1050" y="16410"/>
                  </a:lnTo>
                  <a:lnTo>
                    <a:pt x="5033"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65" name="Google Shape;4114;p74">
              <a:extLst>
                <a:ext uri="{FF2B5EF4-FFF2-40B4-BE49-F238E27FC236}">
                  <a16:creationId xmlns:a16="http://schemas.microsoft.com/office/drawing/2014/main" id="{B727453E-9BDA-4B7D-8905-B88787DC3EAA}"/>
                </a:ext>
              </a:extLst>
            </p:cNvPr>
            <p:cNvSpPr/>
            <p:nvPr/>
          </p:nvSpPr>
          <p:spPr>
            <a:xfrm>
              <a:off x="10139074" y="4842226"/>
              <a:ext cx="180452" cy="20542"/>
            </a:xfrm>
            <a:custGeom>
              <a:avLst/>
              <a:gdLst/>
              <a:ahLst/>
              <a:cxnLst/>
              <a:rect l="l" t="t" r="r" b="b"/>
              <a:pathLst>
                <a:path w="4199" h="478" extrusionOk="0">
                  <a:moveTo>
                    <a:pt x="1" y="1"/>
                  </a:moveTo>
                  <a:lnTo>
                    <a:pt x="1" y="478"/>
                  </a:lnTo>
                  <a:lnTo>
                    <a:pt x="4198" y="478"/>
                  </a:lnTo>
                  <a:lnTo>
                    <a:pt x="4031" y="1"/>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grpSp>
      <p:sp>
        <p:nvSpPr>
          <p:cNvPr id="240" name="Google Shape;3961;p72">
            <a:extLst>
              <a:ext uri="{FF2B5EF4-FFF2-40B4-BE49-F238E27FC236}">
                <a16:creationId xmlns:a16="http://schemas.microsoft.com/office/drawing/2014/main" id="{6E6B292E-C8C2-4DC3-A3B7-3B929424F16B}"/>
              </a:ext>
            </a:extLst>
          </p:cNvPr>
          <p:cNvSpPr txBox="1">
            <a:spLocks/>
          </p:cNvSpPr>
          <p:nvPr/>
        </p:nvSpPr>
        <p:spPr>
          <a:xfrm>
            <a:off x="1347130" y="5417681"/>
            <a:ext cx="7544625" cy="548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22860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Relațiile dintre diagramele UML permit crearea de modele consistente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1" name="Google Shape;3967;p72">
            <a:extLst>
              <a:ext uri="{FF2B5EF4-FFF2-40B4-BE49-F238E27FC236}">
                <a16:creationId xmlns:a16="http://schemas.microsoft.com/office/drawing/2014/main" id="{0D71E29A-5312-47F9-8CAC-052C6F82B1F8}"/>
              </a:ext>
            </a:extLst>
          </p:cNvPr>
          <p:cNvSpPr/>
          <p:nvPr/>
        </p:nvSpPr>
        <p:spPr>
          <a:xfrm>
            <a:off x="929598" y="5535414"/>
            <a:ext cx="327200" cy="327200"/>
          </a:xfrm>
          <a:prstGeom prst="mathPlus">
            <a:avLst>
              <a:gd name="adj1" fmla="val 23520"/>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2000" kern="0">
              <a:solidFill>
                <a:srgbClr val="000000"/>
              </a:solidFill>
              <a:latin typeface="Arial"/>
              <a:cs typeface="Arial"/>
              <a:sym typeface="Arial"/>
            </a:endParaRPr>
          </a:p>
        </p:txBody>
      </p:sp>
      <p:sp>
        <p:nvSpPr>
          <p:cNvPr id="242" name="Google Shape;3961;p72">
            <a:extLst>
              <a:ext uri="{FF2B5EF4-FFF2-40B4-BE49-F238E27FC236}">
                <a16:creationId xmlns:a16="http://schemas.microsoft.com/office/drawing/2014/main" id="{95619FBA-EECB-4A2D-8D04-BC406B79694D}"/>
              </a:ext>
            </a:extLst>
          </p:cNvPr>
          <p:cNvSpPr txBox="1">
            <a:spLocks/>
          </p:cNvSpPr>
          <p:nvPr/>
        </p:nvSpPr>
        <p:spPr>
          <a:xfrm>
            <a:off x="1337610" y="6071933"/>
            <a:ext cx="7879206" cy="548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22860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Sunt acoperitoare pentru majoritatea aspectelor care descriu un sistem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3" name="Google Shape;3967;p72">
            <a:extLst>
              <a:ext uri="{FF2B5EF4-FFF2-40B4-BE49-F238E27FC236}">
                <a16:creationId xmlns:a16="http://schemas.microsoft.com/office/drawing/2014/main" id="{BC645148-E361-47D5-A3ED-DA661440938C}"/>
              </a:ext>
            </a:extLst>
          </p:cNvPr>
          <p:cNvSpPr/>
          <p:nvPr/>
        </p:nvSpPr>
        <p:spPr>
          <a:xfrm>
            <a:off x="920077" y="6189666"/>
            <a:ext cx="327200" cy="327200"/>
          </a:xfrm>
          <a:prstGeom prst="mathPlus">
            <a:avLst>
              <a:gd name="adj1" fmla="val 23520"/>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2000" kern="0">
              <a:solidFill>
                <a:srgbClr val="000000"/>
              </a:solidFill>
              <a:latin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35" name="Google Shape;3635;p60"/>
          <p:cNvSpPr txBox="1">
            <a:spLocks noGrp="1"/>
          </p:cNvSpPr>
          <p:nvPr>
            <p:ph type="title"/>
          </p:nvPr>
        </p:nvSpPr>
        <p:spPr>
          <a:xfrm>
            <a:off x="132758" y="2885476"/>
            <a:ext cx="4413924" cy="1681200"/>
          </a:xfrm>
          <a:prstGeom prst="rect">
            <a:avLst/>
          </a:prstGeom>
        </p:spPr>
        <p:txBody>
          <a:bodyPr spcFirstLastPara="1" wrap="square" lIns="121900" tIns="121900" rIns="121900" bIns="121900" anchor="b" anchorCtr="0">
            <a:noAutofit/>
          </a:bodyPr>
          <a:lstStyle/>
          <a:p>
            <a:r>
              <a:rPr lang="ro-RO" sz="3200" dirty="0"/>
              <a:t>Diagrama cazurilor de utilizare </a:t>
            </a:r>
            <a:endParaRPr sz="3200" dirty="0"/>
          </a:p>
        </p:txBody>
      </p:sp>
      <p:sp>
        <p:nvSpPr>
          <p:cNvPr id="4" name="Google Shape;3636;p60">
            <a:extLst>
              <a:ext uri="{FF2B5EF4-FFF2-40B4-BE49-F238E27FC236}">
                <a16:creationId xmlns:a16="http://schemas.microsoft.com/office/drawing/2014/main" id="{6914E581-8B4B-4070-80A1-5AB6CF5F9123}"/>
              </a:ext>
            </a:extLst>
          </p:cNvPr>
          <p:cNvSpPr/>
          <p:nvPr/>
        </p:nvSpPr>
        <p:spPr>
          <a:xfrm>
            <a:off x="4450839" y="2018673"/>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 name="Google Shape;3638;p60">
            <a:extLst>
              <a:ext uri="{FF2B5EF4-FFF2-40B4-BE49-F238E27FC236}">
                <a16:creationId xmlns:a16="http://schemas.microsoft.com/office/drawing/2014/main" id="{FC9697B8-25E2-4C5A-9A57-EB442DDA474F}"/>
              </a:ext>
            </a:extLst>
          </p:cNvPr>
          <p:cNvSpPr/>
          <p:nvPr/>
        </p:nvSpPr>
        <p:spPr>
          <a:xfrm>
            <a:off x="4449835" y="5118165"/>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 name="Google Shape;3640;p60">
            <a:extLst>
              <a:ext uri="{FF2B5EF4-FFF2-40B4-BE49-F238E27FC236}">
                <a16:creationId xmlns:a16="http://schemas.microsoft.com/office/drawing/2014/main" id="{0C7DD4CD-5B18-4C78-B7BB-A2A770D0A377}"/>
              </a:ext>
            </a:extLst>
          </p:cNvPr>
          <p:cNvSpPr txBox="1">
            <a:spLocks noGrp="1"/>
          </p:cNvSpPr>
          <p:nvPr>
            <p:ph type="subTitle" idx="1"/>
          </p:nvPr>
        </p:nvSpPr>
        <p:spPr>
          <a:xfrm>
            <a:off x="5453412" y="1873898"/>
            <a:ext cx="6116588" cy="973559"/>
          </a:xfrm>
          <a:prstGeom prst="rect">
            <a:avLst/>
          </a:prstGeom>
        </p:spPr>
        <p:txBody>
          <a:bodyPr spcFirstLastPara="1" wrap="square" lIns="121900" tIns="121900" rIns="121900" bIns="121900" anchor="t" anchorCtr="0">
            <a:noAutofit/>
          </a:bodyPr>
          <a:lstStyle/>
          <a:p>
            <a:pPr marL="0" marR="0" algn="just">
              <a:spcBef>
                <a:spcPts val="0"/>
              </a:spcBef>
              <a:spcAft>
                <a:spcPts val="965"/>
              </a:spcAft>
            </a:pPr>
            <a:r>
              <a:rPr lang="ro-RO" sz="2200" dirty="0">
                <a:solidFill>
                  <a:srgbClr val="000000"/>
                </a:solidFill>
                <a:latin typeface="Calibri" panose="020F0502020204030204" pitchFamily="34" charset="0"/>
                <a:ea typeface="Calibri" panose="020F0502020204030204" pitchFamily="34" charset="0"/>
              </a:rPr>
              <a:t>Reprezintă </a:t>
            </a:r>
            <a:r>
              <a:rPr lang="en-US" sz="2200" dirty="0" err="1">
                <a:solidFill>
                  <a:srgbClr val="000000"/>
                </a:solidFill>
                <a:effectLst/>
                <a:latin typeface="Calibri" panose="020F0502020204030204" pitchFamily="34" charset="0"/>
                <a:ea typeface="Calibri" panose="020F0502020204030204" pitchFamily="34" charset="0"/>
              </a:rPr>
              <a:t>grafic</a:t>
            </a:r>
            <a:r>
              <a:rPr lang="en-US" sz="2200" dirty="0">
                <a:solidFill>
                  <a:srgbClr val="000000"/>
                </a:solidFill>
                <a:effectLst/>
                <a:latin typeface="Calibri" panose="020F0502020204030204" pitchFamily="34" charset="0"/>
                <a:ea typeface="Calibri" panose="020F0502020204030204" pitchFamily="34" charset="0"/>
              </a:rPr>
              <a:t> </a:t>
            </a:r>
            <a:r>
              <a:rPr lang="en-US" sz="2200" b="1" dirty="0" err="1">
                <a:solidFill>
                  <a:srgbClr val="000000"/>
                </a:solidFill>
                <a:effectLst/>
                <a:latin typeface="Calibri" panose="020F0502020204030204" pitchFamily="34" charset="0"/>
                <a:ea typeface="Calibri" panose="020F0502020204030204" pitchFamily="34" charset="0"/>
              </a:rPr>
              <a:t>funcţionalitǎţile</a:t>
            </a:r>
            <a:r>
              <a:rPr lang="en-US" sz="2200" dirty="0">
                <a:solidFill>
                  <a:srgbClr val="000000"/>
                </a:solidFill>
                <a:effectLst/>
                <a:latin typeface="Calibri" panose="020F0502020204030204" pitchFamily="34" charset="0"/>
                <a:ea typeface="Calibri" panose="020F0502020204030204" pitchFamily="34" charset="0"/>
              </a:rPr>
              <a:t> pe care </a:t>
            </a:r>
            <a:r>
              <a:rPr lang="en-US" sz="2200" dirty="0" err="1">
                <a:solidFill>
                  <a:srgbClr val="000000"/>
                </a:solidFill>
                <a:effectLst/>
                <a:latin typeface="Calibri" panose="020F0502020204030204" pitchFamily="34" charset="0"/>
                <a:ea typeface="Calibri" panose="020F0502020204030204" pitchFamily="34" charset="0"/>
              </a:rPr>
              <a:t>trebuie</a:t>
            </a:r>
            <a:r>
              <a:rPr lang="en-US" sz="2200" dirty="0">
                <a:solidFill>
                  <a:srgbClr val="000000"/>
                </a:solidFill>
                <a:effectLst/>
                <a:latin typeface="Calibri" panose="020F0502020204030204" pitchFamily="34" charset="0"/>
                <a:ea typeface="Calibri" panose="020F0502020204030204" pitchFamily="34" charset="0"/>
              </a:rPr>
              <a:t> </a:t>
            </a:r>
            <a:r>
              <a:rPr lang="en-US" sz="2200" dirty="0" err="1">
                <a:solidFill>
                  <a:srgbClr val="000000"/>
                </a:solidFill>
                <a:effectLst/>
                <a:latin typeface="Calibri" panose="020F0502020204030204" pitchFamily="34" charset="0"/>
                <a:ea typeface="Calibri" panose="020F0502020204030204" pitchFamily="34" charset="0"/>
              </a:rPr>
              <a:t>sǎ</a:t>
            </a:r>
            <a:r>
              <a:rPr lang="en-US" sz="2200" dirty="0">
                <a:solidFill>
                  <a:srgbClr val="000000"/>
                </a:solidFill>
                <a:effectLst/>
                <a:latin typeface="Calibri" panose="020F0502020204030204" pitchFamily="34" charset="0"/>
                <a:ea typeface="Calibri" panose="020F0502020204030204" pitchFamily="34" charset="0"/>
              </a:rPr>
              <a:t> le </a:t>
            </a:r>
            <a:r>
              <a:rPr lang="en-US" sz="2200" dirty="0" err="1">
                <a:solidFill>
                  <a:srgbClr val="000000"/>
                </a:solidFill>
                <a:effectLst/>
                <a:latin typeface="Calibri" panose="020F0502020204030204" pitchFamily="34" charset="0"/>
                <a:ea typeface="Calibri" panose="020F0502020204030204" pitchFamily="34" charset="0"/>
              </a:rPr>
              <a:t>îndeplineascǎ</a:t>
            </a:r>
            <a:r>
              <a:rPr lang="en-US" sz="2200" dirty="0">
                <a:solidFill>
                  <a:srgbClr val="000000"/>
                </a:solidFill>
                <a:effectLst/>
                <a:latin typeface="Calibri" panose="020F0502020204030204" pitchFamily="34" charset="0"/>
                <a:ea typeface="Calibri" panose="020F0502020204030204" pitchFamily="34" charset="0"/>
              </a:rPr>
              <a:t> </a:t>
            </a:r>
            <a:r>
              <a:rPr lang="en-US" sz="2200" dirty="0" err="1">
                <a:solidFill>
                  <a:srgbClr val="000000"/>
                </a:solidFill>
                <a:effectLst/>
                <a:latin typeface="Calibri" panose="020F0502020204030204" pitchFamily="34" charset="0"/>
                <a:ea typeface="Calibri" panose="020F0502020204030204" pitchFamily="34" charset="0"/>
              </a:rPr>
              <a:t>sistemul</a:t>
            </a:r>
            <a:r>
              <a:rPr lang="en-US" sz="2200" dirty="0">
                <a:solidFill>
                  <a:srgbClr val="000000"/>
                </a:solidFill>
                <a:effectLst/>
                <a:latin typeface="Calibri" panose="020F0502020204030204" pitchFamily="34" charset="0"/>
                <a:ea typeface="Calibri" panose="020F0502020204030204" pitchFamily="34" charset="0"/>
              </a:rPr>
              <a:t> informatic</a:t>
            </a:r>
            <a:endParaRPr lang="en-US" sz="2200" b="1" dirty="0">
              <a:solidFill>
                <a:srgbClr val="000000"/>
              </a:solidFill>
              <a:effectLst/>
              <a:latin typeface="Calibri" panose="020F0502020204030204" pitchFamily="34" charset="0"/>
              <a:ea typeface="Calibri" panose="020F0502020204030204" pitchFamily="34" charset="0"/>
            </a:endParaRPr>
          </a:p>
        </p:txBody>
      </p:sp>
      <p:sp>
        <p:nvSpPr>
          <p:cNvPr id="9" name="Google Shape;3641;p60">
            <a:extLst>
              <a:ext uri="{FF2B5EF4-FFF2-40B4-BE49-F238E27FC236}">
                <a16:creationId xmlns:a16="http://schemas.microsoft.com/office/drawing/2014/main" id="{E89A066B-5EF5-4351-ACC9-B2A1FCD48A36}"/>
              </a:ext>
            </a:extLst>
          </p:cNvPr>
          <p:cNvSpPr txBox="1">
            <a:spLocks noGrp="1"/>
          </p:cNvSpPr>
          <p:nvPr>
            <p:ph type="subTitle" idx="2"/>
          </p:nvPr>
        </p:nvSpPr>
        <p:spPr>
          <a:xfrm>
            <a:off x="5450400" y="3456967"/>
            <a:ext cx="6122612" cy="872787"/>
          </a:xfrm>
          <a:prstGeom prst="rect">
            <a:avLst/>
          </a:prstGeom>
        </p:spPr>
        <p:txBody>
          <a:bodyPr spcFirstLastPara="1" wrap="square" lIns="121900" tIns="121900" rIns="121900" bIns="121900" anchor="t" anchorCtr="0">
            <a:noAutofit/>
          </a:bodyPr>
          <a:lstStyle/>
          <a:p>
            <a:pPr marL="0" marR="0" algn="just">
              <a:lnSpc>
                <a:spcPct val="107000"/>
              </a:lnSpc>
              <a:spcBef>
                <a:spcPts val="0"/>
              </a:spcBef>
              <a:spcAft>
                <a:spcPts val="965"/>
              </a:spcAft>
            </a:pPr>
            <a:r>
              <a:rPr lang="ro-RO" sz="2200" dirty="0">
                <a:effectLst/>
                <a:latin typeface="Calibri" panose="020F0502020204030204" pitchFamily="34" charset="0"/>
                <a:ea typeface="Calibri" panose="020F0502020204030204" pitchFamily="34" charset="0"/>
                <a:cs typeface="Times New Roman" panose="02020603050405020304" pitchFamily="18" charset="0"/>
              </a:rPr>
              <a:t>Împreună cu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descriere</a:t>
            </a:r>
            <a:r>
              <a:rPr lang="ro-RO" sz="2200" dirty="0">
                <a:effectLst/>
                <a:latin typeface="Calibri" panose="020F0502020204030204" pitchFamily="34" charset="0"/>
                <a:ea typeface="Calibri" panose="020F0502020204030204" pitchFamily="34" charset="0"/>
                <a:cs typeface="Times New Roman" panose="02020603050405020304" pitchFamily="18" charset="0"/>
              </a:rPr>
              <a:t>a</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ro-RO" sz="2200" dirty="0">
                <a:effectLst/>
                <a:latin typeface="Calibri" panose="020F0502020204030204" pitchFamily="34" charset="0"/>
                <a:ea typeface="Calibri" panose="020F0502020204030204" pitchFamily="34" charset="0"/>
                <a:cs typeface="Times New Roman" panose="02020603050405020304" pitchFamily="18" charset="0"/>
              </a:rPr>
              <a:t>textuală</a:t>
            </a:r>
            <a:r>
              <a:rPr lang="en-US" sz="2200" dirty="0">
                <a:effectLst/>
                <a:latin typeface="Calibri" panose="020F0502020204030204" pitchFamily="34" charset="0"/>
                <a:ea typeface="Calibri" panose="020F0502020204030204" pitchFamily="34" charset="0"/>
                <a:cs typeface="Times New Roman" panose="02020603050405020304" pitchFamily="18" charset="0"/>
              </a:rPr>
              <a:t> a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fiecǎrui</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caz</a:t>
            </a:r>
            <a:r>
              <a:rPr lang="en-US" sz="2200" dirty="0">
                <a:effectLst/>
                <a:latin typeface="Calibri" panose="020F0502020204030204" pitchFamily="34" charset="0"/>
                <a:ea typeface="Calibri" panose="020F0502020204030204" pitchFamily="34" charset="0"/>
                <a:cs typeface="Times New Roman" panose="02020603050405020304" pitchFamily="18" charset="0"/>
              </a:rPr>
              <a:t> de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utilizare</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poartǎ</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numele</a:t>
            </a:r>
            <a:r>
              <a:rPr lang="en-US" sz="2200" dirty="0">
                <a:effectLst/>
                <a:latin typeface="Calibri" panose="020F0502020204030204" pitchFamily="34" charset="0"/>
                <a:ea typeface="Calibri" panose="020F0502020204030204" pitchFamily="34" charset="0"/>
                <a:cs typeface="Times New Roman" panose="02020603050405020304" pitchFamily="18" charset="0"/>
              </a:rPr>
              <a:t> de </a:t>
            </a:r>
            <a:r>
              <a:rPr lang="en-US" sz="2200" b="1" dirty="0">
                <a:effectLst/>
                <a:latin typeface="Calibri" panose="020F0502020204030204" pitchFamily="34" charset="0"/>
                <a:ea typeface="Calibri" panose="020F0502020204030204" pitchFamily="34" charset="0"/>
                <a:cs typeface="Times New Roman" panose="02020603050405020304" pitchFamily="18" charset="0"/>
              </a:rPr>
              <a:t>model al </a:t>
            </a:r>
            <a:r>
              <a:rPr lang="en-US" sz="2200" b="1" dirty="0" err="1">
                <a:effectLst/>
                <a:latin typeface="Calibri" panose="020F0502020204030204" pitchFamily="34" charset="0"/>
                <a:ea typeface="Calibri" panose="020F0502020204030204" pitchFamily="34" charset="0"/>
                <a:cs typeface="Times New Roman" panose="02020603050405020304" pitchFamily="18" charset="0"/>
              </a:rPr>
              <a:t>cerinţelor</a:t>
            </a:r>
            <a:endParaRPr lang="en-US" sz="2200" b="1" dirty="0">
              <a:latin typeface="Calibri" panose="020F0502020204030204" pitchFamily="34" charset="0"/>
              <a:cs typeface="Calibri" panose="020F0502020204030204" pitchFamily="34" charset="0"/>
            </a:endParaRPr>
          </a:p>
        </p:txBody>
      </p:sp>
      <p:sp>
        <p:nvSpPr>
          <p:cNvPr id="10" name="Google Shape;3642;p60">
            <a:extLst>
              <a:ext uri="{FF2B5EF4-FFF2-40B4-BE49-F238E27FC236}">
                <a16:creationId xmlns:a16="http://schemas.microsoft.com/office/drawing/2014/main" id="{A43A058B-ED65-4672-8D8D-C4EF5230D72C}"/>
              </a:ext>
            </a:extLst>
          </p:cNvPr>
          <p:cNvSpPr txBox="1">
            <a:spLocks noGrp="1"/>
          </p:cNvSpPr>
          <p:nvPr>
            <p:ph type="subTitle" idx="3"/>
          </p:nvPr>
        </p:nvSpPr>
        <p:spPr>
          <a:xfrm>
            <a:off x="5447388" y="4997070"/>
            <a:ext cx="6027955" cy="904399"/>
          </a:xfrm>
          <a:prstGeom prst="rect">
            <a:avLst/>
          </a:prstGeom>
        </p:spPr>
        <p:txBody>
          <a:bodyPr spcFirstLastPara="1" wrap="square" lIns="121900" tIns="121900" rIns="121900" bIns="121900" anchor="t" anchorCtr="0">
            <a:noAutofit/>
          </a:bodyPr>
          <a:lstStyle/>
          <a:p>
            <a:pPr marL="0" indent="0" algn="just"/>
            <a:r>
              <a:rPr lang="ro-RO" sz="2200" dirty="0">
                <a:effectLst/>
                <a:latin typeface="Calibri" panose="020F0502020204030204" pitchFamily="34" charset="0"/>
                <a:ea typeface="Calibri" panose="020F0502020204030204" pitchFamily="34" charset="0"/>
                <a:cs typeface="Times New Roman" panose="02020603050405020304" pitchFamily="18" charset="0"/>
              </a:rPr>
              <a:t>S</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unt</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formate</a:t>
            </a:r>
            <a:r>
              <a:rPr lang="en-US" sz="2200" dirty="0">
                <a:effectLst/>
                <a:latin typeface="Calibri" panose="020F0502020204030204" pitchFamily="34" charset="0"/>
                <a:ea typeface="Calibri" panose="020F0502020204030204" pitchFamily="34" charset="0"/>
                <a:cs typeface="Times New Roman" panose="02020603050405020304" pitchFamily="18" charset="0"/>
              </a:rPr>
              <a:t> din </a:t>
            </a:r>
            <a:r>
              <a:rPr lang="en-US" sz="2200" b="1" dirty="0" err="1">
                <a:effectLst/>
                <a:latin typeface="Calibri" panose="020F0502020204030204" pitchFamily="34" charset="0"/>
                <a:ea typeface="Calibri" panose="020F0502020204030204" pitchFamily="34" charset="0"/>
                <a:cs typeface="Times New Roman" panose="02020603050405020304" pitchFamily="18" charset="0"/>
              </a:rPr>
              <a:t>actori</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şi</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b="1" dirty="0" err="1">
                <a:effectLst/>
                <a:latin typeface="Calibri" panose="020F0502020204030204" pitchFamily="34" charset="0"/>
                <a:ea typeface="Calibri" panose="020F0502020204030204" pitchFamily="34" charset="0"/>
                <a:cs typeface="Times New Roman" panose="02020603050405020304" pitchFamily="18" charset="0"/>
              </a:rPr>
              <a:t>cazuri</a:t>
            </a:r>
            <a:r>
              <a:rPr lang="en-US" sz="2200" b="1" dirty="0">
                <a:effectLst/>
                <a:latin typeface="Calibri" panose="020F0502020204030204" pitchFamily="34" charset="0"/>
                <a:ea typeface="Calibri" panose="020F0502020204030204" pitchFamily="34" charset="0"/>
                <a:cs typeface="Times New Roman" panose="02020603050405020304" pitchFamily="18" charset="0"/>
              </a:rPr>
              <a:t> de </a:t>
            </a:r>
            <a:r>
              <a:rPr lang="en-US" sz="2200" b="1" dirty="0" err="1">
                <a:effectLst/>
                <a:latin typeface="Calibri" panose="020F0502020204030204" pitchFamily="34" charset="0"/>
                <a:ea typeface="Calibri" panose="020F0502020204030204" pitchFamily="34" charset="0"/>
                <a:cs typeface="Times New Roman" panose="02020603050405020304" pitchFamily="18" charset="0"/>
              </a:rPr>
              <a:t>utilizare</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ro-RO" sz="2200" dirty="0">
                <a:effectLst/>
                <a:latin typeface="Calibri" panose="020F0502020204030204" pitchFamily="34" charset="0"/>
                <a:ea typeface="Calibri" panose="020F0502020204030204" pitchFamily="34" charset="0"/>
                <a:cs typeface="Times New Roman" panose="02020603050405020304" pitchFamily="18" charset="0"/>
              </a:rPr>
              <a:t>împreună cu </a:t>
            </a:r>
            <a:r>
              <a:rPr lang="en-US" sz="2200" b="1" dirty="0" err="1">
                <a:effectLst/>
                <a:latin typeface="Calibri" panose="020F0502020204030204" pitchFamily="34" charset="0"/>
                <a:ea typeface="Calibri" panose="020F0502020204030204" pitchFamily="34" charset="0"/>
                <a:cs typeface="Times New Roman" panose="02020603050405020304" pitchFamily="18" charset="0"/>
              </a:rPr>
              <a:t>relaţiile</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ro-RO" sz="2200" dirty="0">
                <a:latin typeface="Calibri" panose="020F0502020204030204" pitchFamily="34" charset="0"/>
                <a:ea typeface="Calibri" panose="020F0502020204030204" pitchFamily="34" charset="0"/>
                <a:cs typeface="Times New Roman" panose="02020603050405020304" pitchFamily="18" charset="0"/>
              </a:rPr>
              <a:t>di</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ntre</a:t>
            </a:r>
            <a:r>
              <a:rPr lang="en-US" sz="2200" dirty="0">
                <a:effectLst/>
                <a:latin typeface="Calibri" panose="020F0502020204030204" pitchFamily="34" charset="0"/>
                <a:ea typeface="Calibri" panose="020F0502020204030204" pitchFamily="34" charset="0"/>
                <a:cs typeface="Times New Roman" panose="02020603050405020304" pitchFamily="18" charset="0"/>
              </a:rPr>
              <a:t> </a:t>
            </a:r>
            <a:r>
              <a:rPr lang="en-US" sz="2200" dirty="0" err="1">
                <a:effectLst/>
                <a:latin typeface="Calibri" panose="020F0502020204030204" pitchFamily="34" charset="0"/>
                <a:ea typeface="Calibri" panose="020F0502020204030204" pitchFamily="34" charset="0"/>
                <a:cs typeface="Times New Roman" panose="02020603050405020304" pitchFamily="18" charset="0"/>
              </a:rPr>
              <a:t>acestea</a:t>
            </a:r>
            <a:endParaRPr lang="en-US" sz="2200" dirty="0">
              <a:latin typeface="Calibri" panose="020F0502020204030204" pitchFamily="34" charset="0"/>
              <a:cs typeface="Calibri" panose="020F0502020204030204" pitchFamily="34" charset="0"/>
            </a:endParaRPr>
          </a:p>
        </p:txBody>
      </p:sp>
      <p:cxnSp>
        <p:nvCxnSpPr>
          <p:cNvPr id="17" name="Google Shape;3648;p60">
            <a:extLst>
              <a:ext uri="{FF2B5EF4-FFF2-40B4-BE49-F238E27FC236}">
                <a16:creationId xmlns:a16="http://schemas.microsoft.com/office/drawing/2014/main" id="{EB9FE152-63C3-4CF9-B00A-E596C9C0DB68}"/>
              </a:ext>
            </a:extLst>
          </p:cNvPr>
          <p:cNvCxnSpPr>
            <a:cxnSpLocks/>
            <a:stCxn id="4" idx="4"/>
          </p:cNvCxnSpPr>
          <p:nvPr/>
        </p:nvCxnSpPr>
        <p:spPr>
          <a:xfrm flipH="1">
            <a:off x="4814635" y="2748673"/>
            <a:ext cx="1004" cy="872786"/>
          </a:xfrm>
          <a:prstGeom prst="straightConnector1">
            <a:avLst/>
          </a:prstGeom>
          <a:noFill/>
          <a:ln w="19050" cap="flat" cmpd="sng">
            <a:solidFill>
              <a:schemeClr val="accent2"/>
            </a:solidFill>
            <a:prstDash val="dot"/>
            <a:round/>
            <a:headEnd type="none" w="med" len="med"/>
            <a:tailEnd type="none" w="med" len="med"/>
          </a:ln>
        </p:spPr>
      </p:cxnSp>
      <p:cxnSp>
        <p:nvCxnSpPr>
          <p:cNvPr id="18" name="Google Shape;3649;p60">
            <a:extLst>
              <a:ext uri="{FF2B5EF4-FFF2-40B4-BE49-F238E27FC236}">
                <a16:creationId xmlns:a16="http://schemas.microsoft.com/office/drawing/2014/main" id="{E307DFB2-B0B5-4CDF-9EBD-4F8524A78E66}"/>
              </a:ext>
            </a:extLst>
          </p:cNvPr>
          <p:cNvCxnSpPr>
            <a:cxnSpLocks/>
            <a:endCxn id="6" idx="0"/>
          </p:cNvCxnSpPr>
          <p:nvPr/>
        </p:nvCxnSpPr>
        <p:spPr>
          <a:xfrm>
            <a:off x="4814635" y="4171980"/>
            <a:ext cx="0" cy="946185"/>
          </a:xfrm>
          <a:prstGeom prst="straightConnector1">
            <a:avLst/>
          </a:prstGeom>
          <a:noFill/>
          <a:ln w="19050" cap="flat" cmpd="sng">
            <a:solidFill>
              <a:schemeClr val="accent2"/>
            </a:solidFill>
            <a:prstDash val="dot"/>
            <a:round/>
            <a:headEnd type="none" w="med" len="med"/>
            <a:tailEnd type="none" w="med" len="med"/>
          </a:ln>
        </p:spPr>
      </p:cxnSp>
      <p:sp>
        <p:nvSpPr>
          <p:cNvPr id="20" name="Google Shape;12935;p86">
            <a:extLst>
              <a:ext uri="{FF2B5EF4-FFF2-40B4-BE49-F238E27FC236}">
                <a16:creationId xmlns:a16="http://schemas.microsoft.com/office/drawing/2014/main" id="{6118C572-7436-463C-9E83-6567740239AD}"/>
              </a:ext>
            </a:extLst>
          </p:cNvPr>
          <p:cNvSpPr/>
          <p:nvPr/>
        </p:nvSpPr>
        <p:spPr>
          <a:xfrm>
            <a:off x="4690361" y="2173339"/>
            <a:ext cx="219821" cy="374678"/>
          </a:xfrm>
          <a:custGeom>
            <a:avLst/>
            <a:gdLst/>
            <a:ahLst/>
            <a:cxnLst/>
            <a:rect l="l" t="t" r="r" b="b"/>
            <a:pathLst>
              <a:path w="7468" h="12729" extrusionOk="0">
                <a:moveTo>
                  <a:pt x="3715" y="5763"/>
                </a:moveTo>
                <a:cubicBezTo>
                  <a:pt x="3853" y="5763"/>
                  <a:pt x="3994" y="5833"/>
                  <a:pt x="4096" y="5955"/>
                </a:cubicBezTo>
                <a:cubicBezTo>
                  <a:pt x="4285" y="6239"/>
                  <a:pt x="4096" y="6585"/>
                  <a:pt x="3718" y="6585"/>
                </a:cubicBezTo>
                <a:cubicBezTo>
                  <a:pt x="3561" y="6585"/>
                  <a:pt x="3466" y="6491"/>
                  <a:pt x="3372" y="6396"/>
                </a:cubicBezTo>
                <a:cubicBezTo>
                  <a:pt x="3246" y="6239"/>
                  <a:pt x="3309" y="5955"/>
                  <a:pt x="3498" y="5829"/>
                </a:cubicBezTo>
                <a:cubicBezTo>
                  <a:pt x="3565" y="5784"/>
                  <a:pt x="3639" y="5763"/>
                  <a:pt x="3715" y="5763"/>
                </a:cubicBezTo>
                <a:close/>
                <a:moveTo>
                  <a:pt x="4128" y="1922"/>
                </a:moveTo>
                <a:lnTo>
                  <a:pt x="6554" y="6176"/>
                </a:lnTo>
                <a:lnTo>
                  <a:pt x="5104" y="9074"/>
                </a:lnTo>
                <a:lnTo>
                  <a:pt x="2300" y="9074"/>
                </a:lnTo>
                <a:cubicBezTo>
                  <a:pt x="1954" y="8349"/>
                  <a:pt x="977" y="6333"/>
                  <a:pt x="851" y="6176"/>
                </a:cubicBezTo>
                <a:lnTo>
                  <a:pt x="3309" y="1922"/>
                </a:lnTo>
                <a:lnTo>
                  <a:pt x="3309" y="5010"/>
                </a:lnTo>
                <a:cubicBezTo>
                  <a:pt x="2836" y="5167"/>
                  <a:pt x="2458" y="5640"/>
                  <a:pt x="2458" y="6176"/>
                </a:cubicBezTo>
                <a:cubicBezTo>
                  <a:pt x="2458" y="6837"/>
                  <a:pt x="3025" y="7436"/>
                  <a:pt x="3718" y="7436"/>
                </a:cubicBezTo>
                <a:cubicBezTo>
                  <a:pt x="4411" y="7436"/>
                  <a:pt x="4978" y="6900"/>
                  <a:pt x="4947" y="6176"/>
                </a:cubicBezTo>
                <a:cubicBezTo>
                  <a:pt x="4947" y="5640"/>
                  <a:pt x="4600" y="5199"/>
                  <a:pt x="4128" y="5010"/>
                </a:cubicBezTo>
                <a:lnTo>
                  <a:pt x="4128" y="1922"/>
                </a:lnTo>
                <a:close/>
                <a:moveTo>
                  <a:pt x="4947" y="9893"/>
                </a:moveTo>
                <a:lnTo>
                  <a:pt x="4947" y="11815"/>
                </a:lnTo>
                <a:lnTo>
                  <a:pt x="2458" y="11815"/>
                </a:lnTo>
                <a:lnTo>
                  <a:pt x="2458" y="9893"/>
                </a:lnTo>
                <a:close/>
                <a:moveTo>
                  <a:pt x="3592" y="1"/>
                </a:moveTo>
                <a:cubicBezTo>
                  <a:pt x="3529" y="32"/>
                  <a:pt x="3466" y="95"/>
                  <a:pt x="3435" y="127"/>
                </a:cubicBezTo>
                <a:cubicBezTo>
                  <a:pt x="3435" y="127"/>
                  <a:pt x="3435" y="158"/>
                  <a:pt x="3372" y="158"/>
                </a:cubicBezTo>
                <a:lnTo>
                  <a:pt x="3372" y="190"/>
                </a:lnTo>
                <a:lnTo>
                  <a:pt x="64" y="5987"/>
                </a:lnTo>
                <a:cubicBezTo>
                  <a:pt x="1" y="6113"/>
                  <a:pt x="1" y="6270"/>
                  <a:pt x="64" y="6396"/>
                </a:cubicBezTo>
                <a:lnTo>
                  <a:pt x="1670" y="9610"/>
                </a:lnTo>
                <a:lnTo>
                  <a:pt x="1670" y="12288"/>
                </a:lnTo>
                <a:cubicBezTo>
                  <a:pt x="1670" y="12540"/>
                  <a:pt x="1891" y="12729"/>
                  <a:pt x="2080" y="12729"/>
                </a:cubicBezTo>
                <a:lnTo>
                  <a:pt x="5388" y="12729"/>
                </a:lnTo>
                <a:cubicBezTo>
                  <a:pt x="5608" y="12729"/>
                  <a:pt x="5829" y="12540"/>
                  <a:pt x="5829" y="12288"/>
                </a:cubicBezTo>
                <a:lnTo>
                  <a:pt x="5829" y="9610"/>
                </a:lnTo>
                <a:lnTo>
                  <a:pt x="7436" y="6396"/>
                </a:lnTo>
                <a:cubicBezTo>
                  <a:pt x="7467" y="6239"/>
                  <a:pt x="7436" y="6113"/>
                  <a:pt x="7404" y="5987"/>
                </a:cubicBezTo>
                <a:lnTo>
                  <a:pt x="4096" y="190"/>
                </a:lnTo>
                <a:lnTo>
                  <a:pt x="4096" y="158"/>
                </a:lnTo>
                <a:cubicBezTo>
                  <a:pt x="4096" y="158"/>
                  <a:pt x="4096" y="127"/>
                  <a:pt x="4033" y="127"/>
                </a:cubicBezTo>
                <a:cubicBezTo>
                  <a:pt x="4002" y="95"/>
                  <a:pt x="3970" y="32"/>
                  <a:pt x="38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 name="Google Shape;3636;p60">
            <a:extLst>
              <a:ext uri="{FF2B5EF4-FFF2-40B4-BE49-F238E27FC236}">
                <a16:creationId xmlns:a16="http://schemas.microsoft.com/office/drawing/2014/main" id="{07B1A169-D0DD-4979-B22B-E240C96B7A7E}"/>
              </a:ext>
            </a:extLst>
          </p:cNvPr>
          <p:cNvSpPr/>
          <p:nvPr/>
        </p:nvSpPr>
        <p:spPr>
          <a:xfrm>
            <a:off x="4449835" y="3568419"/>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 name="Google Shape;12900;p86">
            <a:extLst>
              <a:ext uri="{FF2B5EF4-FFF2-40B4-BE49-F238E27FC236}">
                <a16:creationId xmlns:a16="http://schemas.microsoft.com/office/drawing/2014/main" id="{2914637A-824D-48CF-BDFA-F28FDDED6B40}"/>
              </a:ext>
            </a:extLst>
          </p:cNvPr>
          <p:cNvSpPr/>
          <p:nvPr/>
        </p:nvSpPr>
        <p:spPr>
          <a:xfrm>
            <a:off x="4622932" y="3763240"/>
            <a:ext cx="373766" cy="340357"/>
          </a:xfrm>
          <a:custGeom>
            <a:avLst/>
            <a:gdLst/>
            <a:ahLst/>
            <a:cxnLst/>
            <a:rect l="l" t="t" r="r" b="b"/>
            <a:pathLst>
              <a:path w="12698" h="11563" extrusionOk="0">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344;p87">
            <a:extLst>
              <a:ext uri="{FF2B5EF4-FFF2-40B4-BE49-F238E27FC236}">
                <a16:creationId xmlns:a16="http://schemas.microsoft.com/office/drawing/2014/main" id="{DC04067C-5167-4E7C-9AF3-BF3F9E76CE66}"/>
              </a:ext>
            </a:extLst>
          </p:cNvPr>
          <p:cNvSpPr/>
          <p:nvPr/>
        </p:nvSpPr>
        <p:spPr>
          <a:xfrm>
            <a:off x="4635558" y="5274557"/>
            <a:ext cx="348513" cy="349427"/>
          </a:xfrm>
          <a:custGeom>
            <a:avLst/>
            <a:gdLst/>
            <a:ahLst/>
            <a:cxnLst/>
            <a:rect l="l" t="t" r="r" b="b"/>
            <a:pathLst>
              <a:path w="11815" h="11846" extrusionOk="0">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32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014667" y="1584753"/>
            <a:ext cx="9369554" cy="3933178"/>
          </a:xfrm>
          <a:prstGeom prst="rect">
            <a:avLst/>
          </a:prstGeom>
        </p:spPr>
        <p:txBody>
          <a:bodyPr spcFirstLastPara="1" wrap="square" lIns="121900" tIns="121900" rIns="121900" bIns="121900" anchor="t" anchorCtr="0">
            <a:noAutofit/>
          </a:bodyPr>
          <a:lstStyle/>
          <a:p>
            <a:pPr marL="38100" marR="0" indent="-342900" algn="just">
              <a:spcBef>
                <a:spcPts val="0"/>
              </a:spcBef>
              <a:spcAft>
                <a:spcPts val="1565"/>
              </a:spcAft>
              <a:buClr>
                <a:schemeClr val="accent5"/>
              </a:buClr>
              <a:buSzPct val="120000"/>
              <a:buFont typeface="Arial" panose="020B0604020202020204" pitchFamily="34" charset="0"/>
              <a:buChar char="•"/>
            </a:pPr>
            <a:r>
              <a:rPr lang="en-US" sz="2400" dirty="0">
                <a:solidFill>
                  <a:srgbClr val="000000"/>
                </a:solidFill>
                <a:latin typeface="Calibri" panose="020F0502020204030204" pitchFamily="34" charset="0"/>
                <a:ea typeface="Calibri" panose="020F0502020204030204" pitchFamily="34" charset="0"/>
              </a:rPr>
              <a:t>S</a:t>
            </a:r>
            <a:r>
              <a:rPr lang="en-US" sz="2400" dirty="0">
                <a:solidFill>
                  <a:srgbClr val="000000"/>
                </a:solidFill>
                <a:effectLst/>
                <a:latin typeface="Calibri" panose="020F0502020204030204" pitchFamily="34" charset="0"/>
                <a:ea typeface="Calibri" panose="020F0502020204030204" pitchFamily="34" charset="0"/>
              </a:rPr>
              <a:t>unt </a:t>
            </a:r>
            <a:r>
              <a:rPr lang="en-US" sz="2400" b="1" dirty="0" err="1">
                <a:solidFill>
                  <a:srgbClr val="000000"/>
                </a:solidFill>
                <a:effectLst/>
                <a:latin typeface="Calibri" panose="020F0502020204030204" pitchFamily="34" charset="0"/>
                <a:ea typeface="Calibri" panose="020F0502020204030204" pitchFamily="34" charset="0"/>
              </a:rPr>
              <a:t>persoane</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sau</a:t>
            </a:r>
            <a:r>
              <a:rPr lang="en-US" sz="2400"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sisteme</a:t>
            </a:r>
            <a:r>
              <a:rPr lang="en-US" sz="2400" b="1"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informatice</a:t>
            </a:r>
            <a:r>
              <a:rPr lang="en-US" sz="2400" b="1" dirty="0">
                <a:solidFill>
                  <a:srgbClr val="000000"/>
                </a:solidFill>
                <a:effectLst/>
                <a:latin typeface="Calibri" panose="020F0502020204030204" pitchFamily="34" charset="0"/>
                <a:ea typeface="Calibri" panose="020F0502020204030204" pitchFamily="34" charset="0"/>
              </a:rPr>
              <a:t> </a:t>
            </a:r>
            <a:r>
              <a:rPr lang="en-US" sz="2400" dirty="0">
                <a:solidFill>
                  <a:srgbClr val="000000"/>
                </a:solidFill>
                <a:effectLst/>
                <a:latin typeface="Calibri" panose="020F0502020204030204" pitchFamily="34" charset="0"/>
                <a:ea typeface="Calibri" panose="020F0502020204030204" pitchFamily="34" charset="0"/>
              </a:rPr>
              <a:t>care </a:t>
            </a:r>
            <a:r>
              <a:rPr lang="en-US" sz="2400" dirty="0" err="1">
                <a:solidFill>
                  <a:srgbClr val="000000"/>
                </a:solidFill>
                <a:effectLst/>
                <a:latin typeface="Calibri" panose="020F0502020204030204" pitchFamily="34" charset="0"/>
                <a:ea typeface="Calibri" panose="020F0502020204030204" pitchFamily="34" charset="0"/>
              </a:rPr>
              <a:t>interacţioneazǎ</a:t>
            </a:r>
            <a:r>
              <a:rPr lang="en-US" sz="2400" dirty="0">
                <a:solidFill>
                  <a:srgbClr val="000000"/>
                </a:solidFill>
                <a:effectLst/>
                <a:latin typeface="Calibri" panose="020F0502020204030204" pitchFamily="34" charset="0"/>
                <a:ea typeface="Calibri" panose="020F0502020204030204" pitchFamily="34" charset="0"/>
              </a:rPr>
              <a:t> cu </a:t>
            </a:r>
            <a:r>
              <a:rPr lang="en-US" sz="2400" dirty="0" err="1">
                <a:solidFill>
                  <a:srgbClr val="000000"/>
                </a:solidFill>
                <a:effectLst/>
                <a:latin typeface="Calibri" panose="020F0502020204030204" pitchFamily="34" charset="0"/>
                <a:ea typeface="Calibri" panose="020F0502020204030204" pitchFamily="34" charset="0"/>
              </a:rPr>
              <a:t>sistemul</a:t>
            </a:r>
            <a:r>
              <a:rPr lang="en-US" sz="2400" dirty="0">
                <a:solidFill>
                  <a:srgbClr val="000000"/>
                </a:solidFill>
                <a:effectLst/>
                <a:latin typeface="Calibri" panose="020F0502020204030204" pitchFamily="34" charset="0"/>
                <a:ea typeface="Calibri" panose="020F0502020204030204" pitchFamily="34" charset="0"/>
              </a:rPr>
              <a:t> informatic </a:t>
            </a:r>
            <a:r>
              <a:rPr lang="en-US" sz="2400" dirty="0" err="1">
                <a:solidFill>
                  <a:srgbClr val="000000"/>
                </a:solidFill>
                <a:effectLst/>
                <a:latin typeface="Calibri" panose="020F0502020204030204" pitchFamily="34" charset="0"/>
                <a:ea typeface="Calibri" panose="020F0502020204030204" pitchFamily="34" charset="0"/>
              </a:rPr>
              <a:t>dezvoltat</a:t>
            </a:r>
            <a:r>
              <a:rPr lang="en-US" sz="2400" dirty="0">
                <a:solidFill>
                  <a:srgbClr val="000000"/>
                </a:solidFill>
                <a:effectLst/>
                <a:latin typeface="Calibri" panose="020F0502020204030204" pitchFamily="34" charset="0"/>
                <a:ea typeface="Calibri" panose="020F0502020204030204" pitchFamily="34" charset="0"/>
              </a:rPr>
              <a:t>.</a:t>
            </a:r>
          </a:p>
          <a:p>
            <a:pPr marL="38100" marR="0" indent="-342900" algn="just">
              <a:spcBef>
                <a:spcPts val="0"/>
              </a:spcBef>
              <a:spcAft>
                <a:spcPts val="1565"/>
              </a:spcAft>
              <a:buClr>
                <a:schemeClr val="accent5"/>
              </a:buClr>
              <a:buSzPct val="120000"/>
              <a:buFont typeface="Arial" panose="020B0604020202020204" pitchFamily="34" charset="0"/>
              <a:buChar char="•"/>
            </a:pPr>
            <a:r>
              <a:rPr lang="en-US" sz="2400" dirty="0" err="1">
                <a:solidFill>
                  <a:srgbClr val="000000"/>
                </a:solidFill>
                <a:effectLst/>
                <a:latin typeface="Calibri" panose="020F0502020204030204" pitchFamily="34" charset="0"/>
                <a:ea typeface="Calibri" panose="020F0502020204030204" pitchFamily="34" charset="0"/>
              </a:rPr>
              <a:t>Actorii</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reprezintă</a:t>
            </a:r>
            <a:r>
              <a:rPr lang="en-US" sz="2400"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roluri</a:t>
            </a:r>
            <a:r>
              <a:rPr lang="en-US" sz="2400" dirty="0">
                <a:solidFill>
                  <a:srgbClr val="000000"/>
                </a:solidFill>
                <a:effectLst/>
                <a:latin typeface="Calibri" panose="020F0502020204030204" pitchFamily="34" charset="0"/>
                <a:ea typeface="Calibri" panose="020F0502020204030204" pitchFamily="34" charset="0"/>
              </a:rPr>
              <a:t> care pot include </a:t>
            </a:r>
            <a:r>
              <a:rPr lang="en-US" sz="2400" dirty="0" err="1">
                <a:solidFill>
                  <a:srgbClr val="000000"/>
                </a:solidFill>
                <a:effectLst/>
                <a:latin typeface="Calibri" panose="020F0502020204030204" pitchFamily="34" charset="0"/>
                <a:ea typeface="Calibri" panose="020F0502020204030204" pitchFamily="34" charset="0"/>
              </a:rPr>
              <a:t>factori</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umani</a:t>
            </a:r>
            <a:r>
              <a:rPr lang="en-US" sz="2400" dirty="0">
                <a:solidFill>
                  <a:srgbClr val="000000"/>
                </a:solidFill>
                <a:effectLst/>
                <a:latin typeface="Calibri" panose="020F0502020204030204" pitchFamily="34" charset="0"/>
                <a:ea typeface="Calibri" panose="020F0502020204030204" pitchFamily="34" charset="0"/>
              </a:rPr>
              <a:t>, hardware extern </a:t>
            </a:r>
            <a:r>
              <a:rPr lang="en-US" sz="2400" dirty="0" err="1">
                <a:solidFill>
                  <a:srgbClr val="000000"/>
                </a:solidFill>
                <a:effectLst/>
                <a:latin typeface="Calibri" panose="020F0502020204030204" pitchFamily="34" charset="0"/>
                <a:ea typeface="Calibri" panose="020F0502020204030204" pitchFamily="34" charset="0"/>
              </a:rPr>
              <a:t>sau</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alte</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sisteme</a:t>
            </a:r>
            <a:r>
              <a:rPr lang="en-US" sz="2400" dirty="0">
                <a:solidFill>
                  <a:srgbClr val="000000"/>
                </a:solidFill>
                <a:effectLst/>
                <a:latin typeface="Calibri" panose="020F0502020204030204" pitchFamily="34" charset="0"/>
                <a:ea typeface="Calibri" panose="020F0502020204030204" pitchFamily="34" charset="0"/>
              </a:rPr>
              <a:t>.</a:t>
            </a:r>
          </a:p>
          <a:p>
            <a:pPr marL="38100" marR="0" indent="-342900" algn="just">
              <a:spcBef>
                <a:spcPts val="0"/>
              </a:spcBef>
              <a:spcAft>
                <a:spcPts val="1565"/>
              </a:spcAft>
              <a:buClr>
                <a:schemeClr val="accent5"/>
              </a:buClr>
              <a:buSzPct val="120000"/>
              <a:buFont typeface="Arial" panose="020B0604020202020204" pitchFamily="34" charset="0"/>
              <a:buChar char="•"/>
            </a:pPr>
            <a:r>
              <a:rPr lang="it-IT" sz="2400" dirty="0">
                <a:solidFill>
                  <a:srgbClr val="000000"/>
                </a:solidFill>
                <a:effectLst/>
                <a:latin typeface="Calibri" panose="020F0502020204030204" pitchFamily="34" charset="0"/>
                <a:ea typeface="Calibri" panose="020F0502020204030204" pitchFamily="34" charset="0"/>
              </a:rPr>
              <a:t>O persoanǎ poate juca </a:t>
            </a:r>
            <a:r>
              <a:rPr lang="it-IT" sz="2400" b="1" dirty="0">
                <a:solidFill>
                  <a:srgbClr val="000000"/>
                </a:solidFill>
                <a:effectLst/>
                <a:latin typeface="Calibri" panose="020F0502020204030204" pitchFamily="34" charset="0"/>
                <a:ea typeface="Calibri" panose="020F0502020204030204" pitchFamily="34" charset="0"/>
              </a:rPr>
              <a:t>mai multe roluri </a:t>
            </a:r>
            <a:r>
              <a:rPr lang="it-IT" sz="2400" dirty="0">
                <a:solidFill>
                  <a:srgbClr val="000000"/>
                </a:solidFill>
                <a:effectLst/>
                <a:latin typeface="Calibri" panose="020F0502020204030204" pitchFamily="34" charset="0"/>
                <a:ea typeface="Calibri" panose="020F0502020204030204" pitchFamily="34" charset="0"/>
              </a:rPr>
              <a:t>şi un rol poate caracteriza </a:t>
            </a:r>
            <a:r>
              <a:rPr lang="it-IT" sz="2400" b="1" dirty="0">
                <a:solidFill>
                  <a:srgbClr val="000000"/>
                </a:solidFill>
                <a:effectLst/>
                <a:latin typeface="Calibri" panose="020F0502020204030204" pitchFamily="34" charset="0"/>
                <a:ea typeface="Calibri" panose="020F0502020204030204" pitchFamily="34" charset="0"/>
              </a:rPr>
              <a:t>mai multe persoane</a:t>
            </a:r>
            <a:r>
              <a:rPr lang="it-IT" sz="2400" dirty="0">
                <a:solidFill>
                  <a:srgbClr val="000000"/>
                </a:solidFill>
                <a:effectLst/>
                <a:latin typeface="Calibri" panose="020F0502020204030204" pitchFamily="34" charset="0"/>
                <a:ea typeface="Calibri" panose="020F0502020204030204" pitchFamily="34" charset="0"/>
              </a:rPr>
              <a:t>. </a:t>
            </a:r>
            <a:endParaRPr lang="ro-RO" sz="2400" dirty="0">
              <a:solidFill>
                <a:srgbClr val="000000"/>
              </a:solidFill>
              <a:effectLst/>
              <a:latin typeface="Calibri" panose="020F0502020204030204" pitchFamily="34" charset="0"/>
              <a:ea typeface="Calibri" panose="020F0502020204030204" pitchFamily="34" charset="0"/>
            </a:endParaRPr>
          </a:p>
          <a:p>
            <a:pPr marL="38100" marR="0" indent="-342900" algn="just">
              <a:spcBef>
                <a:spcPts val="0"/>
              </a:spcBef>
              <a:spcAft>
                <a:spcPts val="1565"/>
              </a:spcAft>
              <a:buClr>
                <a:schemeClr val="accent5"/>
              </a:buClr>
              <a:buSzPct val="120000"/>
              <a:buFont typeface="Arial" panose="020B0604020202020204" pitchFamily="34" charset="0"/>
              <a:buChar char="•"/>
            </a:pPr>
            <a:r>
              <a:rPr lang="ro-RO" sz="2400" dirty="0">
                <a:solidFill>
                  <a:srgbClr val="000000"/>
                </a:solidFill>
                <a:effectLst/>
                <a:latin typeface="Calibri" panose="020F0502020204030204" pitchFamily="34" charset="0"/>
                <a:ea typeface="Calibri" panose="020F0502020204030204" pitchFamily="34" charset="0"/>
              </a:rPr>
              <a:t>Un actor </a:t>
            </a:r>
            <a:r>
              <a:rPr lang="ro-RO" sz="2400" b="1" dirty="0">
                <a:solidFill>
                  <a:srgbClr val="000000"/>
                </a:solidFill>
                <a:effectLst/>
                <a:latin typeface="Calibri" panose="020F0502020204030204" pitchFamily="34" charset="0"/>
                <a:ea typeface="Calibri" panose="020F0502020204030204" pitchFamily="34" charset="0"/>
              </a:rPr>
              <a:t>principal </a:t>
            </a:r>
            <a:r>
              <a:rPr lang="ro-RO" sz="2400" dirty="0">
                <a:solidFill>
                  <a:srgbClr val="000000"/>
                </a:solidFill>
                <a:effectLst/>
                <a:latin typeface="Calibri" panose="020F0502020204030204" pitchFamily="34" charset="0"/>
                <a:ea typeface="Calibri" panose="020F0502020204030204" pitchFamily="34" charset="0"/>
              </a:rPr>
              <a:t>este un beneficiar direct al funcționalităților oferite de sistem,</a:t>
            </a:r>
            <a:r>
              <a:rPr lang="ro-RO" sz="2400" b="1" dirty="0">
                <a:solidFill>
                  <a:srgbClr val="000000"/>
                </a:solidFill>
                <a:effectLst/>
                <a:latin typeface="Calibri" panose="020F0502020204030204" pitchFamily="34" charset="0"/>
                <a:ea typeface="Calibri" panose="020F0502020204030204" pitchFamily="34" charset="0"/>
              </a:rPr>
              <a:t> </a:t>
            </a:r>
            <a:r>
              <a:rPr lang="ro-RO" sz="2400" dirty="0">
                <a:solidFill>
                  <a:srgbClr val="000000"/>
                </a:solidFill>
                <a:effectLst/>
                <a:latin typeface="Calibri" panose="020F0502020204030204" pitchFamily="34" charset="0"/>
                <a:ea typeface="Calibri" panose="020F0502020204030204" pitchFamily="34" charset="0"/>
              </a:rPr>
              <a:t>iar un actor </a:t>
            </a:r>
            <a:r>
              <a:rPr lang="ro-RO" sz="2400" b="1" dirty="0">
                <a:solidFill>
                  <a:srgbClr val="000000"/>
                </a:solidFill>
                <a:effectLst/>
                <a:latin typeface="Calibri" panose="020F0502020204030204" pitchFamily="34" charset="0"/>
                <a:ea typeface="Calibri" panose="020F0502020204030204" pitchFamily="34" charset="0"/>
              </a:rPr>
              <a:t>secundar </a:t>
            </a:r>
            <a:r>
              <a:rPr lang="ro-RO" sz="2400" dirty="0">
                <a:solidFill>
                  <a:srgbClr val="000000"/>
                </a:solidFill>
                <a:effectLst/>
                <a:latin typeface="Calibri" panose="020F0502020204030204" pitchFamily="34" charset="0"/>
                <a:ea typeface="Calibri" panose="020F0502020204030204" pitchFamily="34" charset="0"/>
              </a:rPr>
              <a:t>are rolul de a </a:t>
            </a:r>
            <a:r>
              <a:rPr lang="ro-RO" sz="2400" dirty="0">
                <a:solidFill>
                  <a:srgbClr val="000000"/>
                </a:solidFill>
                <a:latin typeface="Calibri" panose="020F0502020204030204" pitchFamily="34" charset="0"/>
                <a:ea typeface="Calibri" panose="020F0502020204030204" pitchFamily="34" charset="0"/>
              </a:rPr>
              <a:t>oferi servicii sistemului. </a:t>
            </a:r>
            <a:endParaRPr lang="it-IT" sz="2400" dirty="0">
              <a:solidFill>
                <a:srgbClr val="000000"/>
              </a:solidFill>
              <a:effectLst/>
              <a:latin typeface="Calibri" panose="020F0502020204030204" pitchFamily="34" charset="0"/>
              <a:ea typeface="Calibri" panose="020F0502020204030204" pitchFamily="34" charset="0"/>
            </a:endParaRPr>
          </a:p>
          <a:p>
            <a:pPr marL="342900" indent="-342900" algn="just">
              <a:buClr>
                <a:schemeClr val="accent5"/>
              </a:buClr>
              <a:buSzPct val="120000"/>
              <a:buFont typeface="Arial" panose="020B0604020202020204" pitchFamily="34" charset="0"/>
              <a:buChar char="•"/>
            </a:pPr>
            <a:endParaRPr sz="2400" dirty="0"/>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Actori</a:t>
            </a:r>
            <a:r>
              <a:rPr lang="en-US" kern="0" dirty="0"/>
              <a:t> - 1</a:t>
            </a:r>
            <a:endParaRPr lang="ro-RO" kern="0" dirty="0"/>
          </a:p>
        </p:txBody>
      </p:sp>
      <p:pic>
        <p:nvPicPr>
          <p:cNvPr id="2" name="Picture 1">
            <a:extLst>
              <a:ext uri="{FF2B5EF4-FFF2-40B4-BE49-F238E27FC236}">
                <a16:creationId xmlns:a16="http://schemas.microsoft.com/office/drawing/2014/main" id="{3CF00A53-B34F-489D-B8A0-E415CAD9822C}"/>
              </a:ext>
            </a:extLst>
          </p:cNvPr>
          <p:cNvPicPr>
            <a:picLocks noChangeAspect="1"/>
          </p:cNvPicPr>
          <p:nvPr/>
        </p:nvPicPr>
        <p:blipFill>
          <a:blip r:embed="rId3"/>
          <a:stretch>
            <a:fillRect/>
          </a:stretch>
        </p:blipFill>
        <p:spPr>
          <a:xfrm>
            <a:off x="9907494" y="5048916"/>
            <a:ext cx="2158382" cy="1713002"/>
          </a:xfrm>
          <a:prstGeom prst="rect">
            <a:avLst/>
          </a:prstGeom>
        </p:spPr>
      </p:pic>
    </p:spTree>
    <p:extLst>
      <p:ext uri="{BB962C8B-B14F-4D97-AF65-F5344CB8AC3E}">
        <p14:creationId xmlns:p14="http://schemas.microsoft.com/office/powerpoint/2010/main" val="325489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098750" y="1462411"/>
            <a:ext cx="9369554" cy="3933178"/>
          </a:xfrm>
          <a:prstGeom prst="rect">
            <a:avLst/>
          </a:prstGeom>
        </p:spPr>
        <p:txBody>
          <a:bodyPr spcFirstLastPara="1" wrap="square" lIns="121900" tIns="121900" rIns="121900" bIns="121900" anchor="t" anchorCtr="0">
            <a:noAutofit/>
          </a:bodyPr>
          <a:lstStyle/>
          <a:p>
            <a:pPr marL="38100" marR="0" indent="-342900" algn="just">
              <a:spcBef>
                <a:spcPts val="0"/>
              </a:spcBef>
              <a:spcAft>
                <a:spcPts val="1565"/>
              </a:spcAft>
              <a:buClr>
                <a:schemeClr val="accent5"/>
              </a:buClr>
              <a:buSzPct val="120000"/>
              <a:buFont typeface="Arial" panose="020B0604020202020204" pitchFamily="34" charset="0"/>
              <a:buChar char="•"/>
            </a:pPr>
            <a:r>
              <a:rPr lang="en-US" sz="2400" dirty="0" err="1">
                <a:solidFill>
                  <a:srgbClr val="000000"/>
                </a:solidFill>
                <a:effectLst/>
                <a:latin typeface="Calibri" panose="020F0502020204030204" pitchFamily="34" charset="0"/>
                <a:ea typeface="Calibri" panose="020F0502020204030204" pitchFamily="34" charset="0"/>
              </a:rPr>
              <a:t>Determinarea</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actorilor</a:t>
            </a:r>
            <a:r>
              <a:rPr lang="en-US" sz="2400" dirty="0">
                <a:solidFill>
                  <a:srgbClr val="000000"/>
                </a:solidFill>
                <a:effectLst/>
                <a:latin typeface="Calibri" panose="020F0502020204030204" pitchFamily="34" charset="0"/>
                <a:ea typeface="Calibri" panose="020F0502020204030204" pitchFamily="34" charset="0"/>
              </a:rPr>
              <a:t> se face </a:t>
            </a:r>
            <a:r>
              <a:rPr lang="en-US" sz="2400" dirty="0" err="1">
                <a:solidFill>
                  <a:srgbClr val="000000"/>
                </a:solidFill>
                <a:effectLst/>
                <a:latin typeface="Calibri" panose="020F0502020204030204" pitchFamily="34" charset="0"/>
                <a:ea typeface="Calibri" panose="020F0502020204030204" pitchFamily="34" charset="0"/>
              </a:rPr>
              <a:t>rǎspunzând</a:t>
            </a:r>
            <a:r>
              <a:rPr lang="en-US" sz="2400" dirty="0">
                <a:solidFill>
                  <a:srgbClr val="000000"/>
                </a:solidFill>
                <a:effectLst/>
                <a:latin typeface="Calibri" panose="020F0502020204030204" pitchFamily="34" charset="0"/>
                <a:ea typeface="Calibri" panose="020F0502020204030204" pitchFamily="34" charset="0"/>
              </a:rPr>
              <a:t> la </a:t>
            </a:r>
            <a:r>
              <a:rPr lang="en-US" sz="2400" dirty="0" err="1">
                <a:solidFill>
                  <a:srgbClr val="000000"/>
                </a:solidFill>
                <a:effectLst/>
                <a:latin typeface="Calibri" panose="020F0502020204030204" pitchFamily="34" charset="0"/>
                <a:ea typeface="Calibri" panose="020F0502020204030204" pitchFamily="34" charset="0"/>
              </a:rPr>
              <a:t>întrebǎri</a:t>
            </a:r>
            <a:r>
              <a:rPr lang="en-US" sz="2400" dirty="0">
                <a:solidFill>
                  <a:srgbClr val="000000"/>
                </a:solidFill>
                <a:effectLst/>
                <a:latin typeface="Calibri" panose="020F0502020204030204" pitchFamily="34" charset="0"/>
                <a:ea typeface="Calibri" panose="020F0502020204030204" pitchFamily="34" charset="0"/>
              </a:rPr>
              <a:t> precum: </a:t>
            </a:r>
          </a:p>
          <a:p>
            <a:pPr marL="952500" lvl="2" indent="-342900" algn="just">
              <a:spcAft>
                <a:spcPts val="1565"/>
              </a:spcAft>
              <a:buClr>
                <a:schemeClr val="accent5"/>
              </a:buClr>
              <a:buSzPct val="120000"/>
              <a:buFont typeface="Wingdings" panose="05000000000000000000" pitchFamily="2" charset="2"/>
              <a:buChar char="ü"/>
            </a:pPr>
            <a:r>
              <a:rPr lang="en-US" sz="2200" i="1" dirty="0">
                <a:solidFill>
                  <a:srgbClr val="000000"/>
                </a:solidFill>
                <a:effectLst/>
                <a:latin typeface="Calibri" panose="020F0502020204030204" pitchFamily="34" charset="0"/>
                <a:ea typeface="Calibri" panose="020F0502020204030204" pitchFamily="34" charset="0"/>
              </a:rPr>
              <a:t>Cine </a:t>
            </a:r>
            <a:r>
              <a:rPr lang="en-US" sz="2200" dirty="0" err="1">
                <a:solidFill>
                  <a:srgbClr val="000000"/>
                </a:solidFill>
                <a:effectLst/>
                <a:latin typeface="Calibri" panose="020F0502020204030204" pitchFamily="34" charset="0"/>
                <a:ea typeface="Calibri" panose="020F0502020204030204" pitchFamily="34" charset="0"/>
              </a:rPr>
              <a:t>solicită</a:t>
            </a:r>
            <a:r>
              <a:rPr lang="en-US" sz="2200" dirty="0">
                <a:solidFill>
                  <a:srgbClr val="000000"/>
                </a:solidFill>
                <a:effectLst/>
                <a:latin typeface="Calibri" panose="020F0502020204030204" pitchFamily="34" charset="0"/>
                <a:ea typeface="Calibri" panose="020F0502020204030204" pitchFamily="34" charset="0"/>
              </a:rPr>
              <a:t> date din </a:t>
            </a:r>
            <a:r>
              <a:rPr lang="en-US" sz="2200" dirty="0" err="1">
                <a:solidFill>
                  <a:srgbClr val="000000"/>
                </a:solidFill>
                <a:effectLst/>
                <a:latin typeface="Calibri" panose="020F0502020204030204" pitchFamily="34" charset="0"/>
                <a:ea typeface="Calibri" panose="020F0502020204030204" pitchFamily="34" charset="0"/>
              </a:rPr>
              <a:t>sistem</a:t>
            </a:r>
            <a:r>
              <a:rPr lang="en-US" sz="2200" dirty="0">
                <a:solidFill>
                  <a:srgbClr val="000000"/>
                </a:solidFill>
                <a:effectLst/>
                <a:latin typeface="Calibri" panose="020F0502020204030204" pitchFamily="34" charset="0"/>
                <a:ea typeface="Calibri" panose="020F0502020204030204" pitchFamily="34" charset="0"/>
              </a:rPr>
              <a:t>?</a:t>
            </a:r>
          </a:p>
          <a:p>
            <a:pPr marL="952500" lvl="2" indent="-342900" algn="just">
              <a:spcAft>
                <a:spcPts val="1565"/>
              </a:spcAft>
              <a:buClr>
                <a:schemeClr val="accent5"/>
              </a:buClr>
              <a:buSzPct val="120000"/>
              <a:buFont typeface="Wingdings" panose="05000000000000000000" pitchFamily="2" charset="2"/>
              <a:buChar char="ü"/>
            </a:pPr>
            <a:r>
              <a:rPr lang="en-US" sz="2200" i="1" dirty="0">
                <a:solidFill>
                  <a:srgbClr val="000000"/>
                </a:solidFill>
                <a:effectLst/>
                <a:latin typeface="Calibri" panose="020F0502020204030204" pitchFamily="34" charset="0"/>
                <a:ea typeface="Calibri" panose="020F0502020204030204" pitchFamily="34" charset="0"/>
              </a:rPr>
              <a:t>Cine </a:t>
            </a:r>
            <a:r>
              <a:rPr lang="en-US" sz="2200" dirty="0" err="1">
                <a:solidFill>
                  <a:srgbClr val="000000"/>
                </a:solidFill>
                <a:effectLst/>
                <a:latin typeface="Calibri" panose="020F0502020204030204" pitchFamily="34" charset="0"/>
                <a:ea typeface="Calibri" panose="020F0502020204030204" pitchFamily="34" charset="0"/>
              </a:rPr>
              <a:t>modificǎ</a:t>
            </a:r>
            <a:r>
              <a:rPr lang="en-US" sz="2200" dirty="0">
                <a:solidFill>
                  <a:srgbClr val="000000"/>
                </a:solidFill>
                <a:effectLst/>
                <a:latin typeface="Calibri" panose="020F0502020204030204" pitchFamily="34" charset="0"/>
                <a:ea typeface="Calibri" panose="020F0502020204030204" pitchFamily="34" charset="0"/>
              </a:rPr>
              <a:t> date din </a:t>
            </a:r>
            <a:r>
              <a:rPr lang="en-US" sz="2200" dirty="0" err="1">
                <a:solidFill>
                  <a:srgbClr val="000000"/>
                </a:solidFill>
                <a:effectLst/>
                <a:latin typeface="Calibri" panose="020F0502020204030204" pitchFamily="34" charset="0"/>
                <a:ea typeface="Calibri" panose="020F0502020204030204" pitchFamily="34" charset="0"/>
              </a:rPr>
              <a:t>sistem</a:t>
            </a:r>
            <a:r>
              <a:rPr lang="en-US" sz="2200" dirty="0">
                <a:solidFill>
                  <a:srgbClr val="000000"/>
                </a:solidFill>
                <a:effectLst/>
                <a:latin typeface="Calibri" panose="020F0502020204030204" pitchFamily="34" charset="0"/>
                <a:ea typeface="Calibri" panose="020F0502020204030204" pitchFamily="34" charset="0"/>
              </a:rPr>
              <a:t>?</a:t>
            </a:r>
          </a:p>
          <a:p>
            <a:pPr marL="952500" lvl="2" indent="-342900" algn="just">
              <a:spcAft>
                <a:spcPts val="1565"/>
              </a:spcAft>
              <a:buClr>
                <a:schemeClr val="accent5"/>
              </a:buClr>
              <a:buSzPct val="120000"/>
              <a:buFont typeface="Wingdings" panose="05000000000000000000" pitchFamily="2" charset="2"/>
              <a:buChar char="ü"/>
            </a:pPr>
            <a:r>
              <a:rPr lang="en-US" sz="2200" i="1" dirty="0">
                <a:solidFill>
                  <a:srgbClr val="000000"/>
                </a:solidFill>
                <a:effectLst/>
                <a:latin typeface="Calibri" panose="020F0502020204030204" pitchFamily="34" charset="0"/>
                <a:ea typeface="Calibri" panose="020F0502020204030204" pitchFamily="34" charset="0"/>
              </a:rPr>
              <a:t>Cine </a:t>
            </a:r>
            <a:r>
              <a:rPr lang="en-US" sz="2200" dirty="0" err="1">
                <a:solidFill>
                  <a:srgbClr val="000000"/>
                </a:solidFill>
                <a:effectLst/>
                <a:latin typeface="Calibri" panose="020F0502020204030204" pitchFamily="34" charset="0"/>
                <a:ea typeface="Calibri" panose="020F0502020204030204" pitchFamily="34" charset="0"/>
              </a:rPr>
              <a:t>este</a:t>
            </a:r>
            <a:r>
              <a:rPr lang="en-US" sz="2200" dirty="0">
                <a:solidFill>
                  <a:srgbClr val="000000"/>
                </a:solidFill>
                <a:effectLst/>
                <a:latin typeface="Calibri" panose="020F0502020204030204" pitchFamily="34" charset="0"/>
                <a:ea typeface="Calibri" panose="020F0502020204030204" pitchFamily="34" charset="0"/>
              </a:rPr>
              <a:t> </a:t>
            </a:r>
            <a:r>
              <a:rPr lang="en-US" sz="2200" dirty="0" err="1">
                <a:solidFill>
                  <a:srgbClr val="000000"/>
                </a:solidFill>
                <a:effectLst/>
                <a:latin typeface="Calibri" panose="020F0502020204030204" pitchFamily="34" charset="0"/>
                <a:ea typeface="Calibri" panose="020F0502020204030204" pitchFamily="34" charset="0"/>
              </a:rPr>
              <a:t>interfaţă</a:t>
            </a:r>
            <a:r>
              <a:rPr lang="en-US" sz="2200" dirty="0">
                <a:solidFill>
                  <a:srgbClr val="000000"/>
                </a:solidFill>
                <a:effectLst/>
                <a:latin typeface="Calibri" panose="020F0502020204030204" pitchFamily="34" charset="0"/>
                <a:ea typeface="Calibri" panose="020F0502020204030204" pitchFamily="34" charset="0"/>
              </a:rPr>
              <a:t> cu </a:t>
            </a:r>
            <a:r>
              <a:rPr lang="en-US" sz="2200" dirty="0" err="1">
                <a:solidFill>
                  <a:srgbClr val="000000"/>
                </a:solidFill>
                <a:effectLst/>
                <a:latin typeface="Calibri" panose="020F0502020204030204" pitchFamily="34" charset="0"/>
                <a:ea typeface="Calibri" panose="020F0502020204030204" pitchFamily="34" charset="0"/>
              </a:rPr>
              <a:t>sistemul</a:t>
            </a:r>
            <a:r>
              <a:rPr lang="en-US" sz="2200" dirty="0">
                <a:solidFill>
                  <a:srgbClr val="000000"/>
                </a:solidFill>
                <a:effectLst/>
                <a:latin typeface="Calibri" panose="020F0502020204030204" pitchFamily="34" charset="0"/>
                <a:ea typeface="Calibri" panose="020F0502020204030204" pitchFamily="34" charset="0"/>
              </a:rPr>
              <a:t>?</a:t>
            </a:r>
          </a:p>
          <a:p>
            <a:pPr marL="952500" lvl="2" indent="-342900" algn="just">
              <a:spcAft>
                <a:spcPts val="1565"/>
              </a:spcAft>
              <a:buClr>
                <a:schemeClr val="accent5"/>
              </a:buClr>
              <a:buSzPct val="120000"/>
              <a:buFont typeface="Wingdings" panose="05000000000000000000" pitchFamily="2" charset="2"/>
              <a:buChar char="ü"/>
            </a:pPr>
            <a:r>
              <a:rPr lang="en-US" sz="2200" i="1" dirty="0">
                <a:solidFill>
                  <a:srgbClr val="000000"/>
                </a:solidFill>
                <a:effectLst/>
                <a:latin typeface="Calibri" panose="020F0502020204030204" pitchFamily="34" charset="0"/>
                <a:ea typeface="Calibri" panose="020F0502020204030204" pitchFamily="34" charset="0"/>
              </a:rPr>
              <a:t>Cine </a:t>
            </a:r>
            <a:r>
              <a:rPr lang="en-US" sz="2200" dirty="0" err="1">
                <a:solidFill>
                  <a:srgbClr val="000000"/>
                </a:solidFill>
                <a:effectLst/>
                <a:latin typeface="Calibri" panose="020F0502020204030204" pitchFamily="34" charset="0"/>
                <a:ea typeface="Calibri" panose="020F0502020204030204" pitchFamily="34" charset="0"/>
              </a:rPr>
              <a:t>interacţionează</a:t>
            </a:r>
            <a:r>
              <a:rPr lang="en-US" sz="2200" dirty="0">
                <a:solidFill>
                  <a:srgbClr val="000000"/>
                </a:solidFill>
                <a:effectLst/>
                <a:latin typeface="Calibri" panose="020F0502020204030204" pitchFamily="34" charset="0"/>
                <a:ea typeface="Calibri" panose="020F0502020204030204" pitchFamily="34" charset="0"/>
              </a:rPr>
              <a:t> cu </a:t>
            </a:r>
            <a:r>
              <a:rPr lang="en-US" sz="2200" dirty="0" err="1">
                <a:solidFill>
                  <a:srgbClr val="000000"/>
                </a:solidFill>
                <a:effectLst/>
                <a:latin typeface="Calibri" panose="020F0502020204030204" pitchFamily="34" charset="0"/>
                <a:ea typeface="Calibri" panose="020F0502020204030204" pitchFamily="34" charset="0"/>
              </a:rPr>
              <a:t>sistemul</a:t>
            </a:r>
            <a:r>
              <a:rPr lang="en-US" sz="2200" dirty="0">
                <a:solidFill>
                  <a:srgbClr val="000000"/>
                </a:solidFill>
                <a:effectLst/>
                <a:latin typeface="Calibri" panose="020F0502020204030204" pitchFamily="34" charset="0"/>
                <a:ea typeface="Calibri" panose="020F0502020204030204" pitchFamily="34" charset="0"/>
              </a:rPr>
              <a:t>?</a:t>
            </a:r>
          </a:p>
          <a:p>
            <a:pPr marL="342900" indent="-342900" algn="just">
              <a:buClr>
                <a:schemeClr val="accent5"/>
              </a:buClr>
              <a:buSzPct val="120000"/>
              <a:buFont typeface="Arial" panose="020B0604020202020204" pitchFamily="34" charset="0"/>
              <a:buChar char="•"/>
            </a:pPr>
            <a:r>
              <a:rPr lang="it-IT" sz="2400" dirty="0"/>
              <a:t>Se reprezintă folosind simbolul specific al unui omuleţ stilizat </a:t>
            </a:r>
            <a:r>
              <a:rPr lang="fr-FR" sz="2400" dirty="0" err="1"/>
              <a:t>având</a:t>
            </a:r>
            <a:r>
              <a:rPr lang="fr-FR" sz="2400" dirty="0"/>
              <a:t> la </a:t>
            </a:r>
            <a:r>
              <a:rPr lang="fr-FR" sz="2400" dirty="0" err="1"/>
              <a:t>subsol</a:t>
            </a:r>
            <a:r>
              <a:rPr lang="fr-FR" sz="2400" dirty="0"/>
              <a:t> un </a:t>
            </a:r>
            <a:r>
              <a:rPr lang="fr-FR" sz="2400" dirty="0" err="1"/>
              <a:t>text</a:t>
            </a:r>
            <a:r>
              <a:rPr lang="fr-FR" sz="2400" dirty="0"/>
              <a:t> ce </a:t>
            </a:r>
            <a:r>
              <a:rPr lang="fr-FR" sz="2400" dirty="0" err="1"/>
              <a:t>explicǎ</a:t>
            </a:r>
            <a:r>
              <a:rPr lang="fr-FR" sz="2400" dirty="0"/>
              <a:t> </a:t>
            </a:r>
            <a:r>
              <a:rPr lang="fr-FR" sz="2400" dirty="0" err="1"/>
              <a:t>rolul</a:t>
            </a:r>
            <a:r>
              <a:rPr lang="fr-FR" sz="2400" dirty="0"/>
              <a:t> </a:t>
            </a:r>
            <a:r>
              <a:rPr lang="fr-FR" sz="2400" dirty="0" err="1"/>
              <a:t>jucat</a:t>
            </a:r>
            <a:r>
              <a:rPr lang="fr-FR" sz="2400" dirty="0"/>
              <a:t> de </a:t>
            </a:r>
            <a:r>
              <a:rPr lang="fr-FR" sz="2400" dirty="0" err="1"/>
              <a:t>actor</a:t>
            </a:r>
            <a:r>
              <a:rPr lang="fr-FR" sz="2400" dirty="0"/>
              <a:t>. </a:t>
            </a:r>
            <a:endParaRPr sz="2400" dirty="0"/>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Actori</a:t>
            </a:r>
            <a:r>
              <a:rPr lang="en-US" kern="0" dirty="0"/>
              <a:t> - 2</a:t>
            </a:r>
            <a:endParaRPr lang="ro-RO" kern="0" dirty="0"/>
          </a:p>
        </p:txBody>
      </p:sp>
      <p:pic>
        <p:nvPicPr>
          <p:cNvPr id="3" name="Picture 2">
            <a:extLst>
              <a:ext uri="{FF2B5EF4-FFF2-40B4-BE49-F238E27FC236}">
                <a16:creationId xmlns:a16="http://schemas.microsoft.com/office/drawing/2014/main" id="{F6BD6FF5-5B42-4311-A4D5-A7086E660C92}"/>
              </a:ext>
            </a:extLst>
          </p:cNvPr>
          <p:cNvPicPr>
            <a:picLocks noChangeAspect="1"/>
          </p:cNvPicPr>
          <p:nvPr/>
        </p:nvPicPr>
        <p:blipFill>
          <a:blip r:embed="rId3"/>
          <a:stretch>
            <a:fillRect/>
          </a:stretch>
        </p:blipFill>
        <p:spPr>
          <a:xfrm>
            <a:off x="5797066" y="5283756"/>
            <a:ext cx="597867" cy="12746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0378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098750" y="1462411"/>
            <a:ext cx="9369554" cy="3933178"/>
          </a:xfrm>
          <a:prstGeom prst="rect">
            <a:avLst/>
          </a:prstGeom>
        </p:spPr>
        <p:txBody>
          <a:bodyPr spcFirstLastPara="1" wrap="square" lIns="121900" tIns="121900" rIns="121900" bIns="121900" anchor="t" anchorCtr="0">
            <a:noAutofit/>
          </a:bodyPr>
          <a:lstStyle/>
          <a:p>
            <a:pPr marL="38100" indent="-342900" algn="just">
              <a:spcAft>
                <a:spcPts val="1565"/>
              </a:spcAft>
              <a:buClr>
                <a:schemeClr val="accent5"/>
              </a:buClr>
              <a:buSzPct val="120000"/>
              <a:buFont typeface="Arial" panose="020B0604020202020204" pitchFamily="34" charset="0"/>
              <a:buChar char="•"/>
            </a:pPr>
            <a:r>
              <a:rPr lang="fr-FR" sz="2400" dirty="0" err="1">
                <a:solidFill>
                  <a:srgbClr val="000000"/>
                </a:solidFill>
                <a:latin typeface="Calibri" panose="020F0502020204030204" pitchFamily="34" charset="0"/>
                <a:ea typeface="Calibri" panose="020F0502020204030204" pitchFamily="34" charset="0"/>
              </a:rPr>
              <a:t>Modeleazǎ</a:t>
            </a:r>
            <a:r>
              <a:rPr lang="fr-FR" sz="2400" dirty="0">
                <a:solidFill>
                  <a:srgbClr val="000000"/>
                </a:solidFill>
                <a:latin typeface="Calibri" panose="020F0502020204030204" pitchFamily="34" charset="0"/>
                <a:ea typeface="Calibri" panose="020F0502020204030204" pitchFamily="34" charset="0"/>
              </a:rPr>
              <a:t> un </a:t>
            </a:r>
            <a:r>
              <a:rPr lang="fr-FR" sz="2400" b="1" dirty="0" err="1">
                <a:solidFill>
                  <a:srgbClr val="000000"/>
                </a:solidFill>
                <a:latin typeface="Calibri" panose="020F0502020204030204" pitchFamily="34" charset="0"/>
                <a:ea typeface="Calibri" panose="020F0502020204030204" pitchFamily="34" charset="0"/>
              </a:rPr>
              <a:t>dialog</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între</a:t>
            </a:r>
            <a:r>
              <a:rPr lang="fr-FR" sz="2400" dirty="0">
                <a:solidFill>
                  <a:srgbClr val="000000"/>
                </a:solidFill>
                <a:latin typeface="Calibri" panose="020F0502020204030204" pitchFamily="34" charset="0"/>
                <a:ea typeface="Calibri" panose="020F0502020204030204" pitchFamily="34" charset="0"/>
              </a:rPr>
              <a:t> un </a:t>
            </a:r>
            <a:r>
              <a:rPr lang="fr-FR" sz="2400" dirty="0" err="1">
                <a:solidFill>
                  <a:srgbClr val="000000"/>
                </a:solidFill>
                <a:latin typeface="Calibri" panose="020F0502020204030204" pitchFamily="34" charset="0"/>
                <a:ea typeface="Calibri" panose="020F0502020204030204" pitchFamily="34" charset="0"/>
              </a:rPr>
              <a:t>actor</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şi</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sistemul</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informatic</a:t>
            </a:r>
            <a:r>
              <a:rPr lang="fr-FR" sz="2400" dirty="0">
                <a:solidFill>
                  <a:srgbClr val="000000"/>
                </a:solidFill>
                <a:latin typeface="Calibri" panose="020F0502020204030204" pitchFamily="34" charset="0"/>
                <a:ea typeface="Calibri" panose="020F0502020204030204" pitchFamily="34" charset="0"/>
              </a:rPr>
              <a:t>. </a:t>
            </a:r>
          </a:p>
          <a:p>
            <a:pPr marL="38100" marR="0" indent="-342900" algn="just">
              <a:spcBef>
                <a:spcPts val="0"/>
              </a:spcBef>
              <a:spcAft>
                <a:spcPts val="1565"/>
              </a:spcAft>
              <a:buClr>
                <a:schemeClr val="accent5"/>
              </a:buClr>
              <a:buSzPct val="120000"/>
              <a:buFont typeface="Arial" panose="020B0604020202020204" pitchFamily="34" charset="0"/>
              <a:buChar char="•"/>
            </a:pPr>
            <a:r>
              <a:rPr lang="en-US" sz="2400" dirty="0" err="1">
                <a:solidFill>
                  <a:srgbClr val="000000"/>
                </a:solidFill>
                <a:effectLst/>
                <a:latin typeface="Calibri" panose="020F0502020204030204" pitchFamily="34" charset="0"/>
                <a:ea typeface="Calibri" panose="020F0502020204030204" pitchFamily="34" charset="0"/>
              </a:rPr>
              <a:t>Această</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interacțiune</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este</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menită</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să</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ofere</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actorului</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rezultate</a:t>
            </a:r>
            <a:r>
              <a:rPr lang="en-US" sz="2400" dirty="0">
                <a:solidFill>
                  <a:srgbClr val="000000"/>
                </a:solidFill>
                <a:effectLst/>
                <a:latin typeface="Calibri" panose="020F0502020204030204" pitchFamily="34" charset="0"/>
                <a:ea typeface="Calibri" panose="020F0502020204030204" pitchFamily="34" charset="0"/>
              </a:rPr>
              <a:t> </a:t>
            </a:r>
            <a:r>
              <a:rPr lang="en-US" sz="2400" b="1" dirty="0">
                <a:solidFill>
                  <a:srgbClr val="000000"/>
                </a:solidFill>
                <a:effectLst/>
                <a:latin typeface="Calibri" panose="020F0502020204030204" pitchFamily="34" charset="0"/>
                <a:ea typeface="Calibri" panose="020F0502020204030204" pitchFamily="34" charset="0"/>
              </a:rPr>
              <a:t>concrete </a:t>
            </a:r>
            <a:r>
              <a:rPr lang="en-US" sz="2400" dirty="0" err="1">
                <a:solidFill>
                  <a:srgbClr val="000000"/>
                </a:solidFill>
                <a:effectLst/>
                <a:latin typeface="Calibri" panose="020F0502020204030204" pitchFamily="34" charset="0"/>
                <a:ea typeface="Calibri" panose="020F0502020204030204" pitchFamily="34" charset="0"/>
              </a:rPr>
              <a:t>și</a:t>
            </a:r>
            <a:r>
              <a:rPr lang="en-US" sz="2400" b="1"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măsurabile</a:t>
            </a:r>
            <a:r>
              <a:rPr lang="en-US" sz="2400" dirty="0">
                <a:solidFill>
                  <a:srgbClr val="000000"/>
                </a:solidFill>
                <a:effectLst/>
                <a:latin typeface="Calibri" panose="020F0502020204030204" pitchFamily="34" charset="0"/>
                <a:ea typeface="Calibri" panose="020F0502020204030204" pitchFamily="34" charset="0"/>
              </a:rPr>
              <a:t>.</a:t>
            </a:r>
          </a:p>
          <a:p>
            <a:pPr marL="38100" indent="-342900" algn="just">
              <a:spcAft>
                <a:spcPts val="1565"/>
              </a:spcAft>
              <a:buClr>
                <a:schemeClr val="accent5"/>
              </a:buClr>
              <a:buSzPct val="120000"/>
              <a:buFont typeface="Arial" panose="020B0604020202020204" pitchFamily="34" charset="0"/>
              <a:buChar char="•"/>
            </a:pPr>
            <a:r>
              <a:rPr lang="fr-FR" sz="2400" dirty="0" err="1">
                <a:solidFill>
                  <a:srgbClr val="000000"/>
                </a:solidFill>
                <a:latin typeface="Calibri" panose="020F0502020204030204" pitchFamily="34" charset="0"/>
                <a:ea typeface="Calibri" panose="020F0502020204030204" pitchFamily="34" charset="0"/>
              </a:rPr>
              <a:t>Sunt</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orientate</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pe</a:t>
            </a:r>
            <a:r>
              <a:rPr lang="fr-FR" sz="2400" dirty="0">
                <a:solidFill>
                  <a:srgbClr val="000000"/>
                </a:solidFill>
                <a:latin typeface="Calibri" panose="020F0502020204030204" pitchFamily="34" charset="0"/>
                <a:ea typeface="Calibri" panose="020F0502020204030204" pitchFamily="34" charset="0"/>
              </a:rPr>
              <a:t> </a:t>
            </a:r>
            <a:r>
              <a:rPr lang="fr-FR" sz="2400" b="1" dirty="0" err="1">
                <a:solidFill>
                  <a:srgbClr val="000000"/>
                </a:solidFill>
                <a:latin typeface="Calibri" panose="020F0502020204030204" pitchFamily="34" charset="0"/>
                <a:ea typeface="Calibri" panose="020F0502020204030204" pitchFamily="34" charset="0"/>
              </a:rPr>
              <a:t>scop</a:t>
            </a:r>
            <a:r>
              <a:rPr lang="fr-FR" sz="2400" dirty="0">
                <a:solidFill>
                  <a:srgbClr val="000000"/>
                </a:solidFill>
                <a:latin typeface="Calibri" panose="020F0502020204030204" pitchFamily="34" charset="0"/>
                <a:ea typeface="Calibri" panose="020F0502020204030204" pitchFamily="34" charset="0"/>
              </a:rPr>
              <a:t>: </a:t>
            </a:r>
            <a:r>
              <a:rPr lang="ro-RO" sz="2400" dirty="0">
                <a:solidFill>
                  <a:srgbClr val="000000"/>
                </a:solidFill>
                <a:latin typeface="Calibri" panose="020F0502020204030204" pitchFamily="34" charset="0"/>
                <a:ea typeface="Calibri" panose="020F0502020204030204" pitchFamily="34" charset="0"/>
              </a:rPr>
              <a:t>arată</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ceea</a:t>
            </a:r>
            <a:r>
              <a:rPr lang="fr-FR" sz="2400" dirty="0">
                <a:solidFill>
                  <a:srgbClr val="000000"/>
                </a:solidFill>
                <a:latin typeface="Calibri" panose="020F0502020204030204" pitchFamily="34" charset="0"/>
                <a:ea typeface="Calibri" panose="020F0502020204030204" pitchFamily="34" charset="0"/>
              </a:rPr>
              <a:t> ce </a:t>
            </a:r>
            <a:r>
              <a:rPr lang="fr-FR" sz="2400" dirty="0" err="1">
                <a:solidFill>
                  <a:srgbClr val="000000"/>
                </a:solidFill>
                <a:latin typeface="Calibri" panose="020F0502020204030204" pitchFamily="34" charset="0"/>
                <a:ea typeface="Calibri" panose="020F0502020204030204" pitchFamily="34" charset="0"/>
              </a:rPr>
              <a:t>sistemul</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trebuie</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sǎ</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facǎ</a:t>
            </a:r>
            <a:r>
              <a:rPr lang="ro-RO" sz="2400" dirty="0">
                <a:solidFill>
                  <a:srgbClr val="000000"/>
                </a:solidFill>
                <a:latin typeface="Calibri" panose="020F0502020204030204" pitchFamily="34" charset="0"/>
                <a:ea typeface="Calibri" panose="020F0502020204030204" pitchFamily="34" charset="0"/>
              </a:rPr>
              <a:t>,</a:t>
            </a:r>
            <a:r>
              <a:rPr lang="fr-FR" sz="2400" dirty="0">
                <a:solidFill>
                  <a:srgbClr val="000000"/>
                </a:solidFill>
                <a:latin typeface="Calibri" panose="020F0502020204030204" pitchFamily="34" charset="0"/>
                <a:ea typeface="Calibri" panose="020F0502020204030204" pitchFamily="34" charset="0"/>
              </a:rPr>
              <a:t> </a:t>
            </a:r>
            <a:r>
              <a:rPr lang="fr-FR" sz="2400" dirty="0" err="1">
                <a:solidFill>
                  <a:srgbClr val="000000"/>
                </a:solidFill>
                <a:latin typeface="Calibri" panose="020F0502020204030204" pitchFamily="34" charset="0"/>
                <a:ea typeface="Calibri" panose="020F0502020204030204" pitchFamily="34" charset="0"/>
              </a:rPr>
              <a:t>şi</a:t>
            </a:r>
            <a:r>
              <a:rPr lang="fr-FR" sz="2400" dirty="0">
                <a:solidFill>
                  <a:srgbClr val="000000"/>
                </a:solidFill>
                <a:latin typeface="Calibri" panose="020F0502020204030204" pitchFamily="34" charset="0"/>
                <a:ea typeface="Calibri" panose="020F0502020204030204" pitchFamily="34" charset="0"/>
              </a:rPr>
              <a:t> nu cum. </a:t>
            </a:r>
            <a:endParaRPr lang="ro-RO" sz="2400" dirty="0">
              <a:solidFill>
                <a:srgbClr val="000000"/>
              </a:solidFill>
              <a:latin typeface="Calibri" panose="020F0502020204030204" pitchFamily="34" charset="0"/>
              <a:ea typeface="Calibri" panose="020F0502020204030204" pitchFamily="34" charset="0"/>
            </a:endParaRPr>
          </a:p>
          <a:p>
            <a:pPr marL="38100" marR="0" indent="-342900" algn="just">
              <a:spcBef>
                <a:spcPts val="0"/>
              </a:spcBef>
              <a:spcAft>
                <a:spcPts val="1565"/>
              </a:spcAft>
              <a:buClr>
                <a:schemeClr val="accent5"/>
              </a:buClr>
              <a:buSzPct val="120000"/>
              <a:buFont typeface="Arial" panose="020B0604020202020204" pitchFamily="34" charset="0"/>
              <a:buChar char="•"/>
            </a:pPr>
            <a:r>
              <a:rPr lang="it-IT" sz="2400" dirty="0">
                <a:solidFill>
                  <a:srgbClr val="000000"/>
                </a:solidFill>
                <a:latin typeface="Calibri" panose="020F0502020204030204" pitchFamily="34" charset="0"/>
                <a:ea typeface="Calibri" panose="020F0502020204030204" pitchFamily="34" charset="0"/>
              </a:rPr>
              <a:t>S</a:t>
            </a:r>
            <a:r>
              <a:rPr lang="it-IT" sz="2400" dirty="0">
                <a:solidFill>
                  <a:srgbClr val="000000"/>
                </a:solidFill>
                <a:effectLst/>
                <a:latin typeface="Calibri" panose="020F0502020204030204" pitchFamily="34" charset="0"/>
                <a:ea typeface="Calibri" panose="020F0502020204030204" pitchFamily="34" charset="0"/>
              </a:rPr>
              <a:t>unt </a:t>
            </a:r>
            <a:r>
              <a:rPr lang="it-IT" sz="2400" b="1" dirty="0">
                <a:solidFill>
                  <a:srgbClr val="000000"/>
                </a:solidFill>
                <a:effectLst/>
                <a:latin typeface="Calibri" panose="020F0502020204030204" pitchFamily="34" charset="0"/>
                <a:ea typeface="Calibri" panose="020F0502020204030204" pitchFamily="34" charset="0"/>
              </a:rPr>
              <a:t>înrudite</a:t>
            </a:r>
            <a:r>
              <a:rPr lang="it-IT" sz="2400" dirty="0">
                <a:solidFill>
                  <a:srgbClr val="000000"/>
                </a:solidFill>
                <a:effectLst/>
                <a:latin typeface="Calibri" panose="020F0502020204030204" pitchFamily="34" charset="0"/>
                <a:ea typeface="Calibri" panose="020F0502020204030204" pitchFamily="34" charset="0"/>
              </a:rPr>
              <a:t> din punct de vedere comportamental. </a:t>
            </a:r>
            <a:r>
              <a:rPr lang="fr-FR" sz="2400" dirty="0">
                <a:solidFill>
                  <a:srgbClr val="000000"/>
                </a:solidFill>
                <a:effectLst/>
                <a:latin typeface="Calibri" panose="020F0502020204030204" pitchFamily="34" charset="0"/>
                <a:ea typeface="Calibri" panose="020F0502020204030204" pitchFamily="34" charset="0"/>
              </a:rPr>
              <a:t> </a:t>
            </a:r>
          </a:p>
          <a:p>
            <a:pPr marL="38100" marR="0" indent="-342900" algn="just">
              <a:spcBef>
                <a:spcPts val="0"/>
              </a:spcBef>
              <a:spcAft>
                <a:spcPts val="1565"/>
              </a:spcAft>
              <a:buClr>
                <a:schemeClr val="accent5"/>
              </a:buClr>
              <a:buSzPct val="120000"/>
              <a:buFont typeface="Arial" panose="020B0604020202020204" pitchFamily="34" charset="0"/>
              <a:buChar char="•"/>
            </a:pPr>
            <a:r>
              <a:rPr lang="ro-RO" sz="2400" dirty="0">
                <a:solidFill>
                  <a:srgbClr val="000000"/>
                </a:solidFill>
                <a:effectLst/>
                <a:latin typeface="Calibri" panose="020F0502020204030204" pitchFamily="34" charset="0"/>
                <a:ea typeface="Calibri" panose="020F0502020204030204" pitchFamily="34" charset="0"/>
              </a:rPr>
              <a:t>Numele unui caz de utilizare desemnează o </a:t>
            </a:r>
            <a:r>
              <a:rPr lang="ro-RO" sz="2400" b="1" dirty="0">
                <a:solidFill>
                  <a:srgbClr val="000000"/>
                </a:solidFill>
                <a:effectLst/>
                <a:latin typeface="Calibri" panose="020F0502020204030204" pitchFamily="34" charset="0"/>
                <a:ea typeface="Calibri" panose="020F0502020204030204" pitchFamily="34" charset="0"/>
              </a:rPr>
              <a:t>acțiune</a:t>
            </a:r>
            <a:r>
              <a:rPr lang="ro-RO" sz="2400" dirty="0">
                <a:solidFill>
                  <a:srgbClr val="000000"/>
                </a:solidFill>
                <a:effectLst/>
                <a:latin typeface="Calibri" panose="020F0502020204030204" pitchFamily="34" charset="0"/>
                <a:ea typeface="Calibri" panose="020F0502020204030204" pitchFamily="34" charset="0"/>
              </a:rPr>
              <a:t> și trebuie să includă un </a:t>
            </a:r>
            <a:r>
              <a:rPr lang="ro-RO" sz="2400" b="1" dirty="0">
                <a:solidFill>
                  <a:srgbClr val="000000"/>
                </a:solidFill>
                <a:effectLst/>
                <a:latin typeface="Calibri" panose="020F0502020204030204" pitchFamily="34" charset="0"/>
                <a:ea typeface="Calibri" panose="020F0502020204030204" pitchFamily="34" charset="0"/>
              </a:rPr>
              <a:t>verb</a:t>
            </a:r>
            <a:r>
              <a:rPr lang="ro-RO" sz="2400" dirty="0">
                <a:solidFill>
                  <a:srgbClr val="000000"/>
                </a:solidFill>
                <a:effectLst/>
                <a:latin typeface="Calibri" panose="020F0502020204030204" pitchFamily="34" charset="0"/>
                <a:ea typeface="Calibri" panose="020F0502020204030204" pitchFamily="34" charset="0"/>
              </a:rPr>
              <a:t>. </a:t>
            </a:r>
            <a:endParaRPr lang="en-US" sz="2400" dirty="0">
              <a:solidFill>
                <a:srgbClr val="000000"/>
              </a:solidFill>
              <a:effectLst/>
              <a:latin typeface="Calibri" panose="020F0502020204030204" pitchFamily="34" charset="0"/>
              <a:ea typeface="Calibri" panose="020F0502020204030204" pitchFamily="34"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Cazuri</a:t>
            </a:r>
            <a:r>
              <a:rPr lang="en-US" kern="0" dirty="0"/>
              <a:t> de </a:t>
            </a:r>
            <a:r>
              <a:rPr lang="en-US" kern="0" dirty="0" err="1"/>
              <a:t>utilizare</a:t>
            </a:r>
            <a:r>
              <a:rPr lang="en-US" kern="0" dirty="0"/>
              <a:t> - 1</a:t>
            </a:r>
            <a:endParaRPr lang="ro-RO" kern="0" dirty="0"/>
          </a:p>
        </p:txBody>
      </p:sp>
    </p:spTree>
    <p:extLst>
      <p:ext uri="{BB962C8B-B14F-4D97-AF65-F5344CB8AC3E}">
        <p14:creationId xmlns:p14="http://schemas.microsoft.com/office/powerpoint/2010/main" val="3466879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098750" y="1462411"/>
            <a:ext cx="9369554" cy="2804789"/>
          </a:xfrm>
          <a:prstGeom prst="rect">
            <a:avLst/>
          </a:prstGeom>
        </p:spPr>
        <p:txBody>
          <a:bodyPr spcFirstLastPara="1" wrap="square" lIns="121900" tIns="121900" rIns="121900" bIns="121900" anchor="t" anchorCtr="0">
            <a:noAutofit/>
          </a:bodyPr>
          <a:lstStyle/>
          <a:p>
            <a:pPr marL="38100" indent="-342900" algn="just">
              <a:spcAft>
                <a:spcPts val="1565"/>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S</a:t>
            </a:r>
            <a:r>
              <a:rPr lang="fr-FR" sz="2400" dirty="0" err="1">
                <a:solidFill>
                  <a:srgbClr val="000000"/>
                </a:solidFill>
                <a:effectLst/>
                <a:latin typeface="Calibri" panose="020F0502020204030204" pitchFamily="34" charset="0"/>
                <a:ea typeface="Calibri" panose="020F0502020204030204" pitchFamily="34" charset="0"/>
              </a:rPr>
              <a:t>unt</a:t>
            </a:r>
            <a:r>
              <a:rPr lang="fr-FR" sz="2400" dirty="0">
                <a:solidFill>
                  <a:srgbClr val="000000"/>
                </a:solidFill>
                <a:effectLst/>
                <a:latin typeface="Calibri" panose="020F0502020204030204" pitchFamily="34" charset="0"/>
                <a:ea typeface="Calibri" panose="020F0502020204030204" pitchFamily="34" charset="0"/>
              </a:rPr>
              <a:t> </a:t>
            </a:r>
            <a:r>
              <a:rPr lang="fr-FR" sz="2400" b="1" dirty="0">
                <a:solidFill>
                  <a:srgbClr val="000000"/>
                </a:solidFill>
                <a:effectLst/>
                <a:latin typeface="Calibri" panose="020F0502020204030204" pitchFamily="34" charset="0"/>
                <a:ea typeface="Calibri" panose="020F0502020204030204" pitchFamily="34" charset="0"/>
              </a:rPr>
              <a:t>neutre</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din</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punct</a:t>
            </a:r>
            <a:r>
              <a:rPr lang="fr-FR" sz="2400" dirty="0">
                <a:solidFill>
                  <a:srgbClr val="000000"/>
                </a:solidFill>
                <a:effectLst/>
                <a:latin typeface="Calibri" panose="020F0502020204030204" pitchFamily="34" charset="0"/>
                <a:ea typeface="Calibri" panose="020F0502020204030204" pitchFamily="34" charset="0"/>
              </a:rPr>
              <a:t> de </a:t>
            </a:r>
            <a:r>
              <a:rPr lang="fr-FR" sz="2400" dirty="0" err="1">
                <a:solidFill>
                  <a:srgbClr val="000000"/>
                </a:solidFill>
                <a:effectLst/>
                <a:latin typeface="Calibri" panose="020F0502020204030204" pitchFamily="34" charset="0"/>
                <a:ea typeface="Calibri" panose="020F0502020204030204" pitchFamily="34" charset="0"/>
              </a:rPr>
              <a:t>vedere</a:t>
            </a:r>
            <a:r>
              <a:rPr lang="fr-FR" sz="2400" dirty="0">
                <a:solidFill>
                  <a:srgbClr val="000000"/>
                </a:solidFill>
                <a:effectLst/>
                <a:latin typeface="Calibri" panose="020F0502020204030204" pitchFamily="34" charset="0"/>
                <a:ea typeface="Calibri" panose="020F0502020204030204" pitchFamily="34" charset="0"/>
              </a:rPr>
              <a:t> </a:t>
            </a:r>
            <a:r>
              <a:rPr lang="fr-FR" sz="2400" b="1" dirty="0" err="1">
                <a:solidFill>
                  <a:srgbClr val="000000"/>
                </a:solidFill>
                <a:effectLst/>
                <a:latin typeface="Calibri" panose="020F0502020204030204" pitchFamily="34" charset="0"/>
                <a:ea typeface="Calibri" panose="020F0502020204030204" pitchFamily="34" charset="0"/>
              </a:rPr>
              <a:t>tehnologic</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putând</a:t>
            </a:r>
            <a:r>
              <a:rPr lang="fr-FR" sz="2400" dirty="0">
                <a:solidFill>
                  <a:srgbClr val="000000"/>
                </a:solidFill>
                <a:effectLst/>
                <a:latin typeface="Calibri" panose="020F0502020204030204" pitchFamily="34" charset="0"/>
                <a:ea typeface="Calibri" panose="020F0502020204030204" pitchFamily="34" charset="0"/>
              </a:rPr>
              <a:t> fi </a:t>
            </a:r>
            <a:r>
              <a:rPr lang="fr-FR" sz="2400" dirty="0" err="1">
                <a:solidFill>
                  <a:srgbClr val="000000"/>
                </a:solidFill>
                <a:effectLst/>
                <a:latin typeface="Calibri" panose="020F0502020204030204" pitchFamily="34" charset="0"/>
                <a:ea typeface="Calibri" panose="020F0502020204030204" pitchFamily="34" charset="0"/>
              </a:rPr>
              <a:t>utilizate</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în</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orice</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proces</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sau</a:t>
            </a:r>
            <a:r>
              <a:rPr lang="fr-FR" sz="2400" dirty="0">
                <a:solidFill>
                  <a:srgbClr val="000000"/>
                </a:solidFill>
                <a:effectLst/>
                <a:latin typeface="Calibri" panose="020F0502020204030204" pitchFamily="34" charset="0"/>
                <a:ea typeface="Calibri" panose="020F0502020204030204" pitchFamily="34" charset="0"/>
              </a:rPr>
              <a:t> </a:t>
            </a:r>
            <a:r>
              <a:rPr lang="fr-FR" sz="2400" dirty="0" err="1">
                <a:solidFill>
                  <a:srgbClr val="000000"/>
                </a:solidFill>
                <a:effectLst/>
                <a:latin typeface="Calibri" panose="020F0502020204030204" pitchFamily="34" charset="0"/>
                <a:ea typeface="Calibri" panose="020F0502020204030204" pitchFamily="34" charset="0"/>
              </a:rPr>
              <a:t>arhitecturǎ</a:t>
            </a:r>
            <a:r>
              <a:rPr lang="fr-FR" sz="2400" dirty="0">
                <a:solidFill>
                  <a:srgbClr val="000000"/>
                </a:solidFill>
                <a:effectLst/>
                <a:latin typeface="Calibri" panose="020F0502020204030204" pitchFamily="34" charset="0"/>
                <a:ea typeface="Calibri" panose="020F0502020204030204" pitchFamily="34" charset="0"/>
              </a:rPr>
              <a:t> de </a:t>
            </a:r>
            <a:r>
              <a:rPr lang="fr-FR" sz="2400" dirty="0" err="1">
                <a:solidFill>
                  <a:srgbClr val="000000"/>
                </a:solidFill>
                <a:effectLst/>
                <a:latin typeface="Calibri" panose="020F0502020204030204" pitchFamily="34" charset="0"/>
                <a:ea typeface="Calibri" panose="020F0502020204030204" pitchFamily="34" charset="0"/>
              </a:rPr>
              <a:t>aplicaţie</a:t>
            </a:r>
            <a:r>
              <a:rPr lang="fr-FR" sz="2400" dirty="0">
                <a:solidFill>
                  <a:srgbClr val="000000"/>
                </a:solidFill>
                <a:effectLst/>
                <a:latin typeface="Calibri" panose="020F0502020204030204" pitchFamily="34" charset="0"/>
                <a:ea typeface="Calibri" panose="020F0502020204030204" pitchFamily="34" charset="0"/>
              </a:rPr>
              <a:t>. </a:t>
            </a:r>
          </a:p>
          <a:p>
            <a:pPr marL="38100" marR="0" indent="-342900" algn="just">
              <a:spcBef>
                <a:spcPts val="0"/>
              </a:spcBef>
              <a:spcAft>
                <a:spcPts val="1565"/>
              </a:spcAft>
              <a:buClr>
                <a:schemeClr val="accent5"/>
              </a:buClr>
              <a:buSzPct val="120000"/>
              <a:buFont typeface="Arial" panose="020B0604020202020204" pitchFamily="34" charset="0"/>
              <a:buChar char="•"/>
            </a:pPr>
            <a:r>
              <a:rPr lang="en-US" sz="2400" dirty="0" err="1">
                <a:solidFill>
                  <a:srgbClr val="000000"/>
                </a:solidFill>
                <a:effectLst/>
                <a:latin typeface="Calibri" panose="020F0502020204030204" pitchFamily="34" charset="0"/>
                <a:ea typeface="Calibri" panose="020F0502020204030204" pitchFamily="34" charset="0"/>
              </a:rPr>
              <a:t>Mulţimea</a:t>
            </a:r>
            <a:r>
              <a:rPr lang="en-US" sz="2400" dirty="0">
                <a:solidFill>
                  <a:srgbClr val="000000"/>
                </a:solidFill>
                <a:effectLst/>
                <a:latin typeface="Calibri" panose="020F0502020204030204" pitchFamily="34" charset="0"/>
                <a:ea typeface="Calibri" panose="020F0502020204030204" pitchFamily="34" charset="0"/>
              </a:rPr>
              <a:t> de </a:t>
            </a:r>
            <a:r>
              <a:rPr lang="en-US" sz="2400" dirty="0" err="1">
                <a:solidFill>
                  <a:srgbClr val="000000"/>
                </a:solidFill>
                <a:effectLst/>
                <a:latin typeface="Calibri" panose="020F0502020204030204" pitchFamily="34" charset="0"/>
                <a:ea typeface="Calibri" panose="020F0502020204030204" pitchFamily="34" charset="0"/>
              </a:rPr>
              <a:t>cazuri</a:t>
            </a:r>
            <a:r>
              <a:rPr lang="en-US" sz="2400" dirty="0">
                <a:solidFill>
                  <a:srgbClr val="000000"/>
                </a:solidFill>
                <a:effectLst/>
                <a:latin typeface="Calibri" panose="020F0502020204030204" pitchFamily="34" charset="0"/>
                <a:ea typeface="Calibri" panose="020F0502020204030204" pitchFamily="34" charset="0"/>
              </a:rPr>
              <a:t> de </a:t>
            </a:r>
            <a:r>
              <a:rPr lang="en-US" sz="2400" dirty="0" err="1">
                <a:solidFill>
                  <a:srgbClr val="000000"/>
                </a:solidFill>
                <a:effectLst/>
                <a:latin typeface="Calibri" panose="020F0502020204030204" pitchFamily="34" charset="0"/>
                <a:ea typeface="Calibri" panose="020F0502020204030204" pitchFamily="34" charset="0"/>
              </a:rPr>
              <a:t>utilizare</a:t>
            </a:r>
            <a:r>
              <a:rPr lang="en-US" sz="2400" dirty="0">
                <a:solidFill>
                  <a:srgbClr val="000000"/>
                </a:solidFill>
                <a:effectLst/>
                <a:latin typeface="Calibri" panose="020F0502020204030204" pitchFamily="34" charset="0"/>
                <a:ea typeface="Calibri" panose="020F0502020204030204" pitchFamily="34" charset="0"/>
              </a:rPr>
              <a:t> a </a:t>
            </a:r>
            <a:r>
              <a:rPr lang="en-US" sz="2400" dirty="0" err="1">
                <a:solidFill>
                  <a:srgbClr val="000000"/>
                </a:solidFill>
                <a:effectLst/>
                <a:latin typeface="Calibri" panose="020F0502020204030204" pitchFamily="34" charset="0"/>
                <a:ea typeface="Calibri" panose="020F0502020204030204" pitchFamily="34" charset="0"/>
              </a:rPr>
              <a:t>unui</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sistem</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reprezintǎ</a:t>
            </a:r>
            <a:r>
              <a:rPr lang="en-US" sz="2400"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toate</a:t>
            </a:r>
            <a:r>
              <a:rPr lang="en-US" sz="2400" b="1" dirty="0">
                <a:solidFill>
                  <a:srgbClr val="000000"/>
                </a:solidFill>
                <a:effectLst/>
                <a:latin typeface="Calibri" panose="020F0502020204030204" pitchFamily="34" charset="0"/>
                <a:ea typeface="Calibri" panose="020F0502020204030204" pitchFamily="34" charset="0"/>
              </a:rPr>
              <a:t> </a:t>
            </a:r>
            <a:r>
              <a:rPr lang="en-US" sz="2400" b="1" dirty="0" err="1">
                <a:solidFill>
                  <a:srgbClr val="000000"/>
                </a:solidFill>
                <a:effectLst/>
                <a:latin typeface="Calibri" panose="020F0502020204030204" pitchFamily="34" charset="0"/>
                <a:ea typeface="Calibri" panose="020F0502020204030204" pitchFamily="34" charset="0"/>
              </a:rPr>
              <a:t>modalitǎţile</a:t>
            </a:r>
            <a:r>
              <a:rPr lang="en-US" sz="2400" b="1"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în</a:t>
            </a:r>
            <a:r>
              <a:rPr lang="en-US" sz="2400" dirty="0">
                <a:solidFill>
                  <a:srgbClr val="000000"/>
                </a:solidFill>
                <a:effectLst/>
                <a:latin typeface="Calibri" panose="020F0502020204030204" pitchFamily="34" charset="0"/>
                <a:ea typeface="Calibri" panose="020F0502020204030204" pitchFamily="34" charset="0"/>
              </a:rPr>
              <a:t> care </a:t>
            </a:r>
            <a:r>
              <a:rPr lang="en-US" sz="2400" dirty="0" err="1">
                <a:solidFill>
                  <a:srgbClr val="000000"/>
                </a:solidFill>
                <a:effectLst/>
                <a:latin typeface="Calibri" panose="020F0502020204030204" pitchFamily="34" charset="0"/>
                <a:ea typeface="Calibri" panose="020F0502020204030204" pitchFamily="34" charset="0"/>
              </a:rPr>
              <a:t>sistemul</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poate</a:t>
            </a:r>
            <a:r>
              <a:rPr lang="en-US" sz="2400" dirty="0">
                <a:solidFill>
                  <a:srgbClr val="000000"/>
                </a:solidFill>
                <a:effectLst/>
                <a:latin typeface="Calibri" panose="020F0502020204030204" pitchFamily="34" charset="0"/>
                <a:ea typeface="Calibri" panose="020F0502020204030204" pitchFamily="34" charset="0"/>
              </a:rPr>
              <a:t> fi </a:t>
            </a:r>
            <a:r>
              <a:rPr lang="en-US" sz="2400" dirty="0" err="1">
                <a:solidFill>
                  <a:srgbClr val="000000"/>
                </a:solidFill>
                <a:effectLst/>
                <a:latin typeface="Calibri" panose="020F0502020204030204" pitchFamily="34" charset="0"/>
                <a:ea typeface="Calibri" panose="020F0502020204030204" pitchFamily="34" charset="0"/>
              </a:rPr>
              <a:t>folosit</a:t>
            </a:r>
            <a:r>
              <a:rPr lang="en-US" sz="2400" dirty="0">
                <a:solidFill>
                  <a:srgbClr val="000000"/>
                </a:solidFill>
                <a:effectLst/>
                <a:latin typeface="Calibri" panose="020F0502020204030204" pitchFamily="34" charset="0"/>
                <a:ea typeface="Calibri" panose="020F0502020204030204" pitchFamily="34" charset="0"/>
              </a:rPr>
              <a:t>. </a:t>
            </a:r>
            <a:r>
              <a:rPr lang="ro-RO" sz="2400" dirty="0">
                <a:solidFill>
                  <a:srgbClr val="000000"/>
                </a:solidFill>
                <a:effectLst/>
                <a:latin typeface="Calibri" panose="020F0502020204030204" pitchFamily="34" charset="0"/>
                <a:ea typeface="Calibri" panose="020F0502020204030204" pitchFamily="34" charset="0"/>
              </a:rPr>
              <a:t> </a:t>
            </a:r>
          </a:p>
          <a:p>
            <a:pPr marL="38100" indent="-342900" algn="just">
              <a:spcAft>
                <a:spcPts val="1565"/>
              </a:spcAft>
              <a:buClr>
                <a:schemeClr val="accent5"/>
              </a:buClr>
              <a:buSzPct val="120000"/>
              <a:buFont typeface="Arial" panose="020B0604020202020204" pitchFamily="34" charset="0"/>
              <a:buChar char="•"/>
            </a:pPr>
            <a:r>
              <a:rPr lang="en-US" sz="2400" dirty="0" err="1">
                <a:solidFill>
                  <a:srgbClr val="000000"/>
                </a:solidFill>
                <a:effectLst/>
                <a:latin typeface="Calibri" panose="020F0502020204030204" pitchFamily="34" charset="0"/>
                <a:ea typeface="Calibri" panose="020F0502020204030204" pitchFamily="34" charset="0"/>
              </a:rPr>
              <a:t>Reprezentarea</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graficǎ</a:t>
            </a:r>
            <a:r>
              <a:rPr lang="en-US" sz="2400" dirty="0">
                <a:solidFill>
                  <a:srgbClr val="000000"/>
                </a:solidFill>
                <a:effectLst/>
                <a:latin typeface="Calibri" panose="020F0502020204030204" pitchFamily="34" charset="0"/>
                <a:ea typeface="Calibri" panose="020F0502020204030204" pitchFamily="34" charset="0"/>
              </a:rPr>
              <a:t> se </a:t>
            </a:r>
            <a:r>
              <a:rPr lang="en-US" sz="2400" dirty="0" err="1">
                <a:solidFill>
                  <a:srgbClr val="000000"/>
                </a:solidFill>
                <a:effectLst/>
                <a:latin typeface="Calibri" panose="020F0502020204030204" pitchFamily="34" charset="0"/>
                <a:ea typeface="Calibri" panose="020F0502020204030204" pitchFamily="34" charset="0"/>
              </a:rPr>
              <a:t>realizeazǎ</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prin</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intermediul</a:t>
            </a:r>
            <a:r>
              <a:rPr lang="en-US" sz="2400" dirty="0">
                <a:solidFill>
                  <a:srgbClr val="000000"/>
                </a:solidFill>
                <a:effectLst/>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unui</a:t>
            </a:r>
            <a:r>
              <a:rPr lang="en-US" sz="2400" dirty="0">
                <a:solidFill>
                  <a:srgbClr val="000000"/>
                </a:solidFill>
                <a:effectLst/>
                <a:latin typeface="Calibri" panose="020F0502020204030204" pitchFamily="34" charset="0"/>
                <a:ea typeface="Calibri" panose="020F0502020204030204" pitchFamily="34" charset="0"/>
              </a:rPr>
              <a:t> </a:t>
            </a:r>
            <a:r>
              <a:rPr lang="en-US" sz="2400" b="1" dirty="0">
                <a:solidFill>
                  <a:srgbClr val="000000"/>
                </a:solidFill>
                <a:effectLst/>
                <a:latin typeface="Calibri" panose="020F0502020204030204" pitchFamily="34" charset="0"/>
                <a:ea typeface="Calibri" panose="020F0502020204030204" pitchFamily="34" charset="0"/>
              </a:rPr>
              <a:t>oval</a:t>
            </a:r>
            <a:r>
              <a:rPr lang="en-US" sz="2400" dirty="0">
                <a:solidFill>
                  <a:srgbClr val="000000"/>
                </a:solidFill>
                <a:latin typeface="Calibri" panose="020F0502020204030204" pitchFamily="34" charset="0"/>
                <a:ea typeface="Calibri" panose="020F0502020204030204" pitchFamily="34" charset="0"/>
              </a:rPr>
              <a:t>, </a:t>
            </a:r>
            <a:r>
              <a:rPr lang="en-US" sz="2400" dirty="0" err="1">
                <a:solidFill>
                  <a:srgbClr val="000000"/>
                </a:solidFill>
                <a:latin typeface="Calibri" panose="020F0502020204030204" pitchFamily="34" charset="0"/>
                <a:ea typeface="Calibri" panose="020F0502020204030204" pitchFamily="34" charset="0"/>
              </a:rPr>
              <a:t>având</a:t>
            </a:r>
            <a:r>
              <a:rPr lang="ro-RO" sz="2400" dirty="0">
                <a:solidFill>
                  <a:srgbClr val="000000"/>
                </a:solidFill>
                <a:latin typeface="Calibri" panose="020F0502020204030204" pitchFamily="34" charset="0"/>
                <a:ea typeface="Calibri" panose="020F0502020204030204" pitchFamily="34" charset="0"/>
              </a:rPr>
              <a:t> </a:t>
            </a:r>
            <a:r>
              <a:rPr lang="en-US" sz="2400" dirty="0" err="1">
                <a:solidFill>
                  <a:srgbClr val="000000"/>
                </a:solidFill>
                <a:latin typeface="Calibri" panose="020F0502020204030204" pitchFamily="34" charset="0"/>
                <a:ea typeface="Calibri" panose="020F0502020204030204" pitchFamily="34" charset="0"/>
              </a:rPr>
              <a:t>numele</a:t>
            </a:r>
            <a:r>
              <a:rPr lang="en-US" sz="2400" dirty="0">
                <a:solidFill>
                  <a:srgbClr val="000000"/>
                </a:solidFill>
                <a:latin typeface="Calibri" panose="020F0502020204030204" pitchFamily="34" charset="0"/>
                <a:ea typeface="Calibri" panose="020F0502020204030204" pitchFamily="34" charset="0"/>
              </a:rPr>
              <a:t> </a:t>
            </a:r>
            <a:r>
              <a:rPr lang="en-US" sz="2400" dirty="0" err="1">
                <a:solidFill>
                  <a:srgbClr val="000000"/>
                </a:solidFill>
                <a:latin typeface="Calibri" panose="020F0502020204030204" pitchFamily="34" charset="0"/>
                <a:ea typeface="Calibri" panose="020F0502020204030204" pitchFamily="34" charset="0"/>
              </a:rPr>
              <a:t>cazului</a:t>
            </a:r>
            <a:r>
              <a:rPr lang="en-US" sz="2400" dirty="0">
                <a:solidFill>
                  <a:srgbClr val="000000"/>
                </a:solidFill>
                <a:latin typeface="Calibri" panose="020F0502020204030204" pitchFamily="34" charset="0"/>
                <a:ea typeface="Calibri" panose="020F0502020204030204" pitchFamily="34" charset="0"/>
              </a:rPr>
              <a:t> de </a:t>
            </a:r>
            <a:r>
              <a:rPr lang="en-US" sz="2400" dirty="0" err="1">
                <a:solidFill>
                  <a:srgbClr val="000000"/>
                </a:solidFill>
                <a:latin typeface="Calibri" panose="020F0502020204030204" pitchFamily="34" charset="0"/>
                <a:ea typeface="Calibri" panose="020F0502020204030204" pitchFamily="34" charset="0"/>
              </a:rPr>
              <a:t>utilizare</a:t>
            </a:r>
            <a:r>
              <a:rPr lang="en-US" sz="2400" dirty="0">
                <a:solidFill>
                  <a:srgbClr val="000000"/>
                </a:solidFill>
                <a:latin typeface="Calibri" panose="020F0502020204030204" pitchFamily="34" charset="0"/>
                <a:ea typeface="Calibri" panose="020F0502020204030204" pitchFamily="34" charset="0"/>
              </a:rPr>
              <a:t> </a:t>
            </a:r>
            <a:r>
              <a:rPr lang="en-US" sz="2400" dirty="0" err="1">
                <a:solidFill>
                  <a:srgbClr val="000000"/>
                </a:solidFill>
                <a:effectLst/>
                <a:latin typeface="Calibri" panose="020F0502020204030204" pitchFamily="34" charset="0"/>
                <a:ea typeface="Calibri" panose="020F0502020204030204" pitchFamily="34" charset="0"/>
              </a:rPr>
              <a:t>notat</a:t>
            </a:r>
            <a:r>
              <a:rPr lang="en-US" sz="2400" dirty="0">
                <a:solidFill>
                  <a:srgbClr val="000000"/>
                </a:solidFill>
                <a:effectLst/>
                <a:latin typeface="Calibri" panose="020F0502020204030204" pitchFamily="34" charset="0"/>
                <a:ea typeface="Calibri" panose="020F0502020204030204" pitchFamily="34" charset="0"/>
              </a:rPr>
              <a:t> la </a:t>
            </a:r>
            <a:r>
              <a:rPr lang="en-US" sz="2400" dirty="0" err="1">
                <a:solidFill>
                  <a:srgbClr val="000000"/>
                </a:solidFill>
                <a:effectLst/>
                <a:latin typeface="Calibri" panose="020F0502020204030204" pitchFamily="34" charset="0"/>
                <a:ea typeface="Calibri" panose="020F0502020204030204" pitchFamily="34" charset="0"/>
              </a:rPr>
              <a:t>baz</a:t>
            </a:r>
            <a:r>
              <a:rPr lang="ro-RO" sz="2400" dirty="0">
                <a:solidFill>
                  <a:srgbClr val="000000"/>
                </a:solidFill>
                <a:latin typeface="Calibri" panose="020F0502020204030204" pitchFamily="34" charset="0"/>
                <a:ea typeface="Calibri" panose="020F0502020204030204" pitchFamily="34" charset="0"/>
              </a:rPr>
              <a:t>ă sau în interior</a:t>
            </a:r>
            <a:r>
              <a:rPr lang="en-US" sz="2400" dirty="0">
                <a:solidFill>
                  <a:srgbClr val="000000"/>
                </a:solidFill>
                <a:effectLst/>
                <a:latin typeface="Calibri" panose="020F0502020204030204" pitchFamily="34" charset="0"/>
                <a:ea typeface="Calibri" panose="020F0502020204030204" pitchFamily="34" charset="0"/>
              </a:rPr>
              <a:t>.</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Cazuri</a:t>
            </a:r>
            <a:r>
              <a:rPr lang="en-US" kern="0" dirty="0"/>
              <a:t> de </a:t>
            </a:r>
            <a:r>
              <a:rPr lang="en-US" kern="0" dirty="0" err="1"/>
              <a:t>utilizare</a:t>
            </a:r>
            <a:r>
              <a:rPr lang="en-US" kern="0" dirty="0"/>
              <a:t> - </a:t>
            </a:r>
            <a:r>
              <a:rPr lang="ro-RO" kern="0" dirty="0"/>
              <a:t>2</a:t>
            </a:r>
          </a:p>
        </p:txBody>
      </p:sp>
      <p:pic>
        <p:nvPicPr>
          <p:cNvPr id="5" name="Picture 4">
            <a:extLst>
              <a:ext uri="{FF2B5EF4-FFF2-40B4-BE49-F238E27FC236}">
                <a16:creationId xmlns:a16="http://schemas.microsoft.com/office/drawing/2014/main" id="{415B7F5E-0854-4554-82A4-26CB4CEE51F8}"/>
              </a:ext>
            </a:extLst>
          </p:cNvPr>
          <p:cNvPicPr>
            <a:picLocks noChangeAspect="1"/>
          </p:cNvPicPr>
          <p:nvPr/>
        </p:nvPicPr>
        <p:blipFill>
          <a:blip r:embed="rId3"/>
          <a:stretch>
            <a:fillRect/>
          </a:stretch>
        </p:blipFill>
        <p:spPr>
          <a:xfrm>
            <a:off x="4098674" y="5146432"/>
            <a:ext cx="4244386" cy="119950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0193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245896" y="1336287"/>
            <a:ext cx="7593305" cy="2521010"/>
          </a:xfrm>
          <a:prstGeom prst="rect">
            <a:avLst/>
          </a:prstGeom>
        </p:spPr>
        <p:txBody>
          <a:bodyPr spcFirstLastPara="1" wrap="square" lIns="121900" tIns="121900" rIns="121900" bIns="121900" anchor="t" anchorCtr="0">
            <a:noAutofit/>
          </a:body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Diagrama cazurilor de utilizare cuprinde </a:t>
            </a:r>
            <a:r>
              <a:rPr lang="ro-RO" sz="2400" b="1" dirty="0" err="1">
                <a:solidFill>
                  <a:srgbClr val="000000"/>
                </a:solidFill>
                <a:latin typeface="Calibri" panose="020F0502020204030204" pitchFamily="34" charset="0"/>
                <a:ea typeface="Calibri" panose="020F0502020204030204" pitchFamily="34" charset="0"/>
              </a:rPr>
              <a:t>relaţiile</a:t>
            </a:r>
            <a:r>
              <a:rPr lang="ro-RO" sz="2400" dirty="0">
                <a:solidFill>
                  <a:srgbClr val="000000"/>
                </a:solidFill>
                <a:latin typeface="Calibri" panose="020F0502020204030204" pitchFamily="34" charset="0"/>
                <a:ea typeface="Calibri" panose="020F0502020204030204" pitchFamily="34" charset="0"/>
              </a:rPr>
              <a:t> dintre un </a:t>
            </a:r>
            <a:r>
              <a:rPr lang="ro-RO" sz="2400" b="1" dirty="0">
                <a:solidFill>
                  <a:srgbClr val="000000"/>
                </a:solidFill>
                <a:latin typeface="Calibri" panose="020F0502020204030204" pitchFamily="34" charset="0"/>
                <a:ea typeface="Calibri" panose="020F0502020204030204" pitchFamily="34" charset="0"/>
              </a:rPr>
              <a:t>set de cazuri de utilizare </a:t>
            </a:r>
            <a:r>
              <a:rPr lang="ro-RO" sz="2400" dirty="0" err="1">
                <a:solidFill>
                  <a:srgbClr val="000000"/>
                </a:solidFill>
                <a:latin typeface="Calibri" panose="020F0502020204030204" pitchFamily="34" charset="0"/>
                <a:ea typeface="Calibri" panose="020F0502020204030204" pitchFamily="34" charset="0"/>
              </a:rPr>
              <a:t>şi</a:t>
            </a:r>
            <a:r>
              <a:rPr lang="ro-RO" sz="2400" dirty="0">
                <a:solidFill>
                  <a:srgbClr val="000000"/>
                </a:solidFill>
                <a:latin typeface="Calibri" panose="020F0502020204030204" pitchFamily="34" charset="0"/>
                <a:ea typeface="Calibri" panose="020F0502020204030204" pitchFamily="34" charset="0"/>
              </a:rPr>
              <a:t> </a:t>
            </a:r>
            <a:r>
              <a:rPr lang="ro-RO" sz="2400" b="1" dirty="0">
                <a:solidFill>
                  <a:srgbClr val="000000"/>
                </a:solidFill>
                <a:latin typeface="Calibri" panose="020F0502020204030204" pitchFamily="34" charset="0"/>
                <a:ea typeface="Calibri" panose="020F0502020204030204" pitchFamily="34" charset="0"/>
              </a:rPr>
              <a:t>actorii</a:t>
            </a:r>
            <a:r>
              <a:rPr lang="ro-RO" sz="2400" dirty="0">
                <a:solidFill>
                  <a:srgbClr val="000000"/>
                </a:solidFill>
                <a:latin typeface="Calibri" panose="020F0502020204030204" pitchFamily="34" charset="0"/>
                <a:ea typeface="Calibri" panose="020F0502020204030204" pitchFamily="34" charset="0"/>
              </a:rPr>
              <a:t> care participă la realizarea acestor cazuri de utilizare.</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Sunt folosite </a:t>
            </a:r>
            <a:r>
              <a:rPr lang="ro-RO" sz="2400" b="1" dirty="0">
                <a:solidFill>
                  <a:srgbClr val="000000"/>
                </a:solidFill>
                <a:latin typeface="Calibri" panose="020F0502020204030204" pitchFamily="34" charset="0"/>
                <a:ea typeface="Calibri" panose="020F0502020204030204" pitchFamily="34" charset="0"/>
              </a:rPr>
              <a:t>asocierile simple </a:t>
            </a:r>
            <a:r>
              <a:rPr lang="ro-RO" sz="2400" dirty="0">
                <a:solidFill>
                  <a:srgbClr val="000000"/>
                </a:solidFill>
                <a:latin typeface="Calibri" panose="020F0502020204030204" pitchFamily="34" charset="0"/>
                <a:ea typeface="Calibri" panose="020F0502020204030204" pitchFamily="34" charset="0"/>
              </a:rPr>
              <a:t>pentru a conecta un actor cu un caz de utilizare. </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Aceasta reprezintă o </a:t>
            </a:r>
            <a:r>
              <a:rPr lang="ro-RO" sz="2400" b="1" dirty="0">
                <a:solidFill>
                  <a:srgbClr val="000000"/>
                </a:solidFill>
                <a:latin typeface="Calibri" panose="020F0502020204030204" pitchFamily="34" charset="0"/>
                <a:ea typeface="Calibri" panose="020F0502020204030204" pitchFamily="34" charset="0"/>
              </a:rPr>
              <a:t>cale de comunicare </a:t>
            </a:r>
            <a:r>
              <a:rPr lang="ro-RO" sz="2400" dirty="0">
                <a:solidFill>
                  <a:srgbClr val="000000"/>
                </a:solidFill>
                <a:latin typeface="Calibri" panose="020F0502020204030204" pitchFamily="34" charset="0"/>
                <a:ea typeface="Calibri" panose="020F0502020204030204" pitchFamily="34" charset="0"/>
              </a:rPr>
              <a:t>între cei doi. </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b="1" dirty="0">
                <a:solidFill>
                  <a:srgbClr val="000000"/>
                </a:solidFill>
                <a:latin typeface="Calibri" panose="020F0502020204030204" pitchFamily="34" charset="0"/>
                <a:ea typeface="Calibri" panose="020F0502020204030204" pitchFamily="34" charset="0"/>
              </a:rPr>
              <a:t>NU</a:t>
            </a:r>
            <a:r>
              <a:rPr lang="ro-RO" sz="2400" dirty="0">
                <a:solidFill>
                  <a:srgbClr val="000000"/>
                </a:solidFill>
                <a:latin typeface="Calibri" panose="020F0502020204030204" pitchFamily="34" charset="0"/>
                <a:ea typeface="Calibri" panose="020F0502020204030204" pitchFamily="34" charset="0"/>
              </a:rPr>
              <a:t> are rolul de a descrie </a:t>
            </a:r>
            <a:r>
              <a:rPr lang="ro-RO" sz="2400" b="1" dirty="0">
                <a:solidFill>
                  <a:srgbClr val="000000"/>
                </a:solidFill>
                <a:latin typeface="Calibri" panose="020F0502020204030204" pitchFamily="34" charset="0"/>
                <a:ea typeface="Calibri" panose="020F0502020204030204" pitchFamily="34" charset="0"/>
              </a:rPr>
              <a:t>fluxuri de activități</a:t>
            </a:r>
            <a:r>
              <a:rPr lang="ro-RO" sz="2400" dirty="0">
                <a:solidFill>
                  <a:srgbClr val="000000"/>
                </a:solidFill>
                <a:latin typeface="Calibri" panose="020F0502020204030204" pitchFamily="34" charset="0"/>
                <a:ea typeface="Calibri" panose="020F0502020204030204" pitchFamily="34" charset="0"/>
              </a:rPr>
              <a:t>.</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Se pot delimita </a:t>
            </a:r>
            <a:r>
              <a:rPr lang="ro-RO" sz="2400" b="1" dirty="0" err="1">
                <a:solidFill>
                  <a:srgbClr val="000000"/>
                </a:solidFill>
                <a:latin typeface="Calibri" panose="020F0502020204030204" pitchFamily="34" charset="0"/>
                <a:ea typeface="Calibri" panose="020F0502020204030204" pitchFamily="34" charset="0"/>
              </a:rPr>
              <a:t>graniţele</a:t>
            </a:r>
            <a:r>
              <a:rPr lang="ro-RO" sz="2400" dirty="0">
                <a:solidFill>
                  <a:srgbClr val="000000"/>
                </a:solidFill>
                <a:latin typeface="Calibri" panose="020F0502020204030204" pitchFamily="34" charset="0"/>
                <a:ea typeface="Calibri" panose="020F0502020204030204" pitchFamily="34" charset="0"/>
              </a:rPr>
              <a:t> sistemului analizat prin includerea cazurilor de utilizare în interiorul unui </a:t>
            </a:r>
            <a:r>
              <a:rPr lang="ro-RO" sz="2400" b="1" dirty="0">
                <a:solidFill>
                  <a:srgbClr val="000000"/>
                </a:solidFill>
                <a:latin typeface="Calibri" panose="020F0502020204030204" pitchFamily="34" charset="0"/>
                <a:ea typeface="Calibri" panose="020F0502020204030204" pitchFamily="34" charset="0"/>
              </a:rPr>
              <a:t>dreptunghi</a:t>
            </a:r>
            <a:r>
              <a:rPr lang="ro-RO" sz="2400" dirty="0">
                <a:solidFill>
                  <a:srgbClr val="000000"/>
                </a:solidFill>
                <a:latin typeface="Calibri" panose="020F0502020204030204" pitchFamily="34" charset="0"/>
                <a:ea typeface="Calibri" panose="020F0502020204030204" pitchFamily="34" charset="0"/>
              </a:rPr>
              <a:t>.</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690103" y="49861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Relații între actori și cazuri de utilizare -1 </a:t>
            </a:r>
          </a:p>
        </p:txBody>
      </p:sp>
      <p:pic>
        <p:nvPicPr>
          <p:cNvPr id="3" name="Picture 2">
            <a:extLst>
              <a:ext uri="{FF2B5EF4-FFF2-40B4-BE49-F238E27FC236}">
                <a16:creationId xmlns:a16="http://schemas.microsoft.com/office/drawing/2014/main" id="{DA19260C-AFD6-4A63-BC14-BA0B3BBC3B16}"/>
              </a:ext>
            </a:extLst>
          </p:cNvPr>
          <p:cNvPicPr>
            <a:picLocks noChangeAspect="1"/>
          </p:cNvPicPr>
          <p:nvPr/>
        </p:nvPicPr>
        <p:blipFill>
          <a:blip r:embed="rId3"/>
          <a:stretch>
            <a:fillRect/>
          </a:stretch>
        </p:blipFill>
        <p:spPr>
          <a:xfrm>
            <a:off x="9251302" y="3045607"/>
            <a:ext cx="2707276" cy="331377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81479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089497" y="1038548"/>
            <a:ext cx="9369554" cy="3960927"/>
          </a:xfrm>
          <a:prstGeom prst="rect">
            <a:avLst/>
          </a:prstGeom>
        </p:spPr>
        <p:txBody>
          <a:bodyPr spcFirstLastPara="1" wrap="square" lIns="121900" tIns="121900" rIns="121900" bIns="121900" anchor="t" anchorCtr="0">
            <a:noAutofit/>
          </a:bodyPr>
          <a:lstStyle/>
          <a:p>
            <a:pPr marL="38100" indent="-342900" algn="just">
              <a:spcBef>
                <a:spcPts val="600"/>
              </a:spcBef>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La acest nivel sunt permise și </a:t>
            </a:r>
            <a:r>
              <a:rPr lang="ro-RO" sz="2400" b="1" dirty="0" err="1">
                <a:solidFill>
                  <a:srgbClr val="000000"/>
                </a:solidFill>
                <a:latin typeface="Calibri" panose="020F0502020204030204" pitchFamily="34" charset="0"/>
                <a:ea typeface="Calibri" panose="020F0502020204030204" pitchFamily="34" charset="0"/>
              </a:rPr>
              <a:t>multiplicităţile</a:t>
            </a:r>
            <a:r>
              <a:rPr lang="ro-RO" sz="2400" dirty="0">
                <a:solidFill>
                  <a:srgbClr val="000000"/>
                </a:solidFill>
                <a:latin typeface="Calibri" panose="020F0502020204030204" pitchFamily="34" charset="0"/>
                <a:ea typeface="Calibri" panose="020F0502020204030204" pitchFamily="34" charset="0"/>
              </a:rPr>
              <a:t> Dacă multiplicitatea mai mare decât unu la capătul:</a:t>
            </a:r>
          </a:p>
          <a:p>
            <a:pPr marL="495300" lvl="1" indent="-342900" algn="just">
              <a:spcBef>
                <a:spcPts val="600"/>
              </a:spcBef>
              <a:buClr>
                <a:schemeClr val="accent5"/>
              </a:buClr>
              <a:buSzPct val="120000"/>
              <a:buFont typeface="Wingdings" panose="05000000000000000000" pitchFamily="2" charset="2"/>
              <a:buChar char="§"/>
            </a:pPr>
            <a:r>
              <a:rPr lang="ro-RO" sz="1733" b="1" dirty="0">
                <a:solidFill>
                  <a:srgbClr val="000000"/>
                </a:solidFill>
                <a:latin typeface="Calibri" panose="020F0502020204030204" pitchFamily="34" charset="0"/>
                <a:ea typeface="Calibri" panose="020F0502020204030204" pitchFamily="34" charset="0"/>
              </a:rPr>
              <a:t>corespunzător cazului de utilizare</a:t>
            </a:r>
            <a:r>
              <a:rPr lang="ro-RO" sz="1733" dirty="0">
                <a:solidFill>
                  <a:srgbClr val="000000"/>
                </a:solidFill>
                <a:latin typeface="Calibri" panose="020F0502020204030204" pitchFamily="34" charset="0"/>
                <a:ea typeface="Calibri" panose="020F0502020204030204" pitchFamily="34" charset="0"/>
              </a:rPr>
              <a:t>, atunci actorul este implicat în mai multe cazuri de utilizare de acel tip </a:t>
            </a:r>
            <a:r>
              <a:rPr lang="ro-RO" sz="1733" dirty="0" err="1">
                <a:solidFill>
                  <a:srgbClr val="000000"/>
                </a:solidFill>
                <a:latin typeface="Calibri" panose="020F0502020204030204" pitchFamily="34" charset="0"/>
                <a:ea typeface="Calibri" panose="020F0502020204030204" pitchFamily="34" charset="0"/>
              </a:rPr>
              <a:t>şi</a:t>
            </a:r>
            <a:r>
              <a:rPr lang="ro-RO" sz="1733" dirty="0">
                <a:solidFill>
                  <a:srgbClr val="000000"/>
                </a:solidFill>
                <a:latin typeface="Calibri" panose="020F0502020204030204" pitchFamily="34" charset="0"/>
                <a:ea typeface="Calibri" panose="020F0502020204030204" pitchFamily="34" charset="0"/>
              </a:rPr>
              <a:t> poate </a:t>
            </a:r>
            <a:r>
              <a:rPr lang="ro-RO" sz="1733" dirty="0" err="1">
                <a:solidFill>
                  <a:srgbClr val="000000"/>
                </a:solidFill>
                <a:latin typeface="Calibri" panose="020F0502020204030204" pitchFamily="34" charset="0"/>
                <a:ea typeface="Calibri" panose="020F0502020204030204" pitchFamily="34" charset="0"/>
              </a:rPr>
              <a:t>iniţia</a:t>
            </a:r>
            <a:r>
              <a:rPr lang="ro-RO" sz="1733" dirty="0">
                <a:solidFill>
                  <a:srgbClr val="000000"/>
                </a:solidFill>
                <a:latin typeface="Calibri" panose="020F0502020204030204" pitchFamily="34" charset="0"/>
                <a:ea typeface="Calibri" panose="020F0502020204030204" pitchFamily="34" charset="0"/>
              </a:rPr>
              <a:t> cazuri de utilizare: în paralel (concurent), la diferite momente de timp sau mutual exclusiv în timp. De remarcat că UML nu are </a:t>
            </a:r>
            <a:r>
              <a:rPr lang="ro-RO" sz="1733" dirty="0" err="1">
                <a:solidFill>
                  <a:srgbClr val="000000"/>
                </a:solidFill>
                <a:latin typeface="Calibri" panose="020F0502020204030204" pitchFamily="34" charset="0"/>
                <a:ea typeface="Calibri" panose="020F0502020204030204" pitchFamily="34" charset="0"/>
              </a:rPr>
              <a:t>notaţii</a:t>
            </a:r>
            <a:r>
              <a:rPr lang="ro-RO" sz="1733" dirty="0">
                <a:solidFill>
                  <a:srgbClr val="000000"/>
                </a:solidFill>
                <a:latin typeface="Calibri" panose="020F0502020204030204" pitchFamily="34" charset="0"/>
                <a:ea typeface="Calibri" panose="020F0502020204030204" pitchFamily="34" charset="0"/>
              </a:rPr>
              <a:t> standard pentru </a:t>
            </a:r>
            <a:r>
              <a:rPr lang="ro-RO" sz="1733" dirty="0" err="1">
                <a:solidFill>
                  <a:srgbClr val="000000"/>
                </a:solidFill>
                <a:latin typeface="Calibri" panose="020F0502020204030204" pitchFamily="34" charset="0"/>
                <a:ea typeface="Calibri" panose="020F0502020204030204" pitchFamily="34" charset="0"/>
              </a:rPr>
              <a:t>situaţiile</a:t>
            </a:r>
            <a:r>
              <a:rPr lang="ro-RO" sz="1733" dirty="0">
                <a:solidFill>
                  <a:srgbClr val="000000"/>
                </a:solidFill>
                <a:latin typeface="Calibri" panose="020F0502020204030204" pitchFamily="34" charset="0"/>
                <a:ea typeface="Calibri" panose="020F0502020204030204" pitchFamily="34" charset="0"/>
              </a:rPr>
              <a:t> de mai sus. </a:t>
            </a:r>
          </a:p>
          <a:p>
            <a:pPr marL="495300" lvl="1" indent="-342900" algn="just">
              <a:spcBef>
                <a:spcPts val="600"/>
              </a:spcBef>
              <a:buClr>
                <a:schemeClr val="accent5"/>
              </a:buClr>
              <a:buSzPct val="120000"/>
              <a:buFont typeface="Wingdings" panose="05000000000000000000" pitchFamily="2" charset="2"/>
              <a:buChar char="§"/>
            </a:pPr>
            <a:r>
              <a:rPr lang="ro-RO" sz="1733" b="1" dirty="0">
                <a:solidFill>
                  <a:srgbClr val="000000"/>
                </a:solidFill>
                <a:latin typeface="Calibri" panose="020F0502020204030204" pitchFamily="34" charset="0"/>
                <a:ea typeface="Calibri" panose="020F0502020204030204" pitchFamily="34" charset="0"/>
              </a:rPr>
              <a:t>corespunzător actorului</a:t>
            </a:r>
            <a:r>
              <a:rPr lang="ro-RO" sz="1733" dirty="0">
                <a:solidFill>
                  <a:srgbClr val="000000"/>
                </a:solidFill>
                <a:latin typeface="Calibri" panose="020F0502020204030204" pitchFamily="34" charset="0"/>
                <a:ea typeface="Calibri" panose="020F0502020204030204" pitchFamily="34" charset="0"/>
              </a:rPr>
              <a:t>, atunci mai multe </a:t>
            </a:r>
            <a:r>
              <a:rPr lang="ro-RO" sz="1733" dirty="0" err="1">
                <a:solidFill>
                  <a:srgbClr val="000000"/>
                </a:solidFill>
                <a:latin typeface="Calibri" panose="020F0502020204030204" pitchFamily="34" charset="0"/>
                <a:ea typeface="Calibri" panose="020F0502020204030204" pitchFamily="34" charset="0"/>
              </a:rPr>
              <a:t>instanţe</a:t>
            </a:r>
            <a:r>
              <a:rPr lang="ro-RO" sz="1733" dirty="0">
                <a:solidFill>
                  <a:srgbClr val="000000"/>
                </a:solidFill>
                <a:latin typeface="Calibri" panose="020F0502020204030204" pitchFamily="34" charset="0"/>
                <a:ea typeface="Calibri" panose="020F0502020204030204" pitchFamily="34" charset="0"/>
              </a:rPr>
              <a:t> ale actorului sunt implicate în </a:t>
            </a:r>
            <a:r>
              <a:rPr lang="ro-RO" sz="1733" dirty="0" err="1">
                <a:solidFill>
                  <a:srgbClr val="000000"/>
                </a:solidFill>
                <a:latin typeface="Calibri" panose="020F0502020204030204" pitchFamily="34" charset="0"/>
                <a:ea typeface="Calibri" panose="020F0502020204030204" pitchFamily="34" charset="0"/>
              </a:rPr>
              <a:t>iniţierea</a:t>
            </a:r>
            <a:r>
              <a:rPr lang="ro-RO" sz="1733" dirty="0">
                <a:solidFill>
                  <a:srgbClr val="000000"/>
                </a:solidFill>
                <a:latin typeface="Calibri" panose="020F0502020204030204" pitchFamily="34" charset="0"/>
                <a:ea typeface="Calibri" panose="020F0502020204030204" pitchFamily="34" charset="0"/>
              </a:rPr>
              <a:t> cazului de utilizare putând realiza </a:t>
            </a:r>
            <a:r>
              <a:rPr lang="ro-RO" sz="1733" dirty="0" err="1">
                <a:solidFill>
                  <a:srgbClr val="000000"/>
                </a:solidFill>
                <a:latin typeface="Calibri" panose="020F0502020204030204" pitchFamily="34" charset="0"/>
                <a:ea typeface="Calibri" panose="020F0502020204030204" pitchFamily="34" charset="0"/>
              </a:rPr>
              <a:t>acţiuni</a:t>
            </a:r>
            <a:r>
              <a:rPr lang="ro-RO" sz="1733" dirty="0">
                <a:solidFill>
                  <a:srgbClr val="000000"/>
                </a:solidFill>
                <a:latin typeface="Calibri" panose="020F0502020204030204" pitchFamily="34" charset="0"/>
                <a:ea typeface="Calibri" panose="020F0502020204030204" pitchFamily="34" charset="0"/>
              </a:rPr>
              <a:t> simultane sau succesive.</a:t>
            </a:r>
          </a:p>
          <a:p>
            <a:pPr marL="38100" indent="-342900" algn="just">
              <a:spcBef>
                <a:spcPts val="600"/>
              </a:spcBef>
              <a:buClr>
                <a:schemeClr val="accent5"/>
              </a:buClr>
              <a:buSzPct val="120000"/>
              <a:buFont typeface="Arial" panose="020B0604020202020204" pitchFamily="34" charset="0"/>
              <a:buChar char="•"/>
            </a:pPr>
            <a:endParaRPr lang="ro-RO" sz="2400" dirty="0">
              <a:solidFill>
                <a:srgbClr val="000000"/>
              </a:solidFill>
              <a:latin typeface="Calibri" panose="020F0502020204030204" pitchFamily="34" charset="0"/>
              <a:ea typeface="Calibri" panose="020F0502020204030204" pitchFamily="34"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690103" y="49861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Relații între actori și cazuri de utilizare - 2</a:t>
            </a:r>
          </a:p>
        </p:txBody>
      </p:sp>
      <p:pic>
        <p:nvPicPr>
          <p:cNvPr id="2" name="Picture 1">
            <a:extLst>
              <a:ext uri="{FF2B5EF4-FFF2-40B4-BE49-F238E27FC236}">
                <a16:creationId xmlns:a16="http://schemas.microsoft.com/office/drawing/2014/main" id="{672B3951-DE2C-4F83-8B27-08BF84BCD2FE}"/>
              </a:ext>
            </a:extLst>
          </p:cNvPr>
          <p:cNvPicPr>
            <a:picLocks noChangeAspect="1"/>
          </p:cNvPicPr>
          <p:nvPr/>
        </p:nvPicPr>
        <p:blipFill>
          <a:blip r:embed="rId3"/>
          <a:stretch>
            <a:fillRect/>
          </a:stretch>
        </p:blipFill>
        <p:spPr>
          <a:xfrm>
            <a:off x="3894382" y="3870517"/>
            <a:ext cx="4403236" cy="27168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0710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109261" y="1336287"/>
            <a:ext cx="9369554" cy="2521010"/>
          </a:xfrm>
          <a:prstGeom prst="rect">
            <a:avLst/>
          </a:prstGeom>
        </p:spPr>
        <p:txBody>
          <a:bodyPr spcFirstLastPara="1" wrap="square" lIns="121900" tIns="121900" rIns="121900" bIns="121900" anchor="t" anchorCtr="0">
            <a:noAutofit/>
          </a:bodyPr>
          <a:lstStyle/>
          <a:p>
            <a:pPr marL="38100" indent="-342900" algn="just">
              <a:spcAft>
                <a:spcPts val="1565"/>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Sunt de tipul </a:t>
            </a:r>
            <a:r>
              <a:rPr lang="ro-RO" sz="2400" b="1" dirty="0">
                <a:solidFill>
                  <a:srgbClr val="000000"/>
                </a:solidFill>
                <a:latin typeface="Calibri" panose="020F0502020204030204" pitchFamily="34" charset="0"/>
                <a:ea typeface="Calibri" panose="020F0502020204030204" pitchFamily="34" charset="0"/>
              </a:rPr>
              <a:t>generalizare/specializare</a:t>
            </a:r>
            <a:r>
              <a:rPr lang="ro-RO" sz="2400" dirty="0">
                <a:solidFill>
                  <a:srgbClr val="000000"/>
                </a:solidFill>
                <a:latin typeface="Calibri" panose="020F0502020204030204" pitchFamily="34" charset="0"/>
                <a:ea typeface="Calibri" panose="020F0502020204030204" pitchFamily="34" charset="0"/>
              </a:rPr>
              <a:t>, între un actor părinte </a:t>
            </a:r>
            <a:r>
              <a:rPr lang="ro-RO" sz="2400" dirty="0" err="1">
                <a:solidFill>
                  <a:srgbClr val="000000"/>
                </a:solidFill>
                <a:latin typeface="Calibri" panose="020F0502020204030204" pitchFamily="34" charset="0"/>
                <a:ea typeface="Calibri" panose="020F0502020204030204" pitchFamily="34" charset="0"/>
              </a:rPr>
              <a:t>şi</a:t>
            </a:r>
            <a:r>
              <a:rPr lang="ro-RO" sz="2400" dirty="0">
                <a:solidFill>
                  <a:srgbClr val="000000"/>
                </a:solidFill>
                <a:latin typeface="Calibri" panose="020F0502020204030204" pitchFamily="34" charset="0"/>
                <a:ea typeface="Calibri" panose="020F0502020204030204" pitchFamily="34" charset="0"/>
              </a:rPr>
              <a:t> unul sau mai </a:t>
            </a:r>
            <a:r>
              <a:rPr lang="ro-RO" sz="2400" dirty="0" err="1">
                <a:solidFill>
                  <a:srgbClr val="000000"/>
                </a:solidFill>
                <a:latin typeface="Calibri" panose="020F0502020204030204" pitchFamily="34" charset="0"/>
                <a:ea typeface="Calibri" panose="020F0502020204030204" pitchFamily="34" charset="0"/>
              </a:rPr>
              <a:t>mulţi</a:t>
            </a:r>
            <a:r>
              <a:rPr lang="ro-RO" sz="2400" dirty="0">
                <a:solidFill>
                  <a:srgbClr val="000000"/>
                </a:solidFill>
                <a:latin typeface="Calibri" panose="020F0502020204030204" pitchFamily="34" charset="0"/>
                <a:ea typeface="Calibri" panose="020F0502020204030204" pitchFamily="34" charset="0"/>
              </a:rPr>
              <a:t> actori copii. </a:t>
            </a:r>
          </a:p>
          <a:p>
            <a:pPr marL="38100" indent="-342900" algn="just">
              <a:spcAft>
                <a:spcPts val="1565"/>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Se pot defini actori </a:t>
            </a:r>
            <a:r>
              <a:rPr lang="ro-RO" sz="2400" b="1" dirty="0">
                <a:solidFill>
                  <a:srgbClr val="000000"/>
                </a:solidFill>
                <a:latin typeface="Calibri" panose="020F0502020204030204" pitchFamily="34" charset="0"/>
                <a:ea typeface="Calibri" panose="020F0502020204030204" pitchFamily="34" charset="0"/>
              </a:rPr>
              <a:t>abstracți </a:t>
            </a:r>
            <a:r>
              <a:rPr lang="ro-RO" sz="2400" dirty="0">
                <a:solidFill>
                  <a:srgbClr val="000000"/>
                </a:solidFill>
                <a:latin typeface="Calibri" panose="020F0502020204030204" pitchFamily="34" charset="0"/>
                <a:ea typeface="Calibri" panose="020F0502020204030204" pitchFamily="34" charset="0"/>
              </a:rPr>
              <a:t>(actorul </a:t>
            </a:r>
            <a:r>
              <a:rPr lang="en-US" sz="2400" dirty="0">
                <a:solidFill>
                  <a:srgbClr val="000000"/>
                </a:solidFill>
                <a:latin typeface="Calibri" panose="020F0502020204030204" pitchFamily="34" charset="0"/>
                <a:ea typeface="Calibri" panose="020F0502020204030204" pitchFamily="34" charset="0"/>
              </a:rPr>
              <a:t>“</a:t>
            </a:r>
            <a:r>
              <a:rPr lang="en-US" sz="2400" dirty="0" err="1">
                <a:solidFill>
                  <a:srgbClr val="000000"/>
                </a:solidFill>
                <a:latin typeface="Calibri" panose="020F0502020204030204" pitchFamily="34" charset="0"/>
                <a:ea typeface="Calibri" panose="020F0502020204030204" pitchFamily="34" charset="0"/>
              </a:rPr>
              <a:t>Utilizator</a:t>
            </a:r>
            <a:r>
              <a:rPr lang="en-US" sz="2400" dirty="0">
                <a:solidFill>
                  <a:srgbClr val="000000"/>
                </a:solidFill>
                <a:latin typeface="Calibri" panose="020F0502020204030204" pitchFamily="34" charset="0"/>
                <a:ea typeface="Calibri" panose="020F0502020204030204" pitchFamily="34" charset="0"/>
              </a:rPr>
              <a:t>”</a:t>
            </a:r>
            <a:r>
              <a:rPr lang="ro-RO" sz="2400" dirty="0">
                <a:solidFill>
                  <a:srgbClr val="000000"/>
                </a:solidFill>
                <a:latin typeface="Calibri" panose="020F0502020204030204" pitchFamily="34" charset="0"/>
                <a:ea typeface="Calibri" panose="020F0502020204030204" pitchFamily="34" charset="0"/>
              </a:rPr>
              <a:t>).</a:t>
            </a:r>
          </a:p>
          <a:p>
            <a:pPr marL="38100" indent="-342900" algn="just">
              <a:spcAft>
                <a:spcPts val="1565"/>
              </a:spcAft>
              <a:buClr>
                <a:schemeClr val="accent5"/>
              </a:buClr>
              <a:buSzPct val="120000"/>
              <a:buFont typeface="Arial" panose="020B0604020202020204" pitchFamily="34" charset="0"/>
              <a:buChar char="•"/>
            </a:pPr>
            <a:r>
              <a:rPr lang="ro-RO" sz="2400" dirty="0">
                <a:solidFill>
                  <a:srgbClr val="000000"/>
                </a:solidFill>
                <a:latin typeface="Calibri" panose="020F0502020204030204" pitchFamily="34" charset="0"/>
                <a:ea typeface="Calibri" panose="020F0502020204030204" pitchFamily="34" charset="0"/>
              </a:rPr>
              <a:t>Actorul copil </a:t>
            </a:r>
            <a:r>
              <a:rPr lang="ro-RO" sz="2400" b="1" dirty="0">
                <a:solidFill>
                  <a:srgbClr val="000000"/>
                </a:solidFill>
                <a:latin typeface="Calibri" panose="020F0502020204030204" pitchFamily="34" charset="0"/>
                <a:ea typeface="Calibri" panose="020F0502020204030204" pitchFamily="34" charset="0"/>
              </a:rPr>
              <a:t>moștenește proprietățile </a:t>
            </a:r>
            <a:r>
              <a:rPr lang="ro-RO" sz="2400" dirty="0">
                <a:solidFill>
                  <a:srgbClr val="000000"/>
                </a:solidFill>
                <a:latin typeface="Calibri" panose="020F0502020204030204" pitchFamily="34" charset="0"/>
                <a:ea typeface="Calibri" panose="020F0502020204030204" pitchFamily="34" charset="0"/>
              </a:rPr>
              <a:t>actorului părinte.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690103" y="49861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Relații între actori</a:t>
            </a:r>
          </a:p>
        </p:txBody>
      </p:sp>
      <p:pic>
        <p:nvPicPr>
          <p:cNvPr id="6" name="Picture 5">
            <a:extLst>
              <a:ext uri="{FF2B5EF4-FFF2-40B4-BE49-F238E27FC236}">
                <a16:creationId xmlns:a16="http://schemas.microsoft.com/office/drawing/2014/main" id="{727570B1-0520-47BC-9809-9B11CD686E39}"/>
              </a:ext>
            </a:extLst>
          </p:cNvPr>
          <p:cNvPicPr>
            <a:picLocks noChangeAspect="1"/>
          </p:cNvPicPr>
          <p:nvPr/>
        </p:nvPicPr>
        <p:blipFill>
          <a:blip r:embed="rId3"/>
          <a:stretch>
            <a:fillRect/>
          </a:stretch>
        </p:blipFill>
        <p:spPr>
          <a:xfrm>
            <a:off x="2061995" y="3699641"/>
            <a:ext cx="3010320" cy="2743583"/>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98B941A5-9F9F-40B0-BDC6-5BF848274EC5}"/>
              </a:ext>
            </a:extLst>
          </p:cNvPr>
          <p:cNvPicPr>
            <a:picLocks noChangeAspect="1"/>
          </p:cNvPicPr>
          <p:nvPr/>
        </p:nvPicPr>
        <p:blipFill>
          <a:blip r:embed="rId4"/>
          <a:stretch>
            <a:fillRect/>
          </a:stretch>
        </p:blipFill>
        <p:spPr>
          <a:xfrm>
            <a:off x="7165876" y="3699642"/>
            <a:ext cx="2964129" cy="274358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47963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35" name="Google Shape;3635;p60"/>
          <p:cNvSpPr txBox="1">
            <a:spLocks noGrp="1"/>
          </p:cNvSpPr>
          <p:nvPr>
            <p:ph type="title"/>
          </p:nvPr>
        </p:nvSpPr>
        <p:spPr>
          <a:xfrm>
            <a:off x="132758" y="2885476"/>
            <a:ext cx="4413924" cy="1681200"/>
          </a:xfrm>
          <a:prstGeom prst="rect">
            <a:avLst/>
          </a:prstGeom>
        </p:spPr>
        <p:txBody>
          <a:bodyPr spcFirstLastPara="1" wrap="square" lIns="121900" tIns="121900" rIns="121900" bIns="121900" anchor="b" anchorCtr="0">
            <a:noAutofit/>
          </a:bodyPr>
          <a:lstStyle/>
          <a:p>
            <a:r>
              <a:rPr lang="ro-RO" sz="3200" dirty="0"/>
              <a:t>Relații între cazurile de utilizare </a:t>
            </a:r>
            <a:endParaRPr sz="3200" dirty="0"/>
          </a:p>
        </p:txBody>
      </p:sp>
      <p:sp>
        <p:nvSpPr>
          <p:cNvPr id="4" name="Google Shape;3636;p60">
            <a:extLst>
              <a:ext uri="{FF2B5EF4-FFF2-40B4-BE49-F238E27FC236}">
                <a16:creationId xmlns:a16="http://schemas.microsoft.com/office/drawing/2014/main" id="{6914E581-8B4B-4070-80A1-5AB6CF5F9123}"/>
              </a:ext>
            </a:extLst>
          </p:cNvPr>
          <p:cNvSpPr/>
          <p:nvPr/>
        </p:nvSpPr>
        <p:spPr>
          <a:xfrm>
            <a:off x="4450839" y="2018673"/>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 name="Google Shape;3638;p60">
            <a:extLst>
              <a:ext uri="{FF2B5EF4-FFF2-40B4-BE49-F238E27FC236}">
                <a16:creationId xmlns:a16="http://schemas.microsoft.com/office/drawing/2014/main" id="{FC9697B8-25E2-4C5A-9A57-EB442DDA474F}"/>
              </a:ext>
            </a:extLst>
          </p:cNvPr>
          <p:cNvSpPr/>
          <p:nvPr/>
        </p:nvSpPr>
        <p:spPr>
          <a:xfrm>
            <a:off x="4449835" y="5118165"/>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 name="Google Shape;3640;p60">
            <a:extLst>
              <a:ext uri="{FF2B5EF4-FFF2-40B4-BE49-F238E27FC236}">
                <a16:creationId xmlns:a16="http://schemas.microsoft.com/office/drawing/2014/main" id="{0C7DD4CD-5B18-4C78-B7BB-A2A770D0A377}"/>
              </a:ext>
            </a:extLst>
          </p:cNvPr>
          <p:cNvSpPr txBox="1">
            <a:spLocks noGrp="1"/>
          </p:cNvSpPr>
          <p:nvPr>
            <p:ph type="subTitle" idx="1"/>
          </p:nvPr>
        </p:nvSpPr>
        <p:spPr>
          <a:xfrm>
            <a:off x="5419961" y="1911917"/>
            <a:ext cx="6116588" cy="973559"/>
          </a:xfrm>
          <a:prstGeom prst="rect">
            <a:avLst/>
          </a:prstGeom>
        </p:spPr>
        <p:txBody>
          <a:bodyPr spcFirstLastPara="1" wrap="square" lIns="121900" tIns="121900" rIns="121900" bIns="121900" anchor="t" anchorCtr="0">
            <a:noAutofit/>
          </a:bodyPr>
          <a:lstStyle/>
          <a:p>
            <a:pPr marL="0" marR="0" algn="just">
              <a:spcBef>
                <a:spcPts val="0"/>
              </a:spcBef>
              <a:spcAft>
                <a:spcPts val="965"/>
              </a:spcAft>
            </a:pPr>
            <a:r>
              <a:rPr lang="ro-RO" sz="2200" dirty="0">
                <a:solidFill>
                  <a:srgbClr val="000000"/>
                </a:solidFill>
                <a:latin typeface="Calibri" panose="020F0502020204030204" pitchFamily="34" charset="0"/>
                <a:ea typeface="Calibri" panose="020F0502020204030204" pitchFamily="34" charset="0"/>
              </a:rPr>
              <a:t>Între două cazuri de utilizare care se referă la </a:t>
            </a:r>
            <a:r>
              <a:rPr lang="ro-RO" sz="2200" dirty="0" err="1">
                <a:solidFill>
                  <a:srgbClr val="000000"/>
                </a:solidFill>
                <a:latin typeface="Calibri" panose="020F0502020204030204" pitchFamily="34" charset="0"/>
                <a:ea typeface="Calibri" panose="020F0502020204030204" pitchFamily="34" charset="0"/>
              </a:rPr>
              <a:t>acelaşi</a:t>
            </a:r>
            <a:r>
              <a:rPr lang="ro-RO" sz="2200" dirty="0">
                <a:solidFill>
                  <a:srgbClr val="000000"/>
                </a:solidFill>
                <a:latin typeface="Calibri" panose="020F0502020204030204" pitchFamily="34" charset="0"/>
                <a:ea typeface="Calibri" panose="020F0502020204030204" pitchFamily="34" charset="0"/>
              </a:rPr>
              <a:t> sistem </a:t>
            </a:r>
            <a:r>
              <a:rPr lang="ro-RO" sz="2200" b="1" dirty="0">
                <a:solidFill>
                  <a:srgbClr val="000000"/>
                </a:solidFill>
                <a:latin typeface="Calibri" panose="020F0502020204030204" pitchFamily="34" charset="0"/>
                <a:ea typeface="Calibri" panose="020F0502020204030204" pitchFamily="34" charset="0"/>
              </a:rPr>
              <a:t>nu pot exista </a:t>
            </a:r>
            <a:r>
              <a:rPr lang="ro-RO" sz="2200" b="1" dirty="0" err="1">
                <a:solidFill>
                  <a:srgbClr val="000000"/>
                </a:solidFill>
                <a:latin typeface="Calibri" panose="020F0502020204030204" pitchFamily="34" charset="0"/>
                <a:ea typeface="Calibri" panose="020F0502020204030204" pitchFamily="34" charset="0"/>
              </a:rPr>
              <a:t>relaţii</a:t>
            </a:r>
            <a:r>
              <a:rPr lang="ro-RO" sz="2200" b="1" dirty="0">
                <a:solidFill>
                  <a:srgbClr val="000000"/>
                </a:solidFill>
                <a:latin typeface="Calibri" panose="020F0502020204030204" pitchFamily="34" charset="0"/>
                <a:ea typeface="Calibri" panose="020F0502020204030204" pitchFamily="34" charset="0"/>
              </a:rPr>
              <a:t> simple</a:t>
            </a:r>
            <a:r>
              <a:rPr lang="ro-RO" sz="2200" dirty="0">
                <a:solidFill>
                  <a:srgbClr val="000000"/>
                </a:solidFill>
                <a:latin typeface="Calibri" panose="020F0502020204030204" pitchFamily="34" charset="0"/>
                <a:ea typeface="Calibri" panose="020F0502020204030204" pitchFamily="34" charset="0"/>
              </a:rPr>
              <a:t>.</a:t>
            </a:r>
            <a:endParaRPr lang="en-US" sz="2200" dirty="0">
              <a:solidFill>
                <a:srgbClr val="000000"/>
              </a:solidFill>
              <a:effectLst/>
              <a:latin typeface="Calibri" panose="020F0502020204030204" pitchFamily="34" charset="0"/>
              <a:ea typeface="Calibri" panose="020F0502020204030204" pitchFamily="34" charset="0"/>
            </a:endParaRPr>
          </a:p>
        </p:txBody>
      </p:sp>
      <p:sp>
        <p:nvSpPr>
          <p:cNvPr id="9" name="Google Shape;3641;p60">
            <a:extLst>
              <a:ext uri="{FF2B5EF4-FFF2-40B4-BE49-F238E27FC236}">
                <a16:creationId xmlns:a16="http://schemas.microsoft.com/office/drawing/2014/main" id="{E89A066B-5EF5-4351-ACC9-B2A1FCD48A36}"/>
              </a:ext>
            </a:extLst>
          </p:cNvPr>
          <p:cNvSpPr txBox="1">
            <a:spLocks noGrp="1"/>
          </p:cNvSpPr>
          <p:nvPr>
            <p:ph type="subTitle" idx="2"/>
          </p:nvPr>
        </p:nvSpPr>
        <p:spPr>
          <a:xfrm>
            <a:off x="5450400" y="3456967"/>
            <a:ext cx="6122612" cy="872787"/>
          </a:xfrm>
          <a:prstGeom prst="rect">
            <a:avLst/>
          </a:prstGeom>
        </p:spPr>
        <p:txBody>
          <a:bodyPr spcFirstLastPara="1" wrap="square" lIns="121900" tIns="121900" rIns="121900" bIns="121900" anchor="t" anchorCtr="0">
            <a:noAutofit/>
          </a:bodyPr>
          <a:lstStyle/>
          <a:p>
            <a:pPr marL="0" marR="0" algn="just">
              <a:lnSpc>
                <a:spcPct val="107000"/>
              </a:lnSpc>
              <a:spcBef>
                <a:spcPts val="0"/>
              </a:spcBef>
              <a:spcAft>
                <a:spcPts val="965"/>
              </a:spcAft>
            </a:pPr>
            <a:r>
              <a:rPr lang="ro-RO" sz="2200" dirty="0">
                <a:effectLst/>
                <a:latin typeface="Calibri" panose="020F0502020204030204" pitchFamily="34" charset="0"/>
                <a:ea typeface="Calibri" panose="020F0502020204030204" pitchFamily="34" charset="0"/>
                <a:cs typeface="Times New Roman" panose="02020603050405020304" pitchFamily="18" charset="0"/>
              </a:rPr>
              <a:t>Fiecare caz de utilizare descrie un </a:t>
            </a:r>
            <a:r>
              <a:rPr lang="ro-RO" sz="2200" b="1" dirty="0">
                <a:effectLst/>
                <a:latin typeface="Calibri" panose="020F0502020204030204" pitchFamily="34" charset="0"/>
                <a:ea typeface="Calibri" panose="020F0502020204030204" pitchFamily="34" charset="0"/>
                <a:cs typeface="Times New Roman" panose="02020603050405020304" pitchFamily="18" charset="0"/>
              </a:rPr>
              <a:t>mod de utilizare complet </a:t>
            </a:r>
            <a:r>
              <a:rPr lang="ro-RO" sz="2200" dirty="0">
                <a:effectLst/>
                <a:latin typeface="Calibri" panose="020F0502020204030204" pitchFamily="34" charset="0"/>
                <a:ea typeface="Calibri" panose="020F0502020204030204" pitchFamily="34" charset="0"/>
                <a:cs typeface="Times New Roman" panose="02020603050405020304" pitchFamily="18" charset="0"/>
              </a:rPr>
              <a:t>al sistemului.</a:t>
            </a:r>
            <a:endParaRPr lang="en-US" sz="2200" b="1" dirty="0">
              <a:latin typeface="Calibri" panose="020F0502020204030204" pitchFamily="34" charset="0"/>
              <a:cs typeface="Calibri" panose="020F0502020204030204" pitchFamily="34" charset="0"/>
            </a:endParaRPr>
          </a:p>
        </p:txBody>
      </p:sp>
      <p:sp>
        <p:nvSpPr>
          <p:cNvPr id="10" name="Google Shape;3642;p60">
            <a:extLst>
              <a:ext uri="{FF2B5EF4-FFF2-40B4-BE49-F238E27FC236}">
                <a16:creationId xmlns:a16="http://schemas.microsoft.com/office/drawing/2014/main" id="{A43A058B-ED65-4672-8D8D-C4EF5230D72C}"/>
              </a:ext>
            </a:extLst>
          </p:cNvPr>
          <p:cNvSpPr txBox="1">
            <a:spLocks noGrp="1"/>
          </p:cNvSpPr>
          <p:nvPr>
            <p:ph type="subTitle" idx="3"/>
          </p:nvPr>
        </p:nvSpPr>
        <p:spPr>
          <a:xfrm>
            <a:off x="5447388" y="4997070"/>
            <a:ext cx="6334706" cy="904399"/>
          </a:xfrm>
          <a:prstGeom prst="rect">
            <a:avLst/>
          </a:prstGeom>
        </p:spPr>
        <p:txBody>
          <a:bodyPr spcFirstLastPara="1" wrap="square" lIns="121900" tIns="121900" rIns="121900" bIns="121900" anchor="t" anchorCtr="0">
            <a:noAutofit/>
          </a:bodyPr>
          <a:lstStyle/>
          <a:p>
            <a:pPr marL="0" indent="0" algn="just"/>
            <a:r>
              <a:rPr lang="ro-RO" sz="2200" dirty="0">
                <a:latin typeface="Calibri" panose="020F0502020204030204" pitchFamily="34" charset="0"/>
                <a:ea typeface="Calibri" panose="020F0502020204030204" pitchFamily="34" charset="0"/>
                <a:cs typeface="Times New Roman" panose="02020603050405020304" pitchFamily="18" charset="0"/>
              </a:rPr>
              <a:t>Î</a:t>
            </a:r>
            <a:r>
              <a:rPr lang="ro-RO" sz="2200" dirty="0">
                <a:effectLst/>
                <a:latin typeface="Calibri" panose="020F0502020204030204" pitchFamily="34" charset="0"/>
                <a:ea typeface="Calibri" panose="020F0502020204030204" pitchFamily="34" charset="0"/>
                <a:cs typeface="Times New Roman" panose="02020603050405020304" pitchFamily="18" charset="0"/>
              </a:rPr>
              <a:t>ntre cazurile de utilizare pot exista trei tipuri de relații </a:t>
            </a:r>
            <a:r>
              <a:rPr lang="ro-RO" sz="2200" b="1" dirty="0">
                <a:effectLst/>
                <a:latin typeface="Calibri" panose="020F0502020204030204" pitchFamily="34" charset="0"/>
                <a:ea typeface="Calibri" panose="020F0502020204030204" pitchFamily="34" charset="0"/>
                <a:cs typeface="Times New Roman" panose="02020603050405020304" pitchFamily="18" charset="0"/>
              </a:rPr>
              <a:t>calificate</a:t>
            </a:r>
            <a:r>
              <a:rPr lang="ro-RO" sz="2200" dirty="0">
                <a:effectLst/>
                <a:latin typeface="Calibri" panose="020F0502020204030204" pitchFamily="34" charset="0"/>
                <a:ea typeface="Calibri" panose="020F0502020204030204" pitchFamily="34" charset="0"/>
                <a:cs typeface="Times New Roman" panose="02020603050405020304" pitchFamily="18" charset="0"/>
              </a:rPr>
              <a:t>: </a:t>
            </a:r>
            <a:r>
              <a:rPr lang="ro-RO" sz="2200" b="1" dirty="0">
                <a:effectLst/>
                <a:latin typeface="Calibri" panose="020F0502020204030204" pitchFamily="34" charset="0"/>
                <a:ea typeface="Calibri" panose="020F0502020204030204" pitchFamily="34" charset="0"/>
                <a:cs typeface="Times New Roman" panose="02020603050405020304" pitchFamily="18" charset="0"/>
              </a:rPr>
              <a:t>includere</a:t>
            </a:r>
            <a:r>
              <a:rPr lang="ro-RO" sz="2200" dirty="0">
                <a:effectLst/>
                <a:latin typeface="Calibri" panose="020F0502020204030204" pitchFamily="34" charset="0"/>
                <a:ea typeface="Calibri" panose="020F0502020204030204" pitchFamily="34" charset="0"/>
                <a:cs typeface="Times New Roman" panose="02020603050405020304" pitchFamily="18" charset="0"/>
              </a:rPr>
              <a:t>, </a:t>
            </a:r>
            <a:r>
              <a:rPr lang="ro-RO" sz="2200" b="1" dirty="0">
                <a:effectLst/>
                <a:latin typeface="Calibri" panose="020F0502020204030204" pitchFamily="34" charset="0"/>
                <a:ea typeface="Calibri" panose="020F0502020204030204" pitchFamily="34" charset="0"/>
                <a:cs typeface="Times New Roman" panose="02020603050405020304" pitchFamily="18" charset="0"/>
              </a:rPr>
              <a:t>extindere</a:t>
            </a:r>
            <a:r>
              <a:rPr lang="ro-RO" sz="2200" dirty="0">
                <a:effectLst/>
                <a:latin typeface="Calibri" panose="020F0502020204030204" pitchFamily="34" charset="0"/>
                <a:ea typeface="Calibri" panose="020F0502020204030204" pitchFamily="34" charset="0"/>
                <a:cs typeface="Times New Roman" panose="02020603050405020304" pitchFamily="18" charset="0"/>
              </a:rPr>
              <a:t> și </a:t>
            </a:r>
            <a:r>
              <a:rPr lang="ro-RO" sz="2200" b="1" dirty="0">
                <a:effectLst/>
                <a:latin typeface="Calibri" panose="020F0502020204030204" pitchFamily="34" charset="0"/>
                <a:ea typeface="Calibri" panose="020F0502020204030204" pitchFamily="34" charset="0"/>
                <a:cs typeface="Times New Roman" panose="02020603050405020304" pitchFamily="18" charset="0"/>
              </a:rPr>
              <a:t>generalizare</a:t>
            </a:r>
            <a:r>
              <a:rPr lang="ro-RO" sz="2200" dirty="0">
                <a:effectLst/>
                <a:latin typeface="Calibri" panose="020F0502020204030204" pitchFamily="34" charset="0"/>
                <a:ea typeface="Calibri" panose="020F0502020204030204" pitchFamily="34" charset="0"/>
                <a:cs typeface="Times New Roman" panose="02020603050405020304" pitchFamily="18" charset="0"/>
              </a:rPr>
              <a:t>. </a:t>
            </a:r>
            <a:endParaRPr lang="en-US" sz="2200" dirty="0">
              <a:latin typeface="Calibri" panose="020F0502020204030204" pitchFamily="34" charset="0"/>
              <a:cs typeface="Calibri" panose="020F0502020204030204" pitchFamily="34" charset="0"/>
            </a:endParaRPr>
          </a:p>
        </p:txBody>
      </p:sp>
      <p:cxnSp>
        <p:nvCxnSpPr>
          <p:cNvPr id="17" name="Google Shape;3648;p60">
            <a:extLst>
              <a:ext uri="{FF2B5EF4-FFF2-40B4-BE49-F238E27FC236}">
                <a16:creationId xmlns:a16="http://schemas.microsoft.com/office/drawing/2014/main" id="{EB9FE152-63C3-4CF9-B00A-E596C9C0DB68}"/>
              </a:ext>
            </a:extLst>
          </p:cNvPr>
          <p:cNvCxnSpPr>
            <a:cxnSpLocks/>
            <a:stCxn id="4" idx="4"/>
          </p:cNvCxnSpPr>
          <p:nvPr/>
        </p:nvCxnSpPr>
        <p:spPr>
          <a:xfrm flipH="1">
            <a:off x="4814635" y="2748673"/>
            <a:ext cx="1004" cy="872786"/>
          </a:xfrm>
          <a:prstGeom prst="straightConnector1">
            <a:avLst/>
          </a:prstGeom>
          <a:noFill/>
          <a:ln w="19050" cap="flat" cmpd="sng">
            <a:solidFill>
              <a:schemeClr val="accent2"/>
            </a:solidFill>
            <a:prstDash val="dot"/>
            <a:round/>
            <a:headEnd type="none" w="med" len="med"/>
            <a:tailEnd type="none" w="med" len="med"/>
          </a:ln>
        </p:spPr>
      </p:cxnSp>
      <p:cxnSp>
        <p:nvCxnSpPr>
          <p:cNvPr id="18" name="Google Shape;3649;p60">
            <a:extLst>
              <a:ext uri="{FF2B5EF4-FFF2-40B4-BE49-F238E27FC236}">
                <a16:creationId xmlns:a16="http://schemas.microsoft.com/office/drawing/2014/main" id="{E307DFB2-B0B5-4CDF-9EBD-4F8524A78E66}"/>
              </a:ext>
            </a:extLst>
          </p:cNvPr>
          <p:cNvCxnSpPr>
            <a:cxnSpLocks/>
            <a:endCxn id="6" idx="0"/>
          </p:cNvCxnSpPr>
          <p:nvPr/>
        </p:nvCxnSpPr>
        <p:spPr>
          <a:xfrm>
            <a:off x="4814635" y="4171980"/>
            <a:ext cx="0" cy="946185"/>
          </a:xfrm>
          <a:prstGeom prst="straightConnector1">
            <a:avLst/>
          </a:prstGeom>
          <a:noFill/>
          <a:ln w="19050" cap="flat" cmpd="sng">
            <a:solidFill>
              <a:schemeClr val="accent2"/>
            </a:solidFill>
            <a:prstDash val="dot"/>
            <a:round/>
            <a:headEnd type="none" w="med" len="med"/>
            <a:tailEnd type="none" w="med" len="med"/>
          </a:ln>
        </p:spPr>
      </p:cxnSp>
      <p:sp>
        <p:nvSpPr>
          <p:cNvPr id="21" name="Google Shape;3636;p60">
            <a:extLst>
              <a:ext uri="{FF2B5EF4-FFF2-40B4-BE49-F238E27FC236}">
                <a16:creationId xmlns:a16="http://schemas.microsoft.com/office/drawing/2014/main" id="{07B1A169-D0DD-4979-B22B-E240C96B7A7E}"/>
              </a:ext>
            </a:extLst>
          </p:cNvPr>
          <p:cNvSpPr/>
          <p:nvPr/>
        </p:nvSpPr>
        <p:spPr>
          <a:xfrm>
            <a:off x="4449835" y="3568419"/>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 name="Google Shape;12609;p85">
            <a:extLst>
              <a:ext uri="{FF2B5EF4-FFF2-40B4-BE49-F238E27FC236}">
                <a16:creationId xmlns:a16="http://schemas.microsoft.com/office/drawing/2014/main" id="{8DE6EFD5-62B9-41BD-A5CC-73D360BA54BB}"/>
              </a:ext>
            </a:extLst>
          </p:cNvPr>
          <p:cNvSpPr/>
          <p:nvPr/>
        </p:nvSpPr>
        <p:spPr>
          <a:xfrm>
            <a:off x="4622932" y="2226187"/>
            <a:ext cx="341506" cy="340204"/>
          </a:xfrm>
          <a:custGeom>
            <a:avLst/>
            <a:gdLst/>
            <a:ahLst/>
            <a:cxnLst/>
            <a:rect l="l" t="t" r="r" b="b"/>
            <a:pathLst>
              <a:path w="19401" h="19327" extrusionOk="0">
                <a:moveTo>
                  <a:pt x="14796" y="1700"/>
                </a:moveTo>
                <a:lnTo>
                  <a:pt x="17815" y="3965"/>
                </a:lnTo>
                <a:lnTo>
                  <a:pt x="14796" y="6229"/>
                </a:lnTo>
                <a:lnTo>
                  <a:pt x="14796" y="5097"/>
                </a:lnTo>
                <a:cubicBezTo>
                  <a:pt x="14796" y="4783"/>
                  <a:pt x="14542" y="4529"/>
                  <a:pt x="14231" y="4529"/>
                </a:cubicBezTo>
                <a:lnTo>
                  <a:pt x="10795" y="4529"/>
                </a:lnTo>
                <a:cubicBezTo>
                  <a:pt x="9807" y="4529"/>
                  <a:pt x="8893" y="5046"/>
                  <a:pt x="8379" y="5888"/>
                </a:cubicBezTo>
                <a:cubicBezTo>
                  <a:pt x="8177" y="5547"/>
                  <a:pt x="7932" y="5230"/>
                  <a:pt x="7658" y="4946"/>
                </a:cubicBezTo>
                <a:cubicBezTo>
                  <a:pt x="8409" y="3974"/>
                  <a:pt x="9566" y="3403"/>
                  <a:pt x="10795" y="3397"/>
                </a:cubicBezTo>
                <a:lnTo>
                  <a:pt x="14231" y="3397"/>
                </a:lnTo>
                <a:cubicBezTo>
                  <a:pt x="14542" y="3397"/>
                  <a:pt x="14796" y="3143"/>
                  <a:pt x="14796" y="2832"/>
                </a:cubicBezTo>
                <a:lnTo>
                  <a:pt x="14796" y="1700"/>
                </a:lnTo>
                <a:close/>
                <a:moveTo>
                  <a:pt x="5807" y="13011"/>
                </a:moveTo>
                <a:cubicBezTo>
                  <a:pt x="5888" y="13398"/>
                  <a:pt x="6015" y="13778"/>
                  <a:pt x="6184" y="14137"/>
                </a:cubicBezTo>
                <a:cubicBezTo>
                  <a:pt x="5538" y="14566"/>
                  <a:pt x="4777" y="14796"/>
                  <a:pt x="4001" y="14796"/>
                </a:cubicBezTo>
                <a:lnTo>
                  <a:pt x="1700" y="14796"/>
                </a:lnTo>
                <a:cubicBezTo>
                  <a:pt x="1386" y="14796"/>
                  <a:pt x="1133" y="14542"/>
                  <a:pt x="1133" y="14231"/>
                </a:cubicBezTo>
                <a:cubicBezTo>
                  <a:pt x="1133" y="13917"/>
                  <a:pt x="1386" y="13663"/>
                  <a:pt x="1700" y="13663"/>
                </a:cubicBezTo>
                <a:lnTo>
                  <a:pt x="4001" y="13663"/>
                </a:lnTo>
                <a:cubicBezTo>
                  <a:pt x="4662" y="13663"/>
                  <a:pt x="5299" y="13434"/>
                  <a:pt x="5807" y="13011"/>
                </a:cubicBezTo>
                <a:close/>
                <a:moveTo>
                  <a:pt x="4001" y="4529"/>
                </a:moveTo>
                <a:cubicBezTo>
                  <a:pt x="6190" y="4532"/>
                  <a:pt x="7963" y="6305"/>
                  <a:pt x="7966" y="8494"/>
                </a:cubicBezTo>
                <a:lnTo>
                  <a:pt x="7966" y="11966"/>
                </a:lnTo>
                <a:cubicBezTo>
                  <a:pt x="7966" y="13527"/>
                  <a:pt x="9231" y="14792"/>
                  <a:pt x="10795" y="14796"/>
                </a:cubicBezTo>
                <a:lnTo>
                  <a:pt x="14231" y="14796"/>
                </a:lnTo>
                <a:cubicBezTo>
                  <a:pt x="14542" y="14796"/>
                  <a:pt x="14796" y="14542"/>
                  <a:pt x="14796" y="14231"/>
                </a:cubicBezTo>
                <a:lnTo>
                  <a:pt x="14796" y="13099"/>
                </a:lnTo>
                <a:lnTo>
                  <a:pt x="17815" y="15363"/>
                </a:lnTo>
                <a:lnTo>
                  <a:pt x="14796" y="17628"/>
                </a:lnTo>
                <a:lnTo>
                  <a:pt x="14796" y="16495"/>
                </a:lnTo>
                <a:cubicBezTo>
                  <a:pt x="14796" y="16181"/>
                  <a:pt x="14542" y="15928"/>
                  <a:pt x="14231" y="15928"/>
                </a:cubicBezTo>
                <a:lnTo>
                  <a:pt x="10795" y="15928"/>
                </a:lnTo>
                <a:cubicBezTo>
                  <a:pt x="8606" y="15925"/>
                  <a:pt x="6833" y="14152"/>
                  <a:pt x="6833" y="11966"/>
                </a:cubicBezTo>
                <a:lnTo>
                  <a:pt x="6833" y="8494"/>
                </a:lnTo>
                <a:cubicBezTo>
                  <a:pt x="6830" y="6930"/>
                  <a:pt x="5565" y="5665"/>
                  <a:pt x="4001" y="5662"/>
                </a:cubicBezTo>
                <a:lnTo>
                  <a:pt x="1700" y="5662"/>
                </a:lnTo>
                <a:cubicBezTo>
                  <a:pt x="1386" y="5662"/>
                  <a:pt x="1133" y="5408"/>
                  <a:pt x="1133" y="5097"/>
                </a:cubicBezTo>
                <a:cubicBezTo>
                  <a:pt x="1133" y="4783"/>
                  <a:pt x="1386" y="4529"/>
                  <a:pt x="1700" y="4529"/>
                </a:cubicBezTo>
                <a:close/>
                <a:moveTo>
                  <a:pt x="14230" y="0"/>
                </a:moveTo>
                <a:cubicBezTo>
                  <a:pt x="13937" y="0"/>
                  <a:pt x="13663" y="232"/>
                  <a:pt x="13663" y="568"/>
                </a:cubicBezTo>
                <a:lnTo>
                  <a:pt x="13663" y="2265"/>
                </a:lnTo>
                <a:lnTo>
                  <a:pt x="10795" y="2265"/>
                </a:lnTo>
                <a:cubicBezTo>
                  <a:pt x="9228" y="2265"/>
                  <a:pt x="7745" y="2989"/>
                  <a:pt x="6782" y="4224"/>
                </a:cubicBezTo>
                <a:cubicBezTo>
                  <a:pt x="5955" y="3684"/>
                  <a:pt x="4988" y="3397"/>
                  <a:pt x="4001" y="3397"/>
                </a:cubicBezTo>
                <a:lnTo>
                  <a:pt x="1700" y="3397"/>
                </a:lnTo>
                <a:cubicBezTo>
                  <a:pt x="761" y="3397"/>
                  <a:pt x="0" y="4158"/>
                  <a:pt x="0" y="5097"/>
                </a:cubicBezTo>
                <a:cubicBezTo>
                  <a:pt x="0" y="6033"/>
                  <a:pt x="761" y="6794"/>
                  <a:pt x="1700" y="6794"/>
                </a:cubicBezTo>
                <a:lnTo>
                  <a:pt x="4001" y="6794"/>
                </a:lnTo>
                <a:cubicBezTo>
                  <a:pt x="4940" y="6794"/>
                  <a:pt x="5698" y="7555"/>
                  <a:pt x="5701" y="8494"/>
                </a:cubicBezTo>
                <a:lnTo>
                  <a:pt x="5701" y="10834"/>
                </a:lnTo>
                <a:cubicBezTo>
                  <a:pt x="5698" y="11770"/>
                  <a:pt x="4940" y="12531"/>
                  <a:pt x="4001" y="12531"/>
                </a:cubicBezTo>
                <a:lnTo>
                  <a:pt x="1700" y="12531"/>
                </a:lnTo>
                <a:cubicBezTo>
                  <a:pt x="761" y="12531"/>
                  <a:pt x="0" y="13292"/>
                  <a:pt x="0" y="14231"/>
                </a:cubicBezTo>
                <a:cubicBezTo>
                  <a:pt x="0" y="15167"/>
                  <a:pt x="761" y="15928"/>
                  <a:pt x="1700" y="15928"/>
                </a:cubicBezTo>
                <a:lnTo>
                  <a:pt x="4001" y="15928"/>
                </a:lnTo>
                <a:cubicBezTo>
                  <a:pt x="4988" y="15928"/>
                  <a:pt x="5955" y="15641"/>
                  <a:pt x="6782" y="15100"/>
                </a:cubicBezTo>
                <a:cubicBezTo>
                  <a:pt x="7745" y="16338"/>
                  <a:pt x="9228" y="17060"/>
                  <a:pt x="10795" y="17060"/>
                </a:cubicBezTo>
                <a:lnTo>
                  <a:pt x="13663" y="17060"/>
                </a:lnTo>
                <a:lnTo>
                  <a:pt x="13663" y="18760"/>
                </a:lnTo>
                <a:cubicBezTo>
                  <a:pt x="13663" y="19095"/>
                  <a:pt x="13938" y="19326"/>
                  <a:pt x="14232" y="19326"/>
                </a:cubicBezTo>
                <a:cubicBezTo>
                  <a:pt x="14347" y="19326"/>
                  <a:pt x="14464" y="19291"/>
                  <a:pt x="14569" y="19213"/>
                </a:cubicBezTo>
                <a:lnTo>
                  <a:pt x="19098" y="15816"/>
                </a:lnTo>
                <a:cubicBezTo>
                  <a:pt x="19400" y="15590"/>
                  <a:pt x="19400" y="15134"/>
                  <a:pt x="19098" y="14910"/>
                </a:cubicBezTo>
                <a:lnTo>
                  <a:pt x="14569" y="11513"/>
                </a:lnTo>
                <a:cubicBezTo>
                  <a:pt x="14464" y="11434"/>
                  <a:pt x="14345" y="11398"/>
                  <a:pt x="14230" y="11398"/>
                </a:cubicBezTo>
                <a:cubicBezTo>
                  <a:pt x="13937" y="11398"/>
                  <a:pt x="13663" y="11630"/>
                  <a:pt x="13663" y="11966"/>
                </a:cubicBezTo>
                <a:lnTo>
                  <a:pt x="13663" y="13663"/>
                </a:lnTo>
                <a:lnTo>
                  <a:pt x="10795" y="13663"/>
                </a:lnTo>
                <a:cubicBezTo>
                  <a:pt x="9856" y="13663"/>
                  <a:pt x="9098" y="12902"/>
                  <a:pt x="9098" y="11966"/>
                </a:cubicBezTo>
                <a:lnTo>
                  <a:pt x="9098" y="7362"/>
                </a:lnTo>
                <a:cubicBezTo>
                  <a:pt x="9098" y="6423"/>
                  <a:pt x="9856" y="5662"/>
                  <a:pt x="10795" y="5662"/>
                </a:cubicBezTo>
                <a:lnTo>
                  <a:pt x="13663" y="5662"/>
                </a:lnTo>
                <a:lnTo>
                  <a:pt x="13663" y="7362"/>
                </a:lnTo>
                <a:cubicBezTo>
                  <a:pt x="13663" y="7576"/>
                  <a:pt x="13784" y="7769"/>
                  <a:pt x="13977" y="7866"/>
                </a:cubicBezTo>
                <a:cubicBezTo>
                  <a:pt x="14057" y="7906"/>
                  <a:pt x="14144" y="7926"/>
                  <a:pt x="14230" y="7926"/>
                </a:cubicBezTo>
                <a:cubicBezTo>
                  <a:pt x="14350" y="7926"/>
                  <a:pt x="14469" y="7888"/>
                  <a:pt x="14569" y="7815"/>
                </a:cubicBezTo>
                <a:lnTo>
                  <a:pt x="19098" y="4418"/>
                </a:lnTo>
                <a:cubicBezTo>
                  <a:pt x="19400" y="4191"/>
                  <a:pt x="19400" y="3735"/>
                  <a:pt x="19098" y="3512"/>
                </a:cubicBezTo>
                <a:lnTo>
                  <a:pt x="14569" y="115"/>
                </a:lnTo>
                <a:cubicBezTo>
                  <a:pt x="14464" y="36"/>
                  <a:pt x="14345" y="0"/>
                  <a:pt x="142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25" name="Google Shape;13389;p87">
            <a:extLst>
              <a:ext uri="{FF2B5EF4-FFF2-40B4-BE49-F238E27FC236}">
                <a16:creationId xmlns:a16="http://schemas.microsoft.com/office/drawing/2014/main" id="{03F1D87D-4327-4B20-8411-D681FA5DAA37}"/>
              </a:ext>
            </a:extLst>
          </p:cNvPr>
          <p:cNvGrpSpPr/>
          <p:nvPr/>
        </p:nvGrpSpPr>
        <p:grpSpPr>
          <a:xfrm>
            <a:off x="4632756" y="3758690"/>
            <a:ext cx="351315" cy="349457"/>
            <a:chOff x="1412450" y="1954475"/>
            <a:chExt cx="297750" cy="296175"/>
          </a:xfrm>
          <a:solidFill>
            <a:schemeClr val="accent2"/>
          </a:solidFill>
        </p:grpSpPr>
        <p:sp>
          <p:nvSpPr>
            <p:cNvPr id="26" name="Google Shape;13390;p87">
              <a:extLst>
                <a:ext uri="{FF2B5EF4-FFF2-40B4-BE49-F238E27FC236}">
                  <a16:creationId xmlns:a16="http://schemas.microsoft.com/office/drawing/2014/main" id="{2F0982E1-A9DF-490D-AAC3-24CE0E61A073}"/>
                </a:ext>
              </a:extLst>
            </p:cNvPr>
            <p:cNvSpPr/>
            <p:nvPr/>
          </p:nvSpPr>
          <p:spPr>
            <a:xfrm>
              <a:off x="1483350" y="2023800"/>
              <a:ext cx="155975" cy="155975"/>
            </a:xfrm>
            <a:custGeom>
              <a:avLst/>
              <a:gdLst/>
              <a:ahLst/>
              <a:cxnLst/>
              <a:rect l="l" t="t" r="r" b="b"/>
              <a:pathLst>
                <a:path w="6239" h="6239" extrusionOk="0">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391;p87">
              <a:extLst>
                <a:ext uri="{FF2B5EF4-FFF2-40B4-BE49-F238E27FC236}">
                  <a16:creationId xmlns:a16="http://schemas.microsoft.com/office/drawing/2014/main" id="{C7867516-D186-4C95-9C24-2D8DD22C0410}"/>
                </a:ext>
              </a:extLst>
            </p:cNvPr>
            <p:cNvSpPr/>
            <p:nvPr/>
          </p:nvSpPr>
          <p:spPr>
            <a:xfrm>
              <a:off x="1412450" y="1954475"/>
              <a:ext cx="297750" cy="296175"/>
            </a:xfrm>
            <a:custGeom>
              <a:avLst/>
              <a:gdLst/>
              <a:ahLst/>
              <a:cxnLst/>
              <a:rect l="l" t="t" r="r" b="b"/>
              <a:pathLst>
                <a:path w="11910" h="11847" extrusionOk="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3409;p87">
            <a:extLst>
              <a:ext uri="{FF2B5EF4-FFF2-40B4-BE49-F238E27FC236}">
                <a16:creationId xmlns:a16="http://schemas.microsoft.com/office/drawing/2014/main" id="{514AA381-590A-4BE4-8CFF-B09C112F09A5}"/>
              </a:ext>
            </a:extLst>
          </p:cNvPr>
          <p:cNvGrpSpPr/>
          <p:nvPr/>
        </p:nvGrpSpPr>
        <p:grpSpPr>
          <a:xfrm>
            <a:off x="4642841" y="5275012"/>
            <a:ext cx="351315" cy="348513"/>
            <a:chOff x="6167350" y="2672800"/>
            <a:chExt cx="297750" cy="295375"/>
          </a:xfrm>
          <a:solidFill>
            <a:schemeClr val="accent2"/>
          </a:solidFill>
        </p:grpSpPr>
        <p:sp>
          <p:nvSpPr>
            <p:cNvPr id="29" name="Google Shape;13410;p87">
              <a:extLst>
                <a:ext uri="{FF2B5EF4-FFF2-40B4-BE49-F238E27FC236}">
                  <a16:creationId xmlns:a16="http://schemas.microsoft.com/office/drawing/2014/main" id="{9EE2A1A2-E058-4CFA-8F85-12FBD57F6DC0}"/>
                </a:ext>
              </a:extLst>
            </p:cNvPr>
            <p:cNvSpPr/>
            <p:nvPr/>
          </p:nvSpPr>
          <p:spPr>
            <a:xfrm>
              <a:off x="6167350" y="2672800"/>
              <a:ext cx="226850" cy="295375"/>
            </a:xfrm>
            <a:custGeom>
              <a:avLst/>
              <a:gdLst/>
              <a:ahLst/>
              <a:cxnLst/>
              <a:rect l="l" t="t" r="r" b="b"/>
              <a:pathLst>
                <a:path w="9074" h="11815" extrusionOk="0">
                  <a:moveTo>
                    <a:pt x="4537" y="725"/>
                  </a:moveTo>
                  <a:cubicBezTo>
                    <a:pt x="4758" y="725"/>
                    <a:pt x="4915" y="882"/>
                    <a:pt x="4915" y="1071"/>
                  </a:cubicBezTo>
                  <a:cubicBezTo>
                    <a:pt x="4915" y="1260"/>
                    <a:pt x="5073" y="1418"/>
                    <a:pt x="5262" y="1418"/>
                  </a:cubicBezTo>
                  <a:lnTo>
                    <a:pt x="5955" y="1418"/>
                  </a:lnTo>
                  <a:cubicBezTo>
                    <a:pt x="6175" y="1418"/>
                    <a:pt x="6333" y="1575"/>
                    <a:pt x="6333" y="1796"/>
                  </a:cubicBezTo>
                  <a:cubicBezTo>
                    <a:pt x="6333" y="1985"/>
                    <a:pt x="6175" y="2142"/>
                    <a:pt x="5955" y="2142"/>
                  </a:cubicBezTo>
                  <a:lnTo>
                    <a:pt x="3119" y="2142"/>
                  </a:lnTo>
                  <a:cubicBezTo>
                    <a:pt x="2930" y="2142"/>
                    <a:pt x="2773" y="1985"/>
                    <a:pt x="2773" y="1796"/>
                  </a:cubicBezTo>
                  <a:cubicBezTo>
                    <a:pt x="2773" y="1575"/>
                    <a:pt x="2930" y="1418"/>
                    <a:pt x="3151" y="1418"/>
                  </a:cubicBezTo>
                  <a:lnTo>
                    <a:pt x="3844" y="1418"/>
                  </a:lnTo>
                  <a:cubicBezTo>
                    <a:pt x="4033" y="1418"/>
                    <a:pt x="4191" y="1260"/>
                    <a:pt x="4191" y="1071"/>
                  </a:cubicBezTo>
                  <a:cubicBezTo>
                    <a:pt x="4191" y="882"/>
                    <a:pt x="4348" y="725"/>
                    <a:pt x="4537" y="725"/>
                  </a:cubicBezTo>
                  <a:close/>
                  <a:moveTo>
                    <a:pt x="8066" y="2111"/>
                  </a:moveTo>
                  <a:cubicBezTo>
                    <a:pt x="8255" y="2111"/>
                    <a:pt x="8412" y="2268"/>
                    <a:pt x="8412" y="2458"/>
                  </a:cubicBezTo>
                  <a:lnTo>
                    <a:pt x="8412" y="10806"/>
                  </a:lnTo>
                  <a:lnTo>
                    <a:pt x="8381" y="10806"/>
                  </a:lnTo>
                  <a:cubicBezTo>
                    <a:pt x="8381" y="10995"/>
                    <a:pt x="8223" y="11153"/>
                    <a:pt x="8034" y="11153"/>
                  </a:cubicBezTo>
                  <a:lnTo>
                    <a:pt x="1040" y="11153"/>
                  </a:lnTo>
                  <a:cubicBezTo>
                    <a:pt x="851" y="11153"/>
                    <a:pt x="693" y="10995"/>
                    <a:pt x="693" y="10806"/>
                  </a:cubicBezTo>
                  <a:lnTo>
                    <a:pt x="693" y="2458"/>
                  </a:lnTo>
                  <a:cubicBezTo>
                    <a:pt x="693" y="2268"/>
                    <a:pt x="851" y="2111"/>
                    <a:pt x="1040" y="2111"/>
                  </a:cubicBezTo>
                  <a:lnTo>
                    <a:pt x="2143" y="2111"/>
                  </a:lnTo>
                  <a:cubicBezTo>
                    <a:pt x="2300" y="2489"/>
                    <a:pt x="2647" y="2804"/>
                    <a:pt x="3119" y="2804"/>
                  </a:cubicBezTo>
                  <a:lnTo>
                    <a:pt x="5986" y="2804"/>
                  </a:lnTo>
                  <a:cubicBezTo>
                    <a:pt x="6396" y="2804"/>
                    <a:pt x="6805" y="2521"/>
                    <a:pt x="6963" y="2111"/>
                  </a:cubicBezTo>
                  <a:close/>
                  <a:moveTo>
                    <a:pt x="4506" y="0"/>
                  </a:moveTo>
                  <a:cubicBezTo>
                    <a:pt x="4096" y="0"/>
                    <a:pt x="3686" y="284"/>
                    <a:pt x="3529" y="725"/>
                  </a:cubicBezTo>
                  <a:lnTo>
                    <a:pt x="3088" y="725"/>
                  </a:lnTo>
                  <a:cubicBezTo>
                    <a:pt x="2678" y="725"/>
                    <a:pt x="2269" y="1008"/>
                    <a:pt x="2111" y="1418"/>
                  </a:cubicBezTo>
                  <a:lnTo>
                    <a:pt x="1009" y="1418"/>
                  </a:lnTo>
                  <a:cubicBezTo>
                    <a:pt x="410" y="1418"/>
                    <a:pt x="0" y="1890"/>
                    <a:pt x="0" y="2458"/>
                  </a:cubicBezTo>
                  <a:lnTo>
                    <a:pt x="0" y="10806"/>
                  </a:lnTo>
                  <a:cubicBezTo>
                    <a:pt x="0" y="11405"/>
                    <a:pt x="473" y="11814"/>
                    <a:pt x="1009" y="11814"/>
                  </a:cubicBezTo>
                  <a:lnTo>
                    <a:pt x="7971" y="11814"/>
                  </a:lnTo>
                  <a:cubicBezTo>
                    <a:pt x="8570" y="11814"/>
                    <a:pt x="9011" y="11342"/>
                    <a:pt x="9011" y="10806"/>
                  </a:cubicBezTo>
                  <a:lnTo>
                    <a:pt x="9011" y="2458"/>
                  </a:lnTo>
                  <a:cubicBezTo>
                    <a:pt x="9074" y="1859"/>
                    <a:pt x="8601" y="1418"/>
                    <a:pt x="8034" y="1418"/>
                  </a:cubicBezTo>
                  <a:lnTo>
                    <a:pt x="6931" y="1418"/>
                  </a:lnTo>
                  <a:cubicBezTo>
                    <a:pt x="6774" y="1040"/>
                    <a:pt x="6396" y="725"/>
                    <a:pt x="5923" y="725"/>
                  </a:cubicBezTo>
                  <a:lnTo>
                    <a:pt x="5545" y="725"/>
                  </a:lnTo>
                  <a:cubicBezTo>
                    <a:pt x="5514" y="567"/>
                    <a:pt x="5388" y="441"/>
                    <a:pt x="5262" y="315"/>
                  </a:cubicBezTo>
                  <a:cubicBezTo>
                    <a:pt x="5073" y="126"/>
                    <a:pt x="4789" y="0"/>
                    <a:pt x="45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411;p87">
              <a:extLst>
                <a:ext uri="{FF2B5EF4-FFF2-40B4-BE49-F238E27FC236}">
                  <a16:creationId xmlns:a16="http://schemas.microsoft.com/office/drawing/2014/main" id="{E7D80A89-5F98-47D6-8255-D0522C388F1C}"/>
                </a:ext>
              </a:extLst>
            </p:cNvPr>
            <p:cNvSpPr/>
            <p:nvPr/>
          </p:nvSpPr>
          <p:spPr>
            <a:xfrm>
              <a:off x="6201225" y="2762575"/>
              <a:ext cx="52775" cy="49650"/>
            </a:xfrm>
            <a:custGeom>
              <a:avLst/>
              <a:gdLst/>
              <a:ahLst/>
              <a:cxnLst/>
              <a:rect l="l" t="t" r="r" b="b"/>
              <a:pathLst>
                <a:path w="2111" h="1986" extrusionOk="0">
                  <a:moveTo>
                    <a:pt x="406" y="1"/>
                  </a:moveTo>
                  <a:cubicBezTo>
                    <a:pt x="315" y="1"/>
                    <a:pt x="221" y="32"/>
                    <a:pt x="158" y="95"/>
                  </a:cubicBezTo>
                  <a:cubicBezTo>
                    <a:pt x="63" y="190"/>
                    <a:pt x="63" y="442"/>
                    <a:pt x="158" y="568"/>
                  </a:cubicBezTo>
                  <a:lnTo>
                    <a:pt x="599" y="977"/>
                  </a:lnTo>
                  <a:lnTo>
                    <a:pt x="158" y="1418"/>
                  </a:lnTo>
                  <a:cubicBezTo>
                    <a:pt x="0" y="1544"/>
                    <a:pt x="0" y="1733"/>
                    <a:pt x="158" y="1891"/>
                  </a:cubicBezTo>
                  <a:cubicBezTo>
                    <a:pt x="221" y="1954"/>
                    <a:pt x="315" y="1985"/>
                    <a:pt x="406" y="1985"/>
                  </a:cubicBezTo>
                  <a:cubicBezTo>
                    <a:pt x="496" y="1985"/>
                    <a:pt x="583" y="1954"/>
                    <a:pt x="630" y="1891"/>
                  </a:cubicBezTo>
                  <a:lnTo>
                    <a:pt x="1071" y="1450"/>
                  </a:lnTo>
                  <a:lnTo>
                    <a:pt x="1512" y="1891"/>
                  </a:lnTo>
                  <a:cubicBezTo>
                    <a:pt x="1575" y="1954"/>
                    <a:pt x="1662" y="1985"/>
                    <a:pt x="1749" y="1985"/>
                  </a:cubicBezTo>
                  <a:cubicBezTo>
                    <a:pt x="1835" y="1985"/>
                    <a:pt x="1922" y="1954"/>
                    <a:pt x="1985" y="1891"/>
                  </a:cubicBezTo>
                  <a:cubicBezTo>
                    <a:pt x="2111" y="1765"/>
                    <a:pt x="2111" y="1544"/>
                    <a:pt x="1985" y="1418"/>
                  </a:cubicBezTo>
                  <a:lnTo>
                    <a:pt x="1544" y="977"/>
                  </a:lnTo>
                  <a:lnTo>
                    <a:pt x="1985" y="568"/>
                  </a:lnTo>
                  <a:cubicBezTo>
                    <a:pt x="2111" y="442"/>
                    <a:pt x="2111" y="190"/>
                    <a:pt x="1985" y="95"/>
                  </a:cubicBezTo>
                  <a:cubicBezTo>
                    <a:pt x="1922" y="32"/>
                    <a:pt x="1835" y="1"/>
                    <a:pt x="1749" y="1"/>
                  </a:cubicBezTo>
                  <a:cubicBezTo>
                    <a:pt x="1662" y="1"/>
                    <a:pt x="1575" y="32"/>
                    <a:pt x="1512" y="95"/>
                  </a:cubicBezTo>
                  <a:lnTo>
                    <a:pt x="1071" y="505"/>
                  </a:lnTo>
                  <a:lnTo>
                    <a:pt x="630" y="95"/>
                  </a:lnTo>
                  <a:cubicBezTo>
                    <a:pt x="583" y="32"/>
                    <a:pt x="496" y="1"/>
                    <a:pt x="40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412;p87">
              <a:extLst>
                <a:ext uri="{FF2B5EF4-FFF2-40B4-BE49-F238E27FC236}">
                  <a16:creationId xmlns:a16="http://schemas.microsoft.com/office/drawing/2014/main" id="{990B98D6-A3E0-4104-9B95-C7778FACAD1A}"/>
                </a:ext>
              </a:extLst>
            </p:cNvPr>
            <p:cNvSpPr/>
            <p:nvPr/>
          </p:nvSpPr>
          <p:spPr>
            <a:xfrm>
              <a:off x="6308325" y="2882300"/>
              <a:ext cx="51225" cy="49650"/>
            </a:xfrm>
            <a:custGeom>
              <a:avLst/>
              <a:gdLst/>
              <a:ahLst/>
              <a:cxnLst/>
              <a:rect l="l" t="t" r="r" b="b"/>
              <a:pathLst>
                <a:path w="2049" h="1986" extrusionOk="0">
                  <a:moveTo>
                    <a:pt x="363" y="0"/>
                  </a:moveTo>
                  <a:cubicBezTo>
                    <a:pt x="276" y="0"/>
                    <a:pt x="190" y="32"/>
                    <a:pt x="127" y="95"/>
                  </a:cubicBezTo>
                  <a:cubicBezTo>
                    <a:pt x="1" y="221"/>
                    <a:pt x="1" y="441"/>
                    <a:pt x="127" y="567"/>
                  </a:cubicBezTo>
                  <a:lnTo>
                    <a:pt x="568" y="1009"/>
                  </a:lnTo>
                  <a:lnTo>
                    <a:pt x="127" y="1450"/>
                  </a:lnTo>
                  <a:cubicBezTo>
                    <a:pt x="1" y="1544"/>
                    <a:pt x="1" y="1796"/>
                    <a:pt x="127" y="1891"/>
                  </a:cubicBezTo>
                  <a:cubicBezTo>
                    <a:pt x="190" y="1954"/>
                    <a:pt x="276" y="1985"/>
                    <a:pt x="363" y="1985"/>
                  </a:cubicBezTo>
                  <a:cubicBezTo>
                    <a:pt x="450" y="1985"/>
                    <a:pt x="536" y="1954"/>
                    <a:pt x="599" y="1891"/>
                  </a:cubicBezTo>
                  <a:lnTo>
                    <a:pt x="1040" y="1481"/>
                  </a:lnTo>
                  <a:lnTo>
                    <a:pt x="1481" y="1891"/>
                  </a:lnTo>
                  <a:cubicBezTo>
                    <a:pt x="1529" y="1954"/>
                    <a:pt x="1615" y="1985"/>
                    <a:pt x="1706" y="1985"/>
                  </a:cubicBezTo>
                  <a:cubicBezTo>
                    <a:pt x="1797" y="1985"/>
                    <a:pt x="1891" y="1954"/>
                    <a:pt x="1954" y="1891"/>
                  </a:cubicBezTo>
                  <a:cubicBezTo>
                    <a:pt x="2049" y="1796"/>
                    <a:pt x="2049" y="1544"/>
                    <a:pt x="1954" y="1450"/>
                  </a:cubicBezTo>
                  <a:lnTo>
                    <a:pt x="1513" y="1009"/>
                  </a:lnTo>
                  <a:lnTo>
                    <a:pt x="1954" y="567"/>
                  </a:lnTo>
                  <a:cubicBezTo>
                    <a:pt x="2049" y="441"/>
                    <a:pt x="2049" y="252"/>
                    <a:pt x="1954" y="95"/>
                  </a:cubicBezTo>
                  <a:cubicBezTo>
                    <a:pt x="1891" y="32"/>
                    <a:pt x="1804" y="0"/>
                    <a:pt x="1718" y="0"/>
                  </a:cubicBezTo>
                  <a:cubicBezTo>
                    <a:pt x="1631" y="0"/>
                    <a:pt x="1544" y="32"/>
                    <a:pt x="1481" y="95"/>
                  </a:cubicBezTo>
                  <a:lnTo>
                    <a:pt x="1040" y="536"/>
                  </a:lnTo>
                  <a:lnTo>
                    <a:pt x="599" y="95"/>
                  </a:lnTo>
                  <a:cubicBezTo>
                    <a:pt x="536" y="32"/>
                    <a:pt x="450" y="0"/>
                    <a:pt x="3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413;p87">
              <a:extLst>
                <a:ext uri="{FF2B5EF4-FFF2-40B4-BE49-F238E27FC236}">
                  <a16:creationId xmlns:a16="http://schemas.microsoft.com/office/drawing/2014/main" id="{1B383326-FE48-4F5D-AAAC-F009B18199AB}"/>
                </a:ext>
              </a:extLst>
            </p:cNvPr>
            <p:cNvSpPr/>
            <p:nvPr/>
          </p:nvSpPr>
          <p:spPr>
            <a:xfrm>
              <a:off x="6200425" y="2759425"/>
              <a:ext cx="156775" cy="174875"/>
            </a:xfrm>
            <a:custGeom>
              <a:avLst/>
              <a:gdLst/>
              <a:ahLst/>
              <a:cxnLst/>
              <a:rect l="l" t="t" r="r" b="b"/>
              <a:pathLst>
                <a:path w="6271" h="6995" extrusionOk="0">
                  <a:moveTo>
                    <a:pt x="1103" y="5609"/>
                  </a:moveTo>
                  <a:cubicBezTo>
                    <a:pt x="1292" y="5609"/>
                    <a:pt x="1450" y="5766"/>
                    <a:pt x="1450" y="5955"/>
                  </a:cubicBezTo>
                  <a:cubicBezTo>
                    <a:pt x="1450" y="6144"/>
                    <a:pt x="1292" y="6302"/>
                    <a:pt x="1103" y="6302"/>
                  </a:cubicBezTo>
                  <a:cubicBezTo>
                    <a:pt x="914" y="6302"/>
                    <a:pt x="757" y="6144"/>
                    <a:pt x="757" y="5955"/>
                  </a:cubicBezTo>
                  <a:cubicBezTo>
                    <a:pt x="757" y="5766"/>
                    <a:pt x="914" y="5609"/>
                    <a:pt x="1103" y="5609"/>
                  </a:cubicBezTo>
                  <a:close/>
                  <a:moveTo>
                    <a:pt x="5325" y="1"/>
                  </a:moveTo>
                  <a:cubicBezTo>
                    <a:pt x="5230" y="1"/>
                    <a:pt x="5136" y="64"/>
                    <a:pt x="5073" y="127"/>
                  </a:cubicBezTo>
                  <a:lnTo>
                    <a:pt x="4380" y="851"/>
                  </a:lnTo>
                  <a:cubicBezTo>
                    <a:pt x="4254" y="946"/>
                    <a:pt x="4254" y="1198"/>
                    <a:pt x="4380" y="1324"/>
                  </a:cubicBezTo>
                  <a:cubicBezTo>
                    <a:pt x="4443" y="1371"/>
                    <a:pt x="4529" y="1395"/>
                    <a:pt x="4616" y="1395"/>
                  </a:cubicBezTo>
                  <a:cubicBezTo>
                    <a:pt x="4703" y="1395"/>
                    <a:pt x="4789" y="1371"/>
                    <a:pt x="4852" y="1324"/>
                  </a:cubicBezTo>
                  <a:lnTo>
                    <a:pt x="4978" y="1198"/>
                  </a:lnTo>
                  <a:lnTo>
                    <a:pt x="4978" y="2458"/>
                  </a:lnTo>
                  <a:cubicBezTo>
                    <a:pt x="4978" y="2647"/>
                    <a:pt x="4821" y="2805"/>
                    <a:pt x="4600" y="2805"/>
                  </a:cubicBezTo>
                  <a:lnTo>
                    <a:pt x="1765" y="2805"/>
                  </a:lnTo>
                  <a:cubicBezTo>
                    <a:pt x="1513" y="2805"/>
                    <a:pt x="1229" y="2931"/>
                    <a:pt x="1040" y="3120"/>
                  </a:cubicBezTo>
                  <a:cubicBezTo>
                    <a:pt x="820" y="3309"/>
                    <a:pt x="725" y="3592"/>
                    <a:pt x="725" y="3876"/>
                  </a:cubicBezTo>
                  <a:lnTo>
                    <a:pt x="725" y="4978"/>
                  </a:lnTo>
                  <a:cubicBezTo>
                    <a:pt x="316" y="5136"/>
                    <a:pt x="1" y="5482"/>
                    <a:pt x="1" y="5955"/>
                  </a:cubicBezTo>
                  <a:cubicBezTo>
                    <a:pt x="1" y="6554"/>
                    <a:pt x="473" y="6995"/>
                    <a:pt x="1040" y="6995"/>
                  </a:cubicBezTo>
                  <a:cubicBezTo>
                    <a:pt x="1607" y="6995"/>
                    <a:pt x="2048" y="6522"/>
                    <a:pt x="2048" y="5955"/>
                  </a:cubicBezTo>
                  <a:cubicBezTo>
                    <a:pt x="2048" y="5514"/>
                    <a:pt x="1765" y="5136"/>
                    <a:pt x="1355" y="4978"/>
                  </a:cubicBezTo>
                  <a:lnTo>
                    <a:pt x="1355" y="3876"/>
                  </a:lnTo>
                  <a:cubicBezTo>
                    <a:pt x="1355" y="3687"/>
                    <a:pt x="1513" y="3529"/>
                    <a:pt x="1702" y="3529"/>
                  </a:cubicBezTo>
                  <a:lnTo>
                    <a:pt x="4537" y="3529"/>
                  </a:lnTo>
                  <a:cubicBezTo>
                    <a:pt x="5136" y="3529"/>
                    <a:pt x="5545" y="3057"/>
                    <a:pt x="5545" y="2490"/>
                  </a:cubicBezTo>
                  <a:lnTo>
                    <a:pt x="5545" y="1229"/>
                  </a:lnTo>
                  <a:lnTo>
                    <a:pt x="5671" y="1355"/>
                  </a:lnTo>
                  <a:cubicBezTo>
                    <a:pt x="5734" y="1418"/>
                    <a:pt x="5821" y="1450"/>
                    <a:pt x="5908" y="1450"/>
                  </a:cubicBezTo>
                  <a:cubicBezTo>
                    <a:pt x="5994" y="1450"/>
                    <a:pt x="6081" y="1418"/>
                    <a:pt x="6144" y="1355"/>
                  </a:cubicBezTo>
                  <a:cubicBezTo>
                    <a:pt x="6270" y="1229"/>
                    <a:pt x="6270" y="1009"/>
                    <a:pt x="6144" y="883"/>
                  </a:cubicBezTo>
                  <a:lnTo>
                    <a:pt x="5545" y="127"/>
                  </a:lnTo>
                  <a:cubicBezTo>
                    <a:pt x="5482" y="64"/>
                    <a:pt x="5388" y="1"/>
                    <a:pt x="53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414;p87">
              <a:extLst>
                <a:ext uri="{FF2B5EF4-FFF2-40B4-BE49-F238E27FC236}">
                  <a16:creationId xmlns:a16="http://schemas.microsoft.com/office/drawing/2014/main" id="{91A57C10-A706-4906-8092-4064314C9B72}"/>
                </a:ext>
              </a:extLst>
            </p:cNvPr>
            <p:cNvSpPr/>
            <p:nvPr/>
          </p:nvSpPr>
          <p:spPr>
            <a:xfrm>
              <a:off x="6412300" y="2742900"/>
              <a:ext cx="52800" cy="208725"/>
            </a:xfrm>
            <a:custGeom>
              <a:avLst/>
              <a:gdLst/>
              <a:ahLst/>
              <a:cxnLst/>
              <a:rect l="l" t="t" r="r" b="b"/>
              <a:pathLst>
                <a:path w="2112" h="8349" extrusionOk="0">
                  <a:moveTo>
                    <a:pt x="1009" y="662"/>
                  </a:moveTo>
                  <a:cubicBezTo>
                    <a:pt x="1229" y="662"/>
                    <a:pt x="1387" y="819"/>
                    <a:pt x="1387" y="1040"/>
                  </a:cubicBezTo>
                  <a:lnTo>
                    <a:pt x="1387" y="1386"/>
                  </a:lnTo>
                  <a:lnTo>
                    <a:pt x="662" y="1386"/>
                  </a:lnTo>
                  <a:lnTo>
                    <a:pt x="662" y="1040"/>
                  </a:lnTo>
                  <a:cubicBezTo>
                    <a:pt x="662" y="819"/>
                    <a:pt x="820" y="662"/>
                    <a:pt x="1009" y="662"/>
                  </a:cubicBezTo>
                  <a:close/>
                  <a:moveTo>
                    <a:pt x="1387" y="2048"/>
                  </a:moveTo>
                  <a:lnTo>
                    <a:pt x="1387" y="6017"/>
                  </a:lnTo>
                  <a:cubicBezTo>
                    <a:pt x="1261" y="5986"/>
                    <a:pt x="1142" y="5970"/>
                    <a:pt x="1024" y="5970"/>
                  </a:cubicBezTo>
                  <a:cubicBezTo>
                    <a:pt x="906" y="5970"/>
                    <a:pt x="788" y="5986"/>
                    <a:pt x="662" y="6017"/>
                  </a:cubicBezTo>
                  <a:lnTo>
                    <a:pt x="662" y="2048"/>
                  </a:lnTo>
                  <a:close/>
                  <a:moveTo>
                    <a:pt x="1009" y="6711"/>
                  </a:moveTo>
                  <a:cubicBezTo>
                    <a:pt x="1103" y="6711"/>
                    <a:pt x="1166" y="6711"/>
                    <a:pt x="1261" y="6742"/>
                  </a:cubicBezTo>
                  <a:lnTo>
                    <a:pt x="1009" y="7246"/>
                  </a:lnTo>
                  <a:lnTo>
                    <a:pt x="788" y="6742"/>
                  </a:lnTo>
                  <a:cubicBezTo>
                    <a:pt x="851" y="6711"/>
                    <a:pt x="946" y="6711"/>
                    <a:pt x="1009" y="6711"/>
                  </a:cubicBezTo>
                  <a:close/>
                  <a:moveTo>
                    <a:pt x="1009" y="0"/>
                  </a:moveTo>
                  <a:cubicBezTo>
                    <a:pt x="441" y="0"/>
                    <a:pt x="0" y="473"/>
                    <a:pt x="0" y="1040"/>
                  </a:cubicBezTo>
                  <a:lnTo>
                    <a:pt x="0" y="6616"/>
                  </a:lnTo>
                  <a:cubicBezTo>
                    <a:pt x="0" y="6648"/>
                    <a:pt x="0" y="6742"/>
                    <a:pt x="32" y="6774"/>
                  </a:cubicBezTo>
                  <a:lnTo>
                    <a:pt x="757" y="8160"/>
                  </a:lnTo>
                  <a:cubicBezTo>
                    <a:pt x="788" y="8286"/>
                    <a:pt x="946" y="8349"/>
                    <a:pt x="1040" y="8349"/>
                  </a:cubicBezTo>
                  <a:cubicBezTo>
                    <a:pt x="1166" y="8349"/>
                    <a:pt x="1292" y="8286"/>
                    <a:pt x="1355" y="8160"/>
                  </a:cubicBezTo>
                  <a:lnTo>
                    <a:pt x="2080" y="6774"/>
                  </a:lnTo>
                  <a:cubicBezTo>
                    <a:pt x="2111" y="6742"/>
                    <a:pt x="2111" y="6648"/>
                    <a:pt x="2111" y="6616"/>
                  </a:cubicBezTo>
                  <a:lnTo>
                    <a:pt x="2111" y="1040"/>
                  </a:lnTo>
                  <a:cubicBezTo>
                    <a:pt x="2048" y="473"/>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89BF23E6-003F-4DAB-A3D7-90C75D20851E}"/>
              </a:ext>
            </a:extLst>
          </p:cNvPr>
          <p:cNvPicPr>
            <a:picLocks noChangeAspect="1"/>
          </p:cNvPicPr>
          <p:nvPr/>
        </p:nvPicPr>
        <p:blipFill>
          <a:blip r:embed="rId3"/>
          <a:stretch>
            <a:fillRect/>
          </a:stretch>
        </p:blipFill>
        <p:spPr>
          <a:xfrm>
            <a:off x="313451" y="145107"/>
            <a:ext cx="1862190" cy="1643911"/>
          </a:xfrm>
          <a:prstGeom prst="rect">
            <a:avLst/>
          </a:prstGeom>
        </p:spPr>
      </p:pic>
    </p:spTree>
    <p:extLst>
      <p:ext uri="{BB962C8B-B14F-4D97-AF65-F5344CB8AC3E}">
        <p14:creationId xmlns:p14="http://schemas.microsoft.com/office/powerpoint/2010/main" val="692091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921748" y="1298921"/>
            <a:ext cx="6446004" cy="5409053"/>
          </a:xfrm>
          <a:prstGeom prst="rect">
            <a:avLst/>
          </a:prstGeom>
        </p:spPr>
        <p:txBody>
          <a:bodyPr spcFirstLastPara="1" wrap="square" lIns="121900" tIns="121900" rIns="121900" bIns="121900" anchor="t" anchorCtr="0">
            <a:noAutofit/>
          </a:bodyPr>
          <a:lstStyle/>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Are ca scop </a:t>
            </a:r>
            <a:r>
              <a:rPr lang="ro-RO" sz="2000" b="1" dirty="0">
                <a:solidFill>
                  <a:srgbClr val="000000"/>
                </a:solidFill>
                <a:latin typeface="Calibri" panose="020F0502020204030204" pitchFamily="34" charset="0"/>
                <a:ea typeface="Calibri" panose="020F0502020204030204" pitchFamily="34" charset="0"/>
              </a:rPr>
              <a:t>integrarea</a:t>
            </a:r>
            <a:r>
              <a:rPr lang="ro-RO" sz="2000" dirty="0">
                <a:solidFill>
                  <a:srgbClr val="000000"/>
                </a:solidFill>
                <a:latin typeface="Calibri" panose="020F0502020204030204" pitchFamily="34" charset="0"/>
                <a:ea typeface="Calibri" panose="020F0502020204030204" pitchFamily="34" charset="0"/>
              </a:rPr>
              <a:t> unui caz de utilizare în alt caz de utilizare, primul devenind astfel o parte logică din acel caz de utilizare.</a:t>
            </a:r>
            <a:endParaRPr lang="en-US" sz="200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Cazul de utilizare care îl include pe un altul </a:t>
            </a:r>
            <a:r>
              <a:rPr lang="ro-RO" sz="2000" b="1" dirty="0">
                <a:solidFill>
                  <a:srgbClr val="000000"/>
                </a:solidFill>
                <a:latin typeface="Calibri" panose="020F0502020204030204" pitchFamily="34" charset="0"/>
                <a:ea typeface="Calibri" panose="020F0502020204030204" pitchFamily="34" charset="0"/>
              </a:rPr>
              <a:t>nu este complet</a:t>
            </a:r>
            <a:r>
              <a:rPr lang="ro-RO" sz="2000" dirty="0">
                <a:solidFill>
                  <a:srgbClr val="000000"/>
                </a:solidFill>
                <a:latin typeface="Calibri" panose="020F0502020204030204" pitchFamily="34" charset="0"/>
                <a:ea typeface="Calibri" panose="020F0502020204030204" pitchFamily="34" charset="0"/>
              </a:rPr>
              <a:t>.</a:t>
            </a:r>
            <a:endParaRPr lang="en-US" sz="200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Aft>
                <a:spcPts val="600"/>
              </a:spcAft>
              <a:buClr>
                <a:schemeClr val="accent5"/>
              </a:buClr>
              <a:buSzPct val="120000"/>
              <a:buFont typeface="Arial" panose="020B0604020202020204" pitchFamily="34" charset="0"/>
              <a:buChar char="•"/>
            </a:pPr>
            <a:r>
              <a:rPr lang="en-US" sz="2000" dirty="0">
                <a:solidFill>
                  <a:srgbClr val="000000"/>
                </a:solidFill>
                <a:latin typeface="Calibri" panose="020F0502020204030204" pitchFamily="34" charset="0"/>
                <a:ea typeface="Calibri" panose="020F0502020204030204" pitchFamily="34" charset="0"/>
              </a:rPr>
              <a:t>S</a:t>
            </a:r>
            <a:r>
              <a:rPr lang="ro-RO" sz="2000" dirty="0">
                <a:solidFill>
                  <a:srgbClr val="000000"/>
                </a:solidFill>
                <a:latin typeface="Calibri" panose="020F0502020204030204" pitchFamily="34" charset="0"/>
                <a:ea typeface="Calibri" panose="020F0502020204030204" pitchFamily="34" charset="0"/>
              </a:rPr>
              <a:t>e </a:t>
            </a:r>
            <a:r>
              <a:rPr lang="ro-RO" sz="2000" dirty="0" err="1">
                <a:solidFill>
                  <a:srgbClr val="000000"/>
                </a:solidFill>
                <a:latin typeface="Calibri" panose="020F0502020204030204" pitchFamily="34" charset="0"/>
                <a:ea typeface="Calibri" panose="020F0502020204030204" pitchFamily="34" charset="0"/>
              </a:rPr>
              <a:t>foloseşte</a:t>
            </a:r>
            <a:r>
              <a:rPr lang="ro-RO" sz="2000" dirty="0">
                <a:solidFill>
                  <a:srgbClr val="000000"/>
                </a:solidFill>
                <a:latin typeface="Calibri" panose="020F0502020204030204" pitchFamily="34" charset="0"/>
                <a:ea typeface="Calibri" panose="020F0502020204030204" pitchFamily="34" charset="0"/>
              </a:rPr>
              <a:t> atunci când există </a:t>
            </a:r>
            <a:r>
              <a:rPr lang="ro-RO" sz="2000" b="1" dirty="0" err="1">
                <a:solidFill>
                  <a:srgbClr val="000000"/>
                </a:solidFill>
                <a:latin typeface="Calibri" panose="020F0502020204030204" pitchFamily="34" charset="0"/>
                <a:ea typeface="Calibri" panose="020F0502020204030204" pitchFamily="34" charset="0"/>
              </a:rPr>
              <a:t>părţi</a:t>
            </a:r>
            <a:r>
              <a:rPr lang="ro-RO" sz="2000" b="1" dirty="0">
                <a:solidFill>
                  <a:srgbClr val="000000"/>
                </a:solidFill>
                <a:latin typeface="Calibri" panose="020F0502020204030204" pitchFamily="34" charset="0"/>
                <a:ea typeface="Calibri" panose="020F0502020204030204" pitchFamily="34" charset="0"/>
              </a:rPr>
              <a:t> de comportament comune </a:t>
            </a:r>
            <a:r>
              <a:rPr lang="ro-RO" sz="2000" dirty="0">
                <a:solidFill>
                  <a:srgbClr val="000000"/>
                </a:solidFill>
                <a:latin typeface="Calibri" panose="020F0502020204030204" pitchFamily="34" charset="0"/>
                <a:ea typeface="Calibri" panose="020F0502020204030204" pitchFamily="34" charset="0"/>
              </a:rPr>
              <a:t>în mai multe cazuri de utilizare</a:t>
            </a:r>
            <a:r>
              <a:rPr lang="en-US" sz="2000" dirty="0">
                <a:solidFill>
                  <a:srgbClr val="000000"/>
                </a:solidFill>
                <a:latin typeface="Calibri" panose="020F0502020204030204" pitchFamily="34" charset="0"/>
                <a:ea typeface="Calibri" panose="020F0502020204030204" pitchFamily="34" charset="0"/>
              </a:rPr>
              <a:t>.</a:t>
            </a:r>
          </a:p>
          <a:p>
            <a:pPr marL="342900" indent="-342900" algn="just">
              <a:lnSpc>
                <a:spcPct val="114000"/>
              </a:lnSpc>
              <a:spcAft>
                <a:spcPts val="600"/>
              </a:spcAft>
              <a:buClr>
                <a:schemeClr val="accent5"/>
              </a:buClr>
              <a:buSzPct val="120000"/>
              <a:buFont typeface="Arial" panose="020B0604020202020204" pitchFamily="34" charset="0"/>
              <a:buChar char="•"/>
            </a:pPr>
            <a:r>
              <a:rPr lang="en-US" sz="2000" dirty="0">
                <a:solidFill>
                  <a:srgbClr val="000000"/>
                </a:solidFill>
                <a:latin typeface="Calibri" panose="020F0502020204030204" pitchFamily="34" charset="0"/>
                <a:ea typeface="Calibri" panose="020F0502020204030204" pitchFamily="34" charset="0"/>
              </a:rPr>
              <a:t>E</a:t>
            </a:r>
            <a:r>
              <a:rPr lang="ro-RO" sz="2000" dirty="0" err="1">
                <a:solidFill>
                  <a:srgbClr val="000000"/>
                </a:solidFill>
                <a:latin typeface="Calibri" panose="020F0502020204030204" pitchFamily="34" charset="0"/>
                <a:ea typeface="Calibri" panose="020F0502020204030204" pitchFamily="34" charset="0"/>
              </a:rPr>
              <a:t>ste</a:t>
            </a:r>
            <a:r>
              <a:rPr lang="ro-RO" sz="2000" dirty="0">
                <a:solidFill>
                  <a:srgbClr val="000000"/>
                </a:solidFill>
                <a:latin typeface="Calibri" panose="020F0502020204030204" pitchFamily="34" charset="0"/>
                <a:ea typeface="Calibri" panose="020F0502020204030204" pitchFamily="34" charset="0"/>
              </a:rPr>
              <a:t> echivalentă cu </a:t>
            </a:r>
            <a:r>
              <a:rPr lang="ro-RO" sz="2000" b="1" dirty="0">
                <a:solidFill>
                  <a:srgbClr val="000000"/>
                </a:solidFill>
                <a:latin typeface="Calibri" panose="020F0502020204030204" pitchFamily="34" charset="0"/>
                <a:ea typeface="Calibri" panose="020F0502020204030204" pitchFamily="34" charset="0"/>
              </a:rPr>
              <a:t>apelul unei subrutine </a:t>
            </a:r>
            <a:r>
              <a:rPr lang="ro-RO" sz="2000" dirty="0">
                <a:solidFill>
                  <a:srgbClr val="000000"/>
                </a:solidFill>
                <a:latin typeface="Calibri" panose="020F0502020204030204" pitchFamily="34" charset="0"/>
                <a:ea typeface="Calibri" panose="020F0502020204030204" pitchFamily="34" charset="0"/>
              </a:rPr>
              <a:t>în programare și denotă un comportament </a:t>
            </a:r>
            <a:r>
              <a:rPr lang="ro-RO" sz="2000" b="1" dirty="0">
                <a:solidFill>
                  <a:srgbClr val="000000"/>
                </a:solidFill>
                <a:latin typeface="Calibri" panose="020F0502020204030204" pitchFamily="34" charset="0"/>
                <a:ea typeface="Calibri" panose="020F0502020204030204" pitchFamily="34" charset="0"/>
              </a:rPr>
              <a:t>obligatoriu</a:t>
            </a:r>
            <a:r>
              <a:rPr lang="ro-RO" sz="2000" dirty="0">
                <a:solidFill>
                  <a:srgbClr val="000000"/>
                </a:solidFill>
                <a:latin typeface="Calibri" panose="020F0502020204030204" pitchFamily="34" charset="0"/>
                <a:ea typeface="Calibri" panose="020F0502020204030204" pitchFamily="34" charset="0"/>
              </a:rPr>
              <a:t>, nu </a:t>
            </a:r>
            <a:r>
              <a:rPr lang="ro-RO" sz="2000" dirty="0" err="1">
                <a:solidFill>
                  <a:srgbClr val="000000"/>
                </a:solidFill>
                <a:latin typeface="Calibri" panose="020F0502020204030204" pitchFamily="34" charset="0"/>
                <a:ea typeface="Calibri" panose="020F0502020204030204" pitchFamily="34" charset="0"/>
              </a:rPr>
              <a:t>opţional</a:t>
            </a:r>
            <a:r>
              <a:rPr lang="ro-RO" sz="2000" dirty="0">
                <a:solidFill>
                  <a:srgbClr val="000000"/>
                </a:solidFill>
                <a:latin typeface="Calibri" panose="020F0502020204030204" pitchFamily="34" charset="0"/>
                <a:ea typeface="Calibri" panose="020F0502020204030204" pitchFamily="34" charset="0"/>
              </a:rPr>
              <a:t>. </a:t>
            </a:r>
            <a:endParaRPr lang="en-US" sz="200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Aft>
                <a:spcPts val="600"/>
              </a:spcAft>
              <a:buClr>
                <a:schemeClr val="accent5"/>
              </a:buClr>
              <a:buSzPct val="120000"/>
              <a:buFont typeface="Arial" panose="020B0604020202020204" pitchFamily="34" charset="0"/>
              <a:buChar char="•"/>
            </a:pPr>
            <a:r>
              <a:rPr lang="ro-RO" sz="2000" b="1" dirty="0">
                <a:solidFill>
                  <a:srgbClr val="000000"/>
                </a:solidFill>
                <a:latin typeface="Calibri" panose="020F0502020204030204" pitchFamily="34" charset="0"/>
                <a:ea typeface="Calibri" panose="020F0502020204030204" pitchFamily="34" charset="0"/>
              </a:rPr>
              <a:t>Nu se </a:t>
            </a:r>
            <a:r>
              <a:rPr lang="ro-RO" sz="2000" b="1" dirty="0" err="1">
                <a:solidFill>
                  <a:srgbClr val="000000"/>
                </a:solidFill>
                <a:latin typeface="Calibri" panose="020F0502020204030204" pitchFamily="34" charset="0"/>
                <a:ea typeface="Calibri" panose="020F0502020204030204" pitchFamily="34" charset="0"/>
              </a:rPr>
              <a:t>moştenesc</a:t>
            </a:r>
            <a:r>
              <a:rPr lang="ro-RO" sz="2000" b="1" dirty="0">
                <a:solidFill>
                  <a:srgbClr val="000000"/>
                </a:solidFill>
                <a:latin typeface="Calibri" panose="020F0502020204030204" pitchFamily="34" charset="0"/>
                <a:ea typeface="Calibri" panose="020F0502020204030204" pitchFamily="34" charset="0"/>
              </a:rPr>
              <a:t> </a:t>
            </a:r>
            <a:r>
              <a:rPr lang="ro-RO" sz="2000" dirty="0" err="1">
                <a:solidFill>
                  <a:srgbClr val="000000"/>
                </a:solidFill>
                <a:latin typeface="Calibri" panose="020F0502020204030204" pitchFamily="34" charset="0"/>
                <a:ea typeface="Calibri" panose="020F0502020204030204" pitchFamily="34" charset="0"/>
              </a:rPr>
              <a:t>proprietăţi</a:t>
            </a:r>
            <a:r>
              <a:rPr lang="ro-RO" sz="2000" b="1" dirty="0">
                <a:solidFill>
                  <a:srgbClr val="000000"/>
                </a:solidFill>
                <a:latin typeface="Calibri" panose="020F0502020204030204" pitchFamily="34" charset="0"/>
                <a:ea typeface="Calibri" panose="020F0502020204030204" pitchFamily="34" charset="0"/>
              </a:rPr>
              <a:t> </a:t>
            </a:r>
            <a:r>
              <a:rPr lang="ro-RO" sz="2000" dirty="0">
                <a:solidFill>
                  <a:srgbClr val="000000"/>
                </a:solidFill>
                <a:latin typeface="Calibri" panose="020F0502020204030204" pitchFamily="34" charset="0"/>
                <a:ea typeface="Calibri" panose="020F0502020204030204" pitchFamily="34" charset="0"/>
              </a:rPr>
              <a:t>de la un caz de utilizare la altul, scopul este acela de a evita </a:t>
            </a:r>
            <a:r>
              <a:rPr lang="ro-RO" sz="2000" b="1" dirty="0" err="1">
                <a:solidFill>
                  <a:srgbClr val="000000"/>
                </a:solidFill>
                <a:latin typeface="Calibri" panose="020F0502020204030204" pitchFamily="34" charset="0"/>
                <a:ea typeface="Calibri" panose="020F0502020204030204" pitchFamily="34" charset="0"/>
              </a:rPr>
              <a:t>redundanţa</a:t>
            </a:r>
            <a:r>
              <a:rPr lang="ro-RO" sz="2000" dirty="0">
                <a:solidFill>
                  <a:srgbClr val="000000"/>
                </a:solidFill>
                <a:latin typeface="Calibri" panose="020F0502020204030204" pitchFamily="34" charset="0"/>
                <a:ea typeface="Calibri" panose="020F0502020204030204" pitchFamily="34" charset="0"/>
              </a:rPr>
              <a:t> </a:t>
            </a:r>
            <a:r>
              <a:rPr lang="ro-RO" sz="2000" dirty="0" err="1">
                <a:solidFill>
                  <a:srgbClr val="000000"/>
                </a:solidFill>
                <a:latin typeface="Calibri" panose="020F0502020204030204" pitchFamily="34" charset="0"/>
                <a:ea typeface="Calibri" panose="020F0502020204030204" pitchFamily="34" charset="0"/>
              </a:rPr>
              <a:t>părţilor</a:t>
            </a:r>
            <a:r>
              <a:rPr lang="ro-RO" sz="2000" dirty="0">
                <a:solidFill>
                  <a:srgbClr val="000000"/>
                </a:solidFill>
                <a:latin typeface="Calibri" panose="020F0502020204030204" pitchFamily="34" charset="0"/>
                <a:ea typeface="Calibri" panose="020F0502020204030204" pitchFamily="34" charset="0"/>
              </a:rPr>
              <a:t> c</a:t>
            </a:r>
            <a:r>
              <a:rPr lang="en-US" sz="2000" dirty="0">
                <a:solidFill>
                  <a:srgbClr val="000000"/>
                </a:solidFill>
                <a:latin typeface="Calibri" panose="020F0502020204030204" pitchFamily="34" charset="0"/>
                <a:ea typeface="Calibri" panose="020F0502020204030204" pitchFamily="34" charset="0"/>
              </a:rPr>
              <a:t>e au</a:t>
            </a:r>
            <a:r>
              <a:rPr lang="ro-RO" sz="2000" dirty="0">
                <a:solidFill>
                  <a:srgbClr val="000000"/>
                </a:solidFill>
                <a:latin typeface="Calibri" panose="020F0502020204030204" pitchFamily="34" charset="0"/>
                <a:ea typeface="Calibri" panose="020F0502020204030204" pitchFamily="34" charset="0"/>
              </a:rPr>
              <a:t> </a:t>
            </a:r>
            <a:r>
              <a:rPr lang="ro-RO" sz="2000" b="1" dirty="0">
                <a:solidFill>
                  <a:srgbClr val="000000"/>
                </a:solidFill>
                <a:latin typeface="Calibri" panose="020F0502020204030204" pitchFamily="34" charset="0"/>
                <a:ea typeface="Calibri" panose="020F0502020204030204" pitchFamily="34" charset="0"/>
              </a:rPr>
              <a:t>comportament identic</a:t>
            </a:r>
            <a:r>
              <a:rPr lang="ro-RO" sz="2000" dirty="0">
                <a:solidFill>
                  <a:srgbClr val="000000"/>
                </a:solidFill>
                <a:latin typeface="Calibri" panose="020F0502020204030204" pitchFamily="34" charset="0"/>
                <a:ea typeface="Calibri" panose="020F0502020204030204" pitchFamily="34" charset="0"/>
              </a:rPr>
              <a:t>.</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732145" y="41033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Relația de includere</a:t>
            </a:r>
            <a:endParaRPr lang="ro-RO" sz="2800" kern="0" dirty="0"/>
          </a:p>
        </p:txBody>
      </p:sp>
      <p:sp>
        <p:nvSpPr>
          <p:cNvPr id="8" name="TextBox 7">
            <a:extLst>
              <a:ext uri="{FF2B5EF4-FFF2-40B4-BE49-F238E27FC236}">
                <a16:creationId xmlns:a16="http://schemas.microsoft.com/office/drawing/2014/main" id="{EC056A2F-D312-48A9-A362-651B41321328}"/>
              </a:ext>
            </a:extLst>
          </p:cNvPr>
          <p:cNvSpPr txBox="1"/>
          <p:nvPr/>
        </p:nvSpPr>
        <p:spPr>
          <a:xfrm>
            <a:off x="8059761" y="206939"/>
            <a:ext cx="2145785" cy="430887"/>
          </a:xfrm>
          <a:prstGeom prst="rect">
            <a:avLst/>
          </a:prstGeom>
          <a:noFill/>
        </p:spPr>
        <p:txBody>
          <a:bodyPr wrap="square">
            <a:spAutoFit/>
          </a:bodyPr>
          <a:lstStyle/>
          <a:p>
            <a:r>
              <a:rPr kumimoji="0" lang="en-US" sz="2200" b="1" i="0" u="none" strike="noStrike" kern="0" cap="none" spc="0" normalizeH="0" baseline="0" noProof="0" dirty="0">
                <a:ln>
                  <a:noFill/>
                </a:ln>
                <a:solidFill>
                  <a:schemeClr val="accent5"/>
                </a:solidFill>
                <a:effectLst/>
                <a:uLnTx/>
                <a:uFillTx/>
                <a:latin typeface="Roboto" panose="020B0604020202020204" charset="0"/>
                <a:ea typeface="Roboto" panose="020B0604020202020204" charset="0"/>
              </a:rPr>
              <a:t>&lt;&lt;include&gt;&gt;</a:t>
            </a:r>
            <a:endParaRPr lang="en-US" sz="2200" b="1" dirty="0">
              <a:solidFill>
                <a:schemeClr val="accent5"/>
              </a:solidFill>
              <a:latin typeface="Roboto" panose="020B0604020202020204" charset="0"/>
              <a:ea typeface="Roboto" panose="020B0604020202020204" charset="0"/>
            </a:endParaRPr>
          </a:p>
        </p:txBody>
      </p:sp>
      <p:pic>
        <p:nvPicPr>
          <p:cNvPr id="4" name="Picture 3">
            <a:extLst>
              <a:ext uri="{FF2B5EF4-FFF2-40B4-BE49-F238E27FC236}">
                <a16:creationId xmlns:a16="http://schemas.microsoft.com/office/drawing/2014/main" id="{5819F97C-7E1B-4D6E-B6A2-1CA56F50B487}"/>
              </a:ext>
            </a:extLst>
          </p:cNvPr>
          <p:cNvPicPr>
            <a:picLocks noChangeAspect="1"/>
          </p:cNvPicPr>
          <p:nvPr/>
        </p:nvPicPr>
        <p:blipFill>
          <a:blip r:embed="rId3"/>
          <a:stretch>
            <a:fillRect/>
          </a:stretch>
        </p:blipFill>
        <p:spPr>
          <a:xfrm>
            <a:off x="7675053" y="2216597"/>
            <a:ext cx="4422611" cy="24079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50867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879707" y="1197226"/>
            <a:ext cx="9935438" cy="2926238"/>
          </a:xfrm>
          <a:prstGeom prst="rect">
            <a:avLst/>
          </a:prstGeom>
        </p:spPr>
        <p:txBody>
          <a:bodyPr spcFirstLastPara="1" wrap="square" lIns="121900" tIns="121900" rIns="121900" bIns="121900" anchor="t" anchorCtr="0">
            <a:noAutofit/>
          </a:bodyPr>
          <a:lstStyle/>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Descrie un comportament care are </a:t>
            </a:r>
            <a:r>
              <a:rPr lang="ro-RO" sz="2000" b="1" dirty="0">
                <a:solidFill>
                  <a:srgbClr val="000000"/>
                </a:solidFill>
                <a:latin typeface="Calibri" panose="020F0502020204030204" pitchFamily="34" charset="0"/>
                <a:ea typeface="Calibri" panose="020F0502020204030204" pitchFamily="34" charset="0"/>
              </a:rPr>
              <a:t>loc doar în anumite </a:t>
            </a:r>
            <a:r>
              <a:rPr lang="ro-RO" sz="2000" b="1" dirty="0" err="1">
                <a:solidFill>
                  <a:srgbClr val="000000"/>
                </a:solidFill>
                <a:latin typeface="Calibri" panose="020F0502020204030204" pitchFamily="34" charset="0"/>
                <a:ea typeface="Calibri" panose="020F0502020204030204" pitchFamily="34" charset="0"/>
              </a:rPr>
              <a:t>condiţii</a:t>
            </a:r>
            <a:r>
              <a:rPr lang="ro-RO" sz="2000" dirty="0">
                <a:solidFill>
                  <a:srgbClr val="000000"/>
                </a:solidFill>
                <a:latin typeface="Calibri" panose="020F0502020204030204" pitchFamily="34" charset="0"/>
                <a:ea typeface="Calibri" panose="020F0502020204030204" pitchFamily="34" charset="0"/>
              </a:rPr>
              <a:t>, ce pot fi selectate pe baza alegerii unui actor. </a:t>
            </a:r>
          </a:p>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Cazul de utilizare extins este </a:t>
            </a:r>
            <a:r>
              <a:rPr lang="ro-RO" sz="2000" b="1" dirty="0">
                <a:solidFill>
                  <a:srgbClr val="000000"/>
                </a:solidFill>
                <a:latin typeface="Calibri" panose="020F0502020204030204" pitchFamily="34" charset="0"/>
                <a:ea typeface="Calibri" panose="020F0502020204030204" pitchFamily="34" charset="0"/>
              </a:rPr>
              <a:t>complet </a:t>
            </a:r>
            <a:r>
              <a:rPr lang="ro-RO" sz="2000" b="1" dirty="0" err="1">
                <a:solidFill>
                  <a:srgbClr val="000000"/>
                </a:solidFill>
                <a:latin typeface="Calibri" panose="020F0502020204030204" pitchFamily="34" charset="0"/>
                <a:ea typeface="Calibri" panose="020F0502020204030204" pitchFamily="34" charset="0"/>
              </a:rPr>
              <a:t>şi</a:t>
            </a:r>
            <a:r>
              <a:rPr lang="ro-RO" sz="2000" b="1" dirty="0">
                <a:solidFill>
                  <a:srgbClr val="000000"/>
                </a:solidFill>
                <a:latin typeface="Calibri" panose="020F0502020204030204" pitchFamily="34" charset="0"/>
                <a:ea typeface="Calibri" panose="020F0502020204030204" pitchFamily="34" charset="0"/>
              </a:rPr>
              <a:t> independent </a:t>
            </a:r>
            <a:r>
              <a:rPr lang="ro-RO" sz="2000" dirty="0">
                <a:solidFill>
                  <a:srgbClr val="000000"/>
                </a:solidFill>
                <a:latin typeface="Calibri" panose="020F0502020204030204" pitchFamily="34" charset="0"/>
                <a:ea typeface="Calibri" panose="020F0502020204030204" pitchFamily="34" charset="0"/>
              </a:rPr>
              <a:t>de cel care îl extinde. </a:t>
            </a:r>
          </a:p>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Extinderea are loc în unul sau mai multe </a:t>
            </a:r>
            <a:r>
              <a:rPr lang="ro-RO" sz="2000" b="1" dirty="0">
                <a:solidFill>
                  <a:srgbClr val="000000"/>
                </a:solidFill>
                <a:latin typeface="Calibri" panose="020F0502020204030204" pitchFamily="34" charset="0"/>
                <a:ea typeface="Calibri" panose="020F0502020204030204" pitchFamily="34" charset="0"/>
              </a:rPr>
              <a:t>puncte de extindere</a:t>
            </a:r>
            <a:r>
              <a:rPr lang="ro-RO" sz="2000" dirty="0">
                <a:solidFill>
                  <a:srgbClr val="000000"/>
                </a:solidFill>
                <a:latin typeface="Calibri" panose="020F0502020204030204" pitchFamily="34" charset="0"/>
                <a:ea typeface="Calibri" panose="020F0502020204030204" pitchFamily="34" charset="0"/>
              </a:rPr>
              <a:t>, definite în cazul de utilizare extins. </a:t>
            </a:r>
          </a:p>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Se pot asocia </a:t>
            </a:r>
            <a:r>
              <a:rPr lang="ro-RO" sz="2000" b="1" dirty="0">
                <a:solidFill>
                  <a:srgbClr val="000000"/>
                </a:solidFill>
                <a:latin typeface="Calibri" panose="020F0502020204030204" pitchFamily="34" charset="0"/>
                <a:ea typeface="Calibri" panose="020F0502020204030204" pitchFamily="34" charset="0"/>
              </a:rPr>
              <a:t>note sau constrângeri </a:t>
            </a:r>
            <a:r>
              <a:rPr lang="ro-RO" sz="2000" dirty="0">
                <a:solidFill>
                  <a:srgbClr val="000000"/>
                </a:solidFill>
                <a:latin typeface="Calibri" panose="020F0502020204030204" pitchFamily="34" charset="0"/>
                <a:ea typeface="Calibri" panose="020F0502020204030204" pitchFamily="34" charset="0"/>
              </a:rPr>
              <a:t>pe această </a:t>
            </a:r>
            <a:r>
              <a:rPr lang="ro-RO" sz="2000" dirty="0" err="1">
                <a:solidFill>
                  <a:srgbClr val="000000"/>
                </a:solidFill>
                <a:latin typeface="Calibri" panose="020F0502020204030204" pitchFamily="34" charset="0"/>
                <a:ea typeface="Calibri" panose="020F0502020204030204" pitchFamily="34" charset="0"/>
              </a:rPr>
              <a:t>relaţie</a:t>
            </a:r>
            <a:r>
              <a:rPr lang="ro-RO" sz="2000" dirty="0">
                <a:solidFill>
                  <a:srgbClr val="000000"/>
                </a:solidFill>
                <a:latin typeface="Calibri" panose="020F0502020204030204" pitchFamily="34" charset="0"/>
                <a:ea typeface="Calibri" panose="020F0502020204030204" pitchFamily="34" charset="0"/>
              </a:rPr>
              <a:t> pentru a ilustra </a:t>
            </a:r>
            <a:r>
              <a:rPr lang="ro-RO" sz="2000" dirty="0" err="1">
                <a:solidFill>
                  <a:srgbClr val="000000"/>
                </a:solidFill>
                <a:latin typeface="Calibri" panose="020F0502020204030204" pitchFamily="34" charset="0"/>
                <a:ea typeface="Calibri" panose="020F0502020204030204" pitchFamily="34" charset="0"/>
              </a:rPr>
              <a:t>condiţiile</a:t>
            </a:r>
            <a:r>
              <a:rPr lang="ro-RO" sz="2000" dirty="0">
                <a:solidFill>
                  <a:srgbClr val="000000"/>
                </a:solidFill>
                <a:latin typeface="Calibri" panose="020F0502020204030204" pitchFamily="34" charset="0"/>
                <a:ea typeface="Calibri" panose="020F0502020204030204" pitchFamily="34" charset="0"/>
              </a:rPr>
              <a:t> în care comportamentul extins trebuie executat.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732145" y="41033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Relația de </a:t>
            </a:r>
            <a:r>
              <a:rPr lang="en-US" kern="0" dirty="0" err="1"/>
              <a:t>extindere</a:t>
            </a:r>
            <a:endParaRPr lang="ro-RO" sz="2800" kern="0" dirty="0"/>
          </a:p>
        </p:txBody>
      </p:sp>
      <p:sp>
        <p:nvSpPr>
          <p:cNvPr id="8" name="TextBox 7">
            <a:extLst>
              <a:ext uri="{FF2B5EF4-FFF2-40B4-BE49-F238E27FC236}">
                <a16:creationId xmlns:a16="http://schemas.microsoft.com/office/drawing/2014/main" id="{EC056A2F-D312-48A9-A362-651B41321328}"/>
              </a:ext>
            </a:extLst>
          </p:cNvPr>
          <p:cNvSpPr txBox="1"/>
          <p:nvPr/>
        </p:nvSpPr>
        <p:spPr>
          <a:xfrm>
            <a:off x="8059761" y="206939"/>
            <a:ext cx="2145785" cy="430887"/>
          </a:xfrm>
          <a:prstGeom prst="rect">
            <a:avLst/>
          </a:prstGeom>
          <a:noFill/>
        </p:spPr>
        <p:txBody>
          <a:bodyPr wrap="square">
            <a:spAutoFit/>
          </a:bodyPr>
          <a:lstStyle/>
          <a:p>
            <a:r>
              <a:rPr kumimoji="0" lang="en-US" sz="2200" b="1" i="0" u="none" strike="noStrike" kern="0" cap="none" spc="0" normalizeH="0" baseline="0" noProof="0" dirty="0">
                <a:ln>
                  <a:noFill/>
                </a:ln>
                <a:solidFill>
                  <a:schemeClr val="accent5"/>
                </a:solidFill>
                <a:effectLst/>
                <a:uLnTx/>
                <a:uFillTx/>
                <a:latin typeface="Roboto" panose="020B0604020202020204" charset="0"/>
                <a:ea typeface="Roboto" panose="020B0604020202020204" charset="0"/>
              </a:rPr>
              <a:t>&lt;&lt;</a:t>
            </a:r>
            <a:r>
              <a:rPr kumimoji="0" lang="ro-RO" sz="2200" b="1" i="0" u="none" strike="noStrike" kern="0" cap="none" spc="0" normalizeH="0" baseline="0" noProof="0" dirty="0" err="1">
                <a:ln>
                  <a:noFill/>
                </a:ln>
                <a:solidFill>
                  <a:schemeClr val="accent5"/>
                </a:solidFill>
                <a:effectLst/>
                <a:uLnTx/>
                <a:uFillTx/>
                <a:latin typeface="Roboto" panose="020B0604020202020204" charset="0"/>
                <a:ea typeface="Roboto" panose="020B0604020202020204" charset="0"/>
              </a:rPr>
              <a:t>extend</a:t>
            </a:r>
            <a:r>
              <a:rPr kumimoji="0" lang="en-US" sz="2200" b="1" i="0" u="none" strike="noStrike" kern="0" cap="none" spc="0" normalizeH="0" baseline="0" noProof="0" dirty="0">
                <a:ln>
                  <a:noFill/>
                </a:ln>
                <a:solidFill>
                  <a:schemeClr val="accent5"/>
                </a:solidFill>
                <a:effectLst/>
                <a:uLnTx/>
                <a:uFillTx/>
                <a:latin typeface="Roboto" panose="020B0604020202020204" charset="0"/>
                <a:ea typeface="Roboto" panose="020B0604020202020204" charset="0"/>
              </a:rPr>
              <a:t>&gt;&gt;</a:t>
            </a:r>
            <a:endParaRPr lang="en-US" sz="2200" b="1" dirty="0">
              <a:solidFill>
                <a:schemeClr val="accent5"/>
              </a:solidFill>
              <a:latin typeface="Roboto" panose="020B0604020202020204" charset="0"/>
              <a:ea typeface="Roboto" panose="020B0604020202020204" charset="0"/>
            </a:endParaRPr>
          </a:p>
        </p:txBody>
      </p:sp>
      <p:pic>
        <p:nvPicPr>
          <p:cNvPr id="6" name="Picture 5">
            <a:extLst>
              <a:ext uri="{FF2B5EF4-FFF2-40B4-BE49-F238E27FC236}">
                <a16:creationId xmlns:a16="http://schemas.microsoft.com/office/drawing/2014/main" id="{F3A34738-8938-4BB4-8721-38108A04D96C}"/>
              </a:ext>
            </a:extLst>
          </p:cNvPr>
          <p:cNvPicPr/>
          <p:nvPr/>
        </p:nvPicPr>
        <p:blipFill rotWithShape="1">
          <a:blip r:embed="rId3">
            <a:extLst>
              <a:ext uri="{28A0092B-C50C-407E-A947-70E740481C1C}">
                <a14:useLocalDpi xmlns:a14="http://schemas.microsoft.com/office/drawing/2010/main" val="0"/>
              </a:ext>
            </a:extLst>
          </a:blip>
          <a:srcRect l="34746" t="23501" b="8734"/>
          <a:stretch/>
        </p:blipFill>
        <p:spPr bwMode="auto">
          <a:xfrm>
            <a:off x="6096000" y="4225160"/>
            <a:ext cx="5580992" cy="234182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8E7F754D-6A48-4A71-A4E7-738955169B7F}"/>
              </a:ext>
            </a:extLst>
          </p:cNvPr>
          <p:cNvPicPr>
            <a:picLocks noChangeAspect="1"/>
          </p:cNvPicPr>
          <p:nvPr/>
        </p:nvPicPr>
        <p:blipFill>
          <a:blip r:embed="rId4"/>
          <a:stretch>
            <a:fillRect/>
          </a:stretch>
        </p:blipFill>
        <p:spPr>
          <a:xfrm>
            <a:off x="1426073" y="4225160"/>
            <a:ext cx="4308286" cy="146632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2597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879707" y="1197226"/>
            <a:ext cx="9935438" cy="2926238"/>
          </a:xfrm>
          <a:prstGeom prst="rect">
            <a:avLst/>
          </a:prstGeom>
        </p:spPr>
        <p:txBody>
          <a:bodyPr spcFirstLastPara="1" wrap="square" lIns="121900" tIns="121900" rIns="121900" bIns="121900" anchor="t" anchorCtr="0">
            <a:noAutofit/>
          </a:bodyPr>
          <a:lstStyle/>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Se </a:t>
            </a:r>
            <a:r>
              <a:rPr lang="ro-RO" sz="2000" dirty="0" err="1">
                <a:solidFill>
                  <a:srgbClr val="000000"/>
                </a:solidFill>
                <a:latin typeface="Calibri" panose="020F0502020204030204" pitchFamily="34" charset="0"/>
                <a:ea typeface="Calibri" panose="020F0502020204030204" pitchFamily="34" charset="0"/>
              </a:rPr>
              <a:t>foloseşte</a:t>
            </a:r>
            <a:r>
              <a:rPr lang="ro-RO" sz="2000" dirty="0">
                <a:solidFill>
                  <a:srgbClr val="000000"/>
                </a:solidFill>
                <a:latin typeface="Calibri" panose="020F0502020204030204" pitchFamily="34" charset="0"/>
                <a:ea typeface="Calibri" panose="020F0502020204030204" pitchFamily="34" charset="0"/>
              </a:rPr>
              <a:t> când există două sau mai multe cazuri de utilizare care </a:t>
            </a:r>
            <a:r>
              <a:rPr lang="ro-RO" sz="2000" b="1" dirty="0">
                <a:solidFill>
                  <a:srgbClr val="000000"/>
                </a:solidFill>
                <a:latin typeface="Calibri" panose="020F0502020204030204" pitchFamily="34" charset="0"/>
                <a:ea typeface="Calibri" panose="020F0502020204030204" pitchFamily="34" charset="0"/>
              </a:rPr>
              <a:t>au în comun </a:t>
            </a:r>
            <a:r>
              <a:rPr lang="ro-RO" sz="2000" dirty="0">
                <a:solidFill>
                  <a:srgbClr val="000000"/>
                </a:solidFill>
                <a:latin typeface="Calibri" panose="020F0502020204030204" pitchFamily="34" charset="0"/>
                <a:ea typeface="Calibri" panose="020F0502020204030204" pitchFamily="34" charset="0"/>
              </a:rPr>
              <a:t>comportament, structură </a:t>
            </a:r>
            <a:r>
              <a:rPr lang="ro-RO" sz="2000" dirty="0" err="1">
                <a:solidFill>
                  <a:srgbClr val="000000"/>
                </a:solidFill>
                <a:latin typeface="Calibri" panose="020F0502020204030204" pitchFamily="34" charset="0"/>
                <a:ea typeface="Calibri" panose="020F0502020204030204" pitchFamily="34" charset="0"/>
              </a:rPr>
              <a:t>şi</a:t>
            </a:r>
            <a:r>
              <a:rPr lang="ro-RO" sz="2000" dirty="0">
                <a:solidFill>
                  <a:srgbClr val="000000"/>
                </a:solidFill>
                <a:latin typeface="Calibri" panose="020F0502020204030204" pitchFamily="34" charset="0"/>
                <a:ea typeface="Calibri" panose="020F0502020204030204" pitchFamily="34" charset="0"/>
              </a:rPr>
              <a:t> scop. </a:t>
            </a:r>
          </a:p>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Comportamentul cazului de utilizare părinte </a:t>
            </a:r>
            <a:r>
              <a:rPr lang="ro-RO" sz="2000" b="1" dirty="0">
                <a:solidFill>
                  <a:srgbClr val="000000"/>
                </a:solidFill>
                <a:latin typeface="Calibri" panose="020F0502020204030204" pitchFamily="34" charset="0"/>
                <a:ea typeface="Calibri" panose="020F0502020204030204" pitchFamily="34" charset="0"/>
              </a:rPr>
              <a:t>poate fi suprascris</a:t>
            </a:r>
            <a:r>
              <a:rPr lang="ro-RO" sz="2000" dirty="0">
                <a:solidFill>
                  <a:srgbClr val="000000"/>
                </a:solidFill>
                <a:latin typeface="Calibri" panose="020F0502020204030204" pitchFamily="34" charset="0"/>
                <a:ea typeface="Calibri" panose="020F0502020204030204" pitchFamily="34" charset="0"/>
              </a:rPr>
              <a:t>. </a:t>
            </a:r>
          </a:p>
          <a:p>
            <a:pPr marL="38100" indent="-342900" algn="just">
              <a:lnSpc>
                <a:spcPct val="114000"/>
              </a:lnSpc>
              <a:spcAft>
                <a:spcPts val="600"/>
              </a:spcAft>
              <a:buClr>
                <a:schemeClr val="accent5"/>
              </a:buClr>
              <a:buSzPct val="120000"/>
              <a:buFont typeface="Arial" panose="020B0604020202020204" pitchFamily="34" charset="0"/>
              <a:buChar char="•"/>
            </a:pPr>
            <a:r>
              <a:rPr lang="ro-RO" sz="2000" dirty="0">
                <a:solidFill>
                  <a:srgbClr val="000000"/>
                </a:solidFill>
                <a:latin typeface="Calibri" panose="020F0502020204030204" pitchFamily="34" charset="0"/>
                <a:ea typeface="Calibri" panose="020F0502020204030204" pitchFamily="34" charset="0"/>
              </a:rPr>
              <a:t>Se specifică numai </a:t>
            </a:r>
            <a:r>
              <a:rPr lang="ro-RO" sz="2000" b="1" dirty="0" err="1">
                <a:solidFill>
                  <a:srgbClr val="000000"/>
                </a:solidFill>
                <a:latin typeface="Calibri" panose="020F0502020204030204" pitchFamily="34" charset="0"/>
                <a:ea typeface="Calibri" panose="020F0502020204030204" pitchFamily="34" charset="0"/>
              </a:rPr>
              <a:t>diferenţele</a:t>
            </a:r>
            <a:r>
              <a:rPr lang="ro-RO" sz="2000" b="1" dirty="0">
                <a:solidFill>
                  <a:srgbClr val="000000"/>
                </a:solidFill>
                <a:latin typeface="Calibri" panose="020F0502020204030204" pitchFamily="34" charset="0"/>
                <a:ea typeface="Calibri" panose="020F0502020204030204" pitchFamily="34" charset="0"/>
              </a:rPr>
              <a:t> </a:t>
            </a:r>
            <a:r>
              <a:rPr lang="ro-RO" sz="2000" dirty="0">
                <a:solidFill>
                  <a:srgbClr val="000000"/>
                </a:solidFill>
                <a:latin typeface="Calibri" panose="020F0502020204030204" pitchFamily="34" charset="0"/>
                <a:ea typeface="Calibri" panose="020F0502020204030204" pitchFamily="34" charset="0"/>
              </a:rPr>
              <a:t>dintre cele două în cazul de utilizare specializat.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732145" y="41033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Relația de generalizare</a:t>
            </a:r>
            <a:endParaRPr lang="ro-RO" sz="2800" kern="0" dirty="0"/>
          </a:p>
        </p:txBody>
      </p:sp>
      <p:pic>
        <p:nvPicPr>
          <p:cNvPr id="11" name="Picture 10">
            <a:extLst>
              <a:ext uri="{FF2B5EF4-FFF2-40B4-BE49-F238E27FC236}">
                <a16:creationId xmlns:a16="http://schemas.microsoft.com/office/drawing/2014/main" id="{24BFCD6B-FCA7-4BC7-A21E-627CE8E02C84}"/>
              </a:ext>
            </a:extLst>
          </p:cNvPr>
          <p:cNvPicPr>
            <a:picLocks noChangeAspect="1"/>
          </p:cNvPicPr>
          <p:nvPr/>
        </p:nvPicPr>
        <p:blipFill rotWithShape="1">
          <a:blip r:embed="rId3"/>
          <a:srcRect r="64912" b="7628"/>
          <a:stretch/>
        </p:blipFill>
        <p:spPr>
          <a:xfrm>
            <a:off x="4630102" y="3212480"/>
            <a:ext cx="2931796" cy="28658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479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574491" y="989915"/>
            <a:ext cx="3556076" cy="4107602"/>
          </a:xfrm>
          <a:prstGeom prst="rect">
            <a:avLst/>
          </a:prstGeom>
        </p:spPr>
        <p:txBody>
          <a:bodyPr spcFirstLastPara="1" wrap="square" lIns="121900" tIns="121900" rIns="121900" bIns="121900" anchor="t" anchorCtr="0">
            <a:noAutofit/>
          </a:bodyPr>
          <a:lstStyle/>
          <a:p>
            <a:pPr marL="38100" indent="-342900">
              <a:lnSpc>
                <a:spcPct val="114000"/>
              </a:lnSpc>
              <a:spcAft>
                <a:spcPts val="300"/>
              </a:spcAft>
              <a:buClr>
                <a:schemeClr val="accent5"/>
              </a:buClr>
              <a:buSzPct val="120000"/>
              <a:buFont typeface="Arial" panose="020B0604020202020204" pitchFamily="34" charset="0"/>
              <a:buChar char="•"/>
            </a:pPr>
            <a:r>
              <a:rPr lang="ro-RO" sz="1800" b="1" dirty="0">
                <a:solidFill>
                  <a:srgbClr val="000000"/>
                </a:solidFill>
                <a:latin typeface="Calibri" panose="020F0502020204030204" pitchFamily="34" charset="0"/>
                <a:ea typeface="Calibri" panose="020F0502020204030204" pitchFamily="34" charset="0"/>
              </a:rPr>
              <a:t>Toate procesele </a:t>
            </a:r>
            <a:r>
              <a:rPr lang="ro-RO" sz="1800" dirty="0">
                <a:solidFill>
                  <a:srgbClr val="000000"/>
                </a:solidFill>
                <a:latin typeface="Calibri" panose="020F0502020204030204" pitchFamily="34" charset="0"/>
                <a:ea typeface="Calibri" panose="020F0502020204030204" pitchFamily="34" charset="0"/>
              </a:rPr>
              <a:t>care trebuie executate de sistem se regăsesc într-un caz de utilizare.</a:t>
            </a:r>
          </a:p>
          <a:p>
            <a:pPr marL="38100" indent="-342900">
              <a:lnSpc>
                <a:spcPct val="114000"/>
              </a:lnSpc>
              <a:spcAft>
                <a:spcPts val="300"/>
              </a:spcAft>
              <a:buClr>
                <a:schemeClr val="accent5"/>
              </a:buClr>
              <a:buSzPct val="120000"/>
              <a:buFont typeface="Arial" panose="020B0604020202020204" pitchFamily="34" charset="0"/>
              <a:buChar char="•"/>
            </a:pPr>
            <a:r>
              <a:rPr lang="ro-RO" sz="1800" dirty="0">
                <a:solidFill>
                  <a:srgbClr val="000000"/>
                </a:solidFill>
                <a:latin typeface="Calibri" panose="020F0502020204030204" pitchFamily="34" charset="0"/>
                <a:ea typeface="Calibri" panose="020F0502020204030204" pitchFamily="34" charset="0"/>
              </a:rPr>
              <a:t>Cazurile de utilizare sunt descrise apoi </a:t>
            </a:r>
            <a:r>
              <a:rPr lang="ro-RO" sz="1800" b="1" dirty="0">
                <a:solidFill>
                  <a:srgbClr val="000000"/>
                </a:solidFill>
                <a:latin typeface="Calibri" panose="020F0502020204030204" pitchFamily="34" charset="0"/>
                <a:ea typeface="Calibri" panose="020F0502020204030204" pitchFamily="34" charset="0"/>
              </a:rPr>
              <a:t>textual sau printr-o succesiune de </a:t>
            </a:r>
            <a:r>
              <a:rPr lang="ro-RO" sz="1800" b="1" dirty="0" err="1">
                <a:solidFill>
                  <a:srgbClr val="000000"/>
                </a:solidFill>
                <a:latin typeface="Calibri" panose="020F0502020204030204" pitchFamily="34" charset="0"/>
                <a:ea typeface="Calibri" panose="020F0502020204030204" pitchFamily="34" charset="0"/>
              </a:rPr>
              <a:t>paşi</a:t>
            </a:r>
            <a:r>
              <a:rPr lang="ro-RO" sz="1800" dirty="0">
                <a:solidFill>
                  <a:srgbClr val="000000"/>
                </a:solidFill>
                <a:latin typeface="Calibri" panose="020F0502020204030204" pitchFamily="34" charset="0"/>
                <a:ea typeface="Calibri" panose="020F0502020204030204" pitchFamily="34" charset="0"/>
              </a:rPr>
              <a:t>. </a:t>
            </a:r>
          </a:p>
          <a:p>
            <a:pPr marL="38100" indent="-342900">
              <a:lnSpc>
                <a:spcPct val="114000"/>
              </a:lnSpc>
              <a:spcAft>
                <a:spcPts val="300"/>
              </a:spcAft>
              <a:buClr>
                <a:schemeClr val="accent5"/>
              </a:buClr>
              <a:buSzPct val="120000"/>
              <a:buFont typeface="Arial" panose="020B0604020202020204" pitchFamily="34" charset="0"/>
              <a:buChar char="•"/>
            </a:pPr>
            <a:r>
              <a:rPr lang="ro-RO" sz="1800" dirty="0">
                <a:solidFill>
                  <a:srgbClr val="000000"/>
                </a:solidFill>
                <a:latin typeface="Calibri" panose="020F0502020204030204" pitchFamily="34" charset="0"/>
                <a:ea typeface="Calibri" panose="020F0502020204030204" pitchFamily="34" charset="0"/>
              </a:rPr>
              <a:t>Pentru modelarea grafică a scenariilor poate fi utilizată </a:t>
            </a:r>
            <a:r>
              <a:rPr lang="ro-RO" sz="1800" b="1" dirty="0">
                <a:solidFill>
                  <a:srgbClr val="000000"/>
                </a:solidFill>
                <a:latin typeface="Calibri" panose="020F0502020204030204" pitchFamily="34" charset="0"/>
                <a:ea typeface="Calibri" panose="020F0502020204030204" pitchFamily="34" charset="0"/>
              </a:rPr>
              <a:t>diagrama de activitate.</a:t>
            </a:r>
          </a:p>
          <a:p>
            <a:pPr marL="38100" indent="-342900">
              <a:lnSpc>
                <a:spcPct val="114000"/>
              </a:lnSpc>
              <a:spcAft>
                <a:spcPts val="300"/>
              </a:spcAft>
              <a:buClr>
                <a:schemeClr val="accent5"/>
              </a:buClr>
              <a:buSzPct val="120000"/>
              <a:buFont typeface="Arial" panose="020B0604020202020204" pitchFamily="34" charset="0"/>
              <a:buChar char="•"/>
            </a:pPr>
            <a:r>
              <a:rPr lang="ro-RO" sz="1800" dirty="0">
                <a:solidFill>
                  <a:srgbClr val="000000"/>
                </a:solidFill>
                <a:latin typeface="Calibri" panose="020F0502020204030204" pitchFamily="34" charset="0"/>
                <a:ea typeface="Calibri" panose="020F0502020204030204" pitchFamily="34" charset="0"/>
              </a:rPr>
              <a:t>Se pot folosi </a:t>
            </a:r>
            <a:r>
              <a:rPr lang="ro-RO" sz="1800" b="1" dirty="0">
                <a:solidFill>
                  <a:srgbClr val="000000"/>
                </a:solidFill>
                <a:latin typeface="Calibri" panose="020F0502020204030204" pitchFamily="34" charset="0"/>
                <a:ea typeface="Calibri" panose="020F0502020204030204" pitchFamily="34" charset="0"/>
              </a:rPr>
              <a:t>șabloane</a:t>
            </a:r>
            <a:r>
              <a:rPr lang="ro-RO" sz="1800" dirty="0">
                <a:solidFill>
                  <a:srgbClr val="000000"/>
                </a:solidFill>
                <a:latin typeface="Calibri" panose="020F0502020204030204" pitchFamily="34" charset="0"/>
                <a:ea typeface="Calibri" panose="020F0502020204030204" pitchFamily="34" charset="0"/>
              </a:rPr>
              <a:t> pentru a </a:t>
            </a:r>
            <a:r>
              <a:rPr lang="ro-RO" sz="1800" b="1" dirty="0">
                <a:solidFill>
                  <a:srgbClr val="000000"/>
                </a:solidFill>
                <a:latin typeface="Calibri" panose="020F0502020204030204" pitchFamily="34" charset="0"/>
                <a:ea typeface="Calibri" panose="020F0502020204030204" pitchFamily="34" charset="0"/>
              </a:rPr>
              <a:t>structura </a:t>
            </a:r>
            <a:r>
              <a:rPr lang="ro-RO" sz="1800" dirty="0">
                <a:solidFill>
                  <a:srgbClr val="000000"/>
                </a:solidFill>
                <a:latin typeface="Calibri" panose="020F0502020204030204" pitchFamily="34" charset="0"/>
                <a:ea typeface="Calibri" panose="020F0502020204030204" pitchFamily="34" charset="0"/>
              </a:rPr>
              <a:t>descrierea unui caz de utilizare.</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574491" y="65325"/>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sz="3000" kern="0" dirty="0" err="1"/>
              <a:t>Descrierea</a:t>
            </a:r>
            <a:r>
              <a:rPr lang="en-US" sz="3000" kern="0" dirty="0"/>
              <a:t> textual</a:t>
            </a:r>
            <a:r>
              <a:rPr lang="ro-RO" sz="3000" kern="0" dirty="0"/>
              <a:t>ă a cazurilor de utilizare</a:t>
            </a:r>
          </a:p>
        </p:txBody>
      </p:sp>
      <p:graphicFrame>
        <p:nvGraphicFramePr>
          <p:cNvPr id="14" name="Content Placeholder 6">
            <a:extLst>
              <a:ext uri="{FF2B5EF4-FFF2-40B4-BE49-F238E27FC236}">
                <a16:creationId xmlns:a16="http://schemas.microsoft.com/office/drawing/2014/main" id="{EC337351-97EF-4DF5-A7D0-6CE725CA361A}"/>
              </a:ext>
            </a:extLst>
          </p:cNvPr>
          <p:cNvGraphicFramePr>
            <a:graphicFrameLocks/>
          </p:cNvGraphicFramePr>
          <p:nvPr>
            <p:extLst>
              <p:ext uri="{D42A27DB-BD31-4B8C-83A1-F6EECF244321}">
                <p14:modId xmlns:p14="http://schemas.microsoft.com/office/powerpoint/2010/main" val="114056887"/>
              </p:ext>
            </p:extLst>
          </p:nvPr>
        </p:nvGraphicFramePr>
        <p:xfrm>
          <a:off x="4393324" y="989915"/>
          <a:ext cx="6285186" cy="5760720"/>
        </p:xfrm>
        <a:graphic>
          <a:graphicData uri="http://schemas.openxmlformats.org/drawingml/2006/table">
            <a:tbl>
              <a:tblPr/>
              <a:tblGrid>
                <a:gridCol w="1642244">
                  <a:extLst>
                    <a:ext uri="{9D8B030D-6E8A-4147-A177-3AD203B41FA5}">
                      <a16:colId xmlns:a16="http://schemas.microsoft.com/office/drawing/2014/main" val="20000"/>
                    </a:ext>
                  </a:extLst>
                </a:gridCol>
                <a:gridCol w="4642942">
                  <a:extLst>
                    <a:ext uri="{9D8B030D-6E8A-4147-A177-3AD203B41FA5}">
                      <a16:colId xmlns:a16="http://schemas.microsoft.com/office/drawing/2014/main" val="20001"/>
                    </a:ext>
                  </a:extLst>
                </a:gridCol>
              </a:tblGrid>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lgn="ctr">
                        <a:spcAft>
                          <a:spcPts val="0"/>
                        </a:spcAft>
                      </a:pPr>
                      <a:r>
                        <a:rPr lang="ro-RO" sz="1400" b="1" dirty="0">
                          <a:latin typeface="Calibri" pitchFamily="34" charset="0"/>
                        </a:rPr>
                        <a:t>Element al cazului de utilizare</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lgn="ctr">
                        <a:spcAft>
                          <a:spcPts val="0"/>
                        </a:spcAft>
                      </a:pPr>
                      <a:r>
                        <a:rPr lang="ro-RO" sz="1400" b="1" dirty="0">
                          <a:latin typeface="Calibri" pitchFamily="34" charset="0"/>
                        </a:rPr>
                        <a:t>Descriere</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dirty="0">
                          <a:latin typeface="Calibri" pitchFamily="34" charset="0"/>
                        </a:rPr>
                        <a:t>Cod</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Un identificator unic asociat cazului de utilizare</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dirty="0">
                          <a:latin typeface="Calibri" pitchFamily="34" charset="0"/>
                        </a:rPr>
                        <a:t>Stare</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Stadiul de finalizare în care se găseşte, de exemplu: schiţă, finalizat sau aprobat  </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Scop</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Sistemul (parte a sistemului) sau aplicaţia căreia îi aparţine</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Nume</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Numele cazului de utilizare, cât mai scurt şi reprezentativ </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dirty="0">
                          <a:latin typeface="Calibri" pitchFamily="34" charset="0"/>
                        </a:rPr>
                        <a:t>Actor principal</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Beneficiarul care iniţiază cazul de utilizare şi care urmăreşte un anumit scop</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Descriere </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Prezentare scurtă, in text liber, a cazului de utilizare</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Precondiţii</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Ce condiţii trebuie satisfăcute pentru ca scenariul să poată începe</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Postcondiţii</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Ce condiţii trebuie îndeplinite pentru a garanta un final reuşit al scenariului</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Declanşator</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tabLst>
                          <a:tab pos="752475" algn="l"/>
                        </a:tabLst>
                      </a:pPr>
                      <a:r>
                        <a:rPr lang="ro-RO" sz="1400" dirty="0">
                          <a:latin typeface="Calibri" pitchFamily="34" charset="0"/>
                        </a:rPr>
                        <a:t>Un eveniment sau o succesiune de evenimente care iniţiază cazul de utilizare</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Flux de bază</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Fluxul de bază descrie înşiruirea evenimentelor atunci când totul se petrece conform unui scenariu prestabilit; nu există excepţii sau erori  </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Fluxuri alternative</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Cele mai semnificative alternative şi excepţii ale scenariului de bază</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a:latin typeface="Calibri" pitchFamily="34" charset="0"/>
                        </a:rPr>
                        <a:t>Relaţii</a:t>
                      </a:r>
                      <a:endParaRPr lang="en-US" sz="1400" b="1">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Ce relaţii are cu alte cazuri de utilizare (de tipul include sau extends)</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dirty="0">
                          <a:latin typeface="Calibri" pitchFamily="34" charset="0"/>
                        </a:rPr>
                        <a:t>Frecvenţa utilizării</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Cât de des se estimează că va fi folosită această funcţionalitate a sistemului</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b="1" dirty="0">
                          <a:latin typeface="Calibri" pitchFamily="34" charset="0"/>
                        </a:rPr>
                        <a:t>Reguli ale afaceri</a:t>
                      </a:r>
                      <a:endParaRPr lang="en-US" sz="1400" b="1"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Perpetua"/>
                          <a:sym typeface="Arial"/>
                        </a:defRPr>
                      </a:lvl9pPr>
                    </a:lstStyle>
                    <a:p>
                      <a:pPr>
                        <a:spcAft>
                          <a:spcPts val="0"/>
                        </a:spcAft>
                      </a:pPr>
                      <a:r>
                        <a:rPr lang="ro-RO" sz="1400" dirty="0">
                          <a:latin typeface="Calibri" pitchFamily="34" charset="0"/>
                        </a:rPr>
                        <a:t>Ce reguli guvernează cazul de utilizare; ce prerogative trebuie să aibă actorii</a:t>
                      </a:r>
                      <a:endParaRPr lang="en-US" sz="1400" dirty="0">
                        <a:latin typeface="Calibri" pitchFamily="34" charset="0"/>
                        <a:ea typeface="Times New Roman"/>
                      </a:endParaRPr>
                    </a:p>
                  </a:txBody>
                  <a:tcPr marL="68580" marR="68580" marT="0" marB="0">
                    <a:lnL w="12700" cmpd="sng">
                      <a:solidFill>
                        <a:srgbClr val="9B2D1F"/>
                      </a:solidFill>
                    </a:lnL>
                    <a:lnR w="12700" cmpd="sng">
                      <a:solidFill>
                        <a:srgbClr val="9B2D1F"/>
                      </a:solidFill>
                    </a:lnR>
                    <a:lnT w="12700" cmpd="sng">
                      <a:solidFill>
                        <a:srgbClr val="9B2D1F"/>
                      </a:solidFill>
                    </a:lnT>
                    <a:lnB w="12700" cmpd="sng">
                      <a:solidFill>
                        <a:srgbClr val="9B2D1F"/>
                      </a:solidFill>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799924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281420"/>
            <a:ext cx="9369554" cy="5064513"/>
          </a:xfrm>
          <a:prstGeom prst="rect">
            <a:avLst/>
          </a:prstGeom>
        </p:spPr>
        <p:txBody>
          <a:bodyPr spcFirstLastPara="1" wrap="square" lIns="121900" tIns="121900" rIns="121900" bIns="121900" anchor="t" anchorCtr="0">
            <a:noAutofit/>
          </a:bodyPr>
          <a:lstStyle/>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Dați nume relevante actorilor</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 În situația în care sistemul interacționează cu o organizație externă, specificați tipul de organizație, mai degrabă decât numele acesteia. (De exemplu: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Companie aeriană</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este o alegere mai bună decât </a:t>
            </a:r>
            <a:r>
              <a:rPr lang="ro-RO" sz="1800" b="1"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BlueAir</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Actorii principali ar trebui să fie plasați în partea stângă a diagramei</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 Acest lucru vă permite să evidențiați rapid rolurile importante din sistem.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Sistemele externe sunt actori</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 Dacă un caz de utilizare </a:t>
            </a:r>
            <a:r>
              <a:rPr lang="en-US"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Trimitere prin e-mail</a:t>
            </a:r>
            <a:r>
              <a:rPr lang="en-US"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interacționează cu software-</a:t>
            </a:r>
            <a:r>
              <a:rPr lang="ro-RO" sz="1800"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ul</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de gestionare a e-mailului, atunci software-</a:t>
            </a:r>
            <a:r>
              <a:rPr lang="ro-RO" sz="1800"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ul</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respectiv este un actor.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Actorii nu interacționează cu alți actori</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 În cazul în care actorii interacționează într-un sistem, trebuie creată o nouă diagramă de cazuri de utilizare cu sistemul din diagrama anterioară reprezentat ca actor.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Plasați actorii copii sub actorul părinte</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 Acest lucru pentru a crește lizibilitatea și evidențiază rapid cazurile de utilizare specifice acelui actor.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Bune practici - Actori</a:t>
            </a:r>
          </a:p>
        </p:txBody>
      </p:sp>
      <p:grpSp>
        <p:nvGrpSpPr>
          <p:cNvPr id="4" name="Google Shape;4208;p74">
            <a:extLst>
              <a:ext uri="{FF2B5EF4-FFF2-40B4-BE49-F238E27FC236}">
                <a16:creationId xmlns:a16="http://schemas.microsoft.com/office/drawing/2014/main" id="{D454F707-5612-4FB3-963D-252D14180F19}"/>
              </a:ext>
            </a:extLst>
          </p:cNvPr>
          <p:cNvGrpSpPr/>
          <p:nvPr/>
        </p:nvGrpSpPr>
        <p:grpSpPr>
          <a:xfrm>
            <a:off x="10731811" y="5801710"/>
            <a:ext cx="1102838" cy="1056290"/>
            <a:chOff x="3829880" y="5032542"/>
            <a:chExt cx="1532994" cy="1532994"/>
          </a:xfrm>
        </p:grpSpPr>
        <p:sp>
          <p:nvSpPr>
            <p:cNvPr id="5" name="Google Shape;4209;p74">
              <a:extLst>
                <a:ext uri="{FF2B5EF4-FFF2-40B4-BE49-F238E27FC236}">
                  <a16:creationId xmlns:a16="http://schemas.microsoft.com/office/drawing/2014/main" id="{F53B1DA1-613B-41E3-A77C-B653B72C05C7}"/>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10;p74">
              <a:extLst>
                <a:ext uri="{FF2B5EF4-FFF2-40B4-BE49-F238E27FC236}">
                  <a16:creationId xmlns:a16="http://schemas.microsoft.com/office/drawing/2014/main" id="{9BD45476-3CE5-43DE-8846-9E48E9710521}"/>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11;p74">
              <a:extLst>
                <a:ext uri="{FF2B5EF4-FFF2-40B4-BE49-F238E27FC236}">
                  <a16:creationId xmlns:a16="http://schemas.microsoft.com/office/drawing/2014/main" id="{E46ADEDF-BD88-466B-8E16-E0E286DED5B8}"/>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2;p74">
              <a:extLst>
                <a:ext uri="{FF2B5EF4-FFF2-40B4-BE49-F238E27FC236}">
                  <a16:creationId xmlns:a16="http://schemas.microsoft.com/office/drawing/2014/main" id="{9F0016B7-DC46-4C56-8625-7AB5DD887667}"/>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3;p74">
              <a:extLst>
                <a:ext uri="{FF2B5EF4-FFF2-40B4-BE49-F238E27FC236}">
                  <a16:creationId xmlns:a16="http://schemas.microsoft.com/office/drawing/2014/main" id="{CB946E61-259A-4763-99FC-66DC941ED9F9}"/>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4;p74">
              <a:extLst>
                <a:ext uri="{FF2B5EF4-FFF2-40B4-BE49-F238E27FC236}">
                  <a16:creationId xmlns:a16="http://schemas.microsoft.com/office/drawing/2014/main" id="{25F60D09-B2C9-4B05-ABFC-0840CE4D2F47}"/>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5;p74">
              <a:extLst>
                <a:ext uri="{FF2B5EF4-FFF2-40B4-BE49-F238E27FC236}">
                  <a16:creationId xmlns:a16="http://schemas.microsoft.com/office/drawing/2014/main" id="{35ECADDE-13FF-42CB-8861-DF93E90BDF05}"/>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56238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281420"/>
            <a:ext cx="9369554" cy="5064513"/>
          </a:xfrm>
          <a:prstGeom prst="rect">
            <a:avLst/>
          </a:prstGeom>
        </p:spPr>
        <p:txBody>
          <a:bodyPr spcFirstLastPara="1" wrap="square" lIns="121900" tIns="121900" rIns="121900" bIns="121900" anchor="t" anchorCtr="0">
            <a:noAutofit/>
          </a:bodyPr>
          <a:lstStyle/>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Numele încep cu un verb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Un caz de utilizare modelează o acțiune, astfel încât numele trebuie să înceapă cu un verb.</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Atribuiți un nume descriptiv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Aceasta este pentru a oferi mai multe informații pentru cei care citesc și validează diagrama. De exemplu, „Printează factură” este mai bun decât „Printează”.</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Evidențiați ordinea logică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De exemplu, într-o aplicație bancară este preferabil să plasăm cazurile de utilizare într-o ordine de genul, „Deschide cont”, „Depune bani” și „Retrage bani”. Arătarea lor în ordinea logică are mai mult sens.</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Plasați cazurile de utilizare incluse în partea dreaptă a cazului de utilizare care include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Acest lucru îmbunătățește lizibilitatea și adăugă claritate.</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Plasați cazul de utilizare copil sub cazul de utilizare părinte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Din nou, acest lucru se face pentru a îmbunătăți lizibilitatea diagramei.</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Bune practici – Cazuri de utilizare</a:t>
            </a:r>
          </a:p>
        </p:txBody>
      </p:sp>
      <p:grpSp>
        <p:nvGrpSpPr>
          <p:cNvPr id="13" name="Google Shape;4208;p74">
            <a:extLst>
              <a:ext uri="{FF2B5EF4-FFF2-40B4-BE49-F238E27FC236}">
                <a16:creationId xmlns:a16="http://schemas.microsoft.com/office/drawing/2014/main" id="{B0CD4981-EA52-45EE-8AAB-F0864D0F9E17}"/>
              </a:ext>
            </a:extLst>
          </p:cNvPr>
          <p:cNvGrpSpPr/>
          <p:nvPr/>
        </p:nvGrpSpPr>
        <p:grpSpPr>
          <a:xfrm>
            <a:off x="10731811" y="5801710"/>
            <a:ext cx="1102838" cy="1056290"/>
            <a:chOff x="3829880" y="5032542"/>
            <a:chExt cx="1532994" cy="1532994"/>
          </a:xfrm>
        </p:grpSpPr>
        <p:sp>
          <p:nvSpPr>
            <p:cNvPr id="14" name="Google Shape;4209;p74">
              <a:extLst>
                <a:ext uri="{FF2B5EF4-FFF2-40B4-BE49-F238E27FC236}">
                  <a16:creationId xmlns:a16="http://schemas.microsoft.com/office/drawing/2014/main" id="{297861FD-8571-497D-8DBA-F6F0ABB7401F}"/>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210;p74">
              <a:extLst>
                <a:ext uri="{FF2B5EF4-FFF2-40B4-BE49-F238E27FC236}">
                  <a16:creationId xmlns:a16="http://schemas.microsoft.com/office/drawing/2014/main" id="{FBEB23C8-B46F-49C0-8D66-854CB473A792}"/>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211;p74">
              <a:extLst>
                <a:ext uri="{FF2B5EF4-FFF2-40B4-BE49-F238E27FC236}">
                  <a16:creationId xmlns:a16="http://schemas.microsoft.com/office/drawing/2014/main" id="{10B11152-E4FB-4D36-9989-BDEE556EE556}"/>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212;p74">
              <a:extLst>
                <a:ext uri="{FF2B5EF4-FFF2-40B4-BE49-F238E27FC236}">
                  <a16:creationId xmlns:a16="http://schemas.microsoft.com/office/drawing/2014/main" id="{6B3592B6-26FD-49F6-9E0D-E89D571FE50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213;p74">
              <a:extLst>
                <a:ext uri="{FF2B5EF4-FFF2-40B4-BE49-F238E27FC236}">
                  <a16:creationId xmlns:a16="http://schemas.microsoft.com/office/drawing/2014/main" id="{CE18A05D-7AF5-42CE-97FE-35E702B5E8E4}"/>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214;p74">
              <a:extLst>
                <a:ext uri="{FF2B5EF4-FFF2-40B4-BE49-F238E27FC236}">
                  <a16:creationId xmlns:a16="http://schemas.microsoft.com/office/drawing/2014/main" id="{B729E20B-C1C9-47EB-9F36-DA148D69DB01}"/>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215;p74">
              <a:extLst>
                <a:ext uri="{FF2B5EF4-FFF2-40B4-BE49-F238E27FC236}">
                  <a16:creationId xmlns:a16="http://schemas.microsoft.com/office/drawing/2014/main" id="{E2412BE2-24E3-49EF-AEFC-07DC683DAD9B}"/>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88962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Bune practici – Exemple</a:t>
            </a:r>
          </a:p>
        </p:txBody>
      </p:sp>
      <p:pic>
        <p:nvPicPr>
          <p:cNvPr id="6" name="Picture 5">
            <a:extLst>
              <a:ext uri="{FF2B5EF4-FFF2-40B4-BE49-F238E27FC236}">
                <a16:creationId xmlns:a16="http://schemas.microsoft.com/office/drawing/2014/main" id="{DA00D0D8-456C-4C0F-83AD-CF9CED913AEA}"/>
              </a:ext>
            </a:extLst>
          </p:cNvPr>
          <p:cNvPicPr/>
          <p:nvPr/>
        </p:nvPicPr>
        <p:blipFill rotWithShape="1">
          <a:blip r:embed="rId3"/>
          <a:srcRect l="12647" r="3806"/>
          <a:stretch/>
        </p:blipFill>
        <p:spPr bwMode="auto">
          <a:xfrm>
            <a:off x="1156662" y="1580482"/>
            <a:ext cx="2511447" cy="3611628"/>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5" name="Picture 4" descr="Shape, arrow&#10;&#10;Description automatically generated">
            <a:extLst>
              <a:ext uri="{FF2B5EF4-FFF2-40B4-BE49-F238E27FC236}">
                <a16:creationId xmlns:a16="http://schemas.microsoft.com/office/drawing/2014/main" id="{045F27D8-3FFE-4893-BC24-18163CB2AC3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723695" y="3141459"/>
            <a:ext cx="404648" cy="404648"/>
          </a:xfrm>
          <a:prstGeom prst="rect">
            <a:avLst/>
          </a:prstGeom>
        </p:spPr>
      </p:pic>
      <p:pic>
        <p:nvPicPr>
          <p:cNvPr id="10" name="Picture 9" descr="Shape&#10;&#10;Description automatically generated">
            <a:extLst>
              <a:ext uri="{FF2B5EF4-FFF2-40B4-BE49-F238E27FC236}">
                <a16:creationId xmlns:a16="http://schemas.microsoft.com/office/drawing/2014/main" id="{FFA7A059-249F-4517-BA03-531C33EF343D}"/>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flipH="1">
            <a:off x="3057983" y="3162708"/>
            <a:ext cx="383399" cy="383399"/>
          </a:xfrm>
          <a:prstGeom prst="rect">
            <a:avLst/>
          </a:prstGeom>
        </p:spPr>
      </p:pic>
      <p:pic>
        <p:nvPicPr>
          <p:cNvPr id="13" name="Picture 12">
            <a:extLst>
              <a:ext uri="{FF2B5EF4-FFF2-40B4-BE49-F238E27FC236}">
                <a16:creationId xmlns:a16="http://schemas.microsoft.com/office/drawing/2014/main" id="{D0B4DB7B-A1B2-4579-8A91-7B89C6528E48}"/>
              </a:ext>
            </a:extLst>
          </p:cNvPr>
          <p:cNvPicPr/>
          <p:nvPr/>
        </p:nvPicPr>
        <p:blipFill>
          <a:blip r:embed="rId8"/>
          <a:stretch>
            <a:fillRect/>
          </a:stretch>
        </p:blipFill>
        <p:spPr>
          <a:xfrm>
            <a:off x="4280701" y="1580482"/>
            <a:ext cx="5861782" cy="4415641"/>
          </a:xfrm>
          <a:prstGeom prst="rect">
            <a:avLst/>
          </a:prstGeom>
          <a:ln>
            <a:noFill/>
          </a:ln>
          <a:effectLst>
            <a:outerShdw blurRad="190500" algn="tl" rotWithShape="0">
              <a:srgbClr val="000000">
                <a:alpha val="70000"/>
              </a:srgbClr>
            </a:outerShdw>
          </a:effectLst>
        </p:spPr>
      </p:pic>
      <p:pic>
        <p:nvPicPr>
          <p:cNvPr id="14" name="Picture 13" descr="Shape, arrow&#10;&#10;Description automatically generated">
            <a:extLst>
              <a:ext uri="{FF2B5EF4-FFF2-40B4-BE49-F238E27FC236}">
                <a16:creationId xmlns:a16="http://schemas.microsoft.com/office/drawing/2014/main" id="{D144F5DA-039F-4C8E-9593-6F790D91152A}"/>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650877" y="5454838"/>
            <a:ext cx="583325" cy="583325"/>
          </a:xfrm>
          <a:prstGeom prst="rect">
            <a:avLst/>
          </a:prstGeom>
        </p:spPr>
      </p:pic>
      <p:grpSp>
        <p:nvGrpSpPr>
          <p:cNvPr id="19" name="Google Shape;4208;p74">
            <a:extLst>
              <a:ext uri="{FF2B5EF4-FFF2-40B4-BE49-F238E27FC236}">
                <a16:creationId xmlns:a16="http://schemas.microsoft.com/office/drawing/2014/main" id="{50DD2FFC-C32A-407A-88FD-31623824E3B9}"/>
              </a:ext>
            </a:extLst>
          </p:cNvPr>
          <p:cNvGrpSpPr/>
          <p:nvPr/>
        </p:nvGrpSpPr>
        <p:grpSpPr>
          <a:xfrm>
            <a:off x="10731811" y="5801710"/>
            <a:ext cx="1102838" cy="1056290"/>
            <a:chOff x="3829880" y="5032542"/>
            <a:chExt cx="1532994" cy="1532994"/>
          </a:xfrm>
        </p:grpSpPr>
        <p:sp>
          <p:nvSpPr>
            <p:cNvPr id="20" name="Google Shape;4209;p74">
              <a:extLst>
                <a:ext uri="{FF2B5EF4-FFF2-40B4-BE49-F238E27FC236}">
                  <a16:creationId xmlns:a16="http://schemas.microsoft.com/office/drawing/2014/main" id="{98465B61-B6A6-49D8-BB1B-9F174031023A}"/>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210;p74">
              <a:extLst>
                <a:ext uri="{FF2B5EF4-FFF2-40B4-BE49-F238E27FC236}">
                  <a16:creationId xmlns:a16="http://schemas.microsoft.com/office/drawing/2014/main" id="{B0A15D1B-02BD-4AE2-B462-6A0933454E65}"/>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211;p74">
              <a:extLst>
                <a:ext uri="{FF2B5EF4-FFF2-40B4-BE49-F238E27FC236}">
                  <a16:creationId xmlns:a16="http://schemas.microsoft.com/office/drawing/2014/main" id="{FECBF842-4F35-40D9-A0DF-9C5BC0D03C2B}"/>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212;p74">
              <a:extLst>
                <a:ext uri="{FF2B5EF4-FFF2-40B4-BE49-F238E27FC236}">
                  <a16:creationId xmlns:a16="http://schemas.microsoft.com/office/drawing/2014/main" id="{9D82006A-C683-4E9E-84B7-4F667B52D2B7}"/>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213;p74">
              <a:extLst>
                <a:ext uri="{FF2B5EF4-FFF2-40B4-BE49-F238E27FC236}">
                  <a16:creationId xmlns:a16="http://schemas.microsoft.com/office/drawing/2014/main" id="{78CEED50-BBCC-4AA4-9185-CB4FFB042780}"/>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214;p74">
              <a:extLst>
                <a:ext uri="{FF2B5EF4-FFF2-40B4-BE49-F238E27FC236}">
                  <a16:creationId xmlns:a16="http://schemas.microsoft.com/office/drawing/2014/main" id="{C36079A8-8745-4F52-8534-E7E9733E2E4F}"/>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215;p74">
              <a:extLst>
                <a:ext uri="{FF2B5EF4-FFF2-40B4-BE49-F238E27FC236}">
                  <a16:creationId xmlns:a16="http://schemas.microsoft.com/office/drawing/2014/main" id="{B02F5ED5-147E-4579-8EC2-A341A945F37C}"/>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48669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460096"/>
            <a:ext cx="9369554" cy="5064513"/>
          </a:xfrm>
          <a:prstGeom prst="rect">
            <a:avLst/>
          </a:prstGeom>
        </p:spPr>
        <p:txBody>
          <a:bodyPr spcFirstLastPara="1" wrap="square" lIns="121900" tIns="121900" rIns="121900" bIns="121900" anchor="t" anchorCtr="0">
            <a:noAutofit/>
          </a:bodyPr>
          <a:lstStyle/>
          <a:p>
            <a:pPr marL="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latin typeface="Arial" panose="020B0604020202020204" pitchFamily="34" charset="0"/>
                <a:ea typeface="Times New Roman" panose="02020603050405020304" pitchFamily="18" charset="0"/>
                <a:cs typeface="Times New Roman" panose="02020603050405020304" pitchFamily="18" charset="0"/>
              </a:rPr>
              <a:t>Săgeata </a:t>
            </a:r>
            <a:r>
              <a:rPr lang="ro-RO" sz="1800" b="1" dirty="0">
                <a:solidFill>
                  <a:srgbClr val="3F3F3F"/>
                </a:solidFill>
                <a:latin typeface="Arial" panose="020B0604020202020204" pitchFamily="34" charset="0"/>
                <a:ea typeface="Times New Roman" panose="02020603050405020304" pitchFamily="18" charset="0"/>
                <a:cs typeface="Times New Roman" panose="02020603050405020304" pitchFamily="18" charset="0"/>
              </a:rPr>
              <a:t>arată spre cazul de utilizare inclus </a:t>
            </a:r>
            <a:r>
              <a:rPr lang="ro-RO" sz="1800" dirty="0">
                <a:solidFill>
                  <a:srgbClr val="3F3F3F"/>
                </a:solidFill>
                <a:latin typeface="Arial" panose="020B0604020202020204" pitchFamily="34" charset="0"/>
                <a:ea typeface="Times New Roman" panose="02020603050405020304" pitchFamily="18" charset="0"/>
                <a:cs typeface="Times New Roman" panose="02020603050405020304" pitchFamily="18" charset="0"/>
              </a:rPr>
              <a:t>atunci când utilizați </a:t>
            </a:r>
            <a:r>
              <a:rPr lang="ro-RO" sz="1800" b="1" dirty="0">
                <a:solidFill>
                  <a:srgbClr val="3F3F3F"/>
                </a:solidFill>
                <a:latin typeface="Arial" panose="020B0604020202020204" pitchFamily="34" charset="0"/>
                <a:ea typeface="Times New Roman" panose="02020603050405020304" pitchFamily="18" charset="0"/>
                <a:cs typeface="Times New Roman" panose="02020603050405020304" pitchFamily="18" charset="0"/>
              </a:rPr>
              <a:t>&lt;&lt;include&gt;&gt;.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Săgeata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arată spre cazul de utilizare de bază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atunci când utilizați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&lt;&lt;</a:t>
            </a:r>
            <a:r>
              <a:rPr lang="ro-RO" sz="1800" b="1"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extend</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&gt;&gt;.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Relația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&lt;&lt;</a:t>
            </a:r>
            <a:r>
              <a:rPr lang="ro-RO" sz="1800" b="1"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extend</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&gt;&gt;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poate avea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condiții de extensie opționale</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Atât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&lt;&lt;</a:t>
            </a:r>
            <a:r>
              <a:rPr lang="ro-RO" sz="1800" b="1"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extend</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&gt;&gt;,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cât și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&lt;&lt;include&gt;&gt;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sunt afișate ca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săgeți cu linii întrerupte</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Relația dintre actor și caz de utilizare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nu are săgeți</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 este o asociere reprezentată ca linie continuă.</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Între doua cazuri de utilizare </a:t>
            </a:r>
            <a:r>
              <a:rPr lang="ro-RO" sz="1800" b="1"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nu pot exista relații de asociere </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(linii simple). Acestea întotdeauna calificate și pot fi de tipul &lt;&lt;</a:t>
            </a:r>
            <a:r>
              <a:rPr lang="ro-RO" sz="1800" dirty="0" err="1">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extend</a:t>
            </a:r>
            <a:r>
              <a:rPr lang="ro-RO" sz="1800" dirty="0">
                <a:solidFill>
                  <a:srgbClr val="3F3F3F"/>
                </a:solidFill>
                <a:effectLst/>
                <a:latin typeface="Arial" panose="020B0604020202020204" pitchFamily="34" charset="0"/>
                <a:ea typeface="Times New Roman" panose="02020603050405020304" pitchFamily="18" charset="0"/>
                <a:cs typeface="Times New Roman" panose="02020603050405020304" pitchFamily="18" charset="0"/>
              </a:rPr>
              <a:t>&gt;&gt;, &lt;&lt;include&gt;&gt; sau generalizare.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Bune practici – </a:t>
            </a:r>
            <a:r>
              <a:rPr lang="en-US" kern="0" dirty="0"/>
              <a:t>R</a:t>
            </a:r>
            <a:r>
              <a:rPr lang="ro-RO" kern="0" dirty="0" err="1"/>
              <a:t>elații</a:t>
            </a:r>
            <a:endParaRPr lang="ro-RO" kern="0" dirty="0"/>
          </a:p>
        </p:txBody>
      </p:sp>
      <p:pic>
        <p:nvPicPr>
          <p:cNvPr id="4" name="Picture 3">
            <a:extLst>
              <a:ext uri="{FF2B5EF4-FFF2-40B4-BE49-F238E27FC236}">
                <a16:creationId xmlns:a16="http://schemas.microsoft.com/office/drawing/2014/main" id="{879124D5-302D-4C05-BA4D-586A2E79B1F6}"/>
              </a:ext>
            </a:extLst>
          </p:cNvPr>
          <p:cNvPicPr/>
          <p:nvPr/>
        </p:nvPicPr>
        <p:blipFill>
          <a:blip r:embed="rId3"/>
          <a:stretch>
            <a:fillRect/>
          </a:stretch>
        </p:blipFill>
        <p:spPr>
          <a:xfrm>
            <a:off x="4019550" y="5204941"/>
            <a:ext cx="4152900" cy="1038204"/>
          </a:xfrm>
          <a:prstGeom prst="rect">
            <a:avLst/>
          </a:prstGeom>
          <a:ln>
            <a:noFill/>
          </a:ln>
          <a:effectLst>
            <a:outerShdw blurRad="190500" algn="tl" rotWithShape="0">
              <a:srgbClr val="000000">
                <a:alpha val="70000"/>
              </a:srgbClr>
            </a:outerShdw>
          </a:effectLst>
        </p:spPr>
      </p:pic>
      <p:pic>
        <p:nvPicPr>
          <p:cNvPr id="5" name="Picture 4" descr="Shape&#10;&#10;Description automatically generated">
            <a:extLst>
              <a:ext uri="{FF2B5EF4-FFF2-40B4-BE49-F238E27FC236}">
                <a16:creationId xmlns:a16="http://schemas.microsoft.com/office/drawing/2014/main" id="{3197A0A2-2CFA-4A0B-90AF-1037C36C462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6096000" y="5606834"/>
            <a:ext cx="383399" cy="383399"/>
          </a:xfrm>
          <a:prstGeom prst="rect">
            <a:avLst/>
          </a:prstGeom>
        </p:spPr>
      </p:pic>
      <p:grpSp>
        <p:nvGrpSpPr>
          <p:cNvPr id="6" name="Google Shape;4208;p74">
            <a:extLst>
              <a:ext uri="{FF2B5EF4-FFF2-40B4-BE49-F238E27FC236}">
                <a16:creationId xmlns:a16="http://schemas.microsoft.com/office/drawing/2014/main" id="{5117BC93-2B10-4FBA-8F3A-610CFBDA2622}"/>
              </a:ext>
            </a:extLst>
          </p:cNvPr>
          <p:cNvGrpSpPr/>
          <p:nvPr/>
        </p:nvGrpSpPr>
        <p:grpSpPr>
          <a:xfrm>
            <a:off x="10731811" y="5801710"/>
            <a:ext cx="1102838" cy="1056290"/>
            <a:chOff x="3829880" y="5032542"/>
            <a:chExt cx="1532994" cy="1532994"/>
          </a:xfrm>
        </p:grpSpPr>
        <p:sp>
          <p:nvSpPr>
            <p:cNvPr id="8" name="Google Shape;4209;p74">
              <a:extLst>
                <a:ext uri="{FF2B5EF4-FFF2-40B4-BE49-F238E27FC236}">
                  <a16:creationId xmlns:a16="http://schemas.microsoft.com/office/drawing/2014/main" id="{E33E660B-E09F-42E1-9BD5-B368BDFE7B8C}"/>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0;p74">
              <a:extLst>
                <a:ext uri="{FF2B5EF4-FFF2-40B4-BE49-F238E27FC236}">
                  <a16:creationId xmlns:a16="http://schemas.microsoft.com/office/drawing/2014/main" id="{7701A3AE-DF11-45A0-8897-E2E8222AA61D}"/>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1;p74">
              <a:extLst>
                <a:ext uri="{FF2B5EF4-FFF2-40B4-BE49-F238E27FC236}">
                  <a16:creationId xmlns:a16="http://schemas.microsoft.com/office/drawing/2014/main" id="{D476443F-C55C-444E-8E50-191E7DF29FFA}"/>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2;p74">
              <a:extLst>
                <a:ext uri="{FF2B5EF4-FFF2-40B4-BE49-F238E27FC236}">
                  <a16:creationId xmlns:a16="http://schemas.microsoft.com/office/drawing/2014/main" id="{4ABF9C8C-0209-4F3A-99CB-304D14CC159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3;p74">
              <a:extLst>
                <a:ext uri="{FF2B5EF4-FFF2-40B4-BE49-F238E27FC236}">
                  <a16:creationId xmlns:a16="http://schemas.microsoft.com/office/drawing/2014/main" id="{3492D97E-4604-47A5-AD25-2EB6C715C451}"/>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14;p74">
              <a:extLst>
                <a:ext uri="{FF2B5EF4-FFF2-40B4-BE49-F238E27FC236}">
                  <a16:creationId xmlns:a16="http://schemas.microsoft.com/office/drawing/2014/main" id="{030F13F4-CF1A-4D64-BAA2-C2E7DA3BA6E4}"/>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215;p74">
              <a:extLst>
                <a:ext uri="{FF2B5EF4-FFF2-40B4-BE49-F238E27FC236}">
                  <a16:creationId xmlns:a16="http://schemas.microsoft.com/office/drawing/2014/main" id="{80D59024-8D12-4468-BBF6-038027690BDE}"/>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62279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460097"/>
            <a:ext cx="9369554" cy="1293614"/>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Cum modelați următoarea situație într-o diagramă UML de cazuri de utilizare: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ro-RO" sz="2000" i="1" dirty="0">
                <a:effectLst/>
                <a:latin typeface="Calibri" panose="020F0502020204030204" pitchFamily="34" charset="0"/>
                <a:ea typeface="Calibri" panose="020F0502020204030204" pitchFamily="34" charset="0"/>
                <a:cs typeface="Times New Roman" panose="02020603050405020304" pitchFamily="18" charset="0"/>
              </a:rPr>
              <a:t>Un mecanic efectuează verificarea unui mașini. În timpul acelei verificări, poate fi necesară schimbarea unei piese.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- 1</a:t>
            </a:r>
            <a:endParaRPr lang="ro-RO" kern="0" dirty="0"/>
          </a:p>
        </p:txBody>
      </p:sp>
      <p:grpSp>
        <p:nvGrpSpPr>
          <p:cNvPr id="6" name="Google Shape;4208;p74">
            <a:extLst>
              <a:ext uri="{FF2B5EF4-FFF2-40B4-BE49-F238E27FC236}">
                <a16:creationId xmlns:a16="http://schemas.microsoft.com/office/drawing/2014/main" id="{5117BC93-2B10-4FBA-8F3A-610CFBDA2622}"/>
              </a:ext>
            </a:extLst>
          </p:cNvPr>
          <p:cNvGrpSpPr/>
          <p:nvPr/>
        </p:nvGrpSpPr>
        <p:grpSpPr>
          <a:xfrm>
            <a:off x="10731811" y="5801710"/>
            <a:ext cx="1102838" cy="1056290"/>
            <a:chOff x="3829880" y="5032542"/>
            <a:chExt cx="1532994" cy="1532994"/>
          </a:xfrm>
        </p:grpSpPr>
        <p:sp>
          <p:nvSpPr>
            <p:cNvPr id="8" name="Google Shape;4209;p74">
              <a:extLst>
                <a:ext uri="{FF2B5EF4-FFF2-40B4-BE49-F238E27FC236}">
                  <a16:creationId xmlns:a16="http://schemas.microsoft.com/office/drawing/2014/main" id="{E33E660B-E09F-42E1-9BD5-B368BDFE7B8C}"/>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0;p74">
              <a:extLst>
                <a:ext uri="{FF2B5EF4-FFF2-40B4-BE49-F238E27FC236}">
                  <a16:creationId xmlns:a16="http://schemas.microsoft.com/office/drawing/2014/main" id="{7701A3AE-DF11-45A0-8897-E2E8222AA61D}"/>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1;p74">
              <a:extLst>
                <a:ext uri="{FF2B5EF4-FFF2-40B4-BE49-F238E27FC236}">
                  <a16:creationId xmlns:a16="http://schemas.microsoft.com/office/drawing/2014/main" id="{D476443F-C55C-444E-8E50-191E7DF29FFA}"/>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2;p74">
              <a:extLst>
                <a:ext uri="{FF2B5EF4-FFF2-40B4-BE49-F238E27FC236}">
                  <a16:creationId xmlns:a16="http://schemas.microsoft.com/office/drawing/2014/main" id="{4ABF9C8C-0209-4F3A-99CB-304D14CC159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3;p74">
              <a:extLst>
                <a:ext uri="{FF2B5EF4-FFF2-40B4-BE49-F238E27FC236}">
                  <a16:creationId xmlns:a16="http://schemas.microsoft.com/office/drawing/2014/main" id="{3492D97E-4604-47A5-AD25-2EB6C715C451}"/>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14;p74">
              <a:extLst>
                <a:ext uri="{FF2B5EF4-FFF2-40B4-BE49-F238E27FC236}">
                  <a16:creationId xmlns:a16="http://schemas.microsoft.com/office/drawing/2014/main" id="{030F13F4-CF1A-4D64-BAA2-C2E7DA3BA6E4}"/>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215;p74">
              <a:extLst>
                <a:ext uri="{FF2B5EF4-FFF2-40B4-BE49-F238E27FC236}">
                  <a16:creationId xmlns:a16="http://schemas.microsoft.com/office/drawing/2014/main" id="{80D59024-8D12-4468-BBF6-038027690BDE}"/>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 name="Picture 15">
            <a:extLst>
              <a:ext uri="{FF2B5EF4-FFF2-40B4-BE49-F238E27FC236}">
                <a16:creationId xmlns:a16="http://schemas.microsoft.com/office/drawing/2014/main" id="{6BD74433-4C83-49FE-A30D-33460148DC12}"/>
              </a:ext>
            </a:extLst>
          </p:cNvPr>
          <p:cNvPicPr/>
          <p:nvPr/>
        </p:nvPicPr>
        <p:blipFill rotWithShape="1">
          <a:blip r:embed="rId3"/>
          <a:srcRect l="5264"/>
          <a:stretch/>
        </p:blipFill>
        <p:spPr bwMode="auto">
          <a:xfrm>
            <a:off x="2676492" y="3016541"/>
            <a:ext cx="2550795" cy="1653540"/>
          </a:xfrm>
          <a:prstGeom prst="rect">
            <a:avLst/>
          </a:prstGeom>
          <a:ln>
            <a:noFill/>
          </a:ln>
          <a:extLst>
            <a:ext uri="{53640926-AAD7-44D8-BBD7-CCE9431645EC}">
              <a14:shadowObscured xmlns:a14="http://schemas.microsoft.com/office/drawing/2010/main"/>
            </a:ext>
          </a:extLst>
        </p:spPr>
      </p:pic>
      <p:sp>
        <p:nvSpPr>
          <p:cNvPr id="17" name="Google Shape;3643;p60">
            <a:extLst>
              <a:ext uri="{FF2B5EF4-FFF2-40B4-BE49-F238E27FC236}">
                <a16:creationId xmlns:a16="http://schemas.microsoft.com/office/drawing/2014/main" id="{595FCF84-110A-4625-9080-8BF2DC75066E}"/>
              </a:ext>
            </a:extLst>
          </p:cNvPr>
          <p:cNvSpPr txBox="1">
            <a:spLocks/>
          </p:cNvSpPr>
          <p:nvPr/>
        </p:nvSpPr>
        <p:spPr>
          <a:xfrm>
            <a:off x="2152554" y="3591910"/>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A)</a:t>
            </a:r>
          </a:p>
        </p:txBody>
      </p:sp>
      <p:pic>
        <p:nvPicPr>
          <p:cNvPr id="18" name="Picture 17">
            <a:extLst>
              <a:ext uri="{FF2B5EF4-FFF2-40B4-BE49-F238E27FC236}">
                <a16:creationId xmlns:a16="http://schemas.microsoft.com/office/drawing/2014/main" id="{DB5ABBFD-F2E1-4DEA-A560-7DA6906F15DF}"/>
              </a:ext>
            </a:extLst>
          </p:cNvPr>
          <p:cNvPicPr/>
          <p:nvPr/>
        </p:nvPicPr>
        <p:blipFill>
          <a:blip r:embed="rId4"/>
          <a:stretch>
            <a:fillRect/>
          </a:stretch>
        </p:blipFill>
        <p:spPr>
          <a:xfrm>
            <a:off x="7108530" y="3016541"/>
            <a:ext cx="2550796" cy="1653540"/>
          </a:xfrm>
          <a:prstGeom prst="rect">
            <a:avLst/>
          </a:prstGeom>
        </p:spPr>
      </p:pic>
      <p:sp>
        <p:nvSpPr>
          <p:cNvPr id="19" name="Google Shape;3643;p60">
            <a:extLst>
              <a:ext uri="{FF2B5EF4-FFF2-40B4-BE49-F238E27FC236}">
                <a16:creationId xmlns:a16="http://schemas.microsoft.com/office/drawing/2014/main" id="{1D2586A7-D599-41AC-A9D5-16E9A40FB7B7}"/>
              </a:ext>
            </a:extLst>
          </p:cNvPr>
          <p:cNvSpPr txBox="1">
            <a:spLocks/>
          </p:cNvSpPr>
          <p:nvPr/>
        </p:nvSpPr>
        <p:spPr>
          <a:xfrm>
            <a:off x="6440777" y="3647090"/>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B)</a:t>
            </a:r>
          </a:p>
        </p:txBody>
      </p:sp>
      <p:pic>
        <p:nvPicPr>
          <p:cNvPr id="20" name="Picture 19">
            <a:extLst>
              <a:ext uri="{FF2B5EF4-FFF2-40B4-BE49-F238E27FC236}">
                <a16:creationId xmlns:a16="http://schemas.microsoft.com/office/drawing/2014/main" id="{07DF3BD2-A367-4073-8D79-B5EA3B8AAECB}"/>
              </a:ext>
            </a:extLst>
          </p:cNvPr>
          <p:cNvPicPr/>
          <p:nvPr/>
        </p:nvPicPr>
        <p:blipFill>
          <a:blip r:embed="rId5"/>
          <a:stretch>
            <a:fillRect/>
          </a:stretch>
        </p:blipFill>
        <p:spPr>
          <a:xfrm>
            <a:off x="2676492" y="4962701"/>
            <a:ext cx="2550795" cy="1678017"/>
          </a:xfrm>
          <a:prstGeom prst="rect">
            <a:avLst/>
          </a:prstGeom>
        </p:spPr>
      </p:pic>
      <p:sp>
        <p:nvSpPr>
          <p:cNvPr id="21" name="Google Shape;3643;p60">
            <a:extLst>
              <a:ext uri="{FF2B5EF4-FFF2-40B4-BE49-F238E27FC236}">
                <a16:creationId xmlns:a16="http://schemas.microsoft.com/office/drawing/2014/main" id="{57A3B94A-E0E0-434E-BFD5-F11B0525FF17}"/>
              </a:ext>
            </a:extLst>
          </p:cNvPr>
          <p:cNvSpPr txBox="1">
            <a:spLocks/>
          </p:cNvSpPr>
          <p:nvPr/>
        </p:nvSpPr>
        <p:spPr>
          <a:xfrm>
            <a:off x="1951580" y="5538923"/>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C)</a:t>
            </a:r>
          </a:p>
        </p:txBody>
      </p:sp>
      <p:pic>
        <p:nvPicPr>
          <p:cNvPr id="15" name="Picture 14">
            <a:extLst>
              <a:ext uri="{FF2B5EF4-FFF2-40B4-BE49-F238E27FC236}">
                <a16:creationId xmlns:a16="http://schemas.microsoft.com/office/drawing/2014/main" id="{2E36EE19-620C-4748-8C3E-D72BBD1DB59C}"/>
              </a:ext>
            </a:extLst>
          </p:cNvPr>
          <p:cNvPicPr>
            <a:picLocks noChangeAspect="1"/>
          </p:cNvPicPr>
          <p:nvPr/>
        </p:nvPicPr>
        <p:blipFill>
          <a:blip r:embed="rId6"/>
          <a:stretch>
            <a:fillRect/>
          </a:stretch>
        </p:blipFill>
        <p:spPr>
          <a:xfrm>
            <a:off x="7127349" y="4880867"/>
            <a:ext cx="2550795" cy="1773311"/>
          </a:xfrm>
          <a:prstGeom prst="rect">
            <a:avLst/>
          </a:prstGeom>
        </p:spPr>
      </p:pic>
      <p:sp>
        <p:nvSpPr>
          <p:cNvPr id="23" name="Google Shape;3643;p60">
            <a:extLst>
              <a:ext uri="{FF2B5EF4-FFF2-40B4-BE49-F238E27FC236}">
                <a16:creationId xmlns:a16="http://schemas.microsoft.com/office/drawing/2014/main" id="{A51B57BD-46BE-4867-B2D3-D9E3DDA0123A}"/>
              </a:ext>
            </a:extLst>
          </p:cNvPr>
          <p:cNvSpPr txBox="1">
            <a:spLocks/>
          </p:cNvSpPr>
          <p:nvPr/>
        </p:nvSpPr>
        <p:spPr>
          <a:xfrm>
            <a:off x="6440777" y="5538923"/>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ro-RO" sz="2000" b="1" kern="0" dirty="0">
                <a:latin typeface="Calibri" panose="020F0502020204030204" pitchFamily="34" charset="0"/>
                <a:ea typeface="Calibri" panose="020F0502020204030204" pitchFamily="34" charset="0"/>
                <a:cs typeface="Times New Roman" panose="02020603050405020304" pitchFamily="18" charset="0"/>
              </a:rPr>
              <a:t>D</a:t>
            </a:r>
            <a:r>
              <a:rPr lang="en-US" sz="2000" b="1" kern="0" dirty="0">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260510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460096"/>
            <a:ext cx="9369554" cy="4885837"/>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Care dintre următoarele cazuri de utilizare este un caz de utilizare corect dacă vrem să realizăm o diagramă de cazuri de utilizare pentru un magazin online de cărți?</a:t>
            </a: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1. Caută o carte</a:t>
            </a: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2. Comandă o carte</a:t>
            </a: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3. Nu comandă o carte</a:t>
            </a: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4. Anulează o comandă</a:t>
            </a: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5. </a:t>
            </a:r>
            <a:r>
              <a:rPr lang="ro-RO" sz="1800" i="1" dirty="0" err="1">
                <a:effectLst/>
                <a:latin typeface="Calibri" panose="020F0502020204030204" pitchFamily="34" charset="0"/>
                <a:ea typeface="Calibri" panose="020F0502020204030204" pitchFamily="34" charset="0"/>
                <a:cs typeface="Times New Roman" panose="02020603050405020304" pitchFamily="18" charset="0"/>
              </a:rPr>
              <a:t>Login</a:t>
            </a:r>
            <a:endParaRPr lang="ro-RO" sz="1800" i="1" dirty="0">
              <a:effectLst/>
              <a:latin typeface="Calibri" panose="020F0502020204030204" pitchFamily="34" charset="0"/>
              <a:ea typeface="Calibri" panose="020F0502020204030204" pitchFamily="34" charset="0"/>
              <a:cs typeface="Times New Roman" panose="02020603050405020304" pitchFamily="18" charset="0"/>
            </a:endParaRPr>
          </a:p>
          <a:p>
            <a:pPr marL="457200" lvl="1" algn="l">
              <a:lnSpc>
                <a:spcPct val="107000"/>
              </a:lnSpc>
              <a:spcAft>
                <a:spcPts val="800"/>
              </a:spcAft>
            </a:pPr>
            <a:r>
              <a:rPr lang="ro-RO" sz="1800" i="1" dirty="0">
                <a:effectLst/>
                <a:latin typeface="Calibri" panose="020F0502020204030204" pitchFamily="34" charset="0"/>
                <a:ea typeface="Calibri" panose="020F0502020204030204" pitchFamily="34" charset="0"/>
                <a:cs typeface="Times New Roman" panose="02020603050405020304" pitchFamily="18" charset="0"/>
              </a:rPr>
              <a:t>6. Introduce nume carte</a:t>
            </a:r>
          </a:p>
          <a:p>
            <a:pPr marL="0" marR="0">
              <a:lnSpc>
                <a:spcPct val="107000"/>
              </a:lnSpc>
              <a:spcBef>
                <a:spcPts val="0"/>
              </a:spcBef>
              <a:spcAft>
                <a:spcPts val="80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Variante de răspuns: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	A) 1+2+3+6 </a:t>
            </a:r>
            <a:endParaRPr lang="ro-RO" sz="1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pPr>
            <a:r>
              <a:rPr lang="ro-RO" sz="1800" dirty="0">
                <a:latin typeface="Calibri" panose="020F0502020204030204" pitchFamily="34" charset="0"/>
                <a:ea typeface="Calibri" panose="020F0502020204030204" pitchFamily="34" charset="0"/>
                <a:cs typeface="Times New Roman" panose="02020603050405020304" pitchFamily="18" charset="0"/>
              </a:rPr>
              <a:t>	B) 1+2+3+4</a:t>
            </a:r>
          </a:p>
          <a:p>
            <a:pPr marL="0" marR="0" lvl="0" indent="0">
              <a:lnSpc>
                <a:spcPct val="107000"/>
              </a:lnSpc>
              <a:spcBef>
                <a:spcPts val="0"/>
              </a:spcBef>
              <a:spcAft>
                <a:spcPts val="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	C) 1+2+4</a:t>
            </a:r>
            <a:endParaRPr lang="ro-RO" sz="1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	D) 1+3+4+5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algn="l">
              <a:lnSpc>
                <a:spcPct val="107000"/>
              </a:lnSpc>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 </a:t>
            </a:r>
            <a:r>
              <a:rPr lang="ro-RO" kern="0" dirty="0"/>
              <a:t>2</a:t>
            </a:r>
          </a:p>
        </p:txBody>
      </p:sp>
    </p:spTree>
    <p:extLst>
      <p:ext uri="{BB962C8B-B14F-4D97-AF65-F5344CB8AC3E}">
        <p14:creationId xmlns:p14="http://schemas.microsoft.com/office/powerpoint/2010/main" val="738866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460097"/>
            <a:ext cx="9369554" cy="6420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Identificați exemplul greșit din figurile de mai jos.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 </a:t>
            </a:r>
            <a:r>
              <a:rPr lang="ro-RO" kern="0" dirty="0"/>
              <a:t>3</a:t>
            </a:r>
          </a:p>
        </p:txBody>
      </p:sp>
      <p:sp>
        <p:nvSpPr>
          <p:cNvPr id="17" name="Google Shape;3643;p60">
            <a:extLst>
              <a:ext uri="{FF2B5EF4-FFF2-40B4-BE49-F238E27FC236}">
                <a16:creationId xmlns:a16="http://schemas.microsoft.com/office/drawing/2014/main" id="{595FCF84-110A-4625-9080-8BF2DC75066E}"/>
              </a:ext>
            </a:extLst>
          </p:cNvPr>
          <p:cNvSpPr txBox="1">
            <a:spLocks/>
          </p:cNvSpPr>
          <p:nvPr/>
        </p:nvSpPr>
        <p:spPr>
          <a:xfrm>
            <a:off x="1936829" y="3189890"/>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A)</a:t>
            </a:r>
          </a:p>
        </p:txBody>
      </p:sp>
      <p:sp>
        <p:nvSpPr>
          <p:cNvPr id="19" name="Google Shape;3643;p60">
            <a:extLst>
              <a:ext uri="{FF2B5EF4-FFF2-40B4-BE49-F238E27FC236}">
                <a16:creationId xmlns:a16="http://schemas.microsoft.com/office/drawing/2014/main" id="{1D2586A7-D599-41AC-A9D5-16E9A40FB7B7}"/>
              </a:ext>
            </a:extLst>
          </p:cNvPr>
          <p:cNvSpPr txBox="1">
            <a:spLocks/>
          </p:cNvSpPr>
          <p:nvPr/>
        </p:nvSpPr>
        <p:spPr>
          <a:xfrm>
            <a:off x="6314653" y="3189890"/>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B)</a:t>
            </a:r>
          </a:p>
        </p:txBody>
      </p:sp>
      <p:sp>
        <p:nvSpPr>
          <p:cNvPr id="21" name="Google Shape;3643;p60">
            <a:extLst>
              <a:ext uri="{FF2B5EF4-FFF2-40B4-BE49-F238E27FC236}">
                <a16:creationId xmlns:a16="http://schemas.microsoft.com/office/drawing/2014/main" id="{57A3B94A-E0E0-434E-BFD5-F11B0525FF17}"/>
              </a:ext>
            </a:extLst>
          </p:cNvPr>
          <p:cNvSpPr txBox="1">
            <a:spLocks/>
          </p:cNvSpPr>
          <p:nvPr/>
        </p:nvSpPr>
        <p:spPr>
          <a:xfrm>
            <a:off x="1951580" y="5538923"/>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en-US" sz="2000" b="1" kern="0" dirty="0">
                <a:latin typeface="Calibri" panose="020F0502020204030204" pitchFamily="34" charset="0"/>
                <a:ea typeface="Calibri" panose="020F0502020204030204" pitchFamily="34" charset="0"/>
                <a:cs typeface="Times New Roman" panose="02020603050405020304" pitchFamily="18" charset="0"/>
              </a:rPr>
              <a:t>C)</a:t>
            </a:r>
          </a:p>
        </p:txBody>
      </p:sp>
      <p:sp>
        <p:nvSpPr>
          <p:cNvPr id="23" name="Google Shape;3643;p60">
            <a:extLst>
              <a:ext uri="{FF2B5EF4-FFF2-40B4-BE49-F238E27FC236}">
                <a16:creationId xmlns:a16="http://schemas.microsoft.com/office/drawing/2014/main" id="{A51B57BD-46BE-4867-B2D3-D9E3DDA0123A}"/>
              </a:ext>
            </a:extLst>
          </p:cNvPr>
          <p:cNvSpPr txBox="1">
            <a:spLocks/>
          </p:cNvSpPr>
          <p:nvPr/>
        </p:nvSpPr>
        <p:spPr>
          <a:xfrm>
            <a:off x="6440777" y="5538923"/>
            <a:ext cx="523938" cy="4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a:lnSpc>
                <a:spcPct val="107000"/>
              </a:lnSpc>
              <a:spcAft>
                <a:spcPts val="800"/>
              </a:spcAft>
            </a:pPr>
            <a:r>
              <a:rPr lang="ro-RO" sz="2000" b="1" kern="0" dirty="0">
                <a:latin typeface="Calibri" panose="020F0502020204030204" pitchFamily="34" charset="0"/>
                <a:ea typeface="Calibri" panose="020F0502020204030204" pitchFamily="34" charset="0"/>
                <a:cs typeface="Times New Roman" panose="02020603050405020304" pitchFamily="18" charset="0"/>
              </a:rPr>
              <a:t>D</a:t>
            </a:r>
            <a:r>
              <a:rPr lang="en-US" sz="2000" b="1" kern="0" dirty="0">
                <a:latin typeface="Calibri" panose="020F0502020204030204" pitchFamily="34" charset="0"/>
                <a:ea typeface="Calibri" panose="020F0502020204030204" pitchFamily="34" charset="0"/>
                <a:cs typeface="Times New Roman" panose="02020603050405020304" pitchFamily="18" charset="0"/>
              </a:rPr>
              <a:t>)</a:t>
            </a:r>
          </a:p>
        </p:txBody>
      </p:sp>
      <p:pic>
        <p:nvPicPr>
          <p:cNvPr id="3" name="Picture 2">
            <a:extLst>
              <a:ext uri="{FF2B5EF4-FFF2-40B4-BE49-F238E27FC236}">
                <a16:creationId xmlns:a16="http://schemas.microsoft.com/office/drawing/2014/main" id="{C5D7B512-6946-4DCB-AA41-DE445B82A8C4}"/>
              </a:ext>
            </a:extLst>
          </p:cNvPr>
          <p:cNvPicPr>
            <a:picLocks noChangeAspect="1"/>
          </p:cNvPicPr>
          <p:nvPr/>
        </p:nvPicPr>
        <p:blipFill>
          <a:blip r:embed="rId3"/>
          <a:stretch>
            <a:fillRect/>
          </a:stretch>
        </p:blipFill>
        <p:spPr>
          <a:xfrm>
            <a:off x="2532674" y="2406101"/>
            <a:ext cx="3183946" cy="2083030"/>
          </a:xfrm>
          <a:prstGeom prst="rect">
            <a:avLst/>
          </a:prstGeom>
        </p:spPr>
      </p:pic>
      <p:pic>
        <p:nvPicPr>
          <p:cNvPr id="24" name="Picture 23">
            <a:extLst>
              <a:ext uri="{FF2B5EF4-FFF2-40B4-BE49-F238E27FC236}">
                <a16:creationId xmlns:a16="http://schemas.microsoft.com/office/drawing/2014/main" id="{C4E5FE5F-6C82-4E26-BB6F-C492A7ABAD9C}"/>
              </a:ext>
            </a:extLst>
          </p:cNvPr>
          <p:cNvPicPr>
            <a:picLocks noChangeAspect="1"/>
          </p:cNvPicPr>
          <p:nvPr/>
        </p:nvPicPr>
        <p:blipFill>
          <a:blip r:embed="rId4"/>
          <a:stretch>
            <a:fillRect/>
          </a:stretch>
        </p:blipFill>
        <p:spPr>
          <a:xfrm>
            <a:off x="7055113" y="3052274"/>
            <a:ext cx="3183946" cy="684630"/>
          </a:xfrm>
          <a:prstGeom prst="rect">
            <a:avLst/>
          </a:prstGeom>
        </p:spPr>
      </p:pic>
      <p:pic>
        <p:nvPicPr>
          <p:cNvPr id="26" name="Picture 25">
            <a:extLst>
              <a:ext uri="{FF2B5EF4-FFF2-40B4-BE49-F238E27FC236}">
                <a16:creationId xmlns:a16="http://schemas.microsoft.com/office/drawing/2014/main" id="{467025A0-ECAB-4704-84EA-AC75F317943C}"/>
              </a:ext>
            </a:extLst>
          </p:cNvPr>
          <p:cNvPicPr>
            <a:picLocks noChangeAspect="1"/>
          </p:cNvPicPr>
          <p:nvPr/>
        </p:nvPicPr>
        <p:blipFill>
          <a:blip r:embed="rId5"/>
          <a:stretch>
            <a:fillRect/>
          </a:stretch>
        </p:blipFill>
        <p:spPr>
          <a:xfrm>
            <a:off x="2518326" y="5171422"/>
            <a:ext cx="3212642" cy="1366917"/>
          </a:xfrm>
          <a:prstGeom prst="rect">
            <a:avLst/>
          </a:prstGeom>
        </p:spPr>
      </p:pic>
      <p:pic>
        <p:nvPicPr>
          <p:cNvPr id="28" name="Picture 27">
            <a:extLst>
              <a:ext uri="{FF2B5EF4-FFF2-40B4-BE49-F238E27FC236}">
                <a16:creationId xmlns:a16="http://schemas.microsoft.com/office/drawing/2014/main" id="{7F25F1E5-3108-4BA5-A431-FB8F5BDB2F1F}"/>
              </a:ext>
            </a:extLst>
          </p:cNvPr>
          <p:cNvPicPr>
            <a:picLocks noChangeAspect="1"/>
          </p:cNvPicPr>
          <p:nvPr/>
        </p:nvPicPr>
        <p:blipFill>
          <a:blip r:embed="rId6"/>
          <a:stretch>
            <a:fillRect/>
          </a:stretch>
        </p:blipFill>
        <p:spPr>
          <a:xfrm>
            <a:off x="7119605" y="5183764"/>
            <a:ext cx="3248438" cy="1366917"/>
          </a:xfrm>
          <a:prstGeom prst="rect">
            <a:avLst/>
          </a:prstGeom>
        </p:spPr>
      </p:pic>
    </p:spTree>
    <p:extLst>
      <p:ext uri="{BB962C8B-B14F-4D97-AF65-F5344CB8AC3E}">
        <p14:creationId xmlns:p14="http://schemas.microsoft.com/office/powerpoint/2010/main" val="3770236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460096"/>
            <a:ext cx="9369554" cy="4885837"/>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Ce tip de relație este potrivită pentru cazurile de utilizare din figură?</a:t>
            </a:r>
          </a:p>
          <a:p>
            <a:pPr marL="0" marR="0">
              <a:lnSpc>
                <a:spcPct val="107000"/>
              </a:lnSpc>
              <a:spcBef>
                <a:spcPts val="0"/>
              </a:spcBef>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ro-RO" sz="18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4000"/>
              </a:lnSpc>
              <a:spcBef>
                <a:spcPts val="600"/>
              </a:spcBef>
              <a:spcAft>
                <a:spcPts val="80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Variante de răspuns: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4000"/>
              </a:lnSpc>
              <a:spcBef>
                <a:spcPts val="600"/>
              </a:spcBef>
              <a:spcAft>
                <a:spcPts val="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	A) Includere</a:t>
            </a:r>
            <a:endParaRPr lang="ro-RO" sz="18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4000"/>
              </a:lnSpc>
              <a:spcBef>
                <a:spcPts val="600"/>
              </a:spcBef>
              <a:spcAft>
                <a:spcPts val="0"/>
              </a:spcAft>
            </a:pPr>
            <a:r>
              <a:rPr lang="ro-RO" sz="1800" dirty="0">
                <a:latin typeface="Calibri" panose="020F0502020204030204" pitchFamily="34" charset="0"/>
                <a:ea typeface="Calibri" panose="020F0502020204030204" pitchFamily="34" charset="0"/>
                <a:cs typeface="Times New Roman" panose="02020603050405020304" pitchFamily="18" charset="0"/>
              </a:rPr>
              <a:t>	B) Asociere</a:t>
            </a:r>
          </a:p>
          <a:p>
            <a:pPr marL="0" marR="0" lvl="0" indent="0">
              <a:lnSpc>
                <a:spcPct val="114000"/>
              </a:lnSpc>
              <a:spcBef>
                <a:spcPts val="600"/>
              </a:spcBef>
              <a:spcAft>
                <a:spcPts val="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	C) Generalizare</a:t>
            </a:r>
            <a:endParaRPr lang="ro-RO" sz="18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14000"/>
              </a:lnSpc>
              <a:spcBef>
                <a:spcPts val="600"/>
              </a:spcBef>
            </a:pPr>
            <a:r>
              <a:rPr lang="ro-RO" sz="1800" dirty="0">
                <a:effectLst/>
                <a:latin typeface="Calibri" panose="020F0502020204030204" pitchFamily="34" charset="0"/>
                <a:ea typeface="Calibri" panose="020F0502020204030204" pitchFamily="34" charset="0"/>
                <a:cs typeface="Times New Roman" panose="02020603050405020304" pitchFamily="18" charset="0"/>
              </a:rPr>
              <a:t>	D) </a:t>
            </a:r>
            <a:r>
              <a:rPr lang="ro-RO" sz="1800" dirty="0">
                <a:latin typeface="Calibri" panose="020F0502020204030204" pitchFamily="34" charset="0"/>
                <a:ea typeface="Calibri" panose="020F0502020204030204" pitchFamily="34" charset="0"/>
                <a:cs typeface="Times New Roman" panose="02020603050405020304" pitchFamily="18" charset="0"/>
              </a:rPr>
              <a:t>Extindere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1" algn="l">
              <a:lnSpc>
                <a:spcPct val="107000"/>
              </a:lnSpc>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 </a:t>
            </a:r>
            <a:r>
              <a:rPr lang="ro-RO" kern="0" dirty="0"/>
              <a:t>4</a:t>
            </a:r>
          </a:p>
        </p:txBody>
      </p:sp>
      <p:pic>
        <p:nvPicPr>
          <p:cNvPr id="3" name="Picture 2">
            <a:extLst>
              <a:ext uri="{FF2B5EF4-FFF2-40B4-BE49-F238E27FC236}">
                <a16:creationId xmlns:a16="http://schemas.microsoft.com/office/drawing/2014/main" id="{EFB818BF-7813-4BB9-9141-3F9372540F14}"/>
              </a:ext>
            </a:extLst>
          </p:cNvPr>
          <p:cNvPicPr>
            <a:picLocks noChangeAspect="1"/>
          </p:cNvPicPr>
          <p:nvPr/>
        </p:nvPicPr>
        <p:blipFill>
          <a:blip r:embed="rId3"/>
          <a:stretch>
            <a:fillRect/>
          </a:stretch>
        </p:blipFill>
        <p:spPr>
          <a:xfrm>
            <a:off x="3590575" y="2227470"/>
            <a:ext cx="5010849" cy="952633"/>
          </a:xfrm>
          <a:prstGeom prst="rect">
            <a:avLst/>
          </a:prstGeom>
        </p:spPr>
      </p:pic>
    </p:spTree>
    <p:extLst>
      <p:ext uri="{BB962C8B-B14F-4D97-AF65-F5344CB8AC3E}">
        <p14:creationId xmlns:p14="http://schemas.microsoft.com/office/powerpoint/2010/main" val="656720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50" name="Google Shape;3643;p60">
            <a:extLst>
              <a:ext uri="{FF2B5EF4-FFF2-40B4-BE49-F238E27FC236}">
                <a16:creationId xmlns:a16="http://schemas.microsoft.com/office/drawing/2014/main" id="{9FC69FC8-2FD6-41B2-BC27-EE016A4BD45E}"/>
              </a:ext>
            </a:extLst>
          </p:cNvPr>
          <p:cNvSpPr txBox="1">
            <a:spLocks/>
          </p:cNvSpPr>
          <p:nvPr/>
        </p:nvSpPr>
        <p:spPr>
          <a:xfrm>
            <a:off x="779318" y="613064"/>
            <a:ext cx="9705462" cy="610754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2pPr>
            <a:lvl3pPr marL="1371600" marR="0" lvl="2"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3pPr>
            <a:lvl4pPr marL="1828800" marR="0" lvl="3"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4pPr>
            <a:lvl5pPr marL="2286000" marR="0" lvl="4"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5pPr>
            <a:lvl6pPr marL="2743200" marR="0" lvl="5"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6pPr>
            <a:lvl7pPr marL="3200400" marR="0" lvl="6"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7pPr>
            <a:lvl8pPr marL="3657600" marR="0" lvl="7"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8pPr>
            <a:lvl9pPr marL="4114800" marR="0" lvl="8"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9pPr>
          </a:lstStyle>
          <a:p>
            <a:pPr marL="0" algn="just">
              <a:lnSpc>
                <a:spcPct val="107000"/>
              </a:lnSpc>
              <a:spcAft>
                <a:spcPts val="800"/>
              </a:spcAft>
            </a:pPr>
            <a:r>
              <a:rPr lang="ro-RO" sz="1700" kern="0" dirty="0">
                <a:latin typeface="Calibri" panose="020F0502020204030204" pitchFamily="34" charset="0"/>
                <a:ea typeface="Calibri" panose="020F0502020204030204" pitchFamily="34" charset="0"/>
                <a:cs typeface="Times New Roman" panose="02020603050405020304" pitchFamily="18" charset="0"/>
              </a:rPr>
              <a:t>Scopul proiectului este realizarea unui sistem informatic pentru gestiunea activităților de rezervare și cazare ale unei unități hoteliere. În vederea cazării, un client poate solicita rezervarea uneia sau mai multor camere prin e-mail, telefonic sau folosind site-uri specializate în rezervări hoteliere. Pentru rezervările prin email sau telefonic, clientul furnizează recepționerului informații privind perioada de cazare și tipurile de camere solicitate. Clienții vor beneficia de reduceri implicite dacă rezervă un număr minim de camere sau dacă perioada de cazare depășește patru zile. Recepționerul verifică disponibilitatea camerelor și îl înștiințează pe client de acest lucru precum și de costul estimat al cazării. Dacă nu există camere disponibile conform solicitării, recepționerul poate oferi clientului alternative. De asemenea, clientul poate solicita un discount suplimentar, iar recepționerul va decide fezabilitatea </a:t>
            </a:r>
            <a:r>
              <a:rPr lang="ro-RO" sz="1700" kern="0" dirty="0" err="1">
                <a:latin typeface="Calibri" panose="020F0502020204030204" pitchFamily="34" charset="0"/>
                <a:ea typeface="Calibri" panose="020F0502020204030204" pitchFamily="34" charset="0"/>
                <a:cs typeface="Times New Roman" panose="02020603050405020304" pitchFamily="18" charset="0"/>
              </a:rPr>
              <a:t>discountului</a:t>
            </a:r>
            <a:r>
              <a:rPr lang="ro-RO" sz="1700" kern="0" dirty="0">
                <a:latin typeface="Calibri" panose="020F0502020204030204" pitchFamily="34" charset="0"/>
                <a:ea typeface="Calibri" panose="020F0502020204030204" pitchFamily="34" charset="0"/>
                <a:cs typeface="Times New Roman" panose="02020603050405020304" pitchFamily="18" charset="0"/>
              </a:rPr>
              <a:t>, fiind asistat obligatoriu de managerul hotelului. În situația în care clientul este de acord cu prețul propus, se va proceda la realizarea rezervării. Pentru clienții noi, recepționerul solicită datele de identificare, pe care le introduce în aplicație. Nu se poate acorda discount suplimentar pentru rezervările făcute prin intermediul site-urilor specializate.</a:t>
            </a:r>
          </a:p>
          <a:p>
            <a:pPr marL="0" algn="just">
              <a:lnSpc>
                <a:spcPct val="107000"/>
              </a:lnSpc>
              <a:spcAft>
                <a:spcPts val="800"/>
              </a:spcAft>
            </a:pPr>
            <a:r>
              <a:rPr lang="ro-RO" sz="1700" kern="0" dirty="0">
                <a:latin typeface="Calibri" panose="020F0502020204030204" pitchFamily="34" charset="0"/>
                <a:ea typeface="Calibri" panose="020F0502020204030204" pitchFamily="34" charset="0"/>
                <a:cs typeface="Times New Roman" panose="02020603050405020304" pitchFamily="18" charset="0"/>
              </a:rPr>
              <a:t>Odată ajuns la hotel, și dacă a făcut în prealabil o rezervare, clientul va furniza datele de identificare ale sale și/sau ale rezervării și se face cazarea.  Dacă nu există o rezervare, se va verifica disponibilitatea camerelor pentru perioada cerută. Atunci când se găsește o astfel de cameră, se face cazarea. La finalul sejurului, recepționerul întocmește o listă cu toate serviciile solicitate de client, precum și prețul acestora. Lista trebuie validată de client, după care se întocmește factura finală. Factura poate fi plătită parțial sau integral, prin transfer bancar, numerar sau folosind un card bancar.  Totodată, înainte de a părăsi hotelul, clientul este rugat să completeze un formular prin care să evalueze serviciile oferite de unitatea hotelieră. După eliberarea camerei, camerista verifică starea acesteia și informează recepția. </a:t>
            </a:r>
          </a:p>
          <a:p>
            <a:pPr marL="0" algn="just">
              <a:lnSpc>
                <a:spcPct val="107000"/>
              </a:lnSpc>
              <a:spcAft>
                <a:spcPts val="800"/>
              </a:spcAft>
              <a:buFont typeface="Wingdings" panose="05000000000000000000" pitchFamily="2" charset="2"/>
              <a:buChar char="Ø"/>
            </a:pPr>
            <a:r>
              <a:rPr lang="ro-RO" sz="1700" b="1" i="1" kern="0" dirty="0">
                <a:latin typeface="Calibri" panose="020F0502020204030204" pitchFamily="34" charset="0"/>
                <a:ea typeface="Calibri" panose="020F0502020204030204" pitchFamily="34" charset="0"/>
                <a:cs typeface="Times New Roman" panose="02020603050405020304" pitchFamily="18" charset="0"/>
              </a:rPr>
              <a:t>Să se reprezinte în Visual </a:t>
            </a:r>
            <a:r>
              <a:rPr lang="ro-RO" sz="1700" b="1" i="1" kern="0" dirty="0" err="1">
                <a:latin typeface="Calibri" panose="020F0502020204030204" pitchFamily="34" charset="0"/>
                <a:ea typeface="Calibri" panose="020F0502020204030204" pitchFamily="34" charset="0"/>
                <a:cs typeface="Times New Roman" panose="02020603050405020304" pitchFamily="18" charset="0"/>
              </a:rPr>
              <a:t>Paradigm</a:t>
            </a:r>
            <a:r>
              <a:rPr lang="ro-RO" sz="1700" b="1" i="1" kern="0" dirty="0">
                <a:latin typeface="Calibri" panose="020F0502020204030204" pitchFamily="34" charset="0"/>
                <a:ea typeface="Calibri" panose="020F0502020204030204" pitchFamily="34" charset="0"/>
                <a:cs typeface="Times New Roman" panose="02020603050405020304" pitchFamily="18" charset="0"/>
              </a:rPr>
              <a:t> diagrama de cazuri de utilizare pentru scenariul de mai sus. </a:t>
            </a:r>
          </a:p>
          <a:p>
            <a:pPr marL="457200" lvl="1" algn="just">
              <a:lnSpc>
                <a:spcPct val="107000"/>
              </a:lnSpc>
              <a:spcAft>
                <a:spcPts val="800"/>
              </a:spcAft>
            </a:pPr>
            <a:endParaRPr lang="ro-RO" sz="1700" kern="0" dirty="0">
              <a:latin typeface="Calibri" panose="020F0502020204030204" pitchFamily="34" charset="0"/>
              <a:ea typeface="Calibri" panose="020F0502020204030204" pitchFamily="34" charset="0"/>
              <a:cs typeface="Times New Roman" panose="02020603050405020304" pitchFamily="18" charset="0"/>
            </a:endParaRPr>
          </a:p>
        </p:txBody>
      </p:sp>
      <p:sp>
        <p:nvSpPr>
          <p:cNvPr id="51" name="Google Shape;3957;p72">
            <a:extLst>
              <a:ext uri="{FF2B5EF4-FFF2-40B4-BE49-F238E27FC236}">
                <a16:creationId xmlns:a16="http://schemas.microsoft.com/office/drawing/2014/main" id="{6B8BF19C-27B6-42DD-AE36-4DAE18BB7DB2}"/>
              </a:ext>
            </a:extLst>
          </p:cNvPr>
          <p:cNvSpPr txBox="1">
            <a:spLocks/>
          </p:cNvSpPr>
          <p:nvPr/>
        </p:nvSpPr>
        <p:spPr>
          <a:xfrm>
            <a:off x="682158" y="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Studiu de caz</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50" name="Google Shape;3643;p60">
            <a:extLst>
              <a:ext uri="{FF2B5EF4-FFF2-40B4-BE49-F238E27FC236}">
                <a16:creationId xmlns:a16="http://schemas.microsoft.com/office/drawing/2014/main" id="{9FC69FC8-2FD6-41B2-BC27-EE016A4BD45E}"/>
              </a:ext>
            </a:extLst>
          </p:cNvPr>
          <p:cNvSpPr txBox="1">
            <a:spLocks/>
          </p:cNvSpPr>
          <p:nvPr/>
        </p:nvSpPr>
        <p:spPr>
          <a:xfrm>
            <a:off x="810490" y="685200"/>
            <a:ext cx="9674289" cy="610754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2pPr>
            <a:lvl3pPr marL="1371600" marR="0" lvl="2"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3pPr>
            <a:lvl4pPr marL="1828800" marR="0" lvl="3"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4pPr>
            <a:lvl5pPr marL="2286000" marR="0" lvl="4"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5pPr>
            <a:lvl6pPr marL="2743200" marR="0" lvl="5"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6pPr>
            <a:lvl7pPr marL="3200400" marR="0" lvl="6"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7pPr>
            <a:lvl8pPr marL="3657600" marR="0" lvl="7"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8pPr>
            <a:lvl9pPr marL="4114800" marR="0" lvl="8"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9pPr>
          </a:lstStyle>
          <a:p>
            <a:pPr marL="0" algn="just">
              <a:lnSpc>
                <a:spcPct val="107000"/>
              </a:lnSpc>
              <a:spcAft>
                <a:spcPts val="800"/>
              </a:spcAft>
            </a:pPr>
            <a:r>
              <a:rPr lang="ro-RO" sz="1700" kern="0" dirty="0">
                <a:latin typeface="Calibri" panose="020F0502020204030204" pitchFamily="34" charset="0"/>
                <a:ea typeface="Calibri" panose="020F0502020204030204" pitchFamily="34" charset="0"/>
                <a:cs typeface="Times New Roman" panose="02020603050405020304" pitchFamily="18" charset="0"/>
              </a:rPr>
              <a:t>Conducerea hotelului pune la dispoziție următoarele informații referitoare la politica de discount implicit oferită pentru rezervare sau cazare. </a:t>
            </a:r>
          </a:p>
          <a:p>
            <a:pPr marL="0" algn="just">
              <a:lnSpc>
                <a:spcPct val="107000"/>
              </a:lnSpc>
              <a:spcAft>
                <a:spcPts val="800"/>
              </a:spcAft>
            </a:pPr>
            <a:r>
              <a:rPr lang="ro-RO" sz="1700" i="1" kern="0" dirty="0">
                <a:latin typeface="Calibri" panose="020F0502020204030204" pitchFamily="34" charset="0"/>
                <a:ea typeface="Calibri" panose="020F0502020204030204" pitchFamily="34" charset="0"/>
                <a:cs typeface="Times New Roman" panose="02020603050405020304" pitchFamily="18" charset="0"/>
              </a:rPr>
              <a:t>Hotelul oferă două tipuri de camere: Standard și </a:t>
            </a:r>
            <a:r>
              <a:rPr lang="ro-RO" sz="1700" i="1" kern="0" dirty="0" err="1">
                <a:latin typeface="Calibri" panose="020F0502020204030204" pitchFamily="34" charset="0"/>
                <a:ea typeface="Calibri" panose="020F0502020204030204" pitchFamily="34" charset="0"/>
                <a:cs typeface="Times New Roman" panose="02020603050405020304" pitchFamily="18" charset="0"/>
              </a:rPr>
              <a:t>Deluxe</a:t>
            </a:r>
            <a:r>
              <a:rPr lang="ro-RO" sz="1700" i="1" kern="0" dirty="0">
                <a:latin typeface="Calibri" panose="020F0502020204030204" pitchFamily="34" charset="0"/>
                <a:ea typeface="Calibri" panose="020F0502020204030204" pitchFamily="34" charset="0"/>
                <a:cs typeface="Times New Roman" panose="02020603050405020304" pitchFamily="18" charset="0"/>
              </a:rPr>
              <a:t>. Pentru rezervări și cazări, politica de discount implicit a hotelului este următoarea: </a:t>
            </a:r>
          </a:p>
          <a:p>
            <a:pPr marL="38100" indent="-342900" algn="just">
              <a:lnSpc>
                <a:spcPct val="107000"/>
              </a:lnSpc>
              <a:spcAft>
                <a:spcPts val="800"/>
              </a:spcAft>
              <a:buSzPct val="100000"/>
              <a:buFont typeface="+mj-lt"/>
              <a:buAutoNum type="alphaUcPeriod"/>
            </a:pPr>
            <a:r>
              <a:rPr lang="ro-RO" sz="1700" i="1" kern="0" dirty="0">
                <a:latin typeface="Calibri" panose="020F0502020204030204" pitchFamily="34" charset="0"/>
                <a:ea typeface="Calibri" panose="020F0502020204030204" pitchFamily="34" charset="0"/>
                <a:cs typeface="Times New Roman" panose="02020603050405020304" pitchFamily="18" charset="0"/>
              </a:rPr>
              <a:t>Dacă perioada de cazare este cel puțin de 5 nopți, atunci se acordă un discount de 15% pentru orice tip de cameră. </a:t>
            </a:r>
          </a:p>
          <a:p>
            <a:pPr marL="342900" indent="-342900" algn="just">
              <a:lnSpc>
                <a:spcPct val="107000"/>
              </a:lnSpc>
              <a:spcAft>
                <a:spcPts val="800"/>
              </a:spcAft>
              <a:buSzPct val="100000"/>
              <a:buFont typeface="+mj-lt"/>
              <a:buAutoNum type="alphaUcPeriod"/>
            </a:pPr>
            <a:r>
              <a:rPr lang="ro-RO" sz="1700" i="1" kern="0" dirty="0">
                <a:latin typeface="Calibri" panose="020F0502020204030204" pitchFamily="34" charset="0"/>
                <a:ea typeface="Calibri" panose="020F0502020204030204" pitchFamily="34" charset="0"/>
                <a:cs typeface="Times New Roman" panose="02020603050405020304" pitchFamily="18" charset="0"/>
              </a:rPr>
              <a:t>Se acordă un discount de 10% pentru rezervarea/ocuparea unui număr minim de 3 camere Standard sau 2 camere </a:t>
            </a:r>
            <a:r>
              <a:rPr lang="ro-RO" sz="1700" i="1" kern="0" dirty="0" err="1">
                <a:latin typeface="Calibri" panose="020F0502020204030204" pitchFamily="34" charset="0"/>
                <a:ea typeface="Calibri" panose="020F0502020204030204" pitchFamily="34" charset="0"/>
                <a:cs typeface="Times New Roman" panose="02020603050405020304" pitchFamily="18" charset="0"/>
              </a:rPr>
              <a:t>Deluxe</a:t>
            </a:r>
            <a:r>
              <a:rPr lang="ro-RO" sz="1700" i="1" kern="0" dirty="0">
                <a:latin typeface="Calibri" panose="020F0502020204030204" pitchFamily="34" charset="0"/>
                <a:ea typeface="Calibri" panose="020F0502020204030204" pitchFamily="34" charset="0"/>
                <a:cs typeface="Times New Roman" panose="02020603050405020304" pitchFamily="18" charset="0"/>
              </a:rPr>
              <a:t>. </a:t>
            </a:r>
          </a:p>
          <a:p>
            <a:pPr marL="38100" indent="-342900" algn="just">
              <a:lnSpc>
                <a:spcPct val="107000"/>
              </a:lnSpc>
              <a:spcAft>
                <a:spcPts val="800"/>
              </a:spcAft>
              <a:buSzPct val="100000"/>
              <a:buFont typeface="+mj-lt"/>
              <a:buAutoNum type="alphaUcPeriod"/>
            </a:pPr>
            <a:r>
              <a:rPr lang="ro-RO" sz="1700" i="1" kern="0" dirty="0">
                <a:latin typeface="Calibri" panose="020F0502020204030204" pitchFamily="34" charset="0"/>
                <a:ea typeface="Calibri" panose="020F0502020204030204" pitchFamily="34" charset="0"/>
                <a:cs typeface="Times New Roman" panose="02020603050405020304" pitchFamily="18" charset="0"/>
              </a:rPr>
              <a:t>Dacă sunt îndeplinite simultan condițiile de la punctele A și B, atunci reducerea este de 20%, pentru orice tip de cameră.</a:t>
            </a:r>
          </a:p>
          <a:p>
            <a:pPr marL="0" algn="just">
              <a:lnSpc>
                <a:spcPct val="107000"/>
              </a:lnSpc>
              <a:spcAft>
                <a:spcPts val="800"/>
              </a:spcAft>
              <a:buFont typeface="Wingdings" panose="05000000000000000000" pitchFamily="2" charset="2"/>
              <a:buChar char="Ø"/>
            </a:pPr>
            <a:r>
              <a:rPr lang="ro-RO" sz="1700" b="1" i="1" kern="0" dirty="0">
                <a:latin typeface="Calibri" panose="020F0502020204030204" pitchFamily="34" charset="0"/>
                <a:ea typeface="Calibri" panose="020F0502020204030204" pitchFamily="34" charset="0"/>
                <a:cs typeface="Times New Roman" panose="02020603050405020304" pitchFamily="18" charset="0"/>
              </a:rPr>
              <a:t>Să se realizeze în Visual </a:t>
            </a:r>
            <a:r>
              <a:rPr lang="ro-RO" sz="1700" b="1" i="1" kern="0" dirty="0" err="1">
                <a:latin typeface="Calibri" panose="020F0502020204030204" pitchFamily="34" charset="0"/>
                <a:ea typeface="Calibri" panose="020F0502020204030204" pitchFamily="34" charset="0"/>
                <a:cs typeface="Times New Roman" panose="02020603050405020304" pitchFamily="18" charset="0"/>
              </a:rPr>
              <a:t>Paradigm</a:t>
            </a:r>
            <a:r>
              <a:rPr lang="ro-RO" sz="1700" b="1" i="1" kern="0" dirty="0">
                <a:latin typeface="Calibri" panose="020F0502020204030204" pitchFamily="34" charset="0"/>
                <a:ea typeface="Calibri" panose="020F0502020204030204" pitchFamily="34" charset="0"/>
                <a:cs typeface="Times New Roman" panose="02020603050405020304" pitchFamily="18" charset="0"/>
              </a:rPr>
              <a:t> o tabelă de decizie care modelează politica de discount a hotelului.</a:t>
            </a:r>
          </a:p>
          <a:p>
            <a:pPr marL="0" algn="just">
              <a:lnSpc>
                <a:spcPct val="107000"/>
              </a:lnSpc>
              <a:spcAft>
                <a:spcPts val="800"/>
              </a:spcAft>
              <a:buFont typeface="Wingdings" panose="05000000000000000000" pitchFamily="2" charset="2"/>
              <a:buChar char="Ø"/>
            </a:pPr>
            <a:r>
              <a:rPr lang="ro-RO" sz="1700" b="1" i="1" kern="0" dirty="0">
                <a:latin typeface="Calibri" panose="020F0502020204030204" pitchFamily="34" charset="0"/>
                <a:ea typeface="Calibri" panose="020F0502020204030204" pitchFamily="34" charset="0"/>
                <a:cs typeface="Times New Roman" panose="02020603050405020304" pitchFamily="18" charset="0"/>
              </a:rPr>
              <a:t>Folosind</a:t>
            </a:r>
            <a:r>
              <a:rPr lang="en-US" sz="1700" b="1" i="1" kern="0" dirty="0">
                <a:latin typeface="Calibri" panose="020F0502020204030204" pitchFamily="34" charset="0"/>
                <a:ea typeface="Calibri" panose="020F0502020204030204" pitchFamily="34" charset="0"/>
                <a:cs typeface="Times New Roman" panose="02020603050405020304" pitchFamily="18" charset="0"/>
              </a:rPr>
              <a:t> </a:t>
            </a:r>
            <a:r>
              <a:rPr lang="ro-RO" sz="1700" b="1" i="1" kern="0" dirty="0">
                <a:latin typeface="Calibri" panose="020F0502020204030204" pitchFamily="34" charset="0"/>
                <a:ea typeface="Calibri" panose="020F0502020204030204" pitchFamily="34" charset="0"/>
                <a:cs typeface="Times New Roman" panose="02020603050405020304" pitchFamily="18" charset="0"/>
              </a:rPr>
              <a:t>șablonul prezentat anterior, să se realizeze descrierea textuală a cazului de utilizare </a:t>
            </a:r>
            <a:r>
              <a:rPr lang="en-US" sz="1700" b="1" i="1" kern="0" dirty="0">
                <a:latin typeface="Calibri" panose="020F0502020204030204" pitchFamily="34" charset="0"/>
                <a:ea typeface="Calibri" panose="020F0502020204030204" pitchFamily="34" charset="0"/>
                <a:cs typeface="Times New Roman" panose="02020603050405020304" pitchFamily="18" charset="0"/>
              </a:rPr>
              <a:t>“</a:t>
            </a:r>
            <a:r>
              <a:rPr lang="en-US" sz="1700" b="1" i="1" kern="0" dirty="0" err="1">
                <a:latin typeface="Calibri" panose="020F0502020204030204" pitchFamily="34" charset="0"/>
                <a:ea typeface="Calibri" panose="020F0502020204030204" pitchFamily="34" charset="0"/>
                <a:cs typeface="Times New Roman" panose="02020603050405020304" pitchFamily="18" charset="0"/>
              </a:rPr>
              <a:t>Rezerva</a:t>
            </a:r>
            <a:r>
              <a:rPr lang="en-US" sz="1700" b="1" i="1" kern="0" dirty="0">
                <a:latin typeface="Calibri" panose="020F0502020204030204" pitchFamily="34" charset="0"/>
                <a:ea typeface="Calibri" panose="020F0502020204030204" pitchFamily="34" charset="0"/>
                <a:cs typeface="Times New Roman" panose="02020603050405020304" pitchFamily="18" charset="0"/>
              </a:rPr>
              <a:t> </a:t>
            </a:r>
            <a:r>
              <a:rPr lang="en-US" sz="1700" b="1" i="1" kern="0" dirty="0" err="1">
                <a:latin typeface="Calibri" panose="020F0502020204030204" pitchFamily="34" charset="0"/>
                <a:ea typeface="Calibri" panose="020F0502020204030204" pitchFamily="34" charset="0"/>
                <a:cs typeface="Times New Roman" panose="02020603050405020304" pitchFamily="18" charset="0"/>
              </a:rPr>
              <a:t>camere</a:t>
            </a:r>
            <a:r>
              <a:rPr lang="en-US" sz="1700" b="1" i="1" kern="0" dirty="0">
                <a:latin typeface="Calibri" panose="020F0502020204030204" pitchFamily="34" charset="0"/>
                <a:ea typeface="Calibri" panose="020F0502020204030204" pitchFamily="34" charset="0"/>
                <a:cs typeface="Times New Roman" panose="02020603050405020304" pitchFamily="18" charset="0"/>
              </a:rPr>
              <a:t>”.</a:t>
            </a:r>
            <a:endParaRPr lang="ro-RO" sz="1700" b="1" i="1" kern="0" dirty="0">
              <a:latin typeface="Calibri" panose="020F0502020204030204" pitchFamily="34" charset="0"/>
              <a:ea typeface="Calibri" panose="020F0502020204030204" pitchFamily="34" charset="0"/>
              <a:cs typeface="Times New Roman" panose="02020603050405020304" pitchFamily="18" charset="0"/>
            </a:endParaRPr>
          </a:p>
          <a:p>
            <a:pPr marL="457200" lvl="1" algn="just">
              <a:lnSpc>
                <a:spcPct val="107000"/>
              </a:lnSpc>
              <a:spcAft>
                <a:spcPts val="800"/>
              </a:spcAft>
            </a:pPr>
            <a:endParaRPr lang="ro-RO" sz="1700" kern="0" dirty="0">
              <a:latin typeface="Calibri" panose="020F0502020204030204" pitchFamily="34" charset="0"/>
              <a:ea typeface="Calibri" panose="020F0502020204030204" pitchFamily="34" charset="0"/>
              <a:cs typeface="Times New Roman" panose="02020603050405020304" pitchFamily="18" charset="0"/>
            </a:endParaRPr>
          </a:p>
        </p:txBody>
      </p:sp>
      <p:sp>
        <p:nvSpPr>
          <p:cNvPr id="51" name="Google Shape;3957;p72">
            <a:extLst>
              <a:ext uri="{FF2B5EF4-FFF2-40B4-BE49-F238E27FC236}">
                <a16:creationId xmlns:a16="http://schemas.microsoft.com/office/drawing/2014/main" id="{6B8BF19C-27B6-42DD-AE36-4DAE18BB7DB2}"/>
              </a:ext>
            </a:extLst>
          </p:cNvPr>
          <p:cNvSpPr txBox="1">
            <a:spLocks/>
          </p:cNvSpPr>
          <p:nvPr/>
        </p:nvSpPr>
        <p:spPr>
          <a:xfrm>
            <a:off x="682158" y="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pPr marL="0" algn="just">
              <a:lnSpc>
                <a:spcPct val="107000"/>
              </a:lnSpc>
              <a:spcAft>
                <a:spcPts val="800"/>
              </a:spcAft>
            </a:pPr>
            <a:r>
              <a:rPr lang="ro-RO" sz="3600" kern="0" dirty="0">
                <a:latin typeface="Calibri" panose="020F0502020204030204" pitchFamily="34" charset="0"/>
                <a:ea typeface="Calibri" panose="020F0502020204030204" pitchFamily="34" charset="0"/>
                <a:cs typeface="Times New Roman" panose="02020603050405020304" pitchFamily="18" charset="0"/>
              </a:rPr>
              <a:t>Politica de discount implicit</a:t>
            </a:r>
          </a:p>
        </p:txBody>
      </p:sp>
    </p:spTree>
    <p:extLst>
      <p:ext uri="{BB962C8B-B14F-4D97-AF65-F5344CB8AC3E}">
        <p14:creationId xmlns:p14="http://schemas.microsoft.com/office/powerpoint/2010/main" val="1388098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endParaRPr lang="ro-RO" kern="0" dirty="0"/>
          </a:p>
        </p:txBody>
      </p:sp>
      <p:pic>
        <p:nvPicPr>
          <p:cNvPr id="9" name="Picture 8">
            <a:extLst>
              <a:ext uri="{FF2B5EF4-FFF2-40B4-BE49-F238E27FC236}">
                <a16:creationId xmlns:a16="http://schemas.microsoft.com/office/drawing/2014/main" id="{28414D66-50F0-425B-8554-A8EE665422AD}"/>
              </a:ext>
            </a:extLst>
          </p:cNvPr>
          <p:cNvPicPr/>
          <p:nvPr/>
        </p:nvPicPr>
        <p:blipFill>
          <a:blip r:embed="rId3"/>
          <a:stretch>
            <a:fillRect/>
          </a:stretch>
        </p:blipFill>
        <p:spPr>
          <a:xfrm>
            <a:off x="2260022" y="1568254"/>
            <a:ext cx="7671955" cy="3061970"/>
          </a:xfrm>
          <a:prstGeom prst="rect">
            <a:avLst/>
          </a:prstGeom>
        </p:spPr>
      </p:pic>
    </p:spTree>
    <p:extLst>
      <p:ext uri="{BB962C8B-B14F-4D97-AF65-F5344CB8AC3E}">
        <p14:creationId xmlns:p14="http://schemas.microsoft.com/office/powerpoint/2010/main" val="2389626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51" name="Google Shape;3957;p72">
            <a:extLst>
              <a:ext uri="{FF2B5EF4-FFF2-40B4-BE49-F238E27FC236}">
                <a16:creationId xmlns:a16="http://schemas.microsoft.com/office/drawing/2014/main" id="{6B8BF19C-27B6-42DD-AE36-4DAE18BB7DB2}"/>
              </a:ext>
            </a:extLst>
          </p:cNvPr>
          <p:cNvSpPr txBox="1">
            <a:spLocks/>
          </p:cNvSpPr>
          <p:nvPr/>
        </p:nvSpPr>
        <p:spPr>
          <a:xfrm>
            <a:off x="682158" y="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pPr marL="0" algn="just">
              <a:lnSpc>
                <a:spcPct val="107000"/>
              </a:lnSpc>
              <a:spcAft>
                <a:spcPts val="800"/>
              </a:spcAft>
            </a:pPr>
            <a:r>
              <a:rPr lang="ro-RO" sz="3200" kern="0" dirty="0">
                <a:latin typeface="Calibri" panose="020F0502020204030204" pitchFamily="34" charset="0"/>
                <a:ea typeface="Calibri" panose="020F0502020204030204" pitchFamily="34" charset="0"/>
                <a:cs typeface="Times New Roman" panose="02020603050405020304" pitchFamily="18" charset="0"/>
              </a:rPr>
              <a:t>Descrierea textuală a unui caz de utilizare - exemplu</a:t>
            </a:r>
          </a:p>
        </p:txBody>
      </p:sp>
      <p:graphicFrame>
        <p:nvGraphicFramePr>
          <p:cNvPr id="4" name="Content Placeholder 6">
            <a:extLst>
              <a:ext uri="{FF2B5EF4-FFF2-40B4-BE49-F238E27FC236}">
                <a16:creationId xmlns:a16="http://schemas.microsoft.com/office/drawing/2014/main" id="{5D700398-AD03-42DF-A2F2-F02E80E0A068}"/>
              </a:ext>
            </a:extLst>
          </p:cNvPr>
          <p:cNvGraphicFramePr>
            <a:graphicFrameLocks/>
          </p:cNvGraphicFramePr>
          <p:nvPr>
            <p:extLst>
              <p:ext uri="{D42A27DB-BD31-4B8C-83A1-F6EECF244321}">
                <p14:modId xmlns:p14="http://schemas.microsoft.com/office/powerpoint/2010/main" val="912718289"/>
              </p:ext>
            </p:extLst>
          </p:nvPr>
        </p:nvGraphicFramePr>
        <p:xfrm>
          <a:off x="1847528" y="645187"/>
          <a:ext cx="8496944" cy="6160960"/>
        </p:xfrm>
        <a:graphic>
          <a:graphicData uri="http://schemas.openxmlformats.org/drawingml/2006/table">
            <a:tbl>
              <a:tblPr/>
              <a:tblGrid>
                <a:gridCol w="2664296">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tblGrid>
              <a:tr h="208131">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lgn="ctr">
                        <a:spcAft>
                          <a:spcPts val="0"/>
                        </a:spcAft>
                      </a:pPr>
                      <a:r>
                        <a:rPr lang="ro-RO" sz="1400" b="1" dirty="0">
                          <a:latin typeface="Calibri" pitchFamily="34" charset="0"/>
                        </a:rPr>
                        <a:t>Element al cazului de utilizare</a:t>
                      </a:r>
                      <a:endParaRPr lang="en-US" sz="1400" b="1" dirty="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4617B">
                        <a:lumMod val="40000"/>
                        <a:lumOff val="60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lgn="ctr">
                        <a:spcAft>
                          <a:spcPts val="0"/>
                        </a:spcAft>
                      </a:pPr>
                      <a:r>
                        <a:rPr lang="ro-RO" sz="1400" b="1" dirty="0">
                          <a:latin typeface="Calibri" pitchFamily="34" charset="0"/>
                        </a:rPr>
                        <a:t>Descriere</a:t>
                      </a:r>
                      <a:endParaRPr lang="en-US" sz="1400" b="1" dirty="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solidFill>
                      <a:srgbClr val="04617B">
                        <a:lumMod val="40000"/>
                        <a:lumOff val="60000"/>
                      </a:srgbClr>
                    </a:solidFill>
                  </a:tcPr>
                </a:tc>
                <a:extLst>
                  <a:ext uri="{0D108BD9-81ED-4DB2-BD59-A6C34878D82A}">
                    <a16:rowId xmlns:a16="http://schemas.microsoft.com/office/drawing/2014/main" val="10000"/>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dirty="0">
                          <a:latin typeface="Calibri" pitchFamily="34" charset="0"/>
                        </a:rPr>
                        <a:t>Cod</a:t>
                      </a:r>
                      <a:endParaRPr lang="en-US" sz="1200" dirty="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CU01</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Stare</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dirty="0">
                          <a:latin typeface="Calibri"/>
                          <a:ea typeface="Times New Roman"/>
                          <a:cs typeface="Times New Roman"/>
                        </a:rPr>
                        <a:t>Schiţă  </a:t>
                      </a:r>
                      <a:endParaRPr lang="en-US" sz="1100" dirty="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Scop</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Gestiunea cazărilor unei unităţi hoteliere</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Nume</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dirty="0">
                          <a:latin typeface="Calibri"/>
                          <a:ea typeface="Times New Roman"/>
                          <a:cs typeface="Times New Roman"/>
                        </a:rPr>
                        <a:t>Rezervare</a:t>
                      </a:r>
                      <a:r>
                        <a:rPr lang="ro-RO" sz="1100" baseline="0" dirty="0">
                          <a:latin typeface="Calibri"/>
                          <a:ea typeface="Times New Roman"/>
                          <a:cs typeface="Times New Roman"/>
                        </a:rPr>
                        <a:t> </a:t>
                      </a:r>
                      <a:r>
                        <a:rPr lang="ro-RO" sz="1100" dirty="0">
                          <a:latin typeface="Calibri"/>
                          <a:ea typeface="Times New Roman"/>
                          <a:cs typeface="Times New Roman"/>
                        </a:rPr>
                        <a:t>camere</a:t>
                      </a:r>
                      <a:endParaRPr lang="en-US" sz="1100" dirty="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532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Actor principal</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Client </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Descriere </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Presupune realizarea unei rezervări pentru una sau mai multe camere</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Precondiţii</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en-US" sz="1100">
                          <a:latin typeface="Calibri"/>
                          <a:ea typeface="Times New Roman"/>
                          <a:cs typeface="Times New Roman"/>
                        </a:rPr>
                        <a:t>Recepţionerul are logat în sistem</a:t>
                      </a: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95487">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Postcondiţii</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dirty="0">
                          <a:latin typeface="Calibri"/>
                          <a:ea typeface="Times New Roman"/>
                          <a:cs typeface="Times New Roman"/>
                        </a:rPr>
                        <a:t>Rezervarea a fost realizată şi clientul primeşte o confirmare a rezervării</a:t>
                      </a:r>
                      <a:endParaRPr lang="en-US" sz="1100" dirty="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10730">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Declanşator</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Clientul solicită rezervarea uneia sau mai multor camere prin e-mail sau telefonic </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632863">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Flux de bază</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Clientul furnizează recepţionerului informaţii privind perioada de cazare şi tipurile de camere solicitate.</a:t>
                      </a:r>
                      <a:endParaRPr lang="en-US" sz="1100">
                        <a:latin typeface="Calibri"/>
                        <a:ea typeface="Times New Roman"/>
                        <a:cs typeface="Times New Roman"/>
                      </a:endParaRPr>
                    </a:p>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Recepţionerul verifică disponibilitatea camerelor. </a:t>
                      </a:r>
                      <a:endParaRPr lang="en-US" sz="1100">
                        <a:latin typeface="Calibri"/>
                        <a:ea typeface="Times New Roman"/>
                        <a:cs typeface="Times New Roman"/>
                      </a:endParaRPr>
                    </a:p>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Recepţionerul îl înştiinţează pe client că există camere disponibile. </a:t>
                      </a:r>
                      <a:r>
                        <a:rPr lang="en-US" sz="1100">
                          <a:latin typeface="Calibri"/>
                          <a:ea typeface="Times New Roman"/>
                          <a:cs typeface="Times New Roman"/>
                        </a:rPr>
                        <a:t>[Curs alternativ A: Nu exist</a:t>
                      </a:r>
                      <a:r>
                        <a:rPr lang="ro-RO" sz="1100">
                          <a:latin typeface="Calibri"/>
                          <a:ea typeface="Times New Roman"/>
                          <a:cs typeface="Times New Roman"/>
                        </a:rPr>
                        <a:t>ă camere disponibile conform cerinţelor clientului</a:t>
                      </a:r>
                      <a:r>
                        <a:rPr lang="en-US" sz="1100">
                          <a:latin typeface="Calibri"/>
                          <a:ea typeface="Times New Roman"/>
                          <a:cs typeface="Times New Roman"/>
                        </a:rPr>
                        <a:t>]</a:t>
                      </a:r>
                    </a:p>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Recepţionerul îl înştiinţează pe client de costul estimat al cazării. </a:t>
                      </a:r>
                      <a:r>
                        <a:rPr lang="en-US" sz="1100">
                          <a:latin typeface="Calibri"/>
                          <a:ea typeface="Times New Roman"/>
                          <a:cs typeface="Times New Roman"/>
                        </a:rPr>
                        <a:t>[</a:t>
                      </a:r>
                      <a:r>
                        <a:rPr lang="ro-RO" sz="1100">
                          <a:latin typeface="Calibri"/>
                          <a:ea typeface="Times New Roman"/>
                          <a:cs typeface="Times New Roman"/>
                        </a:rPr>
                        <a:t>Punct de extindere: CU07 Decide acordare discount</a:t>
                      </a:r>
                      <a:r>
                        <a:rPr lang="en-US" sz="1100">
                          <a:latin typeface="Calibri"/>
                          <a:ea typeface="Times New Roman"/>
                          <a:cs typeface="Times New Roman"/>
                        </a:rPr>
                        <a:t>]</a:t>
                      </a:r>
                    </a:p>
                    <a:p>
                      <a:pPr marL="342900" marR="0" lvl="0" indent="-342900">
                        <a:lnSpc>
                          <a:spcPct val="115000"/>
                        </a:lnSpc>
                        <a:spcBef>
                          <a:spcPts val="0"/>
                        </a:spcBef>
                        <a:spcAft>
                          <a:spcPts val="0"/>
                        </a:spcAft>
                        <a:buFont typeface="+mj-lt"/>
                        <a:buAutoNum type="arabicPeriod"/>
                      </a:pPr>
                      <a:r>
                        <a:rPr lang="en-US" sz="1100">
                          <a:latin typeface="Calibri"/>
                          <a:ea typeface="Times New Roman"/>
                          <a:cs typeface="Times New Roman"/>
                        </a:rPr>
                        <a:t>Clientul confirmă perioada de cazare şi este de acord cu preţul propus. [Curs alternativ B: Clientul nu este de accord cu condiţiile rezervării ]</a:t>
                      </a:r>
                    </a:p>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Recepţionerul solicită datele de identificare ale clientului.  </a:t>
                      </a:r>
                      <a:r>
                        <a:rPr lang="en-US" sz="1100">
                          <a:latin typeface="Calibri"/>
                          <a:ea typeface="Times New Roman"/>
                          <a:cs typeface="Times New Roman"/>
                        </a:rPr>
                        <a:t>[Curs alternativ C:  Datele clientului sunt déjà introduse]</a:t>
                      </a:r>
                    </a:p>
                    <a:p>
                      <a:pPr marL="342900" marR="0" lvl="0" indent="-342900">
                        <a:lnSpc>
                          <a:spcPct val="115000"/>
                        </a:lnSpc>
                        <a:spcBef>
                          <a:spcPts val="0"/>
                        </a:spcBef>
                        <a:spcAft>
                          <a:spcPts val="0"/>
                        </a:spcAft>
                        <a:buFont typeface="+mj-lt"/>
                        <a:buAutoNum type="arabicPeriod"/>
                      </a:pPr>
                      <a:r>
                        <a:rPr lang="ro-RO" sz="1100">
                          <a:latin typeface="Calibri"/>
                          <a:ea typeface="Times New Roman"/>
                          <a:cs typeface="Times New Roman"/>
                        </a:rPr>
                        <a:t>Recepţionerul introduce datele clientului în sistem.</a:t>
                      </a:r>
                      <a:endParaRPr lang="en-US" sz="1100">
                        <a:latin typeface="Calibri"/>
                        <a:ea typeface="Times New Roman"/>
                        <a:cs typeface="Times New Roman"/>
                      </a:endParaRPr>
                    </a:p>
                    <a:p>
                      <a:pPr marL="342900" marR="0" lvl="0" indent="-342900">
                        <a:lnSpc>
                          <a:spcPct val="115000"/>
                        </a:lnSpc>
                        <a:spcBef>
                          <a:spcPts val="0"/>
                        </a:spcBef>
                        <a:spcAft>
                          <a:spcPts val="0"/>
                        </a:spcAft>
                        <a:buFont typeface="+mj-lt"/>
                        <a:buAutoNum type="arabicPeriod"/>
                      </a:pPr>
                      <a:r>
                        <a:rPr lang="en-US" sz="1100">
                          <a:latin typeface="Calibri"/>
                          <a:ea typeface="Times New Roman"/>
                          <a:cs typeface="Times New Roman"/>
                        </a:rPr>
                        <a:t>Recep</a:t>
                      </a:r>
                      <a:r>
                        <a:rPr lang="ro-RO" sz="1100">
                          <a:latin typeface="Calibri"/>
                          <a:ea typeface="Times New Roman"/>
                          <a:cs typeface="Times New Roman"/>
                        </a:rPr>
                        <a:t>ţionerul realizează rezervarea. </a:t>
                      </a:r>
                      <a:endParaRPr lang="en-US" sz="1100">
                        <a:latin typeface="Calibri"/>
                        <a:ea typeface="Times New Roman"/>
                        <a:cs typeface="Times New Roman"/>
                      </a:endParaRPr>
                    </a:p>
                    <a:p>
                      <a:pPr marL="342900" marR="0" lvl="0" indent="-342900">
                        <a:lnSpc>
                          <a:spcPct val="115000"/>
                        </a:lnSpc>
                        <a:spcBef>
                          <a:spcPts val="0"/>
                        </a:spcBef>
                        <a:spcAft>
                          <a:spcPts val="0"/>
                        </a:spcAft>
                        <a:buFont typeface="+mj-lt"/>
                        <a:buAutoNum type="arabicPeriod"/>
                      </a:pPr>
                      <a:r>
                        <a:rPr lang="en-US" sz="1100">
                          <a:latin typeface="Calibri"/>
                          <a:ea typeface="Times New Roman"/>
                          <a:cs typeface="Times New Roman"/>
                        </a:rPr>
                        <a:t>Clientul primeşte confirmara rezervării. </a:t>
                      </a: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752247">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Fluxuri alternative</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dirty="0">
                          <a:latin typeface="Calibri"/>
                          <a:ea typeface="Times New Roman"/>
                          <a:cs typeface="Times New Roman"/>
                        </a:rPr>
                        <a:t>A: 1. </a:t>
                      </a:r>
                      <a:r>
                        <a:rPr lang="en-US" sz="1100" dirty="0" err="1">
                          <a:latin typeface="Calibri"/>
                          <a:ea typeface="Times New Roman"/>
                          <a:cs typeface="Times New Roman"/>
                        </a:rPr>
                        <a:t>Recepţionerul</a:t>
                      </a:r>
                      <a:r>
                        <a:rPr lang="en-US" sz="1100" dirty="0">
                          <a:latin typeface="Calibri"/>
                          <a:ea typeface="Times New Roman"/>
                          <a:cs typeface="Times New Roman"/>
                        </a:rPr>
                        <a:t> </a:t>
                      </a:r>
                      <a:r>
                        <a:rPr lang="en-US" sz="1100" dirty="0" err="1">
                          <a:latin typeface="Calibri"/>
                          <a:ea typeface="Times New Roman"/>
                          <a:cs typeface="Times New Roman"/>
                        </a:rPr>
                        <a:t>oferă</a:t>
                      </a:r>
                      <a:r>
                        <a:rPr lang="en-US" sz="1100" dirty="0">
                          <a:latin typeface="Calibri"/>
                          <a:ea typeface="Times New Roman"/>
                          <a:cs typeface="Times New Roman"/>
                        </a:rPr>
                        <a:t> alternative de </a:t>
                      </a:r>
                      <a:r>
                        <a:rPr lang="en-US" sz="1100" dirty="0" err="1">
                          <a:latin typeface="Calibri"/>
                          <a:ea typeface="Times New Roman"/>
                          <a:cs typeface="Times New Roman"/>
                        </a:rPr>
                        <a:t>cazare</a:t>
                      </a:r>
                      <a:r>
                        <a:rPr lang="en-US" sz="1100" dirty="0">
                          <a:latin typeface="Calibri"/>
                          <a:ea typeface="Times New Roman"/>
                          <a:cs typeface="Times New Roman"/>
                        </a:rPr>
                        <a:t> la </a:t>
                      </a:r>
                      <a:r>
                        <a:rPr lang="en-US" sz="1100" dirty="0" err="1">
                          <a:latin typeface="Calibri"/>
                          <a:ea typeface="Times New Roman"/>
                          <a:cs typeface="Times New Roman"/>
                        </a:rPr>
                        <a:t>cele</a:t>
                      </a:r>
                      <a:r>
                        <a:rPr lang="en-US" sz="1100" dirty="0">
                          <a:latin typeface="Calibri"/>
                          <a:ea typeface="Times New Roman"/>
                          <a:cs typeface="Times New Roman"/>
                        </a:rPr>
                        <a:t> </a:t>
                      </a:r>
                      <a:r>
                        <a:rPr lang="en-US" sz="1100" dirty="0" err="1">
                          <a:latin typeface="Calibri"/>
                          <a:ea typeface="Times New Roman"/>
                          <a:cs typeface="Times New Roman"/>
                        </a:rPr>
                        <a:t>solicitate</a:t>
                      </a:r>
                      <a:r>
                        <a:rPr lang="en-US" sz="1100" dirty="0">
                          <a:latin typeface="Calibri"/>
                          <a:ea typeface="Times New Roman"/>
                          <a:cs typeface="Times New Roman"/>
                        </a:rPr>
                        <a:t>.</a:t>
                      </a:r>
                    </a:p>
                    <a:p>
                      <a:pPr marL="342900" marR="0" lvl="0" indent="-342900">
                        <a:lnSpc>
                          <a:spcPct val="115000"/>
                        </a:lnSpc>
                        <a:spcBef>
                          <a:spcPts val="0"/>
                        </a:spcBef>
                        <a:spcAft>
                          <a:spcPts val="0"/>
                        </a:spcAft>
                        <a:buFont typeface="+mj-lt"/>
                        <a:buNone/>
                      </a:pPr>
                      <a:r>
                        <a:rPr lang="ro-RO" sz="1100" dirty="0">
                          <a:latin typeface="Calibri"/>
                          <a:ea typeface="Times New Roman"/>
                          <a:cs typeface="Times New Roman"/>
                        </a:rPr>
                        <a:t>2. </a:t>
                      </a:r>
                      <a:r>
                        <a:rPr lang="en-US" sz="1100" dirty="0" err="1">
                          <a:latin typeface="Calibri"/>
                          <a:ea typeface="Times New Roman"/>
                          <a:cs typeface="Times New Roman"/>
                        </a:rPr>
                        <a:t>Clientul</a:t>
                      </a:r>
                      <a:r>
                        <a:rPr lang="en-US" sz="1100" dirty="0">
                          <a:latin typeface="Calibri"/>
                          <a:ea typeface="Times New Roman"/>
                          <a:cs typeface="Times New Roman"/>
                        </a:rPr>
                        <a:t> </a:t>
                      </a:r>
                      <a:r>
                        <a:rPr lang="en-US" sz="1100" dirty="0" err="1">
                          <a:latin typeface="Calibri"/>
                          <a:ea typeface="Times New Roman"/>
                          <a:cs typeface="Times New Roman"/>
                        </a:rPr>
                        <a:t>selectează</a:t>
                      </a:r>
                      <a:r>
                        <a:rPr lang="en-US" sz="1100" dirty="0">
                          <a:latin typeface="Calibri"/>
                          <a:ea typeface="Times New Roman"/>
                          <a:cs typeface="Times New Roman"/>
                        </a:rPr>
                        <a:t> o </a:t>
                      </a:r>
                      <a:r>
                        <a:rPr lang="en-US" sz="1100" dirty="0" err="1">
                          <a:latin typeface="Calibri"/>
                          <a:ea typeface="Times New Roman"/>
                          <a:cs typeface="Times New Roman"/>
                        </a:rPr>
                        <a:t>alternativă</a:t>
                      </a:r>
                      <a:r>
                        <a:rPr lang="en-US" sz="1100" dirty="0">
                          <a:latin typeface="Calibri"/>
                          <a:ea typeface="Times New Roman"/>
                          <a:cs typeface="Times New Roman"/>
                        </a:rPr>
                        <a:t>, </a:t>
                      </a:r>
                      <a:r>
                        <a:rPr lang="en-US" sz="1100" dirty="0" err="1">
                          <a:latin typeface="Calibri"/>
                          <a:ea typeface="Times New Roman"/>
                          <a:cs typeface="Times New Roman"/>
                        </a:rPr>
                        <a:t>altfel</a:t>
                      </a:r>
                      <a:r>
                        <a:rPr lang="en-US" sz="1100" dirty="0">
                          <a:latin typeface="Calibri"/>
                          <a:ea typeface="Times New Roman"/>
                          <a:cs typeface="Times New Roman"/>
                        </a:rPr>
                        <a:t> </a:t>
                      </a:r>
                      <a:r>
                        <a:rPr lang="en-US" sz="1100" dirty="0" err="1">
                          <a:latin typeface="Calibri"/>
                          <a:ea typeface="Times New Roman"/>
                          <a:cs typeface="Times New Roman"/>
                        </a:rPr>
                        <a:t>scenariul</a:t>
                      </a:r>
                      <a:r>
                        <a:rPr lang="en-US" sz="1100" dirty="0">
                          <a:latin typeface="Calibri"/>
                          <a:ea typeface="Times New Roman"/>
                          <a:cs typeface="Times New Roman"/>
                        </a:rPr>
                        <a:t> se </a:t>
                      </a:r>
                      <a:r>
                        <a:rPr lang="en-US" sz="1100" dirty="0" err="1">
                          <a:latin typeface="Calibri"/>
                          <a:ea typeface="Times New Roman"/>
                          <a:cs typeface="Times New Roman"/>
                        </a:rPr>
                        <a:t>încheie</a:t>
                      </a:r>
                      <a:r>
                        <a:rPr lang="en-US" sz="1100" dirty="0">
                          <a:latin typeface="Calibri"/>
                          <a:ea typeface="Times New Roman"/>
                          <a:cs typeface="Times New Roman"/>
                        </a:rPr>
                        <a:t>.</a:t>
                      </a:r>
                    </a:p>
                    <a:p>
                      <a:pPr marL="0" marR="0">
                        <a:lnSpc>
                          <a:spcPct val="115000"/>
                        </a:lnSpc>
                        <a:spcBef>
                          <a:spcPts val="0"/>
                        </a:spcBef>
                        <a:spcAft>
                          <a:spcPts val="0"/>
                        </a:spcAft>
                      </a:pPr>
                      <a:r>
                        <a:rPr lang="en-US" sz="1100" dirty="0">
                          <a:latin typeface="Calibri"/>
                          <a:ea typeface="Times New Roman"/>
                          <a:cs typeface="Times New Roman"/>
                        </a:rPr>
                        <a:t>B: </a:t>
                      </a:r>
                      <a:r>
                        <a:rPr lang="ro-RO" sz="1100" dirty="0">
                          <a:latin typeface="Calibri"/>
                          <a:ea typeface="Times New Roman"/>
                          <a:cs typeface="Times New Roman"/>
                        </a:rPr>
                        <a:t> 1.</a:t>
                      </a:r>
                      <a:r>
                        <a:rPr lang="ro-RO" sz="1100" baseline="0" dirty="0">
                          <a:latin typeface="Calibri"/>
                          <a:ea typeface="Times New Roman"/>
                          <a:cs typeface="Times New Roman"/>
                        </a:rPr>
                        <a:t>  </a:t>
                      </a:r>
                      <a:r>
                        <a:rPr lang="en-US" sz="1100" dirty="0" err="1">
                          <a:latin typeface="Calibri"/>
                          <a:ea typeface="Times New Roman"/>
                          <a:cs typeface="Times New Roman"/>
                        </a:rPr>
                        <a:t>Clientul</a:t>
                      </a:r>
                      <a:r>
                        <a:rPr lang="en-US" sz="1100" dirty="0">
                          <a:latin typeface="Calibri"/>
                          <a:ea typeface="Times New Roman"/>
                          <a:cs typeface="Times New Roman"/>
                        </a:rPr>
                        <a:t> nu confirm</a:t>
                      </a:r>
                      <a:r>
                        <a:rPr lang="ro-RO" sz="1100" dirty="0">
                          <a:latin typeface="Calibri"/>
                          <a:ea typeface="Times New Roman"/>
                          <a:cs typeface="Times New Roman"/>
                        </a:rPr>
                        <a:t>ă</a:t>
                      </a:r>
                      <a:r>
                        <a:rPr lang="en-US" sz="1100" dirty="0">
                          <a:latin typeface="Calibri"/>
                          <a:ea typeface="Times New Roman"/>
                          <a:cs typeface="Times New Roman"/>
                        </a:rPr>
                        <a:t> </a:t>
                      </a:r>
                      <a:r>
                        <a:rPr lang="en-US" sz="1100" dirty="0" err="1">
                          <a:latin typeface="Calibri"/>
                          <a:ea typeface="Times New Roman"/>
                          <a:cs typeface="Times New Roman"/>
                        </a:rPr>
                        <a:t>rezervarea</a:t>
                      </a:r>
                      <a:r>
                        <a:rPr lang="en-US" sz="1100" dirty="0">
                          <a:latin typeface="Calibri"/>
                          <a:ea typeface="Times New Roman"/>
                          <a:cs typeface="Times New Roman"/>
                        </a:rPr>
                        <a:t> </a:t>
                      </a:r>
                      <a:r>
                        <a:rPr lang="en-US" sz="1100" dirty="0" err="1">
                          <a:latin typeface="Calibri"/>
                          <a:ea typeface="Times New Roman"/>
                          <a:cs typeface="Times New Roman"/>
                        </a:rPr>
                        <a:t>şi</a:t>
                      </a:r>
                      <a:r>
                        <a:rPr lang="en-US" sz="1100" dirty="0">
                          <a:latin typeface="Calibri"/>
                          <a:ea typeface="Times New Roman"/>
                          <a:cs typeface="Times New Roman"/>
                        </a:rPr>
                        <a:t> </a:t>
                      </a:r>
                      <a:r>
                        <a:rPr lang="en-US" sz="1100" dirty="0" err="1">
                          <a:latin typeface="Calibri"/>
                          <a:ea typeface="Times New Roman"/>
                          <a:cs typeface="Times New Roman"/>
                        </a:rPr>
                        <a:t>scenariul</a:t>
                      </a:r>
                      <a:r>
                        <a:rPr lang="en-US" sz="1100" dirty="0">
                          <a:latin typeface="Calibri"/>
                          <a:ea typeface="Times New Roman"/>
                          <a:cs typeface="Times New Roman"/>
                        </a:rPr>
                        <a:t> se </a:t>
                      </a:r>
                      <a:r>
                        <a:rPr lang="en-US" sz="1100" dirty="0" err="1">
                          <a:latin typeface="Calibri"/>
                          <a:ea typeface="Times New Roman"/>
                          <a:cs typeface="Times New Roman"/>
                        </a:rPr>
                        <a:t>încheie</a:t>
                      </a:r>
                      <a:r>
                        <a:rPr lang="en-US" sz="1100" dirty="0">
                          <a:latin typeface="Calibri"/>
                          <a:ea typeface="Times New Roman"/>
                          <a:cs typeface="Times New Roman"/>
                        </a:rPr>
                        <a:t>. </a:t>
                      </a:r>
                    </a:p>
                    <a:p>
                      <a:pPr marL="0" marR="0">
                        <a:lnSpc>
                          <a:spcPct val="115000"/>
                        </a:lnSpc>
                        <a:spcBef>
                          <a:spcPts val="0"/>
                        </a:spcBef>
                        <a:spcAft>
                          <a:spcPts val="0"/>
                        </a:spcAft>
                      </a:pPr>
                      <a:r>
                        <a:rPr lang="en-US" sz="1100" dirty="0">
                          <a:latin typeface="Calibri"/>
                          <a:ea typeface="Times New Roman"/>
                          <a:cs typeface="Times New Roman"/>
                        </a:rPr>
                        <a:t>C:</a:t>
                      </a:r>
                      <a:r>
                        <a:rPr lang="ro-RO" sz="1100" baseline="0" dirty="0">
                          <a:latin typeface="Calibri"/>
                          <a:ea typeface="Times New Roman"/>
                          <a:cs typeface="Times New Roman"/>
                        </a:rPr>
                        <a:t>  1. </a:t>
                      </a:r>
                      <a:r>
                        <a:rPr lang="en-US" sz="1100" dirty="0">
                          <a:latin typeface="Calibri"/>
                          <a:ea typeface="Times New Roman"/>
                          <a:cs typeface="Times New Roman"/>
                        </a:rPr>
                        <a:t>Se </a:t>
                      </a:r>
                      <a:r>
                        <a:rPr lang="en-US" sz="1100" dirty="0" err="1">
                          <a:latin typeface="Calibri"/>
                          <a:ea typeface="Times New Roman"/>
                          <a:cs typeface="Times New Roman"/>
                        </a:rPr>
                        <a:t>trece</a:t>
                      </a:r>
                      <a:r>
                        <a:rPr lang="en-US" sz="1100" dirty="0">
                          <a:latin typeface="Calibri"/>
                          <a:ea typeface="Times New Roman"/>
                          <a:cs typeface="Times New Roman"/>
                        </a:rPr>
                        <a:t> la </a:t>
                      </a:r>
                      <a:r>
                        <a:rPr lang="en-US" sz="1100" dirty="0" err="1">
                          <a:latin typeface="Calibri"/>
                          <a:ea typeface="Times New Roman"/>
                          <a:cs typeface="Times New Roman"/>
                        </a:rPr>
                        <a:t>punctul</a:t>
                      </a:r>
                      <a:r>
                        <a:rPr lang="en-US" sz="1100" dirty="0">
                          <a:latin typeface="Calibri"/>
                          <a:ea typeface="Times New Roman"/>
                          <a:cs typeface="Times New Roman"/>
                        </a:rPr>
                        <a:t> 8.</a:t>
                      </a: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dirty="0">
                          <a:latin typeface="Calibri" pitchFamily="34" charset="0"/>
                        </a:rPr>
                        <a:t>Relaţii</a:t>
                      </a:r>
                      <a:endParaRPr lang="en-US" sz="1200" dirty="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Se extinde prin  CU07 Decide acordare discount</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188062">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dirty="0">
                          <a:latin typeface="Calibri" pitchFamily="34" charset="0"/>
                        </a:rPr>
                        <a:t>Frecvenţa utilizării</a:t>
                      </a:r>
                      <a:endParaRPr lang="en-US" sz="1200" dirty="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a:latin typeface="Calibri"/>
                          <a:ea typeface="Times New Roman"/>
                          <a:cs typeface="Times New Roman"/>
                        </a:rPr>
                        <a:t>Foarte frecvent </a:t>
                      </a:r>
                      <a:endParaRPr lang="en-US" sz="110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364025">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a:spcAft>
                          <a:spcPts val="0"/>
                        </a:spcAft>
                      </a:pPr>
                      <a:r>
                        <a:rPr lang="ro-RO" sz="1200">
                          <a:latin typeface="Calibri" pitchFamily="34" charset="0"/>
                        </a:rPr>
                        <a:t>Reguli ale afaceri</a:t>
                      </a:r>
                      <a:endParaRPr lang="en-US" sz="1200">
                        <a:latin typeface="Calibri" pitchFamily="34" charset="0"/>
                        <a:ea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tx1"/>
                          </a:solidFill>
                          <a:latin typeface="Constantia"/>
                          <a:sym typeface="Arial"/>
                        </a:defRPr>
                      </a:lvl9pPr>
                    </a:lstStyle>
                    <a:p>
                      <a:pPr marL="0" marR="0">
                        <a:lnSpc>
                          <a:spcPct val="115000"/>
                        </a:lnSpc>
                        <a:spcBef>
                          <a:spcPts val="0"/>
                        </a:spcBef>
                        <a:spcAft>
                          <a:spcPts val="0"/>
                        </a:spcAft>
                      </a:pPr>
                      <a:r>
                        <a:rPr lang="ro-RO" sz="1100" dirty="0">
                          <a:latin typeface="Calibri"/>
                          <a:ea typeface="Times New Roman"/>
                          <a:cs typeface="Times New Roman"/>
                        </a:rPr>
                        <a:t>Recepţionerul poate acorda discounturi  la cererea clientului numai cu acordul managerului. </a:t>
                      </a:r>
                      <a:endParaRPr lang="en-US" sz="1100" dirty="0">
                        <a:latin typeface="Calibri"/>
                        <a:ea typeface="Times New Roman"/>
                        <a:cs typeface="Times New Roman"/>
                      </a:endParaRPr>
                    </a:p>
                  </a:txBody>
                  <a:tcPr marL="68580" marR="68580" marT="0" marB="0">
                    <a:lnL w="12700" cmpd="sng">
                      <a:solidFill>
                        <a:srgbClr val="009DD9"/>
                      </a:solidFill>
                    </a:lnL>
                    <a:lnR w="12700" cmpd="sng">
                      <a:solidFill>
                        <a:srgbClr val="009DD9"/>
                      </a:solidFill>
                    </a:lnR>
                    <a:lnT w="12700" cmpd="sng">
                      <a:solidFill>
                        <a:srgbClr val="009DD9"/>
                      </a:solidFill>
                    </a:lnT>
                    <a:lnB w="12700" cmpd="sng">
                      <a:solidFill>
                        <a:srgbClr val="009DD9"/>
                      </a:solidFill>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995573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49"/>
          <p:cNvSpPr txBox="1">
            <a:spLocks noGrp="1"/>
          </p:cNvSpPr>
          <p:nvPr>
            <p:ph type="title"/>
          </p:nvPr>
        </p:nvSpPr>
        <p:spPr>
          <a:xfrm>
            <a:off x="1432200" y="512065"/>
            <a:ext cx="9327600" cy="862400"/>
          </a:xfrm>
          <a:prstGeom prst="rect">
            <a:avLst/>
          </a:prstGeom>
        </p:spPr>
        <p:txBody>
          <a:bodyPr spcFirstLastPara="1" wrap="square" lIns="121900" tIns="121900" rIns="121900" bIns="121900" anchor="t" anchorCtr="0">
            <a:noAutofit/>
          </a:bodyPr>
          <a:lstStyle/>
          <a:p>
            <a:r>
              <a:rPr lang="ro-RO" dirty="0"/>
              <a:t>Studiu individual</a:t>
            </a:r>
            <a:endParaRPr dirty="0"/>
          </a:p>
        </p:txBody>
      </p:sp>
      <p:sp>
        <p:nvSpPr>
          <p:cNvPr id="1137" name="Google Shape;1137;p49"/>
          <p:cNvSpPr/>
          <p:nvPr/>
        </p:nvSpPr>
        <p:spPr>
          <a:xfrm>
            <a:off x="1617784" y="1948500"/>
            <a:ext cx="1661200" cy="16612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38" name="Google Shape;1138;p49"/>
          <p:cNvSpPr/>
          <p:nvPr/>
        </p:nvSpPr>
        <p:spPr>
          <a:xfrm>
            <a:off x="5265384" y="1948500"/>
            <a:ext cx="1661200" cy="16612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39" name="Google Shape;1139;p49"/>
          <p:cNvSpPr/>
          <p:nvPr/>
        </p:nvSpPr>
        <p:spPr>
          <a:xfrm>
            <a:off x="8912951" y="1948500"/>
            <a:ext cx="1661200" cy="16612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41" name="Google Shape;1141;p49"/>
          <p:cNvSpPr txBox="1">
            <a:spLocks noGrp="1"/>
          </p:cNvSpPr>
          <p:nvPr>
            <p:ph type="subTitle" idx="2"/>
          </p:nvPr>
        </p:nvSpPr>
        <p:spPr>
          <a:xfrm>
            <a:off x="1842555" y="5148087"/>
            <a:ext cx="8501433" cy="492000"/>
          </a:xfrm>
          <a:prstGeom prst="rect">
            <a:avLst/>
          </a:prstGeom>
        </p:spPr>
        <p:txBody>
          <a:bodyPr spcFirstLastPara="1" wrap="square" lIns="121900" tIns="121900" rIns="121900" bIns="121900" anchor="t" anchorCtr="0">
            <a:noAutofit/>
          </a:bodyPr>
          <a:lstStyle/>
          <a:p>
            <a:pPr marL="0" indent="0"/>
            <a:r>
              <a:rPr lang="ro-RO" sz="1700" b="1" dirty="0"/>
              <a:t>Realizați o diagramă </a:t>
            </a:r>
            <a:r>
              <a:rPr lang="en-US" sz="1700" b="1" dirty="0"/>
              <a:t>a</a:t>
            </a:r>
            <a:r>
              <a:rPr lang="ro-RO" sz="1700" b="1" dirty="0"/>
              <a:t> cazuri</a:t>
            </a:r>
            <a:r>
              <a:rPr lang="en-US" sz="1700" b="1" dirty="0"/>
              <a:t>lor</a:t>
            </a:r>
            <a:r>
              <a:rPr lang="ro-RO" sz="1700" b="1" dirty="0"/>
              <a:t> de utilizare pentru una dintre cele trei categorii de sisteme</a:t>
            </a:r>
            <a:endParaRPr sz="1700" b="1" dirty="0"/>
          </a:p>
        </p:txBody>
      </p:sp>
      <p:sp>
        <p:nvSpPr>
          <p:cNvPr id="1159" name="Google Shape;1159;p49"/>
          <p:cNvSpPr txBox="1">
            <a:spLocks noGrp="1"/>
          </p:cNvSpPr>
          <p:nvPr>
            <p:ph type="subTitle" idx="4"/>
          </p:nvPr>
        </p:nvSpPr>
        <p:spPr>
          <a:xfrm>
            <a:off x="1463482" y="3798582"/>
            <a:ext cx="2062239" cy="492000"/>
          </a:xfrm>
          <a:prstGeom prst="rect">
            <a:avLst/>
          </a:prstGeom>
        </p:spPr>
        <p:txBody>
          <a:bodyPr spcFirstLastPara="1" wrap="square" lIns="121900" tIns="121900" rIns="121900" bIns="121900" anchor="t" anchorCtr="0">
            <a:noAutofit/>
          </a:bodyPr>
          <a:lstStyle/>
          <a:p>
            <a:pPr marL="0" indent="0"/>
            <a:r>
              <a:rPr lang="ro-RO" sz="2000" dirty="0"/>
              <a:t>Comerț electronic</a:t>
            </a:r>
            <a:endParaRPr sz="2000" dirty="0"/>
          </a:p>
        </p:txBody>
      </p:sp>
      <p:sp>
        <p:nvSpPr>
          <p:cNvPr id="1160" name="Google Shape;1160;p49"/>
          <p:cNvSpPr txBox="1">
            <a:spLocks noGrp="1"/>
          </p:cNvSpPr>
          <p:nvPr>
            <p:ph type="subTitle" idx="5"/>
          </p:nvPr>
        </p:nvSpPr>
        <p:spPr>
          <a:xfrm>
            <a:off x="4920701" y="3814075"/>
            <a:ext cx="2462026" cy="492000"/>
          </a:xfrm>
          <a:prstGeom prst="rect">
            <a:avLst/>
          </a:prstGeom>
        </p:spPr>
        <p:txBody>
          <a:bodyPr spcFirstLastPara="1" wrap="square" lIns="121900" tIns="121900" rIns="121900" bIns="121900" anchor="t" anchorCtr="0">
            <a:noAutofit/>
          </a:bodyPr>
          <a:lstStyle/>
          <a:p>
            <a:pPr marL="0" indent="0"/>
            <a:r>
              <a:rPr lang="ro-RO" sz="2000" dirty="0"/>
              <a:t>Învățământ universitar</a:t>
            </a:r>
          </a:p>
        </p:txBody>
      </p:sp>
      <p:sp>
        <p:nvSpPr>
          <p:cNvPr id="1161" name="Google Shape;1161;p49"/>
          <p:cNvSpPr txBox="1">
            <a:spLocks noGrp="1"/>
          </p:cNvSpPr>
          <p:nvPr>
            <p:ph type="subTitle" idx="6"/>
          </p:nvPr>
        </p:nvSpPr>
        <p:spPr>
          <a:xfrm>
            <a:off x="8808987" y="3798582"/>
            <a:ext cx="1869123" cy="862400"/>
          </a:xfrm>
          <a:prstGeom prst="rect">
            <a:avLst/>
          </a:prstGeom>
        </p:spPr>
        <p:txBody>
          <a:bodyPr spcFirstLastPara="1" wrap="square" lIns="121900" tIns="121900" rIns="121900" bIns="121900" anchor="t" anchorCtr="0">
            <a:noAutofit/>
          </a:bodyPr>
          <a:lstStyle/>
          <a:p>
            <a:pPr marL="0" indent="0"/>
            <a:r>
              <a:rPr lang="ro-RO" sz="2000" dirty="0"/>
              <a:t>Servicii medicale</a:t>
            </a:r>
            <a:endParaRPr sz="2000" dirty="0"/>
          </a:p>
        </p:txBody>
      </p:sp>
      <p:grpSp>
        <p:nvGrpSpPr>
          <p:cNvPr id="35" name="Google Shape;13231;p87">
            <a:extLst>
              <a:ext uri="{FF2B5EF4-FFF2-40B4-BE49-F238E27FC236}">
                <a16:creationId xmlns:a16="http://schemas.microsoft.com/office/drawing/2014/main" id="{97E449E6-E6BC-4E30-BD6A-366790506593}"/>
              </a:ext>
            </a:extLst>
          </p:cNvPr>
          <p:cNvGrpSpPr/>
          <p:nvPr/>
        </p:nvGrpSpPr>
        <p:grpSpPr>
          <a:xfrm>
            <a:off x="2210110" y="2539693"/>
            <a:ext cx="495458" cy="428593"/>
            <a:chOff x="-62518200" y="2692475"/>
            <a:chExt cx="318225" cy="289100"/>
          </a:xfrm>
          <a:solidFill>
            <a:schemeClr val="accent2"/>
          </a:solidFill>
        </p:grpSpPr>
        <p:sp>
          <p:nvSpPr>
            <p:cNvPr id="36" name="Google Shape;13232;p87">
              <a:extLst>
                <a:ext uri="{FF2B5EF4-FFF2-40B4-BE49-F238E27FC236}">
                  <a16:creationId xmlns:a16="http://schemas.microsoft.com/office/drawing/2014/main" id="{69134C75-807F-48D4-A024-3D4ADCCD95E3}"/>
                </a:ext>
              </a:extLst>
            </p:cNvPr>
            <p:cNvSpPr/>
            <p:nvPr/>
          </p:nvSpPr>
          <p:spPr>
            <a:xfrm>
              <a:off x="-62518200" y="2692475"/>
              <a:ext cx="318225" cy="289100"/>
            </a:xfrm>
            <a:custGeom>
              <a:avLst/>
              <a:gdLst/>
              <a:ahLst/>
              <a:cxnLst/>
              <a:rect l="l" t="t" r="r" b="b"/>
              <a:pathLst>
                <a:path w="12729" h="11564" extrusionOk="0">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233;p87">
              <a:extLst>
                <a:ext uri="{FF2B5EF4-FFF2-40B4-BE49-F238E27FC236}">
                  <a16:creationId xmlns:a16="http://schemas.microsoft.com/office/drawing/2014/main" id="{651D49AE-B4BC-4D1C-9DEF-BB55B6D79594}"/>
                </a:ext>
              </a:extLst>
            </p:cNvPr>
            <p:cNvSpPr/>
            <p:nvPr/>
          </p:nvSpPr>
          <p:spPr>
            <a:xfrm>
              <a:off x="-62335475" y="2804325"/>
              <a:ext cx="62250" cy="146525"/>
            </a:xfrm>
            <a:custGeom>
              <a:avLst/>
              <a:gdLst/>
              <a:ahLst/>
              <a:cxnLst/>
              <a:rect l="l" t="t" r="r" b="b"/>
              <a:pathLst>
                <a:path w="2490" h="5861" extrusionOk="0">
                  <a:moveTo>
                    <a:pt x="1261" y="0"/>
                  </a:moveTo>
                  <a:cubicBezTo>
                    <a:pt x="1009" y="0"/>
                    <a:pt x="820" y="189"/>
                    <a:pt x="820" y="410"/>
                  </a:cubicBezTo>
                  <a:lnTo>
                    <a:pt x="820" y="694"/>
                  </a:lnTo>
                  <a:cubicBezTo>
                    <a:pt x="348" y="851"/>
                    <a:pt x="1" y="1324"/>
                    <a:pt x="1" y="1891"/>
                  </a:cubicBezTo>
                  <a:cubicBezTo>
                    <a:pt x="1" y="2552"/>
                    <a:pt x="537" y="2930"/>
                    <a:pt x="978" y="3245"/>
                  </a:cubicBezTo>
                  <a:cubicBezTo>
                    <a:pt x="1293" y="3497"/>
                    <a:pt x="1639" y="3718"/>
                    <a:pt x="1639" y="3970"/>
                  </a:cubicBezTo>
                  <a:cubicBezTo>
                    <a:pt x="1671" y="4254"/>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19"/>
                  </a:lnTo>
                  <a:cubicBezTo>
                    <a:pt x="820" y="5671"/>
                    <a:pt x="1009" y="5860"/>
                    <a:pt x="1261" y="5860"/>
                  </a:cubicBezTo>
                  <a:cubicBezTo>
                    <a:pt x="1482" y="5860"/>
                    <a:pt x="1639" y="5671"/>
                    <a:pt x="1639" y="5419"/>
                  </a:cubicBezTo>
                  <a:lnTo>
                    <a:pt x="1639" y="5136"/>
                  </a:lnTo>
                  <a:cubicBezTo>
                    <a:pt x="2112" y="4978"/>
                    <a:pt x="2458" y="4506"/>
                    <a:pt x="2458" y="3970"/>
                  </a:cubicBezTo>
                  <a:cubicBezTo>
                    <a:pt x="2458" y="3308"/>
                    <a:pt x="1923" y="2899"/>
                    <a:pt x="1482" y="2584"/>
                  </a:cubicBezTo>
                  <a:cubicBezTo>
                    <a:pt x="1167" y="2363"/>
                    <a:pt x="820" y="2111"/>
                    <a:pt x="820" y="1891"/>
                  </a:cubicBezTo>
                  <a:cubicBezTo>
                    <a:pt x="820" y="1639"/>
                    <a:pt x="1009" y="1450"/>
                    <a:pt x="1261" y="1450"/>
                  </a:cubicBezTo>
                  <a:cubicBezTo>
                    <a:pt x="1482" y="1450"/>
                    <a:pt x="1639" y="1639"/>
                    <a:pt x="1639" y="1891"/>
                  </a:cubicBezTo>
                  <a:cubicBezTo>
                    <a:pt x="1639" y="2111"/>
                    <a:pt x="1860" y="2300"/>
                    <a:pt x="2049" y="2300"/>
                  </a:cubicBezTo>
                  <a:cubicBezTo>
                    <a:pt x="2269" y="2300"/>
                    <a:pt x="2490" y="2111"/>
                    <a:pt x="2490" y="1891"/>
                  </a:cubicBezTo>
                  <a:cubicBezTo>
                    <a:pt x="2490" y="1324"/>
                    <a:pt x="2112" y="883"/>
                    <a:pt x="1639" y="694"/>
                  </a:cubicBezTo>
                  <a:lnTo>
                    <a:pt x="1639" y="410"/>
                  </a:lnTo>
                  <a:cubicBezTo>
                    <a:pt x="1639" y="189"/>
                    <a:pt x="1450" y="0"/>
                    <a:pt x="12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8" name="Google Shape;12885;p86">
            <a:extLst>
              <a:ext uri="{FF2B5EF4-FFF2-40B4-BE49-F238E27FC236}">
                <a16:creationId xmlns:a16="http://schemas.microsoft.com/office/drawing/2014/main" id="{16BF821F-599F-4B29-A4F0-19B31C8CDB44}"/>
              </a:ext>
            </a:extLst>
          </p:cNvPr>
          <p:cNvSpPr/>
          <p:nvPr/>
        </p:nvSpPr>
        <p:spPr>
          <a:xfrm>
            <a:off x="5827309" y="2536386"/>
            <a:ext cx="537381" cy="497706"/>
          </a:xfrm>
          <a:custGeom>
            <a:avLst/>
            <a:gdLst/>
            <a:ahLst/>
            <a:cxnLst/>
            <a:rect l="l" t="t" r="r" b="b"/>
            <a:pathLst>
              <a:path w="12761" h="12653" extrusionOk="0">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971;p86">
            <a:extLst>
              <a:ext uri="{FF2B5EF4-FFF2-40B4-BE49-F238E27FC236}">
                <a16:creationId xmlns:a16="http://schemas.microsoft.com/office/drawing/2014/main" id="{10F8E8A4-958E-49B6-8CA3-24E9273CB4DF}"/>
              </a:ext>
            </a:extLst>
          </p:cNvPr>
          <p:cNvSpPr/>
          <p:nvPr/>
        </p:nvSpPr>
        <p:spPr>
          <a:xfrm>
            <a:off x="9498319" y="2536386"/>
            <a:ext cx="490461" cy="445010"/>
          </a:xfrm>
          <a:custGeom>
            <a:avLst/>
            <a:gdLst/>
            <a:ahLst/>
            <a:cxnLst/>
            <a:rect l="l" t="t" r="r" b="b"/>
            <a:pathLst>
              <a:path w="11815" h="10524" extrusionOk="0">
                <a:moveTo>
                  <a:pt x="8664" y="726"/>
                </a:moveTo>
                <a:cubicBezTo>
                  <a:pt x="9326" y="726"/>
                  <a:pt x="9956" y="1009"/>
                  <a:pt x="10428" y="1482"/>
                </a:cubicBezTo>
                <a:cubicBezTo>
                  <a:pt x="10869" y="1954"/>
                  <a:pt x="11090" y="2616"/>
                  <a:pt x="11090" y="3309"/>
                </a:cubicBezTo>
                <a:cubicBezTo>
                  <a:pt x="11090" y="4191"/>
                  <a:pt x="10712" y="4853"/>
                  <a:pt x="10082" y="5577"/>
                </a:cubicBezTo>
                <a:lnTo>
                  <a:pt x="7435" y="5577"/>
                </a:lnTo>
                <a:cubicBezTo>
                  <a:pt x="7309" y="5577"/>
                  <a:pt x="7215" y="5640"/>
                  <a:pt x="7120" y="5735"/>
                </a:cubicBezTo>
                <a:lnTo>
                  <a:pt x="6648" y="6522"/>
                </a:lnTo>
                <a:lnTo>
                  <a:pt x="5545" y="3687"/>
                </a:lnTo>
                <a:cubicBezTo>
                  <a:pt x="5514" y="3561"/>
                  <a:pt x="5388" y="3435"/>
                  <a:pt x="5230" y="3435"/>
                </a:cubicBezTo>
                <a:cubicBezTo>
                  <a:pt x="5073" y="3435"/>
                  <a:pt x="4947" y="3529"/>
                  <a:pt x="4915" y="3624"/>
                </a:cubicBezTo>
                <a:lnTo>
                  <a:pt x="4096" y="5514"/>
                </a:lnTo>
                <a:lnTo>
                  <a:pt x="1702" y="5514"/>
                </a:lnTo>
                <a:cubicBezTo>
                  <a:pt x="1103" y="4853"/>
                  <a:pt x="693" y="4191"/>
                  <a:pt x="693" y="3309"/>
                </a:cubicBezTo>
                <a:cubicBezTo>
                  <a:pt x="693" y="2616"/>
                  <a:pt x="945" y="1986"/>
                  <a:pt x="1355" y="1482"/>
                </a:cubicBezTo>
                <a:cubicBezTo>
                  <a:pt x="1796" y="1009"/>
                  <a:pt x="2426" y="726"/>
                  <a:pt x="3151" y="726"/>
                </a:cubicBezTo>
                <a:cubicBezTo>
                  <a:pt x="4096" y="726"/>
                  <a:pt x="4726" y="1293"/>
                  <a:pt x="5073" y="1797"/>
                </a:cubicBezTo>
                <a:cubicBezTo>
                  <a:pt x="5388" y="2206"/>
                  <a:pt x="5545" y="2647"/>
                  <a:pt x="5577" y="2836"/>
                </a:cubicBezTo>
                <a:cubicBezTo>
                  <a:pt x="5608" y="2994"/>
                  <a:pt x="5766" y="3088"/>
                  <a:pt x="5892" y="3088"/>
                </a:cubicBezTo>
                <a:cubicBezTo>
                  <a:pt x="6049" y="3088"/>
                  <a:pt x="6175" y="2994"/>
                  <a:pt x="6207" y="2836"/>
                </a:cubicBezTo>
                <a:cubicBezTo>
                  <a:pt x="6238" y="2679"/>
                  <a:pt x="6459" y="2206"/>
                  <a:pt x="6742" y="1797"/>
                </a:cubicBezTo>
                <a:cubicBezTo>
                  <a:pt x="7089" y="1293"/>
                  <a:pt x="7687" y="726"/>
                  <a:pt x="8664" y="726"/>
                </a:cubicBezTo>
                <a:close/>
                <a:moveTo>
                  <a:pt x="5293" y="4790"/>
                </a:moveTo>
                <a:lnTo>
                  <a:pt x="6364" y="7468"/>
                </a:lnTo>
                <a:cubicBezTo>
                  <a:pt x="6396" y="7562"/>
                  <a:pt x="6522" y="7657"/>
                  <a:pt x="6648" y="7688"/>
                </a:cubicBezTo>
                <a:lnTo>
                  <a:pt x="6679" y="7688"/>
                </a:lnTo>
                <a:cubicBezTo>
                  <a:pt x="6805" y="7688"/>
                  <a:pt x="6931" y="7625"/>
                  <a:pt x="6994" y="7531"/>
                </a:cubicBezTo>
                <a:lnTo>
                  <a:pt x="7750" y="6302"/>
                </a:lnTo>
                <a:lnTo>
                  <a:pt x="9483" y="6302"/>
                </a:lnTo>
                <a:cubicBezTo>
                  <a:pt x="9168" y="6459"/>
                  <a:pt x="8916" y="6711"/>
                  <a:pt x="8664" y="6932"/>
                </a:cubicBezTo>
                <a:cubicBezTo>
                  <a:pt x="7813" y="7688"/>
                  <a:pt x="6868" y="8507"/>
                  <a:pt x="5923" y="9610"/>
                </a:cubicBezTo>
                <a:cubicBezTo>
                  <a:pt x="4978" y="8507"/>
                  <a:pt x="4033" y="7688"/>
                  <a:pt x="3214" y="6932"/>
                </a:cubicBezTo>
                <a:cubicBezTo>
                  <a:pt x="2930" y="6711"/>
                  <a:pt x="2710" y="6459"/>
                  <a:pt x="2458" y="6270"/>
                </a:cubicBezTo>
                <a:lnTo>
                  <a:pt x="4411" y="6270"/>
                </a:lnTo>
                <a:cubicBezTo>
                  <a:pt x="4505" y="6270"/>
                  <a:pt x="4663" y="6207"/>
                  <a:pt x="4726" y="6081"/>
                </a:cubicBezTo>
                <a:lnTo>
                  <a:pt x="5293" y="4790"/>
                </a:lnTo>
                <a:close/>
                <a:moveTo>
                  <a:pt x="3151" y="1"/>
                </a:moveTo>
                <a:cubicBezTo>
                  <a:pt x="2269" y="1"/>
                  <a:pt x="1449" y="379"/>
                  <a:pt x="851" y="1009"/>
                </a:cubicBezTo>
                <a:cubicBezTo>
                  <a:pt x="315" y="1576"/>
                  <a:pt x="0" y="2427"/>
                  <a:pt x="0" y="3309"/>
                </a:cubicBezTo>
                <a:cubicBezTo>
                  <a:pt x="0" y="4097"/>
                  <a:pt x="252" y="4821"/>
                  <a:pt x="819" y="5514"/>
                </a:cubicBezTo>
                <a:lnTo>
                  <a:pt x="819" y="5577"/>
                </a:lnTo>
                <a:lnTo>
                  <a:pt x="347" y="5577"/>
                </a:lnTo>
                <a:cubicBezTo>
                  <a:pt x="158" y="5577"/>
                  <a:pt x="0" y="5735"/>
                  <a:pt x="0" y="5924"/>
                </a:cubicBezTo>
                <a:cubicBezTo>
                  <a:pt x="0" y="6113"/>
                  <a:pt x="158" y="6270"/>
                  <a:pt x="347" y="6270"/>
                </a:cubicBezTo>
                <a:lnTo>
                  <a:pt x="1418" y="6270"/>
                </a:lnTo>
                <a:cubicBezTo>
                  <a:pt x="1796" y="6680"/>
                  <a:pt x="2237" y="7058"/>
                  <a:pt x="2710" y="7468"/>
                </a:cubicBezTo>
                <a:cubicBezTo>
                  <a:pt x="3623" y="8255"/>
                  <a:pt x="4600" y="9137"/>
                  <a:pt x="5640" y="10366"/>
                </a:cubicBezTo>
                <a:lnTo>
                  <a:pt x="5640" y="10397"/>
                </a:lnTo>
                <a:cubicBezTo>
                  <a:pt x="5703" y="10492"/>
                  <a:pt x="5797" y="10524"/>
                  <a:pt x="5892" y="10524"/>
                </a:cubicBezTo>
                <a:cubicBezTo>
                  <a:pt x="6018" y="10524"/>
                  <a:pt x="6081" y="10492"/>
                  <a:pt x="6175" y="10397"/>
                </a:cubicBezTo>
                <a:lnTo>
                  <a:pt x="6175" y="10366"/>
                </a:lnTo>
                <a:cubicBezTo>
                  <a:pt x="7152" y="9137"/>
                  <a:pt x="8192" y="8287"/>
                  <a:pt x="9074" y="7468"/>
                </a:cubicBezTo>
                <a:cubicBezTo>
                  <a:pt x="9546" y="7026"/>
                  <a:pt x="9987" y="6617"/>
                  <a:pt x="10397" y="6270"/>
                </a:cubicBezTo>
                <a:lnTo>
                  <a:pt x="11437" y="6270"/>
                </a:lnTo>
                <a:cubicBezTo>
                  <a:pt x="11657" y="6270"/>
                  <a:pt x="11815" y="6113"/>
                  <a:pt x="11815" y="5924"/>
                </a:cubicBezTo>
                <a:cubicBezTo>
                  <a:pt x="11815" y="5735"/>
                  <a:pt x="11657" y="5577"/>
                  <a:pt x="11437" y="5577"/>
                </a:cubicBezTo>
                <a:lnTo>
                  <a:pt x="10964" y="5577"/>
                </a:lnTo>
                <a:lnTo>
                  <a:pt x="10964" y="5514"/>
                </a:lnTo>
                <a:cubicBezTo>
                  <a:pt x="11531" y="4821"/>
                  <a:pt x="11815" y="4097"/>
                  <a:pt x="11815" y="3309"/>
                </a:cubicBezTo>
                <a:cubicBezTo>
                  <a:pt x="11815" y="2458"/>
                  <a:pt x="11500" y="1639"/>
                  <a:pt x="10932" y="1009"/>
                </a:cubicBezTo>
                <a:cubicBezTo>
                  <a:pt x="10365" y="379"/>
                  <a:pt x="9578" y="1"/>
                  <a:pt x="8664" y="1"/>
                </a:cubicBezTo>
                <a:cubicBezTo>
                  <a:pt x="7404" y="1"/>
                  <a:pt x="6616" y="757"/>
                  <a:pt x="6175" y="1387"/>
                </a:cubicBezTo>
                <a:cubicBezTo>
                  <a:pt x="6049" y="1545"/>
                  <a:pt x="5986" y="1702"/>
                  <a:pt x="5892" y="1860"/>
                </a:cubicBezTo>
                <a:cubicBezTo>
                  <a:pt x="5829" y="1702"/>
                  <a:pt x="5703" y="1545"/>
                  <a:pt x="5640" y="1387"/>
                </a:cubicBezTo>
                <a:cubicBezTo>
                  <a:pt x="5199" y="757"/>
                  <a:pt x="4411" y="1"/>
                  <a:pt x="3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T Services by Slidesgo">
  <a:themeElements>
    <a:clrScheme name="Simple Light">
      <a:dk1>
        <a:srgbClr val="343434"/>
      </a:dk1>
      <a:lt1>
        <a:srgbClr val="FFFFFF"/>
      </a:lt1>
      <a:dk2>
        <a:srgbClr val="343434"/>
      </a:dk2>
      <a:lt2>
        <a:srgbClr val="F0F7ED"/>
      </a:lt2>
      <a:accent1>
        <a:srgbClr val="00899D"/>
      </a:accent1>
      <a:accent2>
        <a:srgbClr val="FF7210"/>
      </a:accent2>
      <a:accent3>
        <a:srgbClr val="343434"/>
      </a:accent3>
      <a:accent4>
        <a:srgbClr val="CECECE"/>
      </a:accent4>
      <a:accent5>
        <a:srgbClr val="00BBC1"/>
      </a:accent5>
      <a:accent6>
        <a:srgbClr val="D5DEE4"/>
      </a:accent6>
      <a:hlink>
        <a:srgbClr val="F0F7E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2074</TotalTime>
  <Words>2929</Words>
  <Application>Microsoft Office PowerPoint</Application>
  <PresentationFormat>Widescreen</PresentationFormat>
  <Paragraphs>276</Paragraphs>
  <Slides>29</Slides>
  <Notes>29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29</vt:i4>
      </vt:variant>
    </vt:vector>
  </HeadingPairs>
  <TitlesOfParts>
    <vt:vector size="40" baseType="lpstr">
      <vt:lpstr>Arial</vt:lpstr>
      <vt:lpstr>Barlow</vt:lpstr>
      <vt:lpstr>Calibri</vt:lpstr>
      <vt:lpstr>Calibri Light</vt:lpstr>
      <vt:lpstr>Lato</vt:lpstr>
      <vt:lpstr>Muli</vt:lpstr>
      <vt:lpstr>Roboto</vt:lpstr>
      <vt:lpstr>Times New Roman</vt:lpstr>
      <vt:lpstr>Wingdings</vt:lpstr>
      <vt:lpstr>Office Theme</vt:lpstr>
      <vt:lpstr>IT Services by Slidesgo</vt:lpstr>
      <vt:lpstr>Analiza și proiectarea sistemelor informatice</vt:lpstr>
      <vt:lpstr>Tipuri de diagrame UML</vt:lpstr>
      <vt:lpstr>Diagramele UML în ciclul de dezvoltare </vt:lpstr>
      <vt:lpstr>Diagrama cazurilor de utilizare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Relații între cazurile de utilizare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Studiu individual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Proiectarea sistemelor informatice</dc:title>
  <dc:creator>Anca Andreescu</dc:creator>
  <cp:lastModifiedBy>Anca Andreescu</cp:lastModifiedBy>
  <cp:revision>227</cp:revision>
  <dcterms:created xsi:type="dcterms:W3CDTF">2020-11-04T08:12:41Z</dcterms:created>
  <dcterms:modified xsi:type="dcterms:W3CDTF">2026-09-16T06:46:26Z</dcterms:modified>
</cp:coreProperties>
</file>