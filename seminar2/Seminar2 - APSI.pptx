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9" r:id="rId3"/>
  </p:sldMasterIdLst>
  <p:notesMasterIdLst>
    <p:notesMasterId r:id="rId30"/>
  </p:notesMasterIdLst>
  <p:sldIdLst>
    <p:sldId id="270" r:id="rId4"/>
    <p:sldId id="258" r:id="rId5"/>
    <p:sldId id="322" r:id="rId6"/>
    <p:sldId id="263" r:id="rId7"/>
    <p:sldId id="291" r:id="rId8"/>
    <p:sldId id="275" r:id="rId9"/>
    <p:sldId id="302" r:id="rId10"/>
    <p:sldId id="323" r:id="rId11"/>
    <p:sldId id="271" r:id="rId12"/>
    <p:sldId id="304" r:id="rId13"/>
    <p:sldId id="306" r:id="rId14"/>
    <p:sldId id="305" r:id="rId15"/>
    <p:sldId id="307" r:id="rId16"/>
    <p:sldId id="308" r:id="rId17"/>
    <p:sldId id="310" r:id="rId18"/>
    <p:sldId id="311" r:id="rId19"/>
    <p:sldId id="313" r:id="rId20"/>
    <p:sldId id="314" r:id="rId21"/>
    <p:sldId id="290" r:id="rId22"/>
    <p:sldId id="315" r:id="rId23"/>
    <p:sldId id="316" r:id="rId24"/>
    <p:sldId id="317" r:id="rId25"/>
    <p:sldId id="318" r:id="rId26"/>
    <p:sldId id="319" r:id="rId27"/>
    <p:sldId id="320" r:id="rId28"/>
    <p:sldId id="32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C8B3A"/>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87437" autoAdjust="0"/>
  </p:normalViewPr>
  <p:slideViewPr>
    <p:cSldViewPr snapToGrid="0">
      <p:cViewPr varScale="1">
        <p:scale>
          <a:sx n="73" d="100"/>
          <a:sy n="73" d="100"/>
        </p:scale>
        <p:origin x="156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352B63-3557-412C-9D6B-84CE3BC4921B}"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1E250F-C1AE-4923-B5D5-890F54A234D5}" type="slidenum">
              <a:rPr lang="en-US" smtClean="0"/>
              <a:t>‹#›</a:t>
            </a:fld>
            <a:endParaRPr lang="en-US"/>
          </a:p>
        </p:txBody>
      </p:sp>
    </p:spTree>
    <p:extLst>
      <p:ext uri="{BB962C8B-B14F-4D97-AF65-F5344CB8AC3E}">
        <p14:creationId xmlns:p14="http://schemas.microsoft.com/office/powerpoint/2010/main" val="1265571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2"/>
        <p:cNvGrpSpPr/>
        <p:nvPr/>
      </p:nvGrpSpPr>
      <p:grpSpPr>
        <a:xfrm>
          <a:off x="0" y="0"/>
          <a:ext cx="0" cy="0"/>
          <a:chOff x="0" y="0"/>
          <a:chExt cx="0" cy="0"/>
        </a:xfrm>
      </p:grpSpPr>
      <p:sp>
        <p:nvSpPr>
          <p:cNvPr id="3473" name="Google Shape;3473;g89f325e8c8_0_20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4" name="Google Shape;3474;g89f325e8c8_0_2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89f1087ede_0_2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89f1087ede_0_2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89f325e8c8_0_18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9" name="Google Shape;1119;g89f325e8c8_0_18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69197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89f325e8c8_0_18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 name="Google Shape;1074;g89f325e8c8_0_18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4430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23597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7"/>
        <p:cNvGrpSpPr/>
        <p:nvPr/>
      </p:nvGrpSpPr>
      <p:grpSpPr>
        <a:xfrm>
          <a:off x="0" y="0"/>
          <a:ext cx="0" cy="0"/>
          <a:chOff x="0" y="0"/>
          <a:chExt cx="0" cy="0"/>
        </a:xfrm>
      </p:grpSpPr>
      <p:sp>
        <p:nvSpPr>
          <p:cNvPr id="3538" name="Google Shape;3538;g89f325e8c8_0_2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9" name="Google Shape;3539;g89f325e8c8_0_2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7"/>
        <p:cNvGrpSpPr/>
        <p:nvPr/>
      </p:nvGrpSpPr>
      <p:grpSpPr>
        <a:xfrm>
          <a:off x="0" y="0"/>
          <a:ext cx="0" cy="0"/>
          <a:chOff x="0" y="0"/>
          <a:chExt cx="0" cy="0"/>
        </a:xfrm>
      </p:grpSpPr>
      <p:sp>
        <p:nvSpPr>
          <p:cNvPr id="3538" name="Google Shape;3538;g89f325e8c8_0_2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9" name="Google Shape;3539;g89f325e8c8_0_2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6743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7"/>
        <p:cNvGrpSpPr/>
        <p:nvPr/>
      </p:nvGrpSpPr>
      <p:grpSpPr>
        <a:xfrm>
          <a:off x="0" y="0"/>
          <a:ext cx="0" cy="0"/>
          <a:chOff x="0" y="0"/>
          <a:chExt cx="0" cy="0"/>
        </a:xfrm>
      </p:grpSpPr>
      <p:sp>
        <p:nvSpPr>
          <p:cNvPr id="3538" name="Google Shape;3538;g89f325e8c8_0_2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9" name="Google Shape;3539;g89f325e8c8_0_2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7815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7"/>
        <p:cNvGrpSpPr/>
        <p:nvPr/>
      </p:nvGrpSpPr>
      <p:grpSpPr>
        <a:xfrm>
          <a:off x="0" y="0"/>
          <a:ext cx="0" cy="0"/>
          <a:chOff x="0" y="0"/>
          <a:chExt cx="0" cy="0"/>
        </a:xfrm>
      </p:grpSpPr>
      <p:sp>
        <p:nvSpPr>
          <p:cNvPr id="3538" name="Google Shape;3538;g89f325e8c8_0_2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9" name="Google Shape;3539;g89f325e8c8_0_2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4974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7"/>
        <p:cNvGrpSpPr/>
        <p:nvPr/>
      </p:nvGrpSpPr>
      <p:grpSpPr>
        <a:xfrm>
          <a:off x="0" y="0"/>
          <a:ext cx="0" cy="0"/>
          <a:chOff x="0" y="0"/>
          <a:chExt cx="0" cy="0"/>
        </a:xfrm>
      </p:grpSpPr>
      <p:sp>
        <p:nvSpPr>
          <p:cNvPr id="3538" name="Google Shape;3538;g89f325e8c8_0_2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9" name="Google Shape;3539;g89f325e8c8_0_2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0671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7"/>
        <p:cNvGrpSpPr/>
        <p:nvPr/>
      </p:nvGrpSpPr>
      <p:grpSpPr>
        <a:xfrm>
          <a:off x="0" y="0"/>
          <a:ext cx="0" cy="0"/>
          <a:chOff x="0" y="0"/>
          <a:chExt cx="0" cy="0"/>
        </a:xfrm>
      </p:grpSpPr>
      <p:sp>
        <p:nvSpPr>
          <p:cNvPr id="3538" name="Google Shape;3538;g89f325e8c8_0_2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9" name="Google Shape;3539;g89f325e8c8_0_2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4026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7"/>
        <p:cNvGrpSpPr/>
        <p:nvPr/>
      </p:nvGrpSpPr>
      <p:grpSpPr>
        <a:xfrm>
          <a:off x="0" y="0"/>
          <a:ext cx="0" cy="0"/>
          <a:chOff x="0" y="0"/>
          <a:chExt cx="0" cy="0"/>
        </a:xfrm>
      </p:grpSpPr>
      <p:sp>
        <p:nvSpPr>
          <p:cNvPr id="3538" name="Google Shape;3538;g89f325e8c8_0_2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9" name="Google Shape;3539;g89f325e8c8_0_2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84131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7"/>
        <p:cNvGrpSpPr/>
        <p:nvPr/>
      </p:nvGrpSpPr>
      <p:grpSpPr>
        <a:xfrm>
          <a:off x="0" y="0"/>
          <a:ext cx="0" cy="0"/>
          <a:chOff x="0" y="0"/>
          <a:chExt cx="0" cy="0"/>
        </a:xfrm>
      </p:grpSpPr>
      <p:sp>
        <p:nvSpPr>
          <p:cNvPr id="3538" name="Google Shape;3538;g89f325e8c8_0_2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9" name="Google Shape;3539;g89f325e8c8_0_2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3827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7"/>
        <p:cNvGrpSpPr/>
        <p:nvPr/>
      </p:nvGrpSpPr>
      <p:grpSpPr>
        <a:xfrm>
          <a:off x="0" y="0"/>
          <a:ext cx="0" cy="0"/>
          <a:chOff x="0" y="0"/>
          <a:chExt cx="0" cy="0"/>
        </a:xfrm>
      </p:grpSpPr>
      <p:sp>
        <p:nvSpPr>
          <p:cNvPr id="3538" name="Google Shape;3538;g89f325e8c8_0_2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9" name="Google Shape;3539;g89f325e8c8_0_2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18794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7"/>
        <p:cNvGrpSpPr/>
        <p:nvPr/>
      </p:nvGrpSpPr>
      <p:grpSpPr>
        <a:xfrm>
          <a:off x="0" y="0"/>
          <a:ext cx="0" cy="0"/>
          <a:chOff x="0" y="0"/>
          <a:chExt cx="0" cy="0"/>
        </a:xfrm>
      </p:grpSpPr>
      <p:sp>
        <p:nvSpPr>
          <p:cNvPr id="3538" name="Google Shape;3538;g89f325e8c8_0_2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9" name="Google Shape;3539;g89f325e8c8_0_2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46615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861875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053230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78116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231820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84448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74827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228821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02144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A8738-9C45-434F-99A2-7338BF032C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0FD2DD-3BFE-4AB8-A585-D7C50B13C6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BD636E-5877-49BA-BC0E-EF81962B7303}"/>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B260E3C8-917A-40F2-B16A-2C0759E442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9606C7-4858-4C5C-BC4C-E1966438E9C3}"/>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3032984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7E135-7EDB-4E55-9B57-A46C3D08EF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4A10CC-5932-408C-952E-2903E2CAFE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C0EB76-B6EB-44F8-949A-2EE6E88FBF71}"/>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3A256FAF-AA63-4B10-AEA1-990175697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80617C-13EF-44D9-83B9-52F2B810B15F}"/>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815617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B74CA-8DAE-49EC-8879-CA80DF4298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68F3E7-324B-4A8D-9C0D-69FD8E1CE5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076422-74D8-48D0-AD3F-7EDAA2C07602}"/>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CDDAE4A4-53C0-4307-A55E-482755D0E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17017-3FE1-4B93-AB3E-8124A2E474DA}"/>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22485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D3EDB-9110-4EED-A104-55A779EB4F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640D22-C676-4069-BA1E-2E19EB1CCF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3045E0-AC21-4C37-8A6A-9582287795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77A8FC-163D-4F82-8B3E-26C5AB5B4E55}"/>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6" name="Footer Placeholder 5">
            <a:extLst>
              <a:ext uri="{FF2B5EF4-FFF2-40B4-BE49-F238E27FC236}">
                <a16:creationId xmlns:a16="http://schemas.microsoft.com/office/drawing/2014/main" id="{06DCB127-2750-47CD-9A47-61F143B5FC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52AAD3-2E30-4E26-8159-96C458CEA88E}"/>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687924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2C88D-C80B-4513-9EB3-33F4A42FCA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E7565A-5D8B-4CB6-8901-4D33340F25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516989-3747-4126-85F4-9779B919FD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3710CD-2B18-4721-9DC7-990C6CB7A0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477945-1F38-4410-A46C-345CC6216A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D6E33-8028-4D53-AB2F-3DC221D94278}"/>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8" name="Footer Placeholder 7">
            <a:extLst>
              <a:ext uri="{FF2B5EF4-FFF2-40B4-BE49-F238E27FC236}">
                <a16:creationId xmlns:a16="http://schemas.microsoft.com/office/drawing/2014/main" id="{BDC974D6-4CB0-4CB9-BF21-FBD2177C87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220444-4A03-4F4E-AC87-39F26574E315}"/>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117262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D70A3-55BD-41D8-BBC4-71A0556E66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14B5EC-CE76-4F19-8537-C6EC31DA81C6}"/>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4" name="Footer Placeholder 3">
            <a:extLst>
              <a:ext uri="{FF2B5EF4-FFF2-40B4-BE49-F238E27FC236}">
                <a16:creationId xmlns:a16="http://schemas.microsoft.com/office/drawing/2014/main" id="{E243AE3B-54C7-4FB0-B49B-EA476FE3C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532943-6AC9-4DE4-9846-43EFE6893DAB}"/>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3918606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850921-53CD-4157-AE6F-F6C79DD4560D}"/>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3" name="Footer Placeholder 2">
            <a:extLst>
              <a:ext uri="{FF2B5EF4-FFF2-40B4-BE49-F238E27FC236}">
                <a16:creationId xmlns:a16="http://schemas.microsoft.com/office/drawing/2014/main" id="{58248549-1982-44DF-A5E7-F6D077046F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420740-551E-475F-A525-6BDE9B5422AC}"/>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21368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7B25E-DEAF-4D83-8E2E-BEF72BB9C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23DB6C-5C72-43CA-8978-C03EF29793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79BA57-1521-4CE0-8DB7-51E12B55E5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3C80EF-14E6-42DC-9F2D-279DD15B118F}"/>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6" name="Footer Placeholder 5">
            <a:extLst>
              <a:ext uri="{FF2B5EF4-FFF2-40B4-BE49-F238E27FC236}">
                <a16:creationId xmlns:a16="http://schemas.microsoft.com/office/drawing/2014/main" id="{CAB55117-4DD1-40B8-805A-479F608955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53B3C-F68B-4C41-83EE-98F758125EA1}"/>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524410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7FE35-3DC3-4888-AE4B-12AEBF839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16B5A8-2943-4694-AB75-3727F91631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B20801-0CE6-46F6-BA62-EE6CA96AF9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BC1B40-9310-4060-B6C1-C5D50FD48E73}"/>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6" name="Footer Placeholder 5">
            <a:extLst>
              <a:ext uri="{FF2B5EF4-FFF2-40B4-BE49-F238E27FC236}">
                <a16:creationId xmlns:a16="http://schemas.microsoft.com/office/drawing/2014/main" id="{E784C8C7-4E5B-4B1C-BFD7-EBAC570094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D3CEB4-A4D7-41AA-8D0D-406A017B254F}"/>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922536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56BAD-AA68-4FE6-B3A3-807D6D6620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9D6F6A-69B5-43A9-A871-0A8D279041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24E09-415C-4B7D-B2E3-C6483FE23005}"/>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B9980EA0-AAB4-4D10-9C50-1AA4BCBD04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D0790B-00B3-46D9-8014-E17CD635EE50}"/>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675583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AD9418-AD62-457A-B059-3469817579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693F7D-7E88-492A-8A8B-04DBC067D6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B8505E-EDB8-4E99-AC6A-2C17419D789C}"/>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D2F360BF-0908-4848-A125-6B3F9D6737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63133E-3301-4717-9EC5-01E197BA1809}"/>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002199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0648889" y="5162012"/>
            <a:ext cx="2290248" cy="2290800"/>
            <a:chOff x="1347125" y="349025"/>
            <a:chExt cx="4978800" cy="4980000"/>
          </a:xfrm>
        </p:grpSpPr>
        <p:sp>
          <p:nvSpPr>
            <p:cNvPr id="10" name="Google Shape;10;p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txBox="1">
            <a:spLocks noGrp="1"/>
          </p:cNvSpPr>
          <p:nvPr>
            <p:ph type="ctrTitle"/>
          </p:nvPr>
        </p:nvSpPr>
        <p:spPr>
          <a:xfrm>
            <a:off x="6402867" y="2921367"/>
            <a:ext cx="4893600" cy="9384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6667" b="1">
                <a:solidFill>
                  <a:schemeClr val="accent5"/>
                </a:solidFill>
                <a:latin typeface="Roboto"/>
                <a:ea typeface="Roboto"/>
                <a:cs typeface="Roboto"/>
                <a:sym typeface="Roboto"/>
              </a:defRPr>
            </a:lvl1pPr>
            <a:lvl2pPr lvl="1" rtl="0">
              <a:spcBef>
                <a:spcPts val="0"/>
              </a:spcBef>
              <a:spcAft>
                <a:spcPts val="0"/>
              </a:spcAft>
              <a:buSzPts val="5200"/>
              <a:buNone/>
              <a:defRPr sz="6933"/>
            </a:lvl2pPr>
            <a:lvl3pPr lvl="2" rtl="0">
              <a:spcBef>
                <a:spcPts val="0"/>
              </a:spcBef>
              <a:spcAft>
                <a:spcPts val="0"/>
              </a:spcAft>
              <a:buSzPts val="5200"/>
              <a:buNone/>
              <a:defRPr sz="6933"/>
            </a:lvl3pPr>
            <a:lvl4pPr lvl="3" rtl="0">
              <a:spcBef>
                <a:spcPts val="0"/>
              </a:spcBef>
              <a:spcAft>
                <a:spcPts val="0"/>
              </a:spcAft>
              <a:buSzPts val="5200"/>
              <a:buNone/>
              <a:defRPr sz="6933"/>
            </a:lvl4pPr>
            <a:lvl5pPr lvl="4" rtl="0">
              <a:spcBef>
                <a:spcPts val="0"/>
              </a:spcBef>
              <a:spcAft>
                <a:spcPts val="0"/>
              </a:spcAft>
              <a:buSzPts val="5200"/>
              <a:buNone/>
              <a:defRPr sz="6933"/>
            </a:lvl5pPr>
            <a:lvl6pPr lvl="5" rtl="0">
              <a:spcBef>
                <a:spcPts val="0"/>
              </a:spcBef>
              <a:spcAft>
                <a:spcPts val="0"/>
              </a:spcAft>
              <a:buSzPts val="5200"/>
              <a:buNone/>
              <a:defRPr sz="6933"/>
            </a:lvl6pPr>
            <a:lvl7pPr lvl="6" rtl="0">
              <a:spcBef>
                <a:spcPts val="0"/>
              </a:spcBef>
              <a:spcAft>
                <a:spcPts val="0"/>
              </a:spcAft>
              <a:buSzPts val="5200"/>
              <a:buNone/>
              <a:defRPr sz="6933"/>
            </a:lvl7pPr>
            <a:lvl8pPr lvl="7" rtl="0">
              <a:spcBef>
                <a:spcPts val="0"/>
              </a:spcBef>
              <a:spcAft>
                <a:spcPts val="0"/>
              </a:spcAft>
              <a:buSzPts val="5200"/>
              <a:buNone/>
              <a:defRPr sz="6933"/>
            </a:lvl8pPr>
            <a:lvl9pPr lvl="8" rtl="0">
              <a:spcBef>
                <a:spcPts val="0"/>
              </a:spcBef>
              <a:spcAft>
                <a:spcPts val="0"/>
              </a:spcAft>
              <a:buSzPts val="5200"/>
              <a:buNone/>
              <a:defRPr sz="6933"/>
            </a:lvl9pPr>
          </a:lstStyle>
          <a:p>
            <a:endParaRPr/>
          </a:p>
        </p:txBody>
      </p:sp>
      <p:sp>
        <p:nvSpPr>
          <p:cNvPr id="33" name="Google Shape;33;p2"/>
          <p:cNvSpPr txBox="1">
            <a:spLocks noGrp="1"/>
          </p:cNvSpPr>
          <p:nvPr>
            <p:ph type="subTitle" idx="1"/>
          </p:nvPr>
        </p:nvSpPr>
        <p:spPr>
          <a:xfrm>
            <a:off x="6402867" y="3859767"/>
            <a:ext cx="4893600" cy="62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atin typeface="Muli"/>
                <a:ea typeface="Muli"/>
                <a:cs typeface="Muli"/>
                <a:sym typeface="Muli"/>
              </a:defRPr>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
        <p:nvSpPr>
          <p:cNvPr id="34" name="Google Shape;34;p2"/>
          <p:cNvSpPr/>
          <p:nvPr/>
        </p:nvSpPr>
        <p:spPr>
          <a:xfrm rot="2539751">
            <a:off x="9831387" y="-4814239"/>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2"/>
          <p:cNvSpPr/>
          <p:nvPr/>
        </p:nvSpPr>
        <p:spPr>
          <a:xfrm rot="9266724">
            <a:off x="10258336" y="1220221"/>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0098106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accent1"/>
        </a:solidFill>
        <a:effectLst/>
      </p:bgPr>
    </p:bg>
    <p:spTree>
      <p:nvGrpSpPr>
        <p:cNvPr id="1" name="Shape 36"/>
        <p:cNvGrpSpPr/>
        <p:nvPr/>
      </p:nvGrpSpPr>
      <p:grpSpPr>
        <a:xfrm>
          <a:off x="0" y="0"/>
          <a:ext cx="0" cy="0"/>
          <a:chOff x="0" y="0"/>
          <a:chExt cx="0" cy="0"/>
        </a:xfrm>
      </p:grpSpPr>
      <p:sp>
        <p:nvSpPr>
          <p:cNvPr id="37" name="Google Shape;37;p3"/>
          <p:cNvSpPr/>
          <p:nvPr/>
        </p:nvSpPr>
        <p:spPr>
          <a:xfrm>
            <a:off x="-1922624" y="843471"/>
            <a:ext cx="5018800" cy="5018800"/>
          </a:xfrm>
          <a:prstGeom prst="donut">
            <a:avLst>
              <a:gd name="adj" fmla="val 17842"/>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8" name="Google Shape;38;p3"/>
          <p:cNvGrpSpPr/>
          <p:nvPr/>
        </p:nvGrpSpPr>
        <p:grpSpPr>
          <a:xfrm>
            <a:off x="1781158" y="914925"/>
            <a:ext cx="867639" cy="867848"/>
            <a:chOff x="1347125" y="349025"/>
            <a:chExt cx="4978800" cy="4980000"/>
          </a:xfrm>
        </p:grpSpPr>
        <p:sp>
          <p:nvSpPr>
            <p:cNvPr id="39" name="Google Shape;39;p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52;p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60;p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1" name="Google Shape;61;p3"/>
          <p:cNvSpPr/>
          <p:nvPr/>
        </p:nvSpPr>
        <p:spPr>
          <a:xfrm>
            <a:off x="328196" y="4577867"/>
            <a:ext cx="668000" cy="6680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2" name="Google Shape;62;p3"/>
          <p:cNvSpPr txBox="1">
            <a:spLocks noGrp="1"/>
          </p:cNvSpPr>
          <p:nvPr>
            <p:ph type="title"/>
          </p:nvPr>
        </p:nvSpPr>
        <p:spPr>
          <a:xfrm>
            <a:off x="3319533" y="2788051"/>
            <a:ext cx="7572400" cy="1282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3" name="Google Shape;63;p3"/>
          <p:cNvSpPr txBox="1">
            <a:spLocks noGrp="1"/>
          </p:cNvSpPr>
          <p:nvPr>
            <p:ph type="subTitle" idx="1"/>
          </p:nvPr>
        </p:nvSpPr>
        <p:spPr>
          <a:xfrm>
            <a:off x="3319533" y="4069951"/>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4" name="Google Shape;64;p3"/>
          <p:cNvSpPr txBox="1">
            <a:spLocks noGrp="1"/>
          </p:cNvSpPr>
          <p:nvPr>
            <p:ph type="title" idx="2" hasCustomPrompt="1"/>
          </p:nvPr>
        </p:nvSpPr>
        <p:spPr>
          <a:xfrm>
            <a:off x="3319533" y="1731251"/>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
        <p:nvSpPr>
          <p:cNvPr id="65" name="Google Shape;65;p3"/>
          <p:cNvSpPr/>
          <p:nvPr/>
        </p:nvSpPr>
        <p:spPr>
          <a:xfrm rot="2539751">
            <a:off x="9831387" y="-4814239"/>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 name="Google Shape;66;p3"/>
          <p:cNvSpPr/>
          <p:nvPr/>
        </p:nvSpPr>
        <p:spPr>
          <a:xfrm rot="9266724">
            <a:off x="10258336" y="1220221"/>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56637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rgbClr val="00899D"/>
        </a:solidFill>
        <a:effectLst/>
      </p:bgPr>
    </p:bg>
    <p:spTree>
      <p:nvGrpSpPr>
        <p:cNvPr id="1" name="Shape 67"/>
        <p:cNvGrpSpPr/>
        <p:nvPr/>
      </p:nvGrpSpPr>
      <p:grpSpPr>
        <a:xfrm>
          <a:off x="0" y="0"/>
          <a:ext cx="0" cy="0"/>
          <a:chOff x="0" y="0"/>
          <a:chExt cx="0" cy="0"/>
        </a:xfrm>
      </p:grpSpPr>
      <p:sp>
        <p:nvSpPr>
          <p:cNvPr id="68" name="Google Shape;68;p4"/>
          <p:cNvSpPr txBox="1">
            <a:spLocks noGrp="1"/>
          </p:cNvSpPr>
          <p:nvPr>
            <p:ph type="title"/>
          </p:nvPr>
        </p:nvSpPr>
        <p:spPr>
          <a:xfrm>
            <a:off x="415600" y="512064"/>
            <a:ext cx="113608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2700"/>
              <a:buNone/>
              <a:defRPr>
                <a:solidFill>
                  <a:schemeClr val="lt2"/>
                </a:solidFill>
              </a:defRPr>
            </a:lvl1pPr>
            <a:lvl2pPr lvl="1">
              <a:spcBef>
                <a:spcPts val="0"/>
              </a:spcBef>
              <a:spcAft>
                <a:spcPts val="0"/>
              </a:spcAft>
              <a:buSzPts val="2700"/>
              <a:buNone/>
              <a:defRPr/>
            </a:lvl2pPr>
            <a:lvl3pPr lvl="2">
              <a:spcBef>
                <a:spcPts val="0"/>
              </a:spcBef>
              <a:spcAft>
                <a:spcPts val="0"/>
              </a:spcAft>
              <a:buSzPts val="2700"/>
              <a:buNone/>
              <a:defRPr/>
            </a:lvl3pPr>
            <a:lvl4pPr lvl="3">
              <a:spcBef>
                <a:spcPts val="0"/>
              </a:spcBef>
              <a:spcAft>
                <a:spcPts val="0"/>
              </a:spcAft>
              <a:buSzPts val="2700"/>
              <a:buNone/>
              <a:defRPr/>
            </a:lvl4pPr>
            <a:lvl5pPr lvl="4">
              <a:spcBef>
                <a:spcPts val="0"/>
              </a:spcBef>
              <a:spcAft>
                <a:spcPts val="0"/>
              </a:spcAft>
              <a:buSzPts val="2700"/>
              <a:buNone/>
              <a:defRPr/>
            </a:lvl5pPr>
            <a:lvl6pPr lvl="5">
              <a:spcBef>
                <a:spcPts val="0"/>
              </a:spcBef>
              <a:spcAft>
                <a:spcPts val="0"/>
              </a:spcAft>
              <a:buSzPts val="2700"/>
              <a:buNone/>
              <a:defRPr/>
            </a:lvl6pPr>
            <a:lvl7pPr lvl="6">
              <a:spcBef>
                <a:spcPts val="0"/>
              </a:spcBef>
              <a:spcAft>
                <a:spcPts val="0"/>
              </a:spcAft>
              <a:buSzPts val="2700"/>
              <a:buNone/>
              <a:defRPr/>
            </a:lvl7pPr>
            <a:lvl8pPr lvl="7">
              <a:spcBef>
                <a:spcPts val="0"/>
              </a:spcBef>
              <a:spcAft>
                <a:spcPts val="0"/>
              </a:spcAft>
              <a:buSzPts val="2700"/>
              <a:buNone/>
              <a:defRPr/>
            </a:lvl8pPr>
            <a:lvl9pPr lvl="8">
              <a:spcBef>
                <a:spcPts val="0"/>
              </a:spcBef>
              <a:spcAft>
                <a:spcPts val="0"/>
              </a:spcAft>
              <a:buSzPts val="2700"/>
              <a:buNone/>
              <a:defRPr/>
            </a:lvl9pPr>
          </a:lstStyle>
          <a:p>
            <a:endParaRPr/>
          </a:p>
        </p:txBody>
      </p:sp>
      <p:sp>
        <p:nvSpPr>
          <p:cNvPr id="69" name="Google Shape;69;p4"/>
          <p:cNvSpPr txBox="1">
            <a:spLocks noGrp="1"/>
          </p:cNvSpPr>
          <p:nvPr>
            <p:ph type="body" idx="1"/>
          </p:nvPr>
        </p:nvSpPr>
        <p:spPr>
          <a:xfrm>
            <a:off x="950967" y="1382367"/>
            <a:ext cx="10290000" cy="5031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rgbClr val="8C5A79"/>
              </a:buClr>
              <a:buSzPts val="1400"/>
              <a:buFont typeface="Lato"/>
              <a:buChar char="●"/>
              <a:defRPr>
                <a:solidFill>
                  <a:schemeClr val="lt2"/>
                </a:solidFill>
              </a:defRPr>
            </a:lvl1pPr>
            <a:lvl2pPr marL="1219170" lvl="1" indent="-406390">
              <a:spcBef>
                <a:spcPts val="0"/>
              </a:spcBef>
              <a:spcAft>
                <a:spcPts val="0"/>
              </a:spcAft>
              <a:buClr>
                <a:srgbClr val="555555"/>
              </a:buClr>
              <a:buSzPts val="1200"/>
              <a:buFont typeface="Lato"/>
              <a:buChar char="○"/>
              <a:defRPr>
                <a:solidFill>
                  <a:schemeClr val="lt2"/>
                </a:solidFill>
              </a:defRPr>
            </a:lvl2pPr>
            <a:lvl3pPr marL="1828754" lvl="2" indent="-406390">
              <a:spcBef>
                <a:spcPts val="0"/>
              </a:spcBef>
              <a:spcAft>
                <a:spcPts val="0"/>
              </a:spcAft>
              <a:buClr>
                <a:srgbClr val="555555"/>
              </a:buClr>
              <a:buSzPts val="1200"/>
              <a:buFont typeface="Lato"/>
              <a:buChar char="■"/>
              <a:defRPr>
                <a:solidFill>
                  <a:schemeClr val="lt2"/>
                </a:solidFill>
              </a:defRPr>
            </a:lvl3pPr>
            <a:lvl4pPr marL="2438339" lvl="3" indent="-406390">
              <a:spcBef>
                <a:spcPts val="0"/>
              </a:spcBef>
              <a:spcAft>
                <a:spcPts val="0"/>
              </a:spcAft>
              <a:buClr>
                <a:srgbClr val="555555"/>
              </a:buClr>
              <a:buSzPts val="1200"/>
              <a:buFont typeface="Lato"/>
              <a:buChar char="●"/>
              <a:defRPr>
                <a:solidFill>
                  <a:schemeClr val="lt2"/>
                </a:solidFill>
              </a:defRPr>
            </a:lvl4pPr>
            <a:lvl5pPr marL="3047924" lvl="4" indent="-406390">
              <a:spcBef>
                <a:spcPts val="0"/>
              </a:spcBef>
              <a:spcAft>
                <a:spcPts val="0"/>
              </a:spcAft>
              <a:buClr>
                <a:srgbClr val="555555"/>
              </a:buClr>
              <a:buSzPts val="1200"/>
              <a:buFont typeface="Lato"/>
              <a:buChar char="○"/>
              <a:defRPr>
                <a:solidFill>
                  <a:schemeClr val="lt2"/>
                </a:solidFill>
              </a:defRPr>
            </a:lvl5pPr>
            <a:lvl6pPr marL="3657509" lvl="5" indent="-406390">
              <a:spcBef>
                <a:spcPts val="0"/>
              </a:spcBef>
              <a:spcAft>
                <a:spcPts val="0"/>
              </a:spcAft>
              <a:buClr>
                <a:srgbClr val="555555"/>
              </a:buClr>
              <a:buSzPts val="1200"/>
              <a:buFont typeface="Lato"/>
              <a:buChar char="■"/>
              <a:defRPr>
                <a:solidFill>
                  <a:schemeClr val="lt2"/>
                </a:solidFill>
              </a:defRPr>
            </a:lvl6pPr>
            <a:lvl7pPr marL="4267093" lvl="6" indent="-406390">
              <a:spcBef>
                <a:spcPts val="0"/>
              </a:spcBef>
              <a:spcAft>
                <a:spcPts val="0"/>
              </a:spcAft>
              <a:buClr>
                <a:srgbClr val="555555"/>
              </a:buClr>
              <a:buSzPts val="1200"/>
              <a:buFont typeface="Lato"/>
              <a:buChar char="●"/>
              <a:defRPr>
                <a:solidFill>
                  <a:schemeClr val="lt2"/>
                </a:solidFill>
              </a:defRPr>
            </a:lvl7pPr>
            <a:lvl8pPr marL="4876678" lvl="7" indent="-406390">
              <a:spcBef>
                <a:spcPts val="0"/>
              </a:spcBef>
              <a:spcAft>
                <a:spcPts val="0"/>
              </a:spcAft>
              <a:buClr>
                <a:srgbClr val="555555"/>
              </a:buClr>
              <a:buSzPts val="1200"/>
              <a:buFont typeface="Lato"/>
              <a:buChar char="○"/>
              <a:defRPr>
                <a:solidFill>
                  <a:schemeClr val="lt2"/>
                </a:solidFill>
              </a:defRPr>
            </a:lvl8pPr>
            <a:lvl9pPr marL="5486263" lvl="8" indent="-406390">
              <a:spcBef>
                <a:spcPts val="0"/>
              </a:spcBef>
              <a:spcAft>
                <a:spcPts val="0"/>
              </a:spcAft>
              <a:buClr>
                <a:srgbClr val="555555"/>
              </a:buClr>
              <a:buSzPts val="1200"/>
              <a:buFont typeface="Lato"/>
              <a:buChar char="■"/>
              <a:defRPr>
                <a:solidFill>
                  <a:schemeClr val="lt2"/>
                </a:solidFill>
              </a:defRPr>
            </a:lvl9pPr>
          </a:lstStyle>
          <a:p>
            <a:endParaRPr/>
          </a:p>
        </p:txBody>
      </p:sp>
    </p:spTree>
    <p:extLst>
      <p:ext uri="{BB962C8B-B14F-4D97-AF65-F5344CB8AC3E}">
        <p14:creationId xmlns:p14="http://schemas.microsoft.com/office/powerpoint/2010/main" val="536397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0"/>
        <p:cNvGrpSpPr/>
        <p:nvPr/>
      </p:nvGrpSpPr>
      <p:grpSpPr>
        <a:xfrm>
          <a:off x="0" y="0"/>
          <a:ext cx="0" cy="0"/>
          <a:chOff x="0" y="0"/>
          <a:chExt cx="0" cy="0"/>
        </a:xfrm>
      </p:grpSpPr>
      <p:sp>
        <p:nvSpPr>
          <p:cNvPr id="71" name="Google Shape;71;p5"/>
          <p:cNvSpPr txBox="1">
            <a:spLocks noGrp="1"/>
          </p:cNvSpPr>
          <p:nvPr>
            <p:ph type="subTitle" idx="1"/>
          </p:nvPr>
        </p:nvSpPr>
        <p:spPr>
          <a:xfrm>
            <a:off x="2149000" y="3700223"/>
            <a:ext cx="3659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2" name="Google Shape;72;p5"/>
          <p:cNvSpPr txBox="1">
            <a:spLocks noGrp="1"/>
          </p:cNvSpPr>
          <p:nvPr>
            <p:ph type="subTitle" idx="2"/>
          </p:nvPr>
        </p:nvSpPr>
        <p:spPr>
          <a:xfrm>
            <a:off x="6383333" y="3700223"/>
            <a:ext cx="3659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3" name="Google Shape;73;p5"/>
          <p:cNvSpPr txBox="1">
            <a:spLocks noGrp="1"/>
          </p:cNvSpPr>
          <p:nvPr>
            <p:ph type="title"/>
          </p:nvPr>
        </p:nvSpPr>
        <p:spPr>
          <a:xfrm>
            <a:off x="1432200" y="512133"/>
            <a:ext cx="9327600" cy="746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4" name="Google Shape;74;p5"/>
          <p:cNvSpPr txBox="1">
            <a:spLocks noGrp="1"/>
          </p:cNvSpPr>
          <p:nvPr>
            <p:ph type="subTitle" idx="3"/>
          </p:nvPr>
        </p:nvSpPr>
        <p:spPr>
          <a:xfrm>
            <a:off x="2149000" y="4147456"/>
            <a:ext cx="3659600" cy="1379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75" name="Google Shape;75;p5"/>
          <p:cNvSpPr txBox="1">
            <a:spLocks noGrp="1"/>
          </p:cNvSpPr>
          <p:nvPr>
            <p:ph type="subTitle" idx="4"/>
          </p:nvPr>
        </p:nvSpPr>
        <p:spPr>
          <a:xfrm>
            <a:off x="6383333" y="4147456"/>
            <a:ext cx="3659600" cy="1379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grpSp>
        <p:nvGrpSpPr>
          <p:cNvPr id="76" name="Google Shape;76;p5"/>
          <p:cNvGrpSpPr/>
          <p:nvPr/>
        </p:nvGrpSpPr>
        <p:grpSpPr>
          <a:xfrm>
            <a:off x="10752823" y="-386521"/>
            <a:ext cx="2290248" cy="2290800"/>
            <a:chOff x="1347125" y="349025"/>
            <a:chExt cx="4978800" cy="4980000"/>
          </a:xfrm>
        </p:grpSpPr>
        <p:sp>
          <p:nvSpPr>
            <p:cNvPr id="77" name="Google Shape;77;p5"/>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 name="Google Shape;78;p5"/>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5"/>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5"/>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5"/>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 name="Google Shape;82;p5"/>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 name="Google Shape;83;p5"/>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5"/>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5"/>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5"/>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 name="Google Shape;87;p5"/>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 name="Google Shape;88;p5"/>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 name="Google Shape;89;p5"/>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 name="Google Shape;90;p5"/>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 name="Google Shape;91;p5"/>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92;p5"/>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 name="Google Shape;93;p5"/>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5"/>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 name="Google Shape;95;p5"/>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 name="Google Shape;96;p5"/>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5"/>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5"/>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9" name="Google Shape;99;p5"/>
          <p:cNvSpPr/>
          <p:nvPr/>
        </p:nvSpPr>
        <p:spPr>
          <a:xfrm rot="-6727045">
            <a:off x="-2802446"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0" name="Google Shape;100;p5"/>
          <p:cNvSpPr/>
          <p:nvPr/>
        </p:nvSpPr>
        <p:spPr>
          <a:xfrm>
            <a:off x="1814800"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943535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lt2"/>
        </a:solidFill>
        <a:effectLst/>
      </p:bgPr>
    </p:bg>
    <p:spTree>
      <p:nvGrpSpPr>
        <p:cNvPr id="1" name="Shape 101"/>
        <p:cNvGrpSpPr/>
        <p:nvPr/>
      </p:nvGrpSpPr>
      <p:grpSpPr>
        <a:xfrm>
          <a:off x="0" y="0"/>
          <a:ext cx="0" cy="0"/>
          <a:chOff x="0" y="0"/>
          <a:chExt cx="0" cy="0"/>
        </a:xfrm>
      </p:grpSpPr>
      <p:sp>
        <p:nvSpPr>
          <p:cNvPr id="102" name="Google Shape;102;p6"/>
          <p:cNvSpPr/>
          <p:nvPr/>
        </p:nvSpPr>
        <p:spPr>
          <a:xfrm>
            <a:off x="7517159" y="-15"/>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3" name="Google Shape;103;p6"/>
          <p:cNvSpPr txBox="1">
            <a:spLocks noGrp="1"/>
          </p:cNvSpPr>
          <p:nvPr>
            <p:ph type="title"/>
          </p:nvPr>
        </p:nvSpPr>
        <p:spPr>
          <a:xfrm>
            <a:off x="950967" y="2484151"/>
            <a:ext cx="4464400" cy="1122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3600"/>
              <a:buNone/>
              <a:defRPr sz="6667">
                <a:solidFill>
                  <a:schemeClr val="accent5"/>
                </a:solidFill>
              </a:defRPr>
            </a:lvl1pPr>
            <a:lvl2pPr lvl="1" rtl="0">
              <a:spcBef>
                <a:spcPts val="0"/>
              </a:spcBef>
              <a:spcAft>
                <a:spcPts val="0"/>
              </a:spcAft>
              <a:buClr>
                <a:schemeClr val="accent5"/>
              </a:buClr>
              <a:buSzPts val="3600"/>
              <a:buNone/>
              <a:defRPr sz="4800">
                <a:solidFill>
                  <a:schemeClr val="accent5"/>
                </a:solidFill>
              </a:defRPr>
            </a:lvl2pPr>
            <a:lvl3pPr lvl="2" rtl="0">
              <a:spcBef>
                <a:spcPts val="0"/>
              </a:spcBef>
              <a:spcAft>
                <a:spcPts val="0"/>
              </a:spcAft>
              <a:buClr>
                <a:schemeClr val="accent5"/>
              </a:buClr>
              <a:buSzPts val="3600"/>
              <a:buNone/>
              <a:defRPr sz="4800">
                <a:solidFill>
                  <a:schemeClr val="accent5"/>
                </a:solidFill>
              </a:defRPr>
            </a:lvl3pPr>
            <a:lvl4pPr lvl="3" rtl="0">
              <a:spcBef>
                <a:spcPts val="0"/>
              </a:spcBef>
              <a:spcAft>
                <a:spcPts val="0"/>
              </a:spcAft>
              <a:buClr>
                <a:schemeClr val="accent5"/>
              </a:buClr>
              <a:buSzPts val="3600"/>
              <a:buNone/>
              <a:defRPr sz="4800">
                <a:solidFill>
                  <a:schemeClr val="accent5"/>
                </a:solidFill>
              </a:defRPr>
            </a:lvl4pPr>
            <a:lvl5pPr lvl="4" rtl="0">
              <a:spcBef>
                <a:spcPts val="0"/>
              </a:spcBef>
              <a:spcAft>
                <a:spcPts val="0"/>
              </a:spcAft>
              <a:buClr>
                <a:schemeClr val="accent5"/>
              </a:buClr>
              <a:buSzPts val="3600"/>
              <a:buNone/>
              <a:defRPr sz="4800">
                <a:solidFill>
                  <a:schemeClr val="accent5"/>
                </a:solidFill>
              </a:defRPr>
            </a:lvl5pPr>
            <a:lvl6pPr lvl="5" rtl="0">
              <a:spcBef>
                <a:spcPts val="0"/>
              </a:spcBef>
              <a:spcAft>
                <a:spcPts val="0"/>
              </a:spcAft>
              <a:buClr>
                <a:schemeClr val="accent5"/>
              </a:buClr>
              <a:buSzPts val="3600"/>
              <a:buNone/>
              <a:defRPr sz="4800">
                <a:solidFill>
                  <a:schemeClr val="accent5"/>
                </a:solidFill>
              </a:defRPr>
            </a:lvl6pPr>
            <a:lvl7pPr lvl="6" rtl="0">
              <a:spcBef>
                <a:spcPts val="0"/>
              </a:spcBef>
              <a:spcAft>
                <a:spcPts val="0"/>
              </a:spcAft>
              <a:buClr>
                <a:schemeClr val="accent5"/>
              </a:buClr>
              <a:buSzPts val="3600"/>
              <a:buNone/>
              <a:defRPr sz="4800">
                <a:solidFill>
                  <a:schemeClr val="accent5"/>
                </a:solidFill>
              </a:defRPr>
            </a:lvl7pPr>
            <a:lvl8pPr lvl="7" rtl="0">
              <a:spcBef>
                <a:spcPts val="0"/>
              </a:spcBef>
              <a:spcAft>
                <a:spcPts val="0"/>
              </a:spcAft>
              <a:buClr>
                <a:schemeClr val="accent5"/>
              </a:buClr>
              <a:buSzPts val="3600"/>
              <a:buNone/>
              <a:defRPr sz="4800">
                <a:solidFill>
                  <a:schemeClr val="accent5"/>
                </a:solidFill>
              </a:defRPr>
            </a:lvl8pPr>
            <a:lvl9pPr lvl="8" rtl="0">
              <a:spcBef>
                <a:spcPts val="0"/>
              </a:spcBef>
              <a:spcAft>
                <a:spcPts val="0"/>
              </a:spcAft>
              <a:buClr>
                <a:schemeClr val="accent5"/>
              </a:buClr>
              <a:buSzPts val="3600"/>
              <a:buNone/>
              <a:defRPr sz="4800">
                <a:solidFill>
                  <a:schemeClr val="accent5"/>
                </a:solidFill>
              </a:defRPr>
            </a:lvl9pPr>
          </a:lstStyle>
          <a:p>
            <a:endParaRPr/>
          </a:p>
        </p:txBody>
      </p:sp>
      <p:sp>
        <p:nvSpPr>
          <p:cNvPr id="104" name="Google Shape;104;p6"/>
          <p:cNvSpPr txBox="1">
            <a:spLocks noGrp="1"/>
          </p:cNvSpPr>
          <p:nvPr>
            <p:ph type="subTitle" idx="1"/>
          </p:nvPr>
        </p:nvSpPr>
        <p:spPr>
          <a:xfrm>
            <a:off x="927400" y="3584184"/>
            <a:ext cx="4464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36442270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05"/>
        <p:cNvGrpSpPr/>
        <p:nvPr/>
      </p:nvGrpSpPr>
      <p:grpSpPr>
        <a:xfrm>
          <a:off x="0" y="0"/>
          <a:ext cx="0" cy="0"/>
          <a:chOff x="0" y="0"/>
          <a:chExt cx="0" cy="0"/>
        </a:xfrm>
      </p:grpSpPr>
      <p:sp>
        <p:nvSpPr>
          <p:cNvPr id="106" name="Google Shape;106;p7"/>
          <p:cNvSpPr txBox="1">
            <a:spLocks noGrp="1"/>
          </p:cNvSpPr>
          <p:nvPr>
            <p:ph type="title"/>
          </p:nvPr>
        </p:nvSpPr>
        <p:spPr>
          <a:xfrm>
            <a:off x="960000" y="720000"/>
            <a:ext cx="4464400" cy="1122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rgbClr val="00BBC1"/>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107" name="Google Shape;107;p7"/>
          <p:cNvSpPr txBox="1">
            <a:spLocks noGrp="1"/>
          </p:cNvSpPr>
          <p:nvPr>
            <p:ph type="subTitle" idx="1"/>
          </p:nvPr>
        </p:nvSpPr>
        <p:spPr>
          <a:xfrm>
            <a:off x="996200" y="1842400"/>
            <a:ext cx="43920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a:solidFill>
                  <a:srgbClr val="343434"/>
                </a:solidFill>
              </a:defRPr>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98489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1"/>
        </a:solidFill>
        <a:effectLst/>
      </p:bgPr>
    </p:bg>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923800" y="1925651"/>
            <a:ext cx="5088000" cy="1776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6667">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110" name="Google Shape;110;p8"/>
          <p:cNvSpPr txBox="1">
            <a:spLocks noGrp="1"/>
          </p:cNvSpPr>
          <p:nvPr>
            <p:ph type="subTitle" idx="1"/>
          </p:nvPr>
        </p:nvSpPr>
        <p:spPr>
          <a:xfrm>
            <a:off x="923800" y="3875533"/>
            <a:ext cx="50880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Tree>
    <p:extLst>
      <p:ext uri="{BB962C8B-B14F-4D97-AF65-F5344CB8AC3E}">
        <p14:creationId xmlns:p14="http://schemas.microsoft.com/office/powerpoint/2010/main" val="1506253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16"/>
        <p:cNvGrpSpPr/>
        <p:nvPr/>
      </p:nvGrpSpPr>
      <p:grpSpPr>
        <a:xfrm>
          <a:off x="0" y="0"/>
          <a:ext cx="0" cy="0"/>
          <a:chOff x="0" y="0"/>
          <a:chExt cx="0" cy="0"/>
        </a:xfrm>
      </p:grpSpPr>
      <p:grpSp>
        <p:nvGrpSpPr>
          <p:cNvPr id="117" name="Google Shape;117;p10"/>
          <p:cNvGrpSpPr/>
          <p:nvPr/>
        </p:nvGrpSpPr>
        <p:grpSpPr>
          <a:xfrm>
            <a:off x="10752823" y="481579"/>
            <a:ext cx="2290248" cy="2290800"/>
            <a:chOff x="1347125" y="349025"/>
            <a:chExt cx="4978800" cy="4980000"/>
          </a:xfrm>
        </p:grpSpPr>
        <p:sp>
          <p:nvSpPr>
            <p:cNvPr id="118" name="Google Shape;118;p1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 name="Google Shape;119;p1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1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1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1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1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1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 name="Google Shape;125;p1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1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1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1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 name="Google Shape;129;p1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 name="Google Shape;130;p1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1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1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1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1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1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 name="Google Shape;136;p1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1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1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1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0" name="Google Shape;140;p10"/>
          <p:cNvSpPr/>
          <p:nvPr/>
        </p:nvSpPr>
        <p:spPr>
          <a:xfrm>
            <a:off x="-2567499" y="-3738266"/>
            <a:ext cx="4229500" cy="6385033"/>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1" name="Google Shape;141;p10"/>
          <p:cNvGrpSpPr/>
          <p:nvPr/>
        </p:nvGrpSpPr>
        <p:grpSpPr>
          <a:xfrm>
            <a:off x="589253" y="264531"/>
            <a:ext cx="1013684" cy="1013928"/>
            <a:chOff x="1347125" y="349025"/>
            <a:chExt cx="4978800" cy="4980000"/>
          </a:xfrm>
        </p:grpSpPr>
        <p:sp>
          <p:nvSpPr>
            <p:cNvPr id="142" name="Google Shape;142;p1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 name="Google Shape;143;p1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 name="Google Shape;144;p1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1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1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1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 name="Google Shape;148;p1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 name="Google Shape;149;p1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 name="Google Shape;150;p1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 name="Google Shape;151;p1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1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1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 name="Google Shape;154;p1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1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 name="Google Shape;156;p1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 name="Google Shape;157;p1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 name="Google Shape;158;p1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1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1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 name="Google Shape;161;p1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1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 name="Google Shape;163;p1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4" name="Google Shape;164;p10"/>
          <p:cNvSpPr/>
          <p:nvPr/>
        </p:nvSpPr>
        <p:spPr>
          <a:xfrm>
            <a:off x="-131033" y="2139367"/>
            <a:ext cx="344400" cy="344400"/>
          </a:xfrm>
          <a:prstGeom prst="ellipse">
            <a:avLst/>
          </a:pr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5" name="Google Shape;165;p10"/>
          <p:cNvSpPr/>
          <p:nvPr/>
        </p:nvSpPr>
        <p:spPr>
          <a:xfrm>
            <a:off x="-65467" y="1640700"/>
            <a:ext cx="213200" cy="213200"/>
          </a:xfrm>
          <a:prstGeom prst="ellipse">
            <a:avLst/>
          </a:pr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6" name="Google Shape;166;p10"/>
          <p:cNvSpPr txBox="1">
            <a:spLocks noGrp="1"/>
          </p:cNvSpPr>
          <p:nvPr>
            <p:ph type="title"/>
          </p:nvPr>
        </p:nvSpPr>
        <p:spPr>
          <a:xfrm>
            <a:off x="3161400" y="3835033"/>
            <a:ext cx="58692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solidFill>
                  <a:schemeClr val="accent5"/>
                </a:solidFill>
              </a:defRPr>
            </a:lvl1pPr>
            <a:lvl2pPr lvl="1" algn="r" rtl="0">
              <a:spcBef>
                <a:spcPts val="0"/>
              </a:spcBef>
              <a:spcAft>
                <a:spcPts val="0"/>
              </a:spcAft>
              <a:buNone/>
              <a:defRPr sz="3600">
                <a:solidFill>
                  <a:schemeClr val="accent5"/>
                </a:solidFill>
              </a:defRPr>
            </a:lvl2pPr>
            <a:lvl3pPr lvl="2" algn="r" rtl="0">
              <a:spcBef>
                <a:spcPts val="0"/>
              </a:spcBef>
              <a:spcAft>
                <a:spcPts val="0"/>
              </a:spcAft>
              <a:buNone/>
              <a:defRPr sz="3600">
                <a:solidFill>
                  <a:schemeClr val="accent5"/>
                </a:solidFill>
              </a:defRPr>
            </a:lvl3pPr>
            <a:lvl4pPr lvl="3" algn="r" rtl="0">
              <a:spcBef>
                <a:spcPts val="0"/>
              </a:spcBef>
              <a:spcAft>
                <a:spcPts val="0"/>
              </a:spcAft>
              <a:buNone/>
              <a:defRPr sz="3600">
                <a:solidFill>
                  <a:schemeClr val="accent5"/>
                </a:solidFill>
              </a:defRPr>
            </a:lvl4pPr>
            <a:lvl5pPr lvl="4" algn="r" rtl="0">
              <a:spcBef>
                <a:spcPts val="0"/>
              </a:spcBef>
              <a:spcAft>
                <a:spcPts val="0"/>
              </a:spcAft>
              <a:buNone/>
              <a:defRPr sz="3600">
                <a:solidFill>
                  <a:schemeClr val="accent5"/>
                </a:solidFill>
              </a:defRPr>
            </a:lvl5pPr>
            <a:lvl6pPr lvl="5" algn="r" rtl="0">
              <a:spcBef>
                <a:spcPts val="0"/>
              </a:spcBef>
              <a:spcAft>
                <a:spcPts val="0"/>
              </a:spcAft>
              <a:buNone/>
              <a:defRPr sz="3600">
                <a:solidFill>
                  <a:schemeClr val="accent5"/>
                </a:solidFill>
              </a:defRPr>
            </a:lvl6pPr>
            <a:lvl7pPr lvl="6" algn="r" rtl="0">
              <a:spcBef>
                <a:spcPts val="0"/>
              </a:spcBef>
              <a:spcAft>
                <a:spcPts val="0"/>
              </a:spcAft>
              <a:buNone/>
              <a:defRPr sz="3600">
                <a:solidFill>
                  <a:schemeClr val="accent5"/>
                </a:solidFill>
              </a:defRPr>
            </a:lvl7pPr>
            <a:lvl8pPr lvl="7" algn="r" rtl="0">
              <a:spcBef>
                <a:spcPts val="0"/>
              </a:spcBef>
              <a:spcAft>
                <a:spcPts val="0"/>
              </a:spcAft>
              <a:buNone/>
              <a:defRPr sz="3600">
                <a:solidFill>
                  <a:schemeClr val="accent5"/>
                </a:solidFill>
              </a:defRPr>
            </a:lvl8pPr>
            <a:lvl9pPr lvl="8" algn="r" rtl="0">
              <a:spcBef>
                <a:spcPts val="0"/>
              </a:spcBef>
              <a:spcAft>
                <a:spcPts val="0"/>
              </a:spcAft>
              <a:buNone/>
              <a:defRPr sz="3600">
                <a:solidFill>
                  <a:schemeClr val="accent5"/>
                </a:solidFill>
              </a:defRPr>
            </a:lvl9pPr>
          </a:lstStyle>
          <a:p>
            <a:endParaRPr/>
          </a:p>
        </p:txBody>
      </p:sp>
      <p:sp>
        <p:nvSpPr>
          <p:cNvPr id="167" name="Google Shape;167;p10"/>
          <p:cNvSpPr txBox="1">
            <a:spLocks noGrp="1"/>
          </p:cNvSpPr>
          <p:nvPr>
            <p:ph type="subTitle" idx="1"/>
          </p:nvPr>
        </p:nvSpPr>
        <p:spPr>
          <a:xfrm>
            <a:off x="3161300" y="2463900"/>
            <a:ext cx="5869200" cy="1212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a:lvl1pPr>
            <a:lvl2pPr lvl="1" rtl="0">
              <a:spcBef>
                <a:spcPts val="0"/>
              </a:spcBef>
              <a:spcAft>
                <a:spcPts val="0"/>
              </a:spcAft>
              <a:buNone/>
              <a:defRPr sz="2267"/>
            </a:lvl2pPr>
            <a:lvl3pPr lvl="2" rtl="0">
              <a:spcBef>
                <a:spcPts val="0"/>
              </a:spcBef>
              <a:spcAft>
                <a:spcPts val="0"/>
              </a:spcAft>
              <a:buNone/>
              <a:defRPr sz="2267"/>
            </a:lvl3pPr>
            <a:lvl4pPr lvl="3" rtl="0">
              <a:spcBef>
                <a:spcPts val="0"/>
              </a:spcBef>
              <a:spcAft>
                <a:spcPts val="0"/>
              </a:spcAft>
              <a:buNone/>
              <a:defRPr sz="2267"/>
            </a:lvl4pPr>
            <a:lvl5pPr lvl="4" rtl="0">
              <a:spcBef>
                <a:spcPts val="0"/>
              </a:spcBef>
              <a:spcAft>
                <a:spcPts val="0"/>
              </a:spcAft>
              <a:buNone/>
              <a:defRPr sz="2267"/>
            </a:lvl5pPr>
            <a:lvl6pPr lvl="5" rtl="0">
              <a:spcBef>
                <a:spcPts val="0"/>
              </a:spcBef>
              <a:spcAft>
                <a:spcPts val="0"/>
              </a:spcAft>
              <a:buNone/>
              <a:defRPr sz="2267"/>
            </a:lvl6pPr>
            <a:lvl7pPr lvl="6" rtl="0">
              <a:spcBef>
                <a:spcPts val="0"/>
              </a:spcBef>
              <a:spcAft>
                <a:spcPts val="0"/>
              </a:spcAft>
              <a:buNone/>
              <a:defRPr sz="2267"/>
            </a:lvl7pPr>
            <a:lvl8pPr lvl="7" rtl="0">
              <a:spcBef>
                <a:spcPts val="0"/>
              </a:spcBef>
              <a:spcAft>
                <a:spcPts val="0"/>
              </a:spcAft>
              <a:buNone/>
              <a:defRPr sz="2267"/>
            </a:lvl8pPr>
            <a:lvl9pPr lvl="8" rtl="0">
              <a:spcBef>
                <a:spcPts val="0"/>
              </a:spcBef>
              <a:spcAft>
                <a:spcPts val="0"/>
              </a:spcAft>
              <a:buNone/>
              <a:defRPr sz="2267"/>
            </a:lvl9pPr>
          </a:lstStyle>
          <a:p>
            <a:endParaRPr/>
          </a:p>
        </p:txBody>
      </p:sp>
    </p:spTree>
    <p:extLst>
      <p:ext uri="{BB962C8B-B14F-4D97-AF65-F5344CB8AC3E}">
        <p14:creationId xmlns:p14="http://schemas.microsoft.com/office/powerpoint/2010/main" val="417733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68"/>
        <p:cNvGrpSpPr/>
        <p:nvPr/>
      </p:nvGrpSpPr>
      <p:grpSpPr>
        <a:xfrm>
          <a:off x="0" y="0"/>
          <a:ext cx="0" cy="0"/>
          <a:chOff x="0" y="0"/>
          <a:chExt cx="0" cy="0"/>
        </a:xfrm>
      </p:grpSpPr>
      <p:sp>
        <p:nvSpPr>
          <p:cNvPr id="169" name="Google Shape;169;p11"/>
          <p:cNvSpPr txBox="1">
            <a:spLocks noGrp="1"/>
          </p:cNvSpPr>
          <p:nvPr>
            <p:ph type="title" hasCustomPrompt="1"/>
          </p:nvPr>
        </p:nvSpPr>
        <p:spPr>
          <a:xfrm>
            <a:off x="415600" y="2380833"/>
            <a:ext cx="11360800" cy="153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7210"/>
              </a:buClr>
              <a:buSzPts val="12000"/>
              <a:buNone/>
              <a:defRPr sz="9333">
                <a:solidFill>
                  <a:schemeClr val="accent2"/>
                </a:solidFill>
              </a:defRPr>
            </a:lvl1pPr>
            <a:lvl2pPr lvl="1" algn="ctr" rtl="0">
              <a:spcBef>
                <a:spcPts val="0"/>
              </a:spcBef>
              <a:spcAft>
                <a:spcPts val="0"/>
              </a:spcAft>
              <a:buClr>
                <a:srgbClr val="FF7210"/>
              </a:buClr>
              <a:buSzPts val="12000"/>
              <a:buNone/>
              <a:defRPr sz="16000">
                <a:solidFill>
                  <a:srgbClr val="FF7210"/>
                </a:solidFill>
              </a:defRPr>
            </a:lvl2pPr>
            <a:lvl3pPr lvl="2" algn="ctr" rtl="0">
              <a:spcBef>
                <a:spcPts val="0"/>
              </a:spcBef>
              <a:spcAft>
                <a:spcPts val="0"/>
              </a:spcAft>
              <a:buClr>
                <a:srgbClr val="FF7210"/>
              </a:buClr>
              <a:buSzPts val="12000"/>
              <a:buNone/>
              <a:defRPr sz="16000">
                <a:solidFill>
                  <a:srgbClr val="FF7210"/>
                </a:solidFill>
              </a:defRPr>
            </a:lvl3pPr>
            <a:lvl4pPr lvl="3" algn="ctr" rtl="0">
              <a:spcBef>
                <a:spcPts val="0"/>
              </a:spcBef>
              <a:spcAft>
                <a:spcPts val="0"/>
              </a:spcAft>
              <a:buClr>
                <a:srgbClr val="FF7210"/>
              </a:buClr>
              <a:buSzPts val="12000"/>
              <a:buNone/>
              <a:defRPr sz="16000">
                <a:solidFill>
                  <a:srgbClr val="FF7210"/>
                </a:solidFill>
              </a:defRPr>
            </a:lvl4pPr>
            <a:lvl5pPr lvl="4" algn="ctr" rtl="0">
              <a:spcBef>
                <a:spcPts val="0"/>
              </a:spcBef>
              <a:spcAft>
                <a:spcPts val="0"/>
              </a:spcAft>
              <a:buClr>
                <a:srgbClr val="FF7210"/>
              </a:buClr>
              <a:buSzPts val="12000"/>
              <a:buNone/>
              <a:defRPr sz="16000">
                <a:solidFill>
                  <a:srgbClr val="FF7210"/>
                </a:solidFill>
              </a:defRPr>
            </a:lvl5pPr>
            <a:lvl6pPr lvl="5" algn="ctr" rtl="0">
              <a:spcBef>
                <a:spcPts val="0"/>
              </a:spcBef>
              <a:spcAft>
                <a:spcPts val="0"/>
              </a:spcAft>
              <a:buClr>
                <a:srgbClr val="FF7210"/>
              </a:buClr>
              <a:buSzPts val="12000"/>
              <a:buNone/>
              <a:defRPr sz="16000">
                <a:solidFill>
                  <a:srgbClr val="FF7210"/>
                </a:solidFill>
              </a:defRPr>
            </a:lvl6pPr>
            <a:lvl7pPr lvl="6" algn="ctr" rtl="0">
              <a:spcBef>
                <a:spcPts val="0"/>
              </a:spcBef>
              <a:spcAft>
                <a:spcPts val="0"/>
              </a:spcAft>
              <a:buClr>
                <a:srgbClr val="FF7210"/>
              </a:buClr>
              <a:buSzPts val="12000"/>
              <a:buNone/>
              <a:defRPr sz="16000">
                <a:solidFill>
                  <a:srgbClr val="FF7210"/>
                </a:solidFill>
              </a:defRPr>
            </a:lvl7pPr>
            <a:lvl8pPr lvl="7" algn="ctr" rtl="0">
              <a:spcBef>
                <a:spcPts val="0"/>
              </a:spcBef>
              <a:spcAft>
                <a:spcPts val="0"/>
              </a:spcAft>
              <a:buClr>
                <a:srgbClr val="FF7210"/>
              </a:buClr>
              <a:buSzPts val="12000"/>
              <a:buNone/>
              <a:defRPr sz="16000">
                <a:solidFill>
                  <a:srgbClr val="FF7210"/>
                </a:solidFill>
              </a:defRPr>
            </a:lvl8pPr>
            <a:lvl9pPr lvl="8" algn="ctr" rtl="0">
              <a:spcBef>
                <a:spcPts val="0"/>
              </a:spcBef>
              <a:spcAft>
                <a:spcPts val="0"/>
              </a:spcAft>
              <a:buClr>
                <a:srgbClr val="FF7210"/>
              </a:buClr>
              <a:buSzPts val="12000"/>
              <a:buNone/>
              <a:defRPr sz="16000">
                <a:solidFill>
                  <a:srgbClr val="FF7210"/>
                </a:solidFill>
              </a:defRPr>
            </a:lvl9pPr>
          </a:lstStyle>
          <a:p>
            <a:r>
              <a:t>xx%</a:t>
            </a:r>
          </a:p>
        </p:txBody>
      </p:sp>
      <p:sp>
        <p:nvSpPr>
          <p:cNvPr id="170" name="Google Shape;170;p11"/>
          <p:cNvSpPr txBox="1">
            <a:spLocks noGrp="1"/>
          </p:cNvSpPr>
          <p:nvPr>
            <p:ph type="subTitle" idx="1"/>
          </p:nvPr>
        </p:nvSpPr>
        <p:spPr>
          <a:xfrm>
            <a:off x="3350467" y="3767167"/>
            <a:ext cx="5491200" cy="71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171" name="Google Shape;171;p11"/>
          <p:cNvSpPr/>
          <p:nvPr/>
        </p:nvSpPr>
        <p:spPr>
          <a:xfrm>
            <a:off x="10360799" y="-704433"/>
            <a:ext cx="1546000" cy="15460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2" name="Google Shape;172;p11"/>
          <p:cNvGrpSpPr/>
          <p:nvPr/>
        </p:nvGrpSpPr>
        <p:grpSpPr>
          <a:xfrm>
            <a:off x="-511377" y="5320745"/>
            <a:ext cx="2290248" cy="2290800"/>
            <a:chOff x="1347125" y="349025"/>
            <a:chExt cx="4978800" cy="4980000"/>
          </a:xfrm>
        </p:grpSpPr>
        <p:sp>
          <p:nvSpPr>
            <p:cNvPr id="173" name="Google Shape;173;p1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 name="Google Shape;174;p1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 name="Google Shape;175;p1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 name="Google Shape;176;p1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 name="Google Shape;177;p1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 name="Google Shape;178;p1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 name="Google Shape;179;p1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 name="Google Shape;180;p1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 name="Google Shape;181;p1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 name="Google Shape;182;p1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1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1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 name="Google Shape;185;p1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 name="Google Shape;186;p1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 name="Google Shape;187;p1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 name="Google Shape;188;p1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 name="Google Shape;189;p1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 name="Google Shape;190;p1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 name="Google Shape;191;p1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 name="Google Shape;192;p1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 name="Google Shape;193;p1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 name="Google Shape;194;p1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5" name="Google Shape;195;p11"/>
          <p:cNvSpPr/>
          <p:nvPr/>
        </p:nvSpPr>
        <p:spPr>
          <a:xfrm>
            <a:off x="1322333" y="5320733"/>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6" name="Google Shape;196;p11"/>
          <p:cNvSpPr/>
          <p:nvPr/>
        </p:nvSpPr>
        <p:spPr>
          <a:xfrm>
            <a:off x="205400" y="4477157"/>
            <a:ext cx="432800" cy="4328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7" name="Google Shape;197;p11"/>
          <p:cNvSpPr/>
          <p:nvPr/>
        </p:nvSpPr>
        <p:spPr>
          <a:xfrm>
            <a:off x="9585367" y="328029"/>
            <a:ext cx="311200" cy="311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8" name="Google Shape;198;p11"/>
          <p:cNvSpPr/>
          <p:nvPr/>
        </p:nvSpPr>
        <p:spPr>
          <a:xfrm>
            <a:off x="11805200" y="639232"/>
            <a:ext cx="180800" cy="1808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534890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99"/>
        <p:cNvGrpSpPr/>
        <p:nvPr/>
      </p:nvGrpSpPr>
      <p:grpSpPr>
        <a:xfrm>
          <a:off x="0" y="0"/>
          <a:ext cx="0" cy="0"/>
          <a:chOff x="0" y="0"/>
          <a:chExt cx="0" cy="0"/>
        </a:xfrm>
      </p:grpSpPr>
    </p:spTree>
    <p:extLst>
      <p:ext uri="{BB962C8B-B14F-4D97-AF65-F5344CB8AC3E}">
        <p14:creationId xmlns:p14="http://schemas.microsoft.com/office/powerpoint/2010/main" val="41769541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00"/>
        <p:cNvGrpSpPr/>
        <p:nvPr/>
      </p:nvGrpSpPr>
      <p:grpSpPr>
        <a:xfrm>
          <a:off x="0" y="0"/>
          <a:ext cx="0" cy="0"/>
          <a:chOff x="0" y="0"/>
          <a:chExt cx="0" cy="0"/>
        </a:xfrm>
      </p:grpSpPr>
    </p:spTree>
    <p:extLst>
      <p:ext uri="{BB962C8B-B14F-4D97-AF65-F5344CB8AC3E}">
        <p14:creationId xmlns:p14="http://schemas.microsoft.com/office/powerpoint/2010/main" val="25116264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Background 2">
    <p:bg>
      <p:bgPr>
        <a:solidFill>
          <a:schemeClr val="accent1"/>
        </a:solidFill>
        <a:effectLst/>
      </p:bgPr>
    </p:bg>
    <p:spTree>
      <p:nvGrpSpPr>
        <p:cNvPr id="1" name="Shape 201"/>
        <p:cNvGrpSpPr/>
        <p:nvPr/>
      </p:nvGrpSpPr>
      <p:grpSpPr>
        <a:xfrm>
          <a:off x="0" y="0"/>
          <a:ext cx="0" cy="0"/>
          <a:chOff x="0" y="0"/>
          <a:chExt cx="0" cy="0"/>
        </a:xfrm>
      </p:grpSpPr>
    </p:spTree>
    <p:extLst>
      <p:ext uri="{BB962C8B-B14F-4D97-AF65-F5344CB8AC3E}">
        <p14:creationId xmlns:p14="http://schemas.microsoft.com/office/powerpoint/2010/main" val="770735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mp; text">
  <p:cSld name="Title &amp; text">
    <p:spTree>
      <p:nvGrpSpPr>
        <p:cNvPr id="1" name="Shape 275"/>
        <p:cNvGrpSpPr/>
        <p:nvPr/>
      </p:nvGrpSpPr>
      <p:grpSpPr>
        <a:xfrm>
          <a:off x="0" y="0"/>
          <a:ext cx="0" cy="0"/>
          <a:chOff x="0" y="0"/>
          <a:chExt cx="0" cy="0"/>
        </a:xfrm>
      </p:grpSpPr>
      <p:sp>
        <p:nvSpPr>
          <p:cNvPr id="276" name="Google Shape;276;p17"/>
          <p:cNvSpPr/>
          <p:nvPr/>
        </p:nvSpPr>
        <p:spPr>
          <a:xfrm flipH="1">
            <a:off x="-8"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7" name="Google Shape;277;p17"/>
          <p:cNvSpPr txBox="1">
            <a:spLocks noGrp="1"/>
          </p:cNvSpPr>
          <p:nvPr>
            <p:ph type="title"/>
          </p:nvPr>
        </p:nvSpPr>
        <p:spPr>
          <a:xfrm>
            <a:off x="6767600" y="1615401"/>
            <a:ext cx="4464400" cy="17440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278" name="Google Shape;278;p17"/>
          <p:cNvSpPr txBox="1">
            <a:spLocks noGrp="1"/>
          </p:cNvSpPr>
          <p:nvPr>
            <p:ph type="subTitle" idx="1"/>
          </p:nvPr>
        </p:nvSpPr>
        <p:spPr>
          <a:xfrm>
            <a:off x="6767600" y="3359400"/>
            <a:ext cx="4054400" cy="10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42897554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Image">
  <p:cSld name="Background Image">
    <p:spTree>
      <p:nvGrpSpPr>
        <p:cNvPr id="1" name="Shape 279"/>
        <p:cNvGrpSpPr/>
        <p:nvPr/>
      </p:nvGrpSpPr>
      <p:grpSpPr>
        <a:xfrm>
          <a:off x="0" y="0"/>
          <a:ext cx="0" cy="0"/>
          <a:chOff x="0" y="0"/>
          <a:chExt cx="0" cy="0"/>
        </a:xfrm>
      </p:grpSpPr>
      <p:sp>
        <p:nvSpPr>
          <p:cNvPr id="280" name="Google Shape;280;p18"/>
          <p:cNvSpPr txBox="1">
            <a:spLocks noGrp="1"/>
          </p:cNvSpPr>
          <p:nvPr>
            <p:ph type="title"/>
          </p:nvPr>
        </p:nvSpPr>
        <p:spPr>
          <a:xfrm>
            <a:off x="6963600" y="4229800"/>
            <a:ext cx="4268400" cy="1356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Tree>
    <p:extLst>
      <p:ext uri="{BB962C8B-B14F-4D97-AF65-F5344CB8AC3E}">
        <p14:creationId xmlns:p14="http://schemas.microsoft.com/office/powerpoint/2010/main" val="24624596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nly title 3">
  <p:cSld name="Only title 3">
    <p:spTree>
      <p:nvGrpSpPr>
        <p:cNvPr id="1" name="Shape 332"/>
        <p:cNvGrpSpPr/>
        <p:nvPr/>
      </p:nvGrpSpPr>
      <p:grpSpPr>
        <a:xfrm>
          <a:off x="0" y="0"/>
          <a:ext cx="0" cy="0"/>
          <a:chOff x="0" y="0"/>
          <a:chExt cx="0" cy="0"/>
        </a:xfrm>
      </p:grpSpPr>
      <p:sp>
        <p:nvSpPr>
          <p:cNvPr id="333" name="Google Shape;333;p2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grpSp>
        <p:nvGrpSpPr>
          <p:cNvPr id="334" name="Google Shape;334;p20"/>
          <p:cNvGrpSpPr/>
          <p:nvPr/>
        </p:nvGrpSpPr>
        <p:grpSpPr>
          <a:xfrm>
            <a:off x="10626389" y="5072912"/>
            <a:ext cx="2290248" cy="2290800"/>
            <a:chOff x="1347125" y="349025"/>
            <a:chExt cx="4978800" cy="4980000"/>
          </a:xfrm>
        </p:grpSpPr>
        <p:sp>
          <p:nvSpPr>
            <p:cNvPr id="335" name="Google Shape;335;p2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2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2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2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2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2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2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2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2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2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2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2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2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2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 name="Google Shape;349;p2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 name="Google Shape;350;p2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 name="Google Shape;351;p2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2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 name="Google Shape;353;p2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 name="Google Shape;354;p2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 name="Google Shape;355;p2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 name="Google Shape;356;p2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7" name="Google Shape;357;p20"/>
          <p:cNvGrpSpPr/>
          <p:nvPr/>
        </p:nvGrpSpPr>
        <p:grpSpPr>
          <a:xfrm>
            <a:off x="-53681" y="-358003"/>
            <a:ext cx="1013684" cy="1013928"/>
            <a:chOff x="1347125" y="349025"/>
            <a:chExt cx="4978800" cy="4980000"/>
          </a:xfrm>
        </p:grpSpPr>
        <p:sp>
          <p:nvSpPr>
            <p:cNvPr id="358" name="Google Shape;358;p2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 name="Google Shape;359;p2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2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 name="Google Shape;361;p2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 name="Google Shape;362;p2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 name="Google Shape;363;p2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 name="Google Shape;364;p2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 name="Google Shape;365;p2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 name="Google Shape;366;p2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2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2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2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2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2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2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 name="Google Shape;373;p2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2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2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2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2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2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2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80" name="Google Shape;380;p20"/>
          <p:cNvSpPr/>
          <p:nvPr/>
        </p:nvSpPr>
        <p:spPr>
          <a:xfrm>
            <a:off x="11522700" y="4872867"/>
            <a:ext cx="344400" cy="3444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1" name="Google Shape;381;p20"/>
          <p:cNvSpPr/>
          <p:nvPr/>
        </p:nvSpPr>
        <p:spPr>
          <a:xfrm>
            <a:off x="187467" y="506800"/>
            <a:ext cx="213200" cy="213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2" name="Google Shape;382;p20"/>
          <p:cNvSpPr/>
          <p:nvPr/>
        </p:nvSpPr>
        <p:spPr>
          <a:xfrm>
            <a:off x="10168000" y="5494200"/>
            <a:ext cx="1064000" cy="1064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3" name="Google Shape;383;p20"/>
          <p:cNvSpPr txBox="1">
            <a:spLocks noGrp="1"/>
          </p:cNvSpPr>
          <p:nvPr>
            <p:ph type="title"/>
          </p:nvPr>
        </p:nvSpPr>
        <p:spPr>
          <a:xfrm>
            <a:off x="1432200" y="512064"/>
            <a:ext cx="9327600" cy="5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Tree>
    <p:extLst>
      <p:ext uri="{BB962C8B-B14F-4D97-AF65-F5344CB8AC3E}">
        <p14:creationId xmlns:p14="http://schemas.microsoft.com/office/powerpoint/2010/main" val="36827617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mp; text">
  <p:cSld name="Numbers &amp; text">
    <p:bg>
      <p:bgPr>
        <a:solidFill>
          <a:schemeClr val="accent1"/>
        </a:solidFill>
        <a:effectLst/>
      </p:bgPr>
    </p:bg>
    <p:spTree>
      <p:nvGrpSpPr>
        <p:cNvPr id="1" name="Shape 384"/>
        <p:cNvGrpSpPr/>
        <p:nvPr/>
      </p:nvGrpSpPr>
      <p:grpSpPr>
        <a:xfrm>
          <a:off x="0" y="0"/>
          <a:ext cx="0" cy="0"/>
          <a:chOff x="0" y="0"/>
          <a:chExt cx="0" cy="0"/>
        </a:xfrm>
      </p:grpSpPr>
      <p:sp>
        <p:nvSpPr>
          <p:cNvPr id="385" name="Google Shape;385;p21"/>
          <p:cNvSpPr txBox="1">
            <a:spLocks noGrp="1"/>
          </p:cNvSpPr>
          <p:nvPr>
            <p:ph type="title" hasCustomPrompt="1"/>
          </p:nvPr>
        </p:nvSpPr>
        <p:spPr>
          <a:xfrm>
            <a:off x="415600" y="28171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86" name="Google Shape;386;p21"/>
          <p:cNvSpPr txBox="1">
            <a:spLocks noGrp="1"/>
          </p:cNvSpPr>
          <p:nvPr>
            <p:ph type="subTitle" idx="1"/>
          </p:nvPr>
        </p:nvSpPr>
        <p:spPr>
          <a:xfrm>
            <a:off x="3122000" y="35160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87" name="Google Shape;387;p21"/>
          <p:cNvSpPr txBox="1">
            <a:spLocks noGrp="1"/>
          </p:cNvSpPr>
          <p:nvPr>
            <p:ph type="title" idx="2" hasCustomPrompt="1"/>
          </p:nvPr>
        </p:nvSpPr>
        <p:spPr>
          <a:xfrm>
            <a:off x="415600" y="13436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88" name="Google Shape;388;p21"/>
          <p:cNvSpPr txBox="1">
            <a:spLocks noGrp="1"/>
          </p:cNvSpPr>
          <p:nvPr>
            <p:ph type="subTitle" idx="3"/>
          </p:nvPr>
        </p:nvSpPr>
        <p:spPr>
          <a:xfrm>
            <a:off x="3122000" y="20425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89" name="Google Shape;389;p21"/>
          <p:cNvSpPr txBox="1">
            <a:spLocks noGrp="1"/>
          </p:cNvSpPr>
          <p:nvPr>
            <p:ph type="title" idx="4" hasCustomPrompt="1"/>
          </p:nvPr>
        </p:nvSpPr>
        <p:spPr>
          <a:xfrm>
            <a:off x="415600" y="42906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90" name="Google Shape;390;p21"/>
          <p:cNvSpPr txBox="1">
            <a:spLocks noGrp="1"/>
          </p:cNvSpPr>
          <p:nvPr>
            <p:ph type="subTitle" idx="5"/>
          </p:nvPr>
        </p:nvSpPr>
        <p:spPr>
          <a:xfrm>
            <a:off x="3122000" y="49895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91" name="Google Shape;391;p21"/>
          <p:cNvSpPr/>
          <p:nvPr/>
        </p:nvSpPr>
        <p:spPr>
          <a:xfrm>
            <a:off x="10024365" y="5764133"/>
            <a:ext cx="1546000" cy="1546000"/>
          </a:xfrm>
          <a:prstGeom prst="donut">
            <a:avLst>
              <a:gd name="adj" fmla="val 17842"/>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92" name="Google Shape;392;p21"/>
          <p:cNvGrpSpPr/>
          <p:nvPr/>
        </p:nvGrpSpPr>
        <p:grpSpPr>
          <a:xfrm>
            <a:off x="-530861" y="-582239"/>
            <a:ext cx="2290248" cy="2290800"/>
            <a:chOff x="1347125" y="349025"/>
            <a:chExt cx="4978800" cy="4980000"/>
          </a:xfrm>
        </p:grpSpPr>
        <p:sp>
          <p:nvSpPr>
            <p:cNvPr id="393" name="Google Shape;393;p2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2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2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2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2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2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2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2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2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2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2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2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2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2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7" name="Google Shape;407;p2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8" name="Google Shape;408;p2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9" name="Google Shape;409;p2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0" name="Google Shape;410;p2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1" name="Google Shape;411;p2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2" name="Google Shape;412;p2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3" name="Google Shape;413;p2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4" name="Google Shape;414;p2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15" name="Google Shape;415;p21"/>
          <p:cNvSpPr/>
          <p:nvPr/>
        </p:nvSpPr>
        <p:spPr>
          <a:xfrm>
            <a:off x="1302851" y="-582249"/>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6" name="Google Shape;416;p21"/>
          <p:cNvSpPr/>
          <p:nvPr/>
        </p:nvSpPr>
        <p:spPr>
          <a:xfrm>
            <a:off x="1047151" y="1830773"/>
            <a:ext cx="432800" cy="4328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7" name="Google Shape;417;p21"/>
          <p:cNvSpPr/>
          <p:nvPr/>
        </p:nvSpPr>
        <p:spPr>
          <a:xfrm>
            <a:off x="11076400" y="5643496"/>
            <a:ext cx="311200" cy="311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8" name="Google Shape;418;p21"/>
          <p:cNvSpPr/>
          <p:nvPr/>
        </p:nvSpPr>
        <p:spPr>
          <a:xfrm>
            <a:off x="10836300" y="5161599"/>
            <a:ext cx="180800" cy="1808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276950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mp; four columns">
  <p:cSld name="Title &amp; four columns">
    <p:spTree>
      <p:nvGrpSpPr>
        <p:cNvPr id="1" name="Shape 497"/>
        <p:cNvGrpSpPr/>
        <p:nvPr/>
      </p:nvGrpSpPr>
      <p:grpSpPr>
        <a:xfrm>
          <a:off x="0" y="0"/>
          <a:ext cx="0" cy="0"/>
          <a:chOff x="0" y="0"/>
          <a:chExt cx="0" cy="0"/>
        </a:xfrm>
      </p:grpSpPr>
      <p:sp>
        <p:nvSpPr>
          <p:cNvPr id="498" name="Google Shape;498;p24"/>
          <p:cNvSpPr txBox="1">
            <a:spLocks noGrp="1"/>
          </p:cNvSpPr>
          <p:nvPr>
            <p:ph type="title"/>
          </p:nvPr>
        </p:nvSpPr>
        <p:spPr>
          <a:xfrm>
            <a:off x="1432200" y="512064"/>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499" name="Google Shape;499;p24"/>
          <p:cNvSpPr/>
          <p:nvPr/>
        </p:nvSpPr>
        <p:spPr>
          <a:xfrm>
            <a:off x="11511733" y="5224667"/>
            <a:ext cx="344400" cy="3444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00" name="Google Shape;500;p24"/>
          <p:cNvGrpSpPr/>
          <p:nvPr/>
        </p:nvGrpSpPr>
        <p:grpSpPr>
          <a:xfrm>
            <a:off x="10538823" y="5780812"/>
            <a:ext cx="2290248" cy="2290800"/>
            <a:chOff x="1347125" y="349025"/>
            <a:chExt cx="4978800" cy="4980000"/>
          </a:xfrm>
        </p:grpSpPr>
        <p:sp>
          <p:nvSpPr>
            <p:cNvPr id="501" name="Google Shape;501;p2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2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2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2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2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2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2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2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2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2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2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2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2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2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5" name="Google Shape;515;p2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6" name="Google Shape;516;p2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7" name="Google Shape;517;p2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8" name="Google Shape;518;p2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9" name="Google Shape;519;p2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0" name="Google Shape;520;p2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1" name="Google Shape;521;p2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2" name="Google Shape;522;p2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3" name="Google Shape;523;p24"/>
          <p:cNvSpPr/>
          <p:nvPr/>
        </p:nvSpPr>
        <p:spPr>
          <a:xfrm>
            <a:off x="295733" y="6296800"/>
            <a:ext cx="344400" cy="3444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4" name="Google Shape;524;p24"/>
          <p:cNvSpPr/>
          <p:nvPr/>
        </p:nvSpPr>
        <p:spPr>
          <a:xfrm>
            <a:off x="451400" y="6189800"/>
            <a:ext cx="188800" cy="188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5" name="Google Shape;525;p24"/>
          <p:cNvSpPr txBox="1">
            <a:spLocks noGrp="1"/>
          </p:cNvSpPr>
          <p:nvPr>
            <p:ph type="subTitle" idx="1"/>
          </p:nvPr>
        </p:nvSpPr>
        <p:spPr>
          <a:xfrm>
            <a:off x="1115967" y="2207765"/>
            <a:ext cx="3158000" cy="1106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lvl1pPr>
            <a:lvl2pPr lvl="1" algn="r" rtl="0">
              <a:spcBef>
                <a:spcPts val="0"/>
              </a:spcBef>
              <a:spcAft>
                <a:spcPts val="0"/>
              </a:spcAft>
              <a:buNone/>
              <a:defRPr sz="1867"/>
            </a:lvl2pPr>
            <a:lvl3pPr lvl="2" algn="r" rtl="0">
              <a:spcBef>
                <a:spcPts val="0"/>
              </a:spcBef>
              <a:spcAft>
                <a:spcPts val="0"/>
              </a:spcAft>
              <a:buNone/>
              <a:defRPr sz="1867"/>
            </a:lvl3pPr>
            <a:lvl4pPr lvl="3" algn="r" rtl="0">
              <a:spcBef>
                <a:spcPts val="0"/>
              </a:spcBef>
              <a:spcAft>
                <a:spcPts val="0"/>
              </a:spcAft>
              <a:buNone/>
              <a:defRPr sz="1867"/>
            </a:lvl4pPr>
            <a:lvl5pPr lvl="4" algn="r" rtl="0">
              <a:spcBef>
                <a:spcPts val="0"/>
              </a:spcBef>
              <a:spcAft>
                <a:spcPts val="0"/>
              </a:spcAft>
              <a:buNone/>
              <a:defRPr sz="1867"/>
            </a:lvl5pPr>
            <a:lvl6pPr lvl="5" algn="r" rtl="0">
              <a:spcBef>
                <a:spcPts val="0"/>
              </a:spcBef>
              <a:spcAft>
                <a:spcPts val="0"/>
              </a:spcAft>
              <a:buNone/>
              <a:defRPr sz="1867"/>
            </a:lvl6pPr>
            <a:lvl7pPr lvl="6" algn="r" rtl="0">
              <a:spcBef>
                <a:spcPts val="0"/>
              </a:spcBef>
              <a:spcAft>
                <a:spcPts val="0"/>
              </a:spcAft>
              <a:buNone/>
              <a:defRPr sz="1867"/>
            </a:lvl7pPr>
            <a:lvl8pPr lvl="7" algn="r" rtl="0">
              <a:spcBef>
                <a:spcPts val="0"/>
              </a:spcBef>
              <a:spcAft>
                <a:spcPts val="0"/>
              </a:spcAft>
              <a:buNone/>
              <a:defRPr sz="1867"/>
            </a:lvl8pPr>
            <a:lvl9pPr lvl="8" algn="r" rtl="0">
              <a:spcBef>
                <a:spcPts val="0"/>
              </a:spcBef>
              <a:spcAft>
                <a:spcPts val="0"/>
              </a:spcAft>
              <a:buNone/>
              <a:defRPr sz="1867"/>
            </a:lvl9pPr>
          </a:lstStyle>
          <a:p>
            <a:endParaRPr/>
          </a:p>
        </p:txBody>
      </p:sp>
      <p:sp>
        <p:nvSpPr>
          <p:cNvPr id="526" name="Google Shape;526;p24"/>
          <p:cNvSpPr txBox="1">
            <a:spLocks noGrp="1"/>
          </p:cNvSpPr>
          <p:nvPr>
            <p:ph type="subTitle" idx="2"/>
          </p:nvPr>
        </p:nvSpPr>
        <p:spPr>
          <a:xfrm>
            <a:off x="7918033" y="2174199"/>
            <a:ext cx="31580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527" name="Google Shape;527;p24"/>
          <p:cNvSpPr txBox="1">
            <a:spLocks noGrp="1"/>
          </p:cNvSpPr>
          <p:nvPr>
            <p:ph type="subTitle" idx="3"/>
          </p:nvPr>
        </p:nvSpPr>
        <p:spPr>
          <a:xfrm>
            <a:off x="7918000" y="4599465"/>
            <a:ext cx="31580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528" name="Google Shape;528;p24"/>
          <p:cNvSpPr txBox="1">
            <a:spLocks noGrp="1"/>
          </p:cNvSpPr>
          <p:nvPr>
            <p:ph type="subTitle" idx="4"/>
          </p:nvPr>
        </p:nvSpPr>
        <p:spPr>
          <a:xfrm>
            <a:off x="1116000" y="4599465"/>
            <a:ext cx="3158000" cy="1106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lvl1pPr>
            <a:lvl2pPr lvl="1" algn="r" rtl="0">
              <a:spcBef>
                <a:spcPts val="0"/>
              </a:spcBef>
              <a:spcAft>
                <a:spcPts val="0"/>
              </a:spcAft>
              <a:buNone/>
              <a:defRPr sz="1867"/>
            </a:lvl2pPr>
            <a:lvl3pPr lvl="2" algn="r" rtl="0">
              <a:spcBef>
                <a:spcPts val="0"/>
              </a:spcBef>
              <a:spcAft>
                <a:spcPts val="0"/>
              </a:spcAft>
              <a:buNone/>
              <a:defRPr sz="1867"/>
            </a:lvl3pPr>
            <a:lvl4pPr lvl="3" algn="r" rtl="0">
              <a:spcBef>
                <a:spcPts val="0"/>
              </a:spcBef>
              <a:spcAft>
                <a:spcPts val="0"/>
              </a:spcAft>
              <a:buNone/>
              <a:defRPr sz="1867"/>
            </a:lvl4pPr>
            <a:lvl5pPr lvl="4" algn="r" rtl="0">
              <a:spcBef>
                <a:spcPts val="0"/>
              </a:spcBef>
              <a:spcAft>
                <a:spcPts val="0"/>
              </a:spcAft>
              <a:buNone/>
              <a:defRPr sz="1867"/>
            </a:lvl5pPr>
            <a:lvl6pPr lvl="5" algn="r" rtl="0">
              <a:spcBef>
                <a:spcPts val="0"/>
              </a:spcBef>
              <a:spcAft>
                <a:spcPts val="0"/>
              </a:spcAft>
              <a:buNone/>
              <a:defRPr sz="1867"/>
            </a:lvl6pPr>
            <a:lvl7pPr lvl="6" algn="r" rtl="0">
              <a:spcBef>
                <a:spcPts val="0"/>
              </a:spcBef>
              <a:spcAft>
                <a:spcPts val="0"/>
              </a:spcAft>
              <a:buNone/>
              <a:defRPr sz="1867"/>
            </a:lvl7pPr>
            <a:lvl8pPr lvl="7" algn="r" rtl="0">
              <a:spcBef>
                <a:spcPts val="0"/>
              </a:spcBef>
              <a:spcAft>
                <a:spcPts val="0"/>
              </a:spcAft>
              <a:buNone/>
              <a:defRPr sz="1867"/>
            </a:lvl8pPr>
            <a:lvl9pPr lvl="8" algn="r" rtl="0">
              <a:spcBef>
                <a:spcPts val="0"/>
              </a:spcBef>
              <a:spcAft>
                <a:spcPts val="0"/>
              </a:spcAft>
              <a:buNone/>
              <a:defRPr sz="1867"/>
            </a:lvl9pPr>
          </a:lstStyle>
          <a:p>
            <a:endParaRPr/>
          </a:p>
        </p:txBody>
      </p:sp>
      <p:sp>
        <p:nvSpPr>
          <p:cNvPr id="529" name="Google Shape;529;p24"/>
          <p:cNvSpPr txBox="1">
            <a:spLocks noGrp="1"/>
          </p:cNvSpPr>
          <p:nvPr>
            <p:ph type="subTitle" idx="5"/>
          </p:nvPr>
        </p:nvSpPr>
        <p:spPr>
          <a:xfrm>
            <a:off x="1115967" y="1759605"/>
            <a:ext cx="31580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2267" b="1">
                <a:latin typeface="Roboto"/>
                <a:ea typeface="Roboto"/>
                <a:cs typeface="Roboto"/>
                <a:sym typeface="Roboto"/>
              </a:defRPr>
            </a:lvl1pPr>
            <a:lvl2pPr lvl="1" algn="r" rtl="0">
              <a:spcBef>
                <a:spcPts val="0"/>
              </a:spcBef>
              <a:spcAft>
                <a:spcPts val="0"/>
              </a:spcAft>
              <a:buNone/>
              <a:defRPr sz="2267" b="1">
                <a:latin typeface="Roboto"/>
                <a:ea typeface="Roboto"/>
                <a:cs typeface="Roboto"/>
                <a:sym typeface="Roboto"/>
              </a:defRPr>
            </a:lvl2pPr>
            <a:lvl3pPr lvl="2" algn="r" rtl="0">
              <a:spcBef>
                <a:spcPts val="0"/>
              </a:spcBef>
              <a:spcAft>
                <a:spcPts val="0"/>
              </a:spcAft>
              <a:buNone/>
              <a:defRPr sz="2267" b="1">
                <a:latin typeface="Roboto"/>
                <a:ea typeface="Roboto"/>
                <a:cs typeface="Roboto"/>
                <a:sym typeface="Roboto"/>
              </a:defRPr>
            </a:lvl3pPr>
            <a:lvl4pPr lvl="3" algn="r" rtl="0">
              <a:spcBef>
                <a:spcPts val="0"/>
              </a:spcBef>
              <a:spcAft>
                <a:spcPts val="0"/>
              </a:spcAft>
              <a:buNone/>
              <a:defRPr sz="2267" b="1">
                <a:latin typeface="Roboto"/>
                <a:ea typeface="Roboto"/>
                <a:cs typeface="Roboto"/>
                <a:sym typeface="Roboto"/>
              </a:defRPr>
            </a:lvl4pPr>
            <a:lvl5pPr lvl="4" algn="r" rtl="0">
              <a:spcBef>
                <a:spcPts val="0"/>
              </a:spcBef>
              <a:spcAft>
                <a:spcPts val="0"/>
              </a:spcAft>
              <a:buNone/>
              <a:defRPr sz="2267" b="1">
                <a:latin typeface="Roboto"/>
                <a:ea typeface="Roboto"/>
                <a:cs typeface="Roboto"/>
                <a:sym typeface="Roboto"/>
              </a:defRPr>
            </a:lvl5pPr>
            <a:lvl6pPr lvl="5" algn="r" rtl="0">
              <a:spcBef>
                <a:spcPts val="0"/>
              </a:spcBef>
              <a:spcAft>
                <a:spcPts val="0"/>
              </a:spcAft>
              <a:buNone/>
              <a:defRPr sz="2267" b="1">
                <a:latin typeface="Roboto"/>
                <a:ea typeface="Roboto"/>
                <a:cs typeface="Roboto"/>
                <a:sym typeface="Roboto"/>
              </a:defRPr>
            </a:lvl6pPr>
            <a:lvl7pPr lvl="6" algn="r" rtl="0">
              <a:spcBef>
                <a:spcPts val="0"/>
              </a:spcBef>
              <a:spcAft>
                <a:spcPts val="0"/>
              </a:spcAft>
              <a:buNone/>
              <a:defRPr sz="2267" b="1">
                <a:latin typeface="Roboto"/>
                <a:ea typeface="Roboto"/>
                <a:cs typeface="Roboto"/>
                <a:sym typeface="Roboto"/>
              </a:defRPr>
            </a:lvl7pPr>
            <a:lvl8pPr lvl="7" algn="r" rtl="0">
              <a:spcBef>
                <a:spcPts val="0"/>
              </a:spcBef>
              <a:spcAft>
                <a:spcPts val="0"/>
              </a:spcAft>
              <a:buNone/>
              <a:defRPr sz="2267" b="1">
                <a:latin typeface="Roboto"/>
                <a:ea typeface="Roboto"/>
                <a:cs typeface="Roboto"/>
                <a:sym typeface="Roboto"/>
              </a:defRPr>
            </a:lvl8pPr>
            <a:lvl9pPr lvl="8" algn="r" rtl="0">
              <a:spcBef>
                <a:spcPts val="0"/>
              </a:spcBef>
              <a:spcAft>
                <a:spcPts val="0"/>
              </a:spcAft>
              <a:buNone/>
              <a:defRPr sz="2267" b="1">
                <a:latin typeface="Roboto"/>
                <a:ea typeface="Roboto"/>
                <a:cs typeface="Roboto"/>
                <a:sym typeface="Roboto"/>
              </a:defRPr>
            </a:lvl9pPr>
          </a:lstStyle>
          <a:p>
            <a:endParaRPr/>
          </a:p>
        </p:txBody>
      </p:sp>
      <p:sp>
        <p:nvSpPr>
          <p:cNvPr id="530" name="Google Shape;530;p24"/>
          <p:cNvSpPr txBox="1">
            <a:spLocks noGrp="1"/>
          </p:cNvSpPr>
          <p:nvPr>
            <p:ph type="subTitle" idx="6"/>
          </p:nvPr>
        </p:nvSpPr>
        <p:spPr>
          <a:xfrm>
            <a:off x="7918033" y="1759605"/>
            <a:ext cx="3158000" cy="492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31" name="Google Shape;531;p24"/>
          <p:cNvSpPr txBox="1">
            <a:spLocks noGrp="1"/>
          </p:cNvSpPr>
          <p:nvPr>
            <p:ph type="subTitle" idx="7"/>
          </p:nvPr>
        </p:nvSpPr>
        <p:spPr>
          <a:xfrm>
            <a:off x="7918000" y="4151305"/>
            <a:ext cx="3158000" cy="492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32" name="Google Shape;532;p24"/>
          <p:cNvSpPr txBox="1">
            <a:spLocks noGrp="1"/>
          </p:cNvSpPr>
          <p:nvPr>
            <p:ph type="subTitle" idx="8"/>
          </p:nvPr>
        </p:nvSpPr>
        <p:spPr>
          <a:xfrm>
            <a:off x="1116000" y="4151305"/>
            <a:ext cx="31580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2267" b="1">
                <a:latin typeface="Roboto"/>
                <a:ea typeface="Roboto"/>
                <a:cs typeface="Roboto"/>
                <a:sym typeface="Roboto"/>
              </a:defRPr>
            </a:lvl1pPr>
            <a:lvl2pPr lvl="1" algn="r" rtl="0">
              <a:spcBef>
                <a:spcPts val="0"/>
              </a:spcBef>
              <a:spcAft>
                <a:spcPts val="0"/>
              </a:spcAft>
              <a:buNone/>
              <a:defRPr sz="2267" b="1">
                <a:latin typeface="Roboto"/>
                <a:ea typeface="Roboto"/>
                <a:cs typeface="Roboto"/>
                <a:sym typeface="Roboto"/>
              </a:defRPr>
            </a:lvl2pPr>
            <a:lvl3pPr lvl="2" algn="r" rtl="0">
              <a:spcBef>
                <a:spcPts val="0"/>
              </a:spcBef>
              <a:spcAft>
                <a:spcPts val="0"/>
              </a:spcAft>
              <a:buNone/>
              <a:defRPr sz="2267" b="1">
                <a:latin typeface="Roboto"/>
                <a:ea typeface="Roboto"/>
                <a:cs typeface="Roboto"/>
                <a:sym typeface="Roboto"/>
              </a:defRPr>
            </a:lvl3pPr>
            <a:lvl4pPr lvl="3" algn="r" rtl="0">
              <a:spcBef>
                <a:spcPts val="0"/>
              </a:spcBef>
              <a:spcAft>
                <a:spcPts val="0"/>
              </a:spcAft>
              <a:buNone/>
              <a:defRPr sz="2267" b="1">
                <a:latin typeface="Roboto"/>
                <a:ea typeface="Roboto"/>
                <a:cs typeface="Roboto"/>
                <a:sym typeface="Roboto"/>
              </a:defRPr>
            </a:lvl4pPr>
            <a:lvl5pPr lvl="4" algn="r" rtl="0">
              <a:spcBef>
                <a:spcPts val="0"/>
              </a:spcBef>
              <a:spcAft>
                <a:spcPts val="0"/>
              </a:spcAft>
              <a:buNone/>
              <a:defRPr sz="2267" b="1">
                <a:latin typeface="Roboto"/>
                <a:ea typeface="Roboto"/>
                <a:cs typeface="Roboto"/>
                <a:sym typeface="Roboto"/>
              </a:defRPr>
            </a:lvl5pPr>
            <a:lvl6pPr lvl="5" algn="r" rtl="0">
              <a:spcBef>
                <a:spcPts val="0"/>
              </a:spcBef>
              <a:spcAft>
                <a:spcPts val="0"/>
              </a:spcAft>
              <a:buNone/>
              <a:defRPr sz="2267" b="1">
                <a:latin typeface="Roboto"/>
                <a:ea typeface="Roboto"/>
                <a:cs typeface="Roboto"/>
                <a:sym typeface="Roboto"/>
              </a:defRPr>
            </a:lvl6pPr>
            <a:lvl7pPr lvl="6" algn="r" rtl="0">
              <a:spcBef>
                <a:spcPts val="0"/>
              </a:spcBef>
              <a:spcAft>
                <a:spcPts val="0"/>
              </a:spcAft>
              <a:buNone/>
              <a:defRPr sz="2267" b="1">
                <a:latin typeface="Roboto"/>
                <a:ea typeface="Roboto"/>
                <a:cs typeface="Roboto"/>
                <a:sym typeface="Roboto"/>
              </a:defRPr>
            </a:lvl7pPr>
            <a:lvl8pPr lvl="7" algn="r" rtl="0">
              <a:spcBef>
                <a:spcPts val="0"/>
              </a:spcBef>
              <a:spcAft>
                <a:spcPts val="0"/>
              </a:spcAft>
              <a:buNone/>
              <a:defRPr sz="2267" b="1">
                <a:latin typeface="Roboto"/>
                <a:ea typeface="Roboto"/>
                <a:cs typeface="Roboto"/>
                <a:sym typeface="Roboto"/>
              </a:defRPr>
            </a:lvl8pPr>
            <a:lvl9pPr lvl="8" algn="r"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7993641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mp; text 2">
  <p:cSld name="Title &amp; text 2">
    <p:bg>
      <p:bgPr>
        <a:solidFill>
          <a:schemeClr val="accent1"/>
        </a:solidFill>
        <a:effectLst/>
      </p:bgPr>
    </p:bg>
    <p:spTree>
      <p:nvGrpSpPr>
        <p:cNvPr id="1" name="Shape 533"/>
        <p:cNvGrpSpPr/>
        <p:nvPr/>
      </p:nvGrpSpPr>
      <p:grpSpPr>
        <a:xfrm>
          <a:off x="0" y="0"/>
          <a:ext cx="0" cy="0"/>
          <a:chOff x="0" y="0"/>
          <a:chExt cx="0" cy="0"/>
        </a:xfrm>
      </p:grpSpPr>
      <p:sp>
        <p:nvSpPr>
          <p:cNvPr id="534" name="Google Shape;534;p25"/>
          <p:cNvSpPr/>
          <p:nvPr/>
        </p:nvSpPr>
        <p:spPr>
          <a:xfrm>
            <a:off x="7489792"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5" name="Google Shape;535;p25"/>
          <p:cNvSpPr txBox="1">
            <a:spLocks noGrp="1"/>
          </p:cNvSpPr>
          <p:nvPr>
            <p:ph type="title"/>
          </p:nvPr>
        </p:nvSpPr>
        <p:spPr>
          <a:xfrm>
            <a:off x="960000" y="512064"/>
            <a:ext cx="3633200" cy="59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0F7ED"/>
              </a:buClr>
              <a:buSzPts val="2700"/>
              <a:buNone/>
              <a:defRPr sz="3600">
                <a:solidFill>
                  <a:schemeClr val="lt2"/>
                </a:solidFill>
              </a:defRPr>
            </a:lvl1pPr>
            <a:lvl2pPr lvl="1" rtl="0">
              <a:spcBef>
                <a:spcPts val="0"/>
              </a:spcBef>
              <a:spcAft>
                <a:spcPts val="0"/>
              </a:spcAft>
              <a:buClr>
                <a:srgbClr val="F0F7ED"/>
              </a:buClr>
              <a:buSzPts val="1400"/>
              <a:buNone/>
              <a:defRPr sz="1867">
                <a:solidFill>
                  <a:srgbClr val="F0F7ED"/>
                </a:solidFill>
              </a:defRPr>
            </a:lvl2pPr>
            <a:lvl3pPr lvl="2" rtl="0">
              <a:spcBef>
                <a:spcPts val="0"/>
              </a:spcBef>
              <a:spcAft>
                <a:spcPts val="0"/>
              </a:spcAft>
              <a:buClr>
                <a:srgbClr val="F0F7ED"/>
              </a:buClr>
              <a:buSzPts val="1400"/>
              <a:buNone/>
              <a:defRPr sz="1867">
                <a:solidFill>
                  <a:srgbClr val="F0F7ED"/>
                </a:solidFill>
              </a:defRPr>
            </a:lvl3pPr>
            <a:lvl4pPr lvl="3" rtl="0">
              <a:spcBef>
                <a:spcPts val="0"/>
              </a:spcBef>
              <a:spcAft>
                <a:spcPts val="0"/>
              </a:spcAft>
              <a:buClr>
                <a:srgbClr val="F0F7ED"/>
              </a:buClr>
              <a:buSzPts val="1400"/>
              <a:buNone/>
              <a:defRPr sz="1867">
                <a:solidFill>
                  <a:srgbClr val="F0F7ED"/>
                </a:solidFill>
              </a:defRPr>
            </a:lvl4pPr>
            <a:lvl5pPr lvl="4" rtl="0">
              <a:spcBef>
                <a:spcPts val="0"/>
              </a:spcBef>
              <a:spcAft>
                <a:spcPts val="0"/>
              </a:spcAft>
              <a:buClr>
                <a:srgbClr val="F0F7ED"/>
              </a:buClr>
              <a:buSzPts val="1400"/>
              <a:buNone/>
              <a:defRPr sz="1867">
                <a:solidFill>
                  <a:srgbClr val="F0F7ED"/>
                </a:solidFill>
              </a:defRPr>
            </a:lvl5pPr>
            <a:lvl6pPr lvl="5" rtl="0">
              <a:spcBef>
                <a:spcPts val="0"/>
              </a:spcBef>
              <a:spcAft>
                <a:spcPts val="0"/>
              </a:spcAft>
              <a:buClr>
                <a:srgbClr val="F0F7ED"/>
              </a:buClr>
              <a:buSzPts val="1400"/>
              <a:buNone/>
              <a:defRPr sz="1867">
                <a:solidFill>
                  <a:srgbClr val="F0F7ED"/>
                </a:solidFill>
              </a:defRPr>
            </a:lvl6pPr>
            <a:lvl7pPr lvl="6" rtl="0">
              <a:spcBef>
                <a:spcPts val="0"/>
              </a:spcBef>
              <a:spcAft>
                <a:spcPts val="0"/>
              </a:spcAft>
              <a:buClr>
                <a:srgbClr val="F0F7ED"/>
              </a:buClr>
              <a:buSzPts val="1400"/>
              <a:buNone/>
              <a:defRPr sz="1867">
                <a:solidFill>
                  <a:srgbClr val="F0F7ED"/>
                </a:solidFill>
              </a:defRPr>
            </a:lvl7pPr>
            <a:lvl8pPr lvl="7" rtl="0">
              <a:spcBef>
                <a:spcPts val="0"/>
              </a:spcBef>
              <a:spcAft>
                <a:spcPts val="0"/>
              </a:spcAft>
              <a:buClr>
                <a:srgbClr val="F0F7ED"/>
              </a:buClr>
              <a:buSzPts val="1400"/>
              <a:buNone/>
              <a:defRPr sz="1867">
                <a:solidFill>
                  <a:srgbClr val="F0F7ED"/>
                </a:solidFill>
              </a:defRPr>
            </a:lvl8pPr>
            <a:lvl9pPr lvl="8" rtl="0">
              <a:spcBef>
                <a:spcPts val="0"/>
              </a:spcBef>
              <a:spcAft>
                <a:spcPts val="0"/>
              </a:spcAft>
              <a:buClr>
                <a:srgbClr val="F0F7ED"/>
              </a:buClr>
              <a:buSzPts val="1400"/>
              <a:buNone/>
              <a:defRPr sz="1867">
                <a:solidFill>
                  <a:srgbClr val="F0F7ED"/>
                </a:solidFill>
              </a:defRPr>
            </a:lvl9pPr>
          </a:lstStyle>
          <a:p>
            <a:endParaRPr/>
          </a:p>
        </p:txBody>
      </p:sp>
      <p:sp>
        <p:nvSpPr>
          <p:cNvPr id="536" name="Google Shape;536;p25"/>
          <p:cNvSpPr/>
          <p:nvPr/>
        </p:nvSpPr>
        <p:spPr>
          <a:xfrm rot="2539751">
            <a:off x="5952336" y="-4446405"/>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7" name="Google Shape;537;p25"/>
          <p:cNvSpPr/>
          <p:nvPr/>
        </p:nvSpPr>
        <p:spPr>
          <a:xfrm rot="9266724">
            <a:off x="6379285" y="1588055"/>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8" name="Google Shape;538;p25"/>
          <p:cNvSpPr/>
          <p:nvPr/>
        </p:nvSpPr>
        <p:spPr>
          <a:xfrm>
            <a:off x="7981832" y="6091833"/>
            <a:ext cx="1546000" cy="15460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4882673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mp; two columns">
  <p:cSld name="Title &amp; two columns">
    <p:spTree>
      <p:nvGrpSpPr>
        <p:cNvPr id="1" name="Shape 539"/>
        <p:cNvGrpSpPr/>
        <p:nvPr/>
      </p:nvGrpSpPr>
      <p:grpSpPr>
        <a:xfrm>
          <a:off x="0" y="0"/>
          <a:ext cx="0" cy="0"/>
          <a:chOff x="0" y="0"/>
          <a:chExt cx="0" cy="0"/>
        </a:xfrm>
      </p:grpSpPr>
      <p:sp>
        <p:nvSpPr>
          <p:cNvPr id="540" name="Google Shape;540;p26"/>
          <p:cNvSpPr txBox="1">
            <a:spLocks noGrp="1"/>
          </p:cNvSpPr>
          <p:nvPr>
            <p:ph type="ctrTitle"/>
          </p:nvPr>
        </p:nvSpPr>
        <p:spPr>
          <a:xfrm>
            <a:off x="8663033" y="1153700"/>
            <a:ext cx="2789200" cy="136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343434"/>
              </a:buClr>
              <a:buSzPts val="4000"/>
              <a:buNone/>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541" name="Google Shape;541;p26"/>
          <p:cNvSpPr txBox="1">
            <a:spLocks noGrp="1"/>
          </p:cNvSpPr>
          <p:nvPr>
            <p:ph type="subTitle" idx="1"/>
          </p:nvPr>
        </p:nvSpPr>
        <p:spPr>
          <a:xfrm>
            <a:off x="3467467" y="1801017"/>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solidFill>
                  <a:srgbClr val="343434"/>
                </a:solidFill>
              </a:defRPr>
            </a:lvl1pPr>
            <a:lvl2pPr lvl="1" rtl="0">
              <a:spcBef>
                <a:spcPts val="0"/>
              </a:spcBef>
              <a:spcAft>
                <a:spcPts val="0"/>
              </a:spcAft>
              <a:buNone/>
              <a:defRPr sz="1867">
                <a:solidFill>
                  <a:srgbClr val="343434"/>
                </a:solidFill>
              </a:defRPr>
            </a:lvl2pPr>
            <a:lvl3pPr lvl="2" rtl="0">
              <a:spcBef>
                <a:spcPts val="0"/>
              </a:spcBef>
              <a:spcAft>
                <a:spcPts val="0"/>
              </a:spcAft>
              <a:buNone/>
              <a:defRPr sz="1867">
                <a:solidFill>
                  <a:srgbClr val="343434"/>
                </a:solidFill>
              </a:defRPr>
            </a:lvl3pPr>
            <a:lvl4pPr lvl="3" rtl="0">
              <a:spcBef>
                <a:spcPts val="0"/>
              </a:spcBef>
              <a:spcAft>
                <a:spcPts val="0"/>
              </a:spcAft>
              <a:buNone/>
              <a:defRPr sz="1867">
                <a:solidFill>
                  <a:srgbClr val="343434"/>
                </a:solidFill>
              </a:defRPr>
            </a:lvl4pPr>
            <a:lvl5pPr lvl="4" rtl="0">
              <a:spcBef>
                <a:spcPts val="0"/>
              </a:spcBef>
              <a:spcAft>
                <a:spcPts val="0"/>
              </a:spcAft>
              <a:buNone/>
              <a:defRPr sz="1867">
                <a:solidFill>
                  <a:srgbClr val="343434"/>
                </a:solidFill>
              </a:defRPr>
            </a:lvl5pPr>
            <a:lvl6pPr lvl="5" rtl="0">
              <a:spcBef>
                <a:spcPts val="0"/>
              </a:spcBef>
              <a:spcAft>
                <a:spcPts val="0"/>
              </a:spcAft>
              <a:buNone/>
              <a:defRPr sz="1867">
                <a:solidFill>
                  <a:srgbClr val="343434"/>
                </a:solidFill>
              </a:defRPr>
            </a:lvl6pPr>
            <a:lvl7pPr lvl="6" rtl="0">
              <a:spcBef>
                <a:spcPts val="0"/>
              </a:spcBef>
              <a:spcAft>
                <a:spcPts val="0"/>
              </a:spcAft>
              <a:buNone/>
              <a:defRPr sz="1867">
                <a:solidFill>
                  <a:srgbClr val="343434"/>
                </a:solidFill>
              </a:defRPr>
            </a:lvl7pPr>
            <a:lvl8pPr lvl="7" rtl="0">
              <a:spcBef>
                <a:spcPts val="0"/>
              </a:spcBef>
              <a:spcAft>
                <a:spcPts val="0"/>
              </a:spcAft>
              <a:buNone/>
              <a:defRPr sz="1867">
                <a:solidFill>
                  <a:srgbClr val="343434"/>
                </a:solidFill>
              </a:defRPr>
            </a:lvl8pPr>
            <a:lvl9pPr lvl="8" rtl="0">
              <a:spcBef>
                <a:spcPts val="0"/>
              </a:spcBef>
              <a:spcAft>
                <a:spcPts val="0"/>
              </a:spcAft>
              <a:buNone/>
              <a:defRPr sz="1867">
                <a:solidFill>
                  <a:srgbClr val="343434"/>
                </a:solidFill>
              </a:defRPr>
            </a:lvl9pPr>
          </a:lstStyle>
          <a:p>
            <a:endParaRPr/>
          </a:p>
        </p:txBody>
      </p:sp>
      <p:sp>
        <p:nvSpPr>
          <p:cNvPr id="542" name="Google Shape;542;p26"/>
          <p:cNvSpPr txBox="1">
            <a:spLocks noGrp="1"/>
          </p:cNvSpPr>
          <p:nvPr>
            <p:ph type="subTitle" idx="2"/>
          </p:nvPr>
        </p:nvSpPr>
        <p:spPr>
          <a:xfrm>
            <a:off x="3467467" y="4689267"/>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solidFill>
                  <a:srgbClr val="343434"/>
                </a:solidFill>
              </a:defRPr>
            </a:lvl1pPr>
            <a:lvl2pPr lvl="1" rtl="0">
              <a:spcBef>
                <a:spcPts val="0"/>
              </a:spcBef>
              <a:spcAft>
                <a:spcPts val="0"/>
              </a:spcAft>
              <a:buNone/>
              <a:defRPr sz="1867">
                <a:solidFill>
                  <a:srgbClr val="343434"/>
                </a:solidFill>
              </a:defRPr>
            </a:lvl2pPr>
            <a:lvl3pPr lvl="2" rtl="0">
              <a:spcBef>
                <a:spcPts val="0"/>
              </a:spcBef>
              <a:spcAft>
                <a:spcPts val="0"/>
              </a:spcAft>
              <a:buNone/>
              <a:defRPr sz="1867">
                <a:solidFill>
                  <a:srgbClr val="343434"/>
                </a:solidFill>
              </a:defRPr>
            </a:lvl3pPr>
            <a:lvl4pPr lvl="3" rtl="0">
              <a:spcBef>
                <a:spcPts val="0"/>
              </a:spcBef>
              <a:spcAft>
                <a:spcPts val="0"/>
              </a:spcAft>
              <a:buNone/>
              <a:defRPr sz="1867">
                <a:solidFill>
                  <a:srgbClr val="343434"/>
                </a:solidFill>
              </a:defRPr>
            </a:lvl4pPr>
            <a:lvl5pPr lvl="4" rtl="0">
              <a:spcBef>
                <a:spcPts val="0"/>
              </a:spcBef>
              <a:spcAft>
                <a:spcPts val="0"/>
              </a:spcAft>
              <a:buNone/>
              <a:defRPr sz="1867">
                <a:solidFill>
                  <a:srgbClr val="343434"/>
                </a:solidFill>
              </a:defRPr>
            </a:lvl5pPr>
            <a:lvl6pPr lvl="5" rtl="0">
              <a:spcBef>
                <a:spcPts val="0"/>
              </a:spcBef>
              <a:spcAft>
                <a:spcPts val="0"/>
              </a:spcAft>
              <a:buNone/>
              <a:defRPr sz="1867">
                <a:solidFill>
                  <a:srgbClr val="343434"/>
                </a:solidFill>
              </a:defRPr>
            </a:lvl6pPr>
            <a:lvl7pPr lvl="6" rtl="0">
              <a:spcBef>
                <a:spcPts val="0"/>
              </a:spcBef>
              <a:spcAft>
                <a:spcPts val="0"/>
              </a:spcAft>
              <a:buNone/>
              <a:defRPr sz="1867">
                <a:solidFill>
                  <a:srgbClr val="343434"/>
                </a:solidFill>
              </a:defRPr>
            </a:lvl7pPr>
            <a:lvl8pPr lvl="7" rtl="0">
              <a:spcBef>
                <a:spcPts val="0"/>
              </a:spcBef>
              <a:spcAft>
                <a:spcPts val="0"/>
              </a:spcAft>
              <a:buNone/>
              <a:defRPr sz="1867">
                <a:solidFill>
                  <a:srgbClr val="343434"/>
                </a:solidFill>
              </a:defRPr>
            </a:lvl8pPr>
            <a:lvl9pPr lvl="8" rtl="0">
              <a:spcBef>
                <a:spcPts val="0"/>
              </a:spcBef>
              <a:spcAft>
                <a:spcPts val="0"/>
              </a:spcAft>
              <a:buNone/>
              <a:defRPr sz="1867">
                <a:solidFill>
                  <a:srgbClr val="343434"/>
                </a:solidFill>
              </a:defRPr>
            </a:lvl9pPr>
          </a:lstStyle>
          <a:p>
            <a:endParaRPr/>
          </a:p>
        </p:txBody>
      </p:sp>
      <p:sp>
        <p:nvSpPr>
          <p:cNvPr id="543" name="Google Shape;543;p26"/>
          <p:cNvSpPr/>
          <p:nvPr/>
        </p:nvSpPr>
        <p:spPr>
          <a:xfrm>
            <a:off x="-353432" y="-319299"/>
            <a:ext cx="969200" cy="9692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4" name="Google Shape;544;p26"/>
          <p:cNvGrpSpPr/>
          <p:nvPr/>
        </p:nvGrpSpPr>
        <p:grpSpPr>
          <a:xfrm>
            <a:off x="-620337" y="343144"/>
            <a:ext cx="1186945" cy="1187232"/>
            <a:chOff x="1347125" y="349025"/>
            <a:chExt cx="4978800" cy="4980000"/>
          </a:xfrm>
        </p:grpSpPr>
        <p:sp>
          <p:nvSpPr>
            <p:cNvPr id="545" name="Google Shape;545;p26"/>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26"/>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26"/>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26"/>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26"/>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26"/>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26"/>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26"/>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26"/>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26"/>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26"/>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26"/>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26"/>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26"/>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26"/>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26"/>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26"/>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26"/>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26"/>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26"/>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26"/>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26"/>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67" name="Google Shape;567;p26"/>
          <p:cNvSpPr txBox="1">
            <a:spLocks noGrp="1"/>
          </p:cNvSpPr>
          <p:nvPr>
            <p:ph type="subTitle" idx="3"/>
          </p:nvPr>
        </p:nvSpPr>
        <p:spPr>
          <a:xfrm>
            <a:off x="3467467" y="1349125"/>
            <a:ext cx="2639200" cy="592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68" name="Google Shape;568;p26"/>
          <p:cNvSpPr txBox="1">
            <a:spLocks noGrp="1"/>
          </p:cNvSpPr>
          <p:nvPr>
            <p:ph type="subTitle" idx="4"/>
          </p:nvPr>
        </p:nvSpPr>
        <p:spPr>
          <a:xfrm>
            <a:off x="3467467" y="4237367"/>
            <a:ext cx="2639200" cy="592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38498226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ne column text 2">
  <p:cSld name="One column text 2">
    <p:spTree>
      <p:nvGrpSpPr>
        <p:cNvPr id="1" name="Shape 569"/>
        <p:cNvGrpSpPr/>
        <p:nvPr/>
      </p:nvGrpSpPr>
      <p:grpSpPr>
        <a:xfrm>
          <a:off x="0" y="0"/>
          <a:ext cx="0" cy="0"/>
          <a:chOff x="0" y="0"/>
          <a:chExt cx="0" cy="0"/>
        </a:xfrm>
      </p:grpSpPr>
      <p:sp>
        <p:nvSpPr>
          <p:cNvPr id="570" name="Google Shape;570;p27"/>
          <p:cNvSpPr txBox="1">
            <a:spLocks noGrp="1"/>
          </p:cNvSpPr>
          <p:nvPr>
            <p:ph type="title"/>
          </p:nvPr>
        </p:nvSpPr>
        <p:spPr>
          <a:xfrm>
            <a:off x="6767600" y="2333200"/>
            <a:ext cx="4464400" cy="7860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2700"/>
              <a:buNone/>
              <a:defRPr sz="3600"/>
            </a:lvl2pPr>
            <a:lvl3pPr lvl="2" rtl="0">
              <a:spcBef>
                <a:spcPts val="0"/>
              </a:spcBef>
              <a:spcAft>
                <a:spcPts val="0"/>
              </a:spcAft>
              <a:buSzPts val="2700"/>
              <a:buNone/>
              <a:defRPr sz="3600"/>
            </a:lvl3pPr>
            <a:lvl4pPr lvl="3" rtl="0">
              <a:spcBef>
                <a:spcPts val="0"/>
              </a:spcBef>
              <a:spcAft>
                <a:spcPts val="0"/>
              </a:spcAft>
              <a:buSzPts val="2700"/>
              <a:buNone/>
              <a:defRPr sz="3600"/>
            </a:lvl4pPr>
            <a:lvl5pPr lvl="4" rtl="0">
              <a:spcBef>
                <a:spcPts val="0"/>
              </a:spcBef>
              <a:spcAft>
                <a:spcPts val="0"/>
              </a:spcAft>
              <a:buSzPts val="2700"/>
              <a:buNone/>
              <a:defRPr sz="3600"/>
            </a:lvl5pPr>
            <a:lvl6pPr lvl="5" rtl="0">
              <a:spcBef>
                <a:spcPts val="0"/>
              </a:spcBef>
              <a:spcAft>
                <a:spcPts val="0"/>
              </a:spcAft>
              <a:buSzPts val="2700"/>
              <a:buNone/>
              <a:defRPr sz="3600"/>
            </a:lvl6pPr>
            <a:lvl7pPr lvl="6" rtl="0">
              <a:spcBef>
                <a:spcPts val="0"/>
              </a:spcBef>
              <a:spcAft>
                <a:spcPts val="0"/>
              </a:spcAft>
              <a:buSzPts val="2700"/>
              <a:buNone/>
              <a:defRPr sz="3600"/>
            </a:lvl7pPr>
            <a:lvl8pPr lvl="7" rtl="0">
              <a:spcBef>
                <a:spcPts val="0"/>
              </a:spcBef>
              <a:spcAft>
                <a:spcPts val="0"/>
              </a:spcAft>
              <a:buSzPts val="2700"/>
              <a:buNone/>
              <a:defRPr sz="3600"/>
            </a:lvl8pPr>
            <a:lvl9pPr lvl="8" rtl="0">
              <a:spcBef>
                <a:spcPts val="0"/>
              </a:spcBef>
              <a:spcAft>
                <a:spcPts val="0"/>
              </a:spcAft>
              <a:buSzPts val="2700"/>
              <a:buNone/>
              <a:defRPr sz="3600"/>
            </a:lvl9pPr>
          </a:lstStyle>
          <a:p>
            <a:endParaRPr/>
          </a:p>
        </p:txBody>
      </p:sp>
      <p:sp>
        <p:nvSpPr>
          <p:cNvPr id="571" name="Google Shape;571;p27"/>
          <p:cNvSpPr txBox="1">
            <a:spLocks noGrp="1"/>
          </p:cNvSpPr>
          <p:nvPr>
            <p:ph type="subTitle" idx="1"/>
          </p:nvPr>
        </p:nvSpPr>
        <p:spPr>
          <a:xfrm>
            <a:off x="6767600" y="3119200"/>
            <a:ext cx="3945600" cy="140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572" name="Google Shape;572;p27"/>
          <p:cNvSpPr/>
          <p:nvPr/>
        </p:nvSpPr>
        <p:spPr>
          <a:xfrm rot="2539751">
            <a:off x="9571003" y="-4971672"/>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3" name="Google Shape;573;p27"/>
          <p:cNvSpPr/>
          <p:nvPr/>
        </p:nvSpPr>
        <p:spPr>
          <a:xfrm rot="9266724">
            <a:off x="9997952" y="1062788"/>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1362333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e column text 3">
  <p:cSld name="One column text 3">
    <p:bg>
      <p:bgPr>
        <a:solidFill>
          <a:schemeClr val="accent1"/>
        </a:solidFill>
        <a:effectLst/>
      </p:bgPr>
    </p:bg>
    <p:spTree>
      <p:nvGrpSpPr>
        <p:cNvPr id="1" name="Shape 574"/>
        <p:cNvGrpSpPr/>
        <p:nvPr/>
      </p:nvGrpSpPr>
      <p:grpSpPr>
        <a:xfrm>
          <a:off x="0" y="0"/>
          <a:ext cx="0" cy="0"/>
          <a:chOff x="0" y="0"/>
          <a:chExt cx="0" cy="0"/>
        </a:xfrm>
      </p:grpSpPr>
      <p:sp>
        <p:nvSpPr>
          <p:cNvPr id="575" name="Google Shape;575;p28"/>
          <p:cNvSpPr txBox="1">
            <a:spLocks noGrp="1"/>
          </p:cNvSpPr>
          <p:nvPr>
            <p:ph type="title"/>
          </p:nvPr>
        </p:nvSpPr>
        <p:spPr>
          <a:xfrm>
            <a:off x="6767600" y="2342251"/>
            <a:ext cx="4464400" cy="770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0F7ED"/>
              </a:buClr>
              <a:buSzPts val="2700"/>
              <a:buNone/>
              <a:defRPr sz="3600">
                <a:solidFill>
                  <a:schemeClr val="lt2"/>
                </a:solidFill>
              </a:defRPr>
            </a:lvl1pPr>
            <a:lvl2pPr lvl="1" rtl="0">
              <a:spcBef>
                <a:spcPts val="0"/>
              </a:spcBef>
              <a:spcAft>
                <a:spcPts val="0"/>
              </a:spcAft>
              <a:buClr>
                <a:srgbClr val="F0F7ED"/>
              </a:buClr>
              <a:buSzPts val="1400"/>
              <a:buNone/>
              <a:defRPr sz="1867">
                <a:solidFill>
                  <a:srgbClr val="F0F7ED"/>
                </a:solidFill>
              </a:defRPr>
            </a:lvl2pPr>
            <a:lvl3pPr lvl="2" rtl="0">
              <a:spcBef>
                <a:spcPts val="0"/>
              </a:spcBef>
              <a:spcAft>
                <a:spcPts val="0"/>
              </a:spcAft>
              <a:buClr>
                <a:srgbClr val="F0F7ED"/>
              </a:buClr>
              <a:buSzPts val="1400"/>
              <a:buNone/>
              <a:defRPr sz="1867">
                <a:solidFill>
                  <a:srgbClr val="F0F7ED"/>
                </a:solidFill>
              </a:defRPr>
            </a:lvl3pPr>
            <a:lvl4pPr lvl="3" rtl="0">
              <a:spcBef>
                <a:spcPts val="0"/>
              </a:spcBef>
              <a:spcAft>
                <a:spcPts val="0"/>
              </a:spcAft>
              <a:buClr>
                <a:srgbClr val="F0F7ED"/>
              </a:buClr>
              <a:buSzPts val="1400"/>
              <a:buNone/>
              <a:defRPr sz="1867">
                <a:solidFill>
                  <a:srgbClr val="F0F7ED"/>
                </a:solidFill>
              </a:defRPr>
            </a:lvl4pPr>
            <a:lvl5pPr lvl="4" rtl="0">
              <a:spcBef>
                <a:spcPts val="0"/>
              </a:spcBef>
              <a:spcAft>
                <a:spcPts val="0"/>
              </a:spcAft>
              <a:buClr>
                <a:srgbClr val="F0F7ED"/>
              </a:buClr>
              <a:buSzPts val="1400"/>
              <a:buNone/>
              <a:defRPr sz="1867">
                <a:solidFill>
                  <a:srgbClr val="F0F7ED"/>
                </a:solidFill>
              </a:defRPr>
            </a:lvl5pPr>
            <a:lvl6pPr lvl="5" rtl="0">
              <a:spcBef>
                <a:spcPts val="0"/>
              </a:spcBef>
              <a:spcAft>
                <a:spcPts val="0"/>
              </a:spcAft>
              <a:buClr>
                <a:srgbClr val="F0F7ED"/>
              </a:buClr>
              <a:buSzPts val="1400"/>
              <a:buNone/>
              <a:defRPr sz="1867">
                <a:solidFill>
                  <a:srgbClr val="F0F7ED"/>
                </a:solidFill>
              </a:defRPr>
            </a:lvl6pPr>
            <a:lvl7pPr lvl="6" rtl="0">
              <a:spcBef>
                <a:spcPts val="0"/>
              </a:spcBef>
              <a:spcAft>
                <a:spcPts val="0"/>
              </a:spcAft>
              <a:buClr>
                <a:srgbClr val="F0F7ED"/>
              </a:buClr>
              <a:buSzPts val="1400"/>
              <a:buNone/>
              <a:defRPr sz="1867">
                <a:solidFill>
                  <a:srgbClr val="F0F7ED"/>
                </a:solidFill>
              </a:defRPr>
            </a:lvl7pPr>
            <a:lvl8pPr lvl="7" rtl="0">
              <a:spcBef>
                <a:spcPts val="0"/>
              </a:spcBef>
              <a:spcAft>
                <a:spcPts val="0"/>
              </a:spcAft>
              <a:buClr>
                <a:srgbClr val="F0F7ED"/>
              </a:buClr>
              <a:buSzPts val="1400"/>
              <a:buNone/>
              <a:defRPr sz="1867">
                <a:solidFill>
                  <a:srgbClr val="F0F7ED"/>
                </a:solidFill>
              </a:defRPr>
            </a:lvl8pPr>
            <a:lvl9pPr lvl="8" rtl="0">
              <a:spcBef>
                <a:spcPts val="0"/>
              </a:spcBef>
              <a:spcAft>
                <a:spcPts val="0"/>
              </a:spcAft>
              <a:buClr>
                <a:srgbClr val="F0F7ED"/>
              </a:buClr>
              <a:buSzPts val="1400"/>
              <a:buNone/>
              <a:defRPr sz="1867">
                <a:solidFill>
                  <a:srgbClr val="F0F7ED"/>
                </a:solidFill>
              </a:defRPr>
            </a:lvl9pPr>
          </a:lstStyle>
          <a:p>
            <a:endParaRPr/>
          </a:p>
        </p:txBody>
      </p:sp>
      <p:sp>
        <p:nvSpPr>
          <p:cNvPr id="576" name="Google Shape;576;p28"/>
          <p:cNvSpPr txBox="1">
            <a:spLocks noGrp="1"/>
          </p:cNvSpPr>
          <p:nvPr>
            <p:ph type="subTitle" idx="1"/>
          </p:nvPr>
        </p:nvSpPr>
        <p:spPr>
          <a:xfrm>
            <a:off x="6767600" y="3138151"/>
            <a:ext cx="3919200" cy="137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577" name="Google Shape;577;p28"/>
          <p:cNvSpPr/>
          <p:nvPr/>
        </p:nvSpPr>
        <p:spPr>
          <a:xfrm rot="8260249" flipH="1">
            <a:off x="9561269" y="5252095"/>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8" name="Google Shape;578;p28"/>
          <p:cNvSpPr/>
          <p:nvPr/>
        </p:nvSpPr>
        <p:spPr>
          <a:xfrm rot="1533276" flipH="1">
            <a:off x="9988219" y="5268024"/>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657716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 Thanks slide">
  <p:cSld name=" Thanks slide">
    <p:bg>
      <p:bgPr>
        <a:solidFill>
          <a:schemeClr val="accent1"/>
        </a:solidFill>
        <a:effectLst/>
      </p:bgPr>
    </p:bg>
    <p:spTree>
      <p:nvGrpSpPr>
        <p:cNvPr id="1" name="Shape 579"/>
        <p:cNvGrpSpPr/>
        <p:nvPr/>
      </p:nvGrpSpPr>
      <p:grpSpPr>
        <a:xfrm>
          <a:off x="0" y="0"/>
          <a:ext cx="0" cy="0"/>
          <a:chOff x="0" y="0"/>
          <a:chExt cx="0" cy="0"/>
        </a:xfrm>
      </p:grpSpPr>
      <p:sp>
        <p:nvSpPr>
          <p:cNvPr id="580" name="Google Shape;580;p29"/>
          <p:cNvSpPr/>
          <p:nvPr/>
        </p:nvSpPr>
        <p:spPr>
          <a:xfrm>
            <a:off x="-1248833" y="1145933"/>
            <a:ext cx="4202400" cy="4202400"/>
          </a:xfrm>
          <a:prstGeom prst="donut">
            <a:avLst>
              <a:gd name="adj" fmla="val 17842"/>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1" name="Google Shape;581;p29"/>
          <p:cNvSpPr/>
          <p:nvPr/>
        </p:nvSpPr>
        <p:spPr>
          <a:xfrm>
            <a:off x="391851" y="4241067"/>
            <a:ext cx="632000" cy="632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7210"/>
              </a:solidFill>
            </a:endParaRPr>
          </a:p>
        </p:txBody>
      </p:sp>
      <p:grpSp>
        <p:nvGrpSpPr>
          <p:cNvPr id="582" name="Google Shape;582;p29"/>
          <p:cNvGrpSpPr/>
          <p:nvPr/>
        </p:nvGrpSpPr>
        <p:grpSpPr>
          <a:xfrm>
            <a:off x="1711043" y="1051605"/>
            <a:ext cx="1041565" cy="1041816"/>
            <a:chOff x="1347125" y="349025"/>
            <a:chExt cx="4978800" cy="4980000"/>
          </a:xfrm>
        </p:grpSpPr>
        <p:sp>
          <p:nvSpPr>
            <p:cNvPr id="583" name="Google Shape;583;p29"/>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4" name="Google Shape;584;p29"/>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5" name="Google Shape;585;p29"/>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6" name="Google Shape;586;p29"/>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29"/>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29"/>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29"/>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29"/>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29"/>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29"/>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29"/>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4" name="Google Shape;594;p29"/>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5" name="Google Shape;595;p29"/>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29"/>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29"/>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29"/>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29"/>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29"/>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29"/>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29"/>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29"/>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29"/>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05" name="Google Shape;605;p29"/>
          <p:cNvSpPr txBox="1">
            <a:spLocks noGrp="1"/>
          </p:cNvSpPr>
          <p:nvPr>
            <p:ph type="title"/>
          </p:nvPr>
        </p:nvSpPr>
        <p:spPr>
          <a:xfrm>
            <a:off x="2978833" y="2867800"/>
            <a:ext cx="7572400" cy="1122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0F7ED"/>
              </a:buClr>
              <a:buSzPts val="4000"/>
              <a:buNone/>
              <a:defRPr sz="6667">
                <a:solidFill>
                  <a:srgbClr val="F0F7ED"/>
                </a:solidFill>
              </a:defRPr>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sp>
        <p:nvSpPr>
          <p:cNvPr id="606" name="Google Shape;606;p29"/>
          <p:cNvSpPr txBox="1">
            <a:spLocks noGrp="1"/>
          </p:cNvSpPr>
          <p:nvPr>
            <p:ph type="subTitle" idx="1"/>
          </p:nvPr>
        </p:nvSpPr>
        <p:spPr>
          <a:xfrm>
            <a:off x="6170167" y="5760167"/>
            <a:ext cx="5047200" cy="3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2"/>
              </a:buClr>
              <a:buSzPts val="1200"/>
              <a:buNone/>
              <a:defRPr>
                <a:solidFill>
                  <a:schemeClr val="lt1"/>
                </a:solidFill>
              </a:defRPr>
            </a:lvl1pPr>
            <a:lvl2pPr lvl="1" algn="r" rtl="0">
              <a:lnSpc>
                <a:spcPct val="100000"/>
              </a:lnSpc>
              <a:spcBef>
                <a:spcPts val="0"/>
              </a:spcBef>
              <a:spcAft>
                <a:spcPts val="0"/>
              </a:spcAft>
              <a:buClr>
                <a:schemeClr val="lt2"/>
              </a:buClr>
              <a:buSzPts val="1200"/>
              <a:buNone/>
              <a:defRPr>
                <a:solidFill>
                  <a:schemeClr val="lt2"/>
                </a:solidFill>
              </a:defRPr>
            </a:lvl2pPr>
            <a:lvl3pPr lvl="2" algn="r" rtl="0">
              <a:lnSpc>
                <a:spcPct val="100000"/>
              </a:lnSpc>
              <a:spcBef>
                <a:spcPts val="0"/>
              </a:spcBef>
              <a:spcAft>
                <a:spcPts val="0"/>
              </a:spcAft>
              <a:buClr>
                <a:schemeClr val="lt2"/>
              </a:buClr>
              <a:buSzPts val="1200"/>
              <a:buNone/>
              <a:defRPr>
                <a:solidFill>
                  <a:schemeClr val="lt2"/>
                </a:solidFill>
              </a:defRPr>
            </a:lvl3pPr>
            <a:lvl4pPr lvl="3" algn="r" rtl="0">
              <a:lnSpc>
                <a:spcPct val="100000"/>
              </a:lnSpc>
              <a:spcBef>
                <a:spcPts val="0"/>
              </a:spcBef>
              <a:spcAft>
                <a:spcPts val="0"/>
              </a:spcAft>
              <a:buClr>
                <a:schemeClr val="lt2"/>
              </a:buClr>
              <a:buSzPts val="1200"/>
              <a:buNone/>
              <a:defRPr>
                <a:solidFill>
                  <a:schemeClr val="lt2"/>
                </a:solidFill>
              </a:defRPr>
            </a:lvl4pPr>
            <a:lvl5pPr lvl="4" algn="r" rtl="0">
              <a:lnSpc>
                <a:spcPct val="100000"/>
              </a:lnSpc>
              <a:spcBef>
                <a:spcPts val="0"/>
              </a:spcBef>
              <a:spcAft>
                <a:spcPts val="0"/>
              </a:spcAft>
              <a:buClr>
                <a:schemeClr val="lt2"/>
              </a:buClr>
              <a:buSzPts val="1200"/>
              <a:buNone/>
              <a:defRPr>
                <a:solidFill>
                  <a:schemeClr val="lt2"/>
                </a:solidFill>
              </a:defRPr>
            </a:lvl5pPr>
            <a:lvl6pPr lvl="5" algn="r" rtl="0">
              <a:lnSpc>
                <a:spcPct val="100000"/>
              </a:lnSpc>
              <a:spcBef>
                <a:spcPts val="0"/>
              </a:spcBef>
              <a:spcAft>
                <a:spcPts val="0"/>
              </a:spcAft>
              <a:buClr>
                <a:schemeClr val="lt2"/>
              </a:buClr>
              <a:buSzPts val="1200"/>
              <a:buNone/>
              <a:defRPr>
                <a:solidFill>
                  <a:schemeClr val="lt2"/>
                </a:solidFill>
              </a:defRPr>
            </a:lvl6pPr>
            <a:lvl7pPr lvl="6" algn="r" rtl="0">
              <a:lnSpc>
                <a:spcPct val="100000"/>
              </a:lnSpc>
              <a:spcBef>
                <a:spcPts val="0"/>
              </a:spcBef>
              <a:spcAft>
                <a:spcPts val="0"/>
              </a:spcAft>
              <a:buClr>
                <a:schemeClr val="lt2"/>
              </a:buClr>
              <a:buSzPts val="1200"/>
              <a:buNone/>
              <a:defRPr>
                <a:solidFill>
                  <a:schemeClr val="lt2"/>
                </a:solidFill>
              </a:defRPr>
            </a:lvl7pPr>
            <a:lvl8pPr lvl="7" algn="r" rtl="0">
              <a:lnSpc>
                <a:spcPct val="100000"/>
              </a:lnSpc>
              <a:spcBef>
                <a:spcPts val="0"/>
              </a:spcBef>
              <a:spcAft>
                <a:spcPts val="0"/>
              </a:spcAft>
              <a:buClr>
                <a:schemeClr val="lt2"/>
              </a:buClr>
              <a:buSzPts val="1200"/>
              <a:buNone/>
              <a:defRPr>
                <a:solidFill>
                  <a:schemeClr val="lt2"/>
                </a:solidFill>
              </a:defRPr>
            </a:lvl8pPr>
            <a:lvl9pPr lvl="8" algn="r" rtl="0">
              <a:lnSpc>
                <a:spcPct val="100000"/>
              </a:lnSpc>
              <a:spcBef>
                <a:spcPts val="0"/>
              </a:spcBef>
              <a:spcAft>
                <a:spcPts val="0"/>
              </a:spcAft>
              <a:buClr>
                <a:schemeClr val="lt2"/>
              </a:buClr>
              <a:buSzPts val="1200"/>
              <a:buNone/>
              <a:defRPr>
                <a:solidFill>
                  <a:schemeClr val="lt2"/>
                </a:solidFill>
              </a:defRPr>
            </a:lvl9pPr>
          </a:lstStyle>
          <a:p>
            <a:endParaRPr/>
          </a:p>
        </p:txBody>
      </p:sp>
      <p:sp>
        <p:nvSpPr>
          <p:cNvPr id="607" name="Google Shape;607;p29"/>
          <p:cNvSpPr txBox="1"/>
          <p:nvPr/>
        </p:nvSpPr>
        <p:spPr>
          <a:xfrm>
            <a:off x="6772167" y="4551567"/>
            <a:ext cx="4460000" cy="614400"/>
          </a:xfrm>
          <a:prstGeom prst="rect">
            <a:avLst/>
          </a:prstGeom>
          <a:noFill/>
          <a:ln>
            <a:noFill/>
          </a:ln>
        </p:spPr>
        <p:txBody>
          <a:bodyPr spcFirstLastPara="1" wrap="square" lIns="121900" tIns="121900" rIns="121900" bIns="121900" anchor="t" anchorCtr="0">
            <a:noAutofit/>
          </a:bodyPr>
          <a:lstStyle/>
          <a:p>
            <a:pPr marL="0" lvl="0" indent="0" algn="r" rtl="0">
              <a:spcBef>
                <a:spcPts val="400"/>
              </a:spcBef>
              <a:spcAft>
                <a:spcPts val="0"/>
              </a:spcAft>
              <a:buNone/>
            </a:pPr>
            <a:r>
              <a:rPr lang="en" sz="1600">
                <a:solidFill>
                  <a:schemeClr val="lt2"/>
                </a:solidFill>
                <a:latin typeface="Barlow"/>
                <a:ea typeface="Barlow"/>
                <a:cs typeface="Barlow"/>
                <a:sym typeface="Barlow"/>
              </a:rPr>
              <a:t>CREDITS: This presentation template was created by </a:t>
            </a:r>
            <a:r>
              <a:rPr lang="en" sz="1600" b="1">
                <a:solidFill>
                  <a:schemeClr val="lt2"/>
                </a:solidFill>
                <a:uFill>
                  <a:noFill/>
                </a:u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600">
                <a:solidFill>
                  <a:schemeClr val="lt2"/>
                </a:solidFill>
                <a:latin typeface="Barlow"/>
                <a:ea typeface="Barlow"/>
                <a:cs typeface="Barlow"/>
                <a:sym typeface="Barlow"/>
              </a:rPr>
              <a:t>, including icons by </a:t>
            </a:r>
            <a:r>
              <a:rPr lang="en" sz="1600" b="1">
                <a:solidFill>
                  <a:schemeClr val="lt2"/>
                </a:solidFill>
                <a:uFill>
                  <a:noFill/>
                </a:uFill>
                <a:latin typeface="Barlow"/>
                <a:ea typeface="Barlow"/>
                <a:cs typeface="Barlow"/>
                <a:sym typeface="Barlow"/>
                <a:hlinkClick r:id="rId3">
                  <a:extLst>
                    <a:ext uri="{A12FA001-AC4F-418D-AE19-62706E023703}">
                      <ahyp:hlinkClr xmlns:ahyp="http://schemas.microsoft.com/office/drawing/2018/hyperlinkcolor" val="tx"/>
                    </a:ext>
                  </a:extLst>
                </a:hlinkClick>
              </a:rPr>
              <a:t>Flaticon</a:t>
            </a:r>
            <a:r>
              <a:rPr lang="en" sz="1600">
                <a:solidFill>
                  <a:schemeClr val="lt2"/>
                </a:solidFill>
                <a:latin typeface="Barlow"/>
                <a:ea typeface="Barlow"/>
                <a:cs typeface="Barlow"/>
                <a:sym typeface="Barlow"/>
              </a:rPr>
              <a:t>, and infographics &amp; images by </a:t>
            </a:r>
            <a:r>
              <a:rPr lang="en" sz="1600" b="1">
                <a:solidFill>
                  <a:schemeClr val="lt2"/>
                </a:solidFill>
                <a:uFill>
                  <a:noFill/>
                </a:uFill>
                <a:latin typeface="Barlow"/>
                <a:ea typeface="Barlow"/>
                <a:cs typeface="Barlow"/>
                <a:sym typeface="Barlow"/>
                <a:hlinkClick r:id="rId4">
                  <a:extLst>
                    <a:ext uri="{A12FA001-AC4F-418D-AE19-62706E023703}">
                      <ahyp:hlinkClr xmlns:ahyp="http://schemas.microsoft.com/office/drawing/2018/hyperlinkcolor" val="tx"/>
                    </a:ext>
                  </a:extLst>
                </a:hlinkClick>
              </a:rPr>
              <a:t>Freepik</a:t>
            </a:r>
            <a:r>
              <a:rPr lang="en" sz="1600">
                <a:solidFill>
                  <a:schemeClr val="lt2"/>
                </a:solidFill>
                <a:latin typeface="Barlow"/>
                <a:ea typeface="Barlow"/>
                <a:cs typeface="Barlow"/>
                <a:sym typeface="Barlow"/>
              </a:rPr>
              <a:t>. </a:t>
            </a:r>
            <a:endParaRPr sz="1600">
              <a:solidFill>
                <a:schemeClr val="lt2"/>
              </a:solidFill>
              <a:latin typeface="Barlow"/>
              <a:ea typeface="Barlow"/>
              <a:cs typeface="Barlow"/>
              <a:sym typeface="Barlow"/>
            </a:endParaRPr>
          </a:p>
        </p:txBody>
      </p:sp>
    </p:spTree>
    <p:extLst>
      <p:ext uri="{BB962C8B-B14F-4D97-AF65-F5344CB8AC3E}">
        <p14:creationId xmlns:p14="http://schemas.microsoft.com/office/powerpoint/2010/main" val="18798003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accent1"/>
        </a:solidFill>
        <a:effectLst/>
      </p:bgPr>
    </p:bg>
    <p:spTree>
      <p:nvGrpSpPr>
        <p:cNvPr id="1" name="Shape 608"/>
        <p:cNvGrpSpPr/>
        <p:nvPr/>
      </p:nvGrpSpPr>
      <p:grpSpPr>
        <a:xfrm>
          <a:off x="0" y="0"/>
          <a:ext cx="0" cy="0"/>
          <a:chOff x="0" y="0"/>
          <a:chExt cx="0" cy="0"/>
        </a:xfrm>
      </p:grpSpPr>
      <p:sp>
        <p:nvSpPr>
          <p:cNvPr id="609" name="Google Shape;609;p30"/>
          <p:cNvSpPr/>
          <p:nvPr/>
        </p:nvSpPr>
        <p:spPr>
          <a:xfrm>
            <a:off x="-1922624" y="843471"/>
            <a:ext cx="5018800" cy="5018800"/>
          </a:xfrm>
          <a:prstGeom prst="donut">
            <a:avLst>
              <a:gd name="adj" fmla="val 17842"/>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grpSp>
        <p:nvGrpSpPr>
          <p:cNvPr id="610" name="Google Shape;610;p30"/>
          <p:cNvGrpSpPr/>
          <p:nvPr/>
        </p:nvGrpSpPr>
        <p:grpSpPr>
          <a:xfrm>
            <a:off x="1781158" y="914925"/>
            <a:ext cx="867639" cy="867848"/>
            <a:chOff x="1347125" y="349025"/>
            <a:chExt cx="4978800" cy="4980000"/>
          </a:xfrm>
        </p:grpSpPr>
        <p:sp>
          <p:nvSpPr>
            <p:cNvPr id="611" name="Google Shape;611;p3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3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3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3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3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3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3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3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3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0" name="Google Shape;620;p3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1" name="Google Shape;621;p3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2" name="Google Shape;622;p3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3" name="Google Shape;623;p3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4" name="Google Shape;624;p3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5" name="Google Shape;625;p3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6" name="Google Shape;626;p3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7" name="Google Shape;627;p3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8" name="Google Shape;628;p3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9" name="Google Shape;629;p3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0" name="Google Shape;630;p3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1" name="Google Shape;631;p3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2" name="Google Shape;632;p3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33" name="Google Shape;633;p30"/>
          <p:cNvSpPr/>
          <p:nvPr/>
        </p:nvSpPr>
        <p:spPr>
          <a:xfrm>
            <a:off x="328196" y="4577867"/>
            <a:ext cx="668000" cy="66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34" name="Google Shape;634;p30"/>
          <p:cNvSpPr txBox="1">
            <a:spLocks noGrp="1"/>
          </p:cNvSpPr>
          <p:nvPr>
            <p:ph type="title"/>
          </p:nvPr>
        </p:nvSpPr>
        <p:spPr>
          <a:xfrm>
            <a:off x="3223633" y="2612651"/>
            <a:ext cx="7572400" cy="13804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35" name="Google Shape;635;p30"/>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36" name="Google Shape;636;p30"/>
          <p:cNvSpPr/>
          <p:nvPr/>
        </p:nvSpPr>
        <p:spPr>
          <a:xfrm>
            <a:off x="803331" y="4931700"/>
            <a:ext cx="314000" cy="3140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37" name="Google Shape;637;p30"/>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Tree>
    <p:extLst>
      <p:ext uri="{BB962C8B-B14F-4D97-AF65-F5344CB8AC3E}">
        <p14:creationId xmlns:p14="http://schemas.microsoft.com/office/powerpoint/2010/main" val="2192043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638"/>
        <p:cNvGrpSpPr/>
        <p:nvPr/>
      </p:nvGrpSpPr>
      <p:grpSpPr>
        <a:xfrm>
          <a:off x="0" y="0"/>
          <a:ext cx="0" cy="0"/>
          <a:chOff x="0" y="0"/>
          <a:chExt cx="0" cy="0"/>
        </a:xfrm>
      </p:grpSpPr>
      <p:sp>
        <p:nvSpPr>
          <p:cNvPr id="639" name="Google Shape;639;p31"/>
          <p:cNvSpPr/>
          <p:nvPr/>
        </p:nvSpPr>
        <p:spPr>
          <a:xfrm>
            <a:off x="-1922624" y="843471"/>
            <a:ext cx="5018800" cy="5018800"/>
          </a:xfrm>
          <a:prstGeom prst="donut">
            <a:avLst>
              <a:gd name="adj" fmla="val 17842"/>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grpSp>
        <p:nvGrpSpPr>
          <p:cNvPr id="640" name="Google Shape;640;p31"/>
          <p:cNvGrpSpPr/>
          <p:nvPr/>
        </p:nvGrpSpPr>
        <p:grpSpPr>
          <a:xfrm>
            <a:off x="1202238" y="512303"/>
            <a:ext cx="1569317" cy="1569696"/>
            <a:chOff x="1347125" y="349025"/>
            <a:chExt cx="4978800" cy="4980000"/>
          </a:xfrm>
        </p:grpSpPr>
        <p:sp>
          <p:nvSpPr>
            <p:cNvPr id="641" name="Google Shape;641;p3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3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3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3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3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3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3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3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3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3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3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3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3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3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3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3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3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8" name="Google Shape;658;p3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9" name="Google Shape;659;p3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0" name="Google Shape;660;p3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1" name="Google Shape;661;p3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3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63" name="Google Shape;663;p31"/>
          <p:cNvSpPr/>
          <p:nvPr/>
        </p:nvSpPr>
        <p:spPr>
          <a:xfrm>
            <a:off x="1202229" y="5331467"/>
            <a:ext cx="668000" cy="66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4" name="Google Shape;664;p31"/>
          <p:cNvSpPr txBox="1">
            <a:spLocks noGrp="1"/>
          </p:cNvSpPr>
          <p:nvPr>
            <p:ph type="title"/>
          </p:nvPr>
        </p:nvSpPr>
        <p:spPr>
          <a:xfrm>
            <a:off x="3223633" y="2691584"/>
            <a:ext cx="7572400" cy="130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343434"/>
              </a:buClr>
              <a:buSzPts val="4000"/>
              <a:buNone/>
              <a:defRPr sz="5333">
                <a:solidFill>
                  <a:schemeClr val="accent5"/>
                </a:solidFill>
              </a:defRPr>
            </a:lvl1pPr>
            <a:lvl2pPr lvl="1" rtl="0">
              <a:spcBef>
                <a:spcPts val="0"/>
              </a:spcBef>
              <a:spcAft>
                <a:spcPts val="0"/>
              </a:spcAft>
              <a:buClr>
                <a:srgbClr val="343434"/>
              </a:buClr>
              <a:buSzPts val="3600"/>
              <a:buNone/>
              <a:defRPr sz="4800">
                <a:solidFill>
                  <a:srgbClr val="343434"/>
                </a:solidFill>
              </a:defRPr>
            </a:lvl2pPr>
            <a:lvl3pPr lvl="2" rtl="0">
              <a:spcBef>
                <a:spcPts val="0"/>
              </a:spcBef>
              <a:spcAft>
                <a:spcPts val="0"/>
              </a:spcAft>
              <a:buClr>
                <a:srgbClr val="343434"/>
              </a:buClr>
              <a:buSzPts val="3600"/>
              <a:buNone/>
              <a:defRPr sz="4800">
                <a:solidFill>
                  <a:srgbClr val="343434"/>
                </a:solidFill>
              </a:defRPr>
            </a:lvl3pPr>
            <a:lvl4pPr lvl="3" rtl="0">
              <a:spcBef>
                <a:spcPts val="0"/>
              </a:spcBef>
              <a:spcAft>
                <a:spcPts val="0"/>
              </a:spcAft>
              <a:buClr>
                <a:srgbClr val="343434"/>
              </a:buClr>
              <a:buSzPts val="3600"/>
              <a:buNone/>
              <a:defRPr sz="4800">
                <a:solidFill>
                  <a:srgbClr val="343434"/>
                </a:solidFill>
              </a:defRPr>
            </a:lvl4pPr>
            <a:lvl5pPr lvl="4" rtl="0">
              <a:spcBef>
                <a:spcPts val="0"/>
              </a:spcBef>
              <a:spcAft>
                <a:spcPts val="0"/>
              </a:spcAft>
              <a:buClr>
                <a:srgbClr val="343434"/>
              </a:buClr>
              <a:buSzPts val="3600"/>
              <a:buNone/>
              <a:defRPr sz="4800">
                <a:solidFill>
                  <a:srgbClr val="343434"/>
                </a:solidFill>
              </a:defRPr>
            </a:lvl5pPr>
            <a:lvl6pPr lvl="5" rtl="0">
              <a:spcBef>
                <a:spcPts val="0"/>
              </a:spcBef>
              <a:spcAft>
                <a:spcPts val="0"/>
              </a:spcAft>
              <a:buClr>
                <a:srgbClr val="343434"/>
              </a:buClr>
              <a:buSzPts val="3600"/>
              <a:buNone/>
              <a:defRPr sz="4800">
                <a:solidFill>
                  <a:srgbClr val="343434"/>
                </a:solidFill>
              </a:defRPr>
            </a:lvl6pPr>
            <a:lvl7pPr lvl="6" rtl="0">
              <a:spcBef>
                <a:spcPts val="0"/>
              </a:spcBef>
              <a:spcAft>
                <a:spcPts val="0"/>
              </a:spcAft>
              <a:buClr>
                <a:srgbClr val="343434"/>
              </a:buClr>
              <a:buSzPts val="3600"/>
              <a:buNone/>
              <a:defRPr sz="4800">
                <a:solidFill>
                  <a:srgbClr val="343434"/>
                </a:solidFill>
              </a:defRPr>
            </a:lvl7pPr>
            <a:lvl8pPr lvl="7" rtl="0">
              <a:spcBef>
                <a:spcPts val="0"/>
              </a:spcBef>
              <a:spcAft>
                <a:spcPts val="0"/>
              </a:spcAft>
              <a:buClr>
                <a:srgbClr val="343434"/>
              </a:buClr>
              <a:buSzPts val="3600"/>
              <a:buNone/>
              <a:defRPr sz="4800">
                <a:solidFill>
                  <a:srgbClr val="343434"/>
                </a:solidFill>
              </a:defRPr>
            </a:lvl8pPr>
            <a:lvl9pPr lvl="8" rtl="0">
              <a:spcBef>
                <a:spcPts val="0"/>
              </a:spcBef>
              <a:spcAft>
                <a:spcPts val="0"/>
              </a:spcAft>
              <a:buClr>
                <a:srgbClr val="343434"/>
              </a:buClr>
              <a:buSzPts val="3600"/>
              <a:buNone/>
              <a:defRPr sz="4800">
                <a:solidFill>
                  <a:srgbClr val="343434"/>
                </a:solidFill>
              </a:defRPr>
            </a:lvl9pPr>
          </a:lstStyle>
          <a:p>
            <a:endParaRPr/>
          </a:p>
        </p:txBody>
      </p:sp>
      <p:sp>
        <p:nvSpPr>
          <p:cNvPr id="665" name="Google Shape;665;p31"/>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666" name="Google Shape;666;p31"/>
          <p:cNvSpPr/>
          <p:nvPr/>
        </p:nvSpPr>
        <p:spPr>
          <a:xfrm rot="-6727045">
            <a:off x="7088455" y="50981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7" name="Google Shape;667;p31"/>
          <p:cNvSpPr/>
          <p:nvPr/>
        </p:nvSpPr>
        <p:spPr>
          <a:xfrm>
            <a:off x="10546164" y="5389233"/>
            <a:ext cx="314000" cy="3140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8" name="Google Shape;668;p31"/>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Tree>
    <p:extLst>
      <p:ext uri="{BB962C8B-B14F-4D97-AF65-F5344CB8AC3E}">
        <p14:creationId xmlns:p14="http://schemas.microsoft.com/office/powerpoint/2010/main" val="31015043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accent1"/>
        </a:solidFill>
        <a:effectLst/>
      </p:bgPr>
    </p:bg>
    <p:spTree>
      <p:nvGrpSpPr>
        <p:cNvPr id="1" name="Shape 669"/>
        <p:cNvGrpSpPr/>
        <p:nvPr/>
      </p:nvGrpSpPr>
      <p:grpSpPr>
        <a:xfrm>
          <a:off x="0" y="0"/>
          <a:ext cx="0" cy="0"/>
          <a:chOff x="0" y="0"/>
          <a:chExt cx="0" cy="0"/>
        </a:xfrm>
      </p:grpSpPr>
      <p:sp>
        <p:nvSpPr>
          <p:cNvPr id="670" name="Google Shape;670;p32"/>
          <p:cNvSpPr/>
          <p:nvPr/>
        </p:nvSpPr>
        <p:spPr>
          <a:xfrm>
            <a:off x="-1922624" y="843471"/>
            <a:ext cx="5018800" cy="50188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sp>
        <p:nvSpPr>
          <p:cNvPr id="671" name="Google Shape;671;p32"/>
          <p:cNvSpPr/>
          <p:nvPr/>
        </p:nvSpPr>
        <p:spPr>
          <a:xfrm>
            <a:off x="1538636" y="782391"/>
            <a:ext cx="592400" cy="592400"/>
          </a:xfrm>
          <a:prstGeom prst="ellips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2" name="Google Shape;672;p32"/>
          <p:cNvSpPr txBox="1">
            <a:spLocks noGrp="1"/>
          </p:cNvSpPr>
          <p:nvPr>
            <p:ph type="title"/>
          </p:nvPr>
        </p:nvSpPr>
        <p:spPr>
          <a:xfrm>
            <a:off x="3223633" y="2671851"/>
            <a:ext cx="7572400" cy="13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73" name="Google Shape;673;p32"/>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74" name="Google Shape;674;p32"/>
          <p:cNvSpPr/>
          <p:nvPr/>
        </p:nvSpPr>
        <p:spPr>
          <a:xfrm>
            <a:off x="290567" y="3875033"/>
            <a:ext cx="592400" cy="5924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5" name="Google Shape;675;p32"/>
          <p:cNvSpPr/>
          <p:nvPr/>
        </p:nvSpPr>
        <p:spPr>
          <a:xfrm>
            <a:off x="9771599" y="5997633"/>
            <a:ext cx="1546000" cy="1546000"/>
          </a:xfrm>
          <a:prstGeom prst="donut">
            <a:avLst>
              <a:gd name="adj" fmla="val 17842"/>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76" name="Google Shape;676;p32"/>
          <p:cNvGrpSpPr/>
          <p:nvPr/>
        </p:nvGrpSpPr>
        <p:grpSpPr>
          <a:xfrm>
            <a:off x="10790105" y="5415841"/>
            <a:ext cx="1647651" cy="1648048"/>
            <a:chOff x="1347125" y="349025"/>
            <a:chExt cx="4978800" cy="4980000"/>
          </a:xfrm>
        </p:grpSpPr>
        <p:sp>
          <p:nvSpPr>
            <p:cNvPr id="677" name="Google Shape;677;p3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3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3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3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3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3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3" name="Google Shape;683;p3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4" name="Google Shape;684;p3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5" name="Google Shape;685;p3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6" name="Google Shape;686;p3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3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3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3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3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3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3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3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3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3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3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3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3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99" name="Google Shape;699;p32"/>
          <p:cNvSpPr/>
          <p:nvPr/>
        </p:nvSpPr>
        <p:spPr>
          <a:xfrm>
            <a:off x="11404735" y="284473"/>
            <a:ext cx="321200" cy="321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0" name="Google Shape;700;p32"/>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
        <p:nvSpPr>
          <p:cNvPr id="701" name="Google Shape;701;p32"/>
          <p:cNvSpPr/>
          <p:nvPr/>
        </p:nvSpPr>
        <p:spPr>
          <a:xfrm>
            <a:off x="-723968" y="3993067"/>
            <a:ext cx="1546000" cy="1546000"/>
          </a:xfrm>
          <a:prstGeom prst="donut">
            <a:avLst>
              <a:gd name="adj" fmla="val 17842"/>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7764665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Only title 4">
  <p:cSld name="Only title 4">
    <p:bg>
      <p:bgPr>
        <a:solidFill>
          <a:schemeClr val="accent1"/>
        </a:solidFill>
        <a:effectLst/>
      </p:bgPr>
    </p:bg>
    <p:spTree>
      <p:nvGrpSpPr>
        <p:cNvPr id="1" name="Shape 702"/>
        <p:cNvGrpSpPr/>
        <p:nvPr/>
      </p:nvGrpSpPr>
      <p:grpSpPr>
        <a:xfrm>
          <a:off x="0" y="0"/>
          <a:ext cx="0" cy="0"/>
          <a:chOff x="0" y="0"/>
          <a:chExt cx="0" cy="0"/>
        </a:xfrm>
      </p:grpSpPr>
      <p:grpSp>
        <p:nvGrpSpPr>
          <p:cNvPr id="703" name="Google Shape;703;p33"/>
          <p:cNvGrpSpPr/>
          <p:nvPr/>
        </p:nvGrpSpPr>
        <p:grpSpPr>
          <a:xfrm>
            <a:off x="10626389" y="5072912"/>
            <a:ext cx="2290248" cy="2290800"/>
            <a:chOff x="1347125" y="349025"/>
            <a:chExt cx="4978800" cy="4980000"/>
          </a:xfrm>
        </p:grpSpPr>
        <p:sp>
          <p:nvSpPr>
            <p:cNvPr id="704" name="Google Shape;704;p3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3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3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3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3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3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3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3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3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3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3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3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3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3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3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3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3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3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3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3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3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3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26" name="Google Shape;726;p33"/>
          <p:cNvGrpSpPr/>
          <p:nvPr/>
        </p:nvGrpSpPr>
        <p:grpSpPr>
          <a:xfrm>
            <a:off x="-53681" y="-358003"/>
            <a:ext cx="1013684" cy="1013928"/>
            <a:chOff x="1347125" y="349025"/>
            <a:chExt cx="4978800" cy="4980000"/>
          </a:xfrm>
        </p:grpSpPr>
        <p:sp>
          <p:nvSpPr>
            <p:cNvPr id="727" name="Google Shape;727;p3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3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3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3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3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3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3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4" name="Google Shape;734;p3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3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3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7" name="Google Shape;737;p3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8" name="Google Shape;738;p3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9" name="Google Shape;739;p3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0" name="Google Shape;740;p3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1" name="Google Shape;741;p3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2" name="Google Shape;742;p3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3" name="Google Shape;743;p3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4" name="Google Shape;744;p3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5" name="Google Shape;745;p3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6" name="Google Shape;746;p3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7" name="Google Shape;747;p3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8" name="Google Shape;748;p3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49" name="Google Shape;749;p33"/>
          <p:cNvSpPr/>
          <p:nvPr/>
        </p:nvSpPr>
        <p:spPr>
          <a:xfrm>
            <a:off x="11522700" y="4872867"/>
            <a:ext cx="344400" cy="3444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0" name="Google Shape;750;p33"/>
          <p:cNvSpPr/>
          <p:nvPr/>
        </p:nvSpPr>
        <p:spPr>
          <a:xfrm>
            <a:off x="187467" y="506800"/>
            <a:ext cx="213200" cy="213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1" name="Google Shape;751;p33"/>
          <p:cNvSpPr/>
          <p:nvPr/>
        </p:nvSpPr>
        <p:spPr>
          <a:xfrm>
            <a:off x="10168000" y="5494200"/>
            <a:ext cx="1064000" cy="1064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2" name="Google Shape;752;p33"/>
          <p:cNvSpPr txBox="1">
            <a:spLocks noGrp="1"/>
          </p:cNvSpPr>
          <p:nvPr>
            <p:ph type="title"/>
          </p:nvPr>
        </p:nvSpPr>
        <p:spPr>
          <a:xfrm>
            <a:off x="1432200" y="525600"/>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0F7ED"/>
              </a:buClr>
              <a:buSzPts val="2700"/>
              <a:buNone/>
              <a:defRPr sz="3600">
                <a:solidFill>
                  <a:srgbClr val="F0F7ED"/>
                </a:solidFill>
              </a:defRPr>
            </a:lvl1pPr>
            <a:lvl2pPr lvl="1" algn="ctr" rtl="0">
              <a:spcBef>
                <a:spcPts val="0"/>
              </a:spcBef>
              <a:spcAft>
                <a:spcPts val="0"/>
              </a:spcAft>
              <a:buClr>
                <a:srgbClr val="F0F7ED"/>
              </a:buClr>
              <a:buSzPts val="1400"/>
              <a:buNone/>
              <a:defRPr sz="1867">
                <a:solidFill>
                  <a:srgbClr val="F0F7ED"/>
                </a:solidFill>
              </a:defRPr>
            </a:lvl2pPr>
            <a:lvl3pPr lvl="2" algn="ctr" rtl="0">
              <a:spcBef>
                <a:spcPts val="0"/>
              </a:spcBef>
              <a:spcAft>
                <a:spcPts val="0"/>
              </a:spcAft>
              <a:buClr>
                <a:srgbClr val="F0F7ED"/>
              </a:buClr>
              <a:buSzPts val="1400"/>
              <a:buNone/>
              <a:defRPr sz="1867">
                <a:solidFill>
                  <a:srgbClr val="F0F7ED"/>
                </a:solidFill>
              </a:defRPr>
            </a:lvl3pPr>
            <a:lvl4pPr lvl="3" algn="ctr" rtl="0">
              <a:spcBef>
                <a:spcPts val="0"/>
              </a:spcBef>
              <a:spcAft>
                <a:spcPts val="0"/>
              </a:spcAft>
              <a:buClr>
                <a:srgbClr val="F0F7ED"/>
              </a:buClr>
              <a:buSzPts val="1400"/>
              <a:buNone/>
              <a:defRPr sz="1867">
                <a:solidFill>
                  <a:srgbClr val="F0F7ED"/>
                </a:solidFill>
              </a:defRPr>
            </a:lvl4pPr>
            <a:lvl5pPr lvl="4" algn="ctr" rtl="0">
              <a:spcBef>
                <a:spcPts val="0"/>
              </a:spcBef>
              <a:spcAft>
                <a:spcPts val="0"/>
              </a:spcAft>
              <a:buClr>
                <a:srgbClr val="F0F7ED"/>
              </a:buClr>
              <a:buSzPts val="1400"/>
              <a:buNone/>
              <a:defRPr sz="1867">
                <a:solidFill>
                  <a:srgbClr val="F0F7ED"/>
                </a:solidFill>
              </a:defRPr>
            </a:lvl5pPr>
            <a:lvl6pPr lvl="5" algn="ctr" rtl="0">
              <a:spcBef>
                <a:spcPts val="0"/>
              </a:spcBef>
              <a:spcAft>
                <a:spcPts val="0"/>
              </a:spcAft>
              <a:buClr>
                <a:srgbClr val="F0F7ED"/>
              </a:buClr>
              <a:buSzPts val="1400"/>
              <a:buNone/>
              <a:defRPr sz="1867">
                <a:solidFill>
                  <a:srgbClr val="F0F7ED"/>
                </a:solidFill>
              </a:defRPr>
            </a:lvl6pPr>
            <a:lvl7pPr lvl="6" algn="ctr" rtl="0">
              <a:spcBef>
                <a:spcPts val="0"/>
              </a:spcBef>
              <a:spcAft>
                <a:spcPts val="0"/>
              </a:spcAft>
              <a:buClr>
                <a:srgbClr val="F0F7ED"/>
              </a:buClr>
              <a:buSzPts val="1400"/>
              <a:buNone/>
              <a:defRPr sz="1867">
                <a:solidFill>
                  <a:srgbClr val="F0F7ED"/>
                </a:solidFill>
              </a:defRPr>
            </a:lvl7pPr>
            <a:lvl8pPr lvl="7" algn="ctr" rtl="0">
              <a:spcBef>
                <a:spcPts val="0"/>
              </a:spcBef>
              <a:spcAft>
                <a:spcPts val="0"/>
              </a:spcAft>
              <a:buClr>
                <a:srgbClr val="F0F7ED"/>
              </a:buClr>
              <a:buSzPts val="1400"/>
              <a:buNone/>
              <a:defRPr sz="1867">
                <a:solidFill>
                  <a:srgbClr val="F0F7ED"/>
                </a:solidFill>
              </a:defRPr>
            </a:lvl8pPr>
            <a:lvl9pPr lvl="8" algn="ctr" rtl="0">
              <a:spcBef>
                <a:spcPts val="0"/>
              </a:spcBef>
              <a:spcAft>
                <a:spcPts val="0"/>
              </a:spcAft>
              <a:buClr>
                <a:srgbClr val="F0F7ED"/>
              </a:buClr>
              <a:buSzPts val="1400"/>
              <a:buNone/>
              <a:defRPr sz="1867">
                <a:solidFill>
                  <a:srgbClr val="F0F7ED"/>
                </a:solidFill>
              </a:defRPr>
            </a:lvl9pPr>
          </a:lstStyle>
          <a:p>
            <a:endParaRPr/>
          </a:p>
        </p:txBody>
      </p:sp>
    </p:spTree>
    <p:extLst>
      <p:ext uri="{BB962C8B-B14F-4D97-AF65-F5344CB8AC3E}">
        <p14:creationId xmlns:p14="http://schemas.microsoft.com/office/powerpoint/2010/main" val="42123681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mp; text 3">
  <p:cSld name="Title &amp; text 3">
    <p:spTree>
      <p:nvGrpSpPr>
        <p:cNvPr id="1" name="Shape 753"/>
        <p:cNvGrpSpPr/>
        <p:nvPr/>
      </p:nvGrpSpPr>
      <p:grpSpPr>
        <a:xfrm>
          <a:off x="0" y="0"/>
          <a:ext cx="0" cy="0"/>
          <a:chOff x="0" y="0"/>
          <a:chExt cx="0" cy="0"/>
        </a:xfrm>
      </p:grpSpPr>
      <p:sp>
        <p:nvSpPr>
          <p:cNvPr id="754" name="Google Shape;754;p34"/>
          <p:cNvSpPr txBox="1">
            <a:spLocks noGrp="1"/>
          </p:cNvSpPr>
          <p:nvPr>
            <p:ph type="title"/>
          </p:nvPr>
        </p:nvSpPr>
        <p:spPr>
          <a:xfrm>
            <a:off x="960000" y="2588400"/>
            <a:ext cx="4392000" cy="1681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755" name="Google Shape;755;p34"/>
          <p:cNvSpPr txBox="1">
            <a:spLocks noGrp="1"/>
          </p:cNvSpPr>
          <p:nvPr>
            <p:ph type="subTitle" idx="1"/>
          </p:nvPr>
        </p:nvSpPr>
        <p:spPr>
          <a:xfrm>
            <a:off x="6785367" y="1319600"/>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6" name="Google Shape;756;p34"/>
          <p:cNvSpPr txBox="1">
            <a:spLocks noGrp="1"/>
          </p:cNvSpPr>
          <p:nvPr>
            <p:ph type="subTitle" idx="2"/>
          </p:nvPr>
        </p:nvSpPr>
        <p:spPr>
          <a:xfrm>
            <a:off x="6785367" y="2508367"/>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7" name="Google Shape;757;p34"/>
          <p:cNvSpPr txBox="1">
            <a:spLocks noGrp="1"/>
          </p:cNvSpPr>
          <p:nvPr>
            <p:ph type="subTitle" idx="3"/>
          </p:nvPr>
        </p:nvSpPr>
        <p:spPr>
          <a:xfrm>
            <a:off x="6785367" y="3676017"/>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8" name="Google Shape;758;p34"/>
          <p:cNvSpPr txBox="1">
            <a:spLocks noGrp="1"/>
          </p:cNvSpPr>
          <p:nvPr>
            <p:ph type="subTitle" idx="4"/>
          </p:nvPr>
        </p:nvSpPr>
        <p:spPr>
          <a:xfrm>
            <a:off x="6785367" y="4962933"/>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grpSp>
        <p:nvGrpSpPr>
          <p:cNvPr id="759" name="Google Shape;759;p34"/>
          <p:cNvGrpSpPr/>
          <p:nvPr/>
        </p:nvGrpSpPr>
        <p:grpSpPr>
          <a:xfrm>
            <a:off x="10681305" y="-698855"/>
            <a:ext cx="2290248" cy="2290800"/>
            <a:chOff x="1347125" y="349025"/>
            <a:chExt cx="4978800" cy="4980000"/>
          </a:xfrm>
        </p:grpSpPr>
        <p:sp>
          <p:nvSpPr>
            <p:cNvPr id="760" name="Google Shape;760;p3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1" name="Google Shape;761;p3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2" name="Google Shape;762;p3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3" name="Google Shape;763;p3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4" name="Google Shape;764;p3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5" name="Google Shape;765;p3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6" name="Google Shape;766;p3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7" name="Google Shape;767;p3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8" name="Google Shape;768;p3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9" name="Google Shape;769;p3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0" name="Google Shape;770;p3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1" name="Google Shape;771;p3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2" name="Google Shape;772;p3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3" name="Google Shape;773;p3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4" name="Google Shape;774;p3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5" name="Google Shape;775;p3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6" name="Google Shape;776;p3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7" name="Google Shape;777;p3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8" name="Google Shape;778;p3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9" name="Google Shape;779;p3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0" name="Google Shape;780;p3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1" name="Google Shape;781;p3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82" name="Google Shape;782;p34"/>
          <p:cNvSpPr/>
          <p:nvPr/>
        </p:nvSpPr>
        <p:spPr>
          <a:xfrm>
            <a:off x="11554651" y="720000"/>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3" name="Google Shape;783;p34"/>
          <p:cNvSpPr/>
          <p:nvPr/>
        </p:nvSpPr>
        <p:spPr>
          <a:xfrm>
            <a:off x="9912017" y="230124"/>
            <a:ext cx="432800" cy="4328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4" name="Google Shape;784;p34"/>
          <p:cNvSpPr/>
          <p:nvPr/>
        </p:nvSpPr>
        <p:spPr>
          <a:xfrm rot="-6727045">
            <a:off x="-3031179"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5" name="Google Shape;785;p34"/>
          <p:cNvSpPr/>
          <p:nvPr/>
        </p:nvSpPr>
        <p:spPr>
          <a:xfrm>
            <a:off x="1586067"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3515624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two columns 2">
  <p:cSld name="Title &amp; two columns 2">
    <p:spTree>
      <p:nvGrpSpPr>
        <p:cNvPr id="1" name="Shape 793"/>
        <p:cNvGrpSpPr/>
        <p:nvPr/>
      </p:nvGrpSpPr>
      <p:grpSpPr>
        <a:xfrm>
          <a:off x="0" y="0"/>
          <a:ext cx="0" cy="0"/>
          <a:chOff x="0" y="0"/>
          <a:chExt cx="0" cy="0"/>
        </a:xfrm>
      </p:grpSpPr>
      <p:sp>
        <p:nvSpPr>
          <p:cNvPr id="794" name="Google Shape;794;p36"/>
          <p:cNvSpPr txBox="1">
            <a:spLocks noGrp="1"/>
          </p:cNvSpPr>
          <p:nvPr>
            <p:ph type="subTitle" idx="1"/>
          </p:nvPr>
        </p:nvSpPr>
        <p:spPr>
          <a:xfrm>
            <a:off x="1406667" y="3299697"/>
            <a:ext cx="2727200" cy="148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5" name="Google Shape;795;p36"/>
          <p:cNvSpPr txBox="1">
            <a:spLocks noGrp="1"/>
          </p:cNvSpPr>
          <p:nvPr>
            <p:ph type="subTitle" idx="2"/>
          </p:nvPr>
        </p:nvSpPr>
        <p:spPr>
          <a:xfrm>
            <a:off x="8032533" y="3299697"/>
            <a:ext cx="2727200" cy="148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6" name="Google Shape;796;p36"/>
          <p:cNvSpPr txBox="1">
            <a:spLocks noGrp="1"/>
          </p:cNvSpPr>
          <p:nvPr>
            <p:ph type="title"/>
          </p:nvPr>
        </p:nvSpPr>
        <p:spPr>
          <a:xfrm>
            <a:off x="1432200" y="512064"/>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rgbClr val="00BBC1"/>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97" name="Google Shape;797;p36"/>
          <p:cNvSpPr txBox="1">
            <a:spLocks noGrp="1"/>
          </p:cNvSpPr>
          <p:nvPr>
            <p:ph type="subTitle" idx="3"/>
          </p:nvPr>
        </p:nvSpPr>
        <p:spPr>
          <a:xfrm>
            <a:off x="1406667" y="2666147"/>
            <a:ext cx="2727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98" name="Google Shape;798;p36"/>
          <p:cNvSpPr txBox="1">
            <a:spLocks noGrp="1"/>
          </p:cNvSpPr>
          <p:nvPr>
            <p:ph type="subTitle" idx="4"/>
          </p:nvPr>
        </p:nvSpPr>
        <p:spPr>
          <a:xfrm>
            <a:off x="8032533" y="2666147"/>
            <a:ext cx="2727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7846442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mp; body 2">
  <p:cSld name="Title &amp; body 2">
    <p:spTree>
      <p:nvGrpSpPr>
        <p:cNvPr id="1" name="Shape 799"/>
        <p:cNvGrpSpPr/>
        <p:nvPr/>
      </p:nvGrpSpPr>
      <p:grpSpPr>
        <a:xfrm>
          <a:off x="0" y="0"/>
          <a:ext cx="0" cy="0"/>
          <a:chOff x="0" y="0"/>
          <a:chExt cx="0" cy="0"/>
        </a:xfrm>
      </p:grpSpPr>
      <p:sp>
        <p:nvSpPr>
          <p:cNvPr id="800" name="Google Shape;800;p37"/>
          <p:cNvSpPr txBox="1">
            <a:spLocks noGrp="1"/>
          </p:cNvSpPr>
          <p:nvPr>
            <p:ph type="title"/>
          </p:nvPr>
        </p:nvSpPr>
        <p:spPr>
          <a:xfrm>
            <a:off x="1432200" y="525600"/>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rgbClr val="00BBC1"/>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801" name="Google Shape;801;p37"/>
          <p:cNvSpPr txBox="1">
            <a:spLocks noGrp="1"/>
          </p:cNvSpPr>
          <p:nvPr>
            <p:ph type="subTitle" idx="1"/>
          </p:nvPr>
        </p:nvSpPr>
        <p:spPr>
          <a:xfrm>
            <a:off x="1432200" y="1535533"/>
            <a:ext cx="9327600" cy="44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Char char="●"/>
              <a:defRPr>
                <a:solidFill>
                  <a:srgbClr val="343434"/>
                </a:solidFill>
              </a:defRPr>
            </a:lvl1pPr>
            <a:lvl2pPr lvl="1" algn="ctr" rtl="0">
              <a:lnSpc>
                <a:spcPct val="100000"/>
              </a:lnSpc>
              <a:spcBef>
                <a:spcPts val="0"/>
              </a:spcBef>
              <a:spcAft>
                <a:spcPts val="0"/>
              </a:spcAft>
              <a:buClr>
                <a:srgbClr val="343434"/>
              </a:buClr>
              <a:buSzPts val="1200"/>
              <a:buChar char="○"/>
              <a:defRPr>
                <a:solidFill>
                  <a:srgbClr val="343434"/>
                </a:solidFill>
              </a:defRPr>
            </a:lvl2pPr>
            <a:lvl3pPr lvl="2" algn="ctr" rtl="0">
              <a:lnSpc>
                <a:spcPct val="100000"/>
              </a:lnSpc>
              <a:spcBef>
                <a:spcPts val="0"/>
              </a:spcBef>
              <a:spcAft>
                <a:spcPts val="0"/>
              </a:spcAft>
              <a:buClr>
                <a:srgbClr val="343434"/>
              </a:buClr>
              <a:buSzPts val="1200"/>
              <a:buChar char="■"/>
              <a:defRPr>
                <a:solidFill>
                  <a:srgbClr val="343434"/>
                </a:solidFill>
              </a:defRPr>
            </a:lvl3pPr>
            <a:lvl4pPr lvl="3" algn="ctr" rtl="0">
              <a:lnSpc>
                <a:spcPct val="100000"/>
              </a:lnSpc>
              <a:spcBef>
                <a:spcPts val="0"/>
              </a:spcBef>
              <a:spcAft>
                <a:spcPts val="0"/>
              </a:spcAft>
              <a:buClr>
                <a:srgbClr val="343434"/>
              </a:buClr>
              <a:buSzPts val="1200"/>
              <a:buChar char="●"/>
              <a:defRPr>
                <a:solidFill>
                  <a:srgbClr val="343434"/>
                </a:solidFill>
              </a:defRPr>
            </a:lvl4pPr>
            <a:lvl5pPr lvl="4" algn="ctr" rtl="0">
              <a:lnSpc>
                <a:spcPct val="100000"/>
              </a:lnSpc>
              <a:spcBef>
                <a:spcPts val="0"/>
              </a:spcBef>
              <a:spcAft>
                <a:spcPts val="0"/>
              </a:spcAft>
              <a:buClr>
                <a:srgbClr val="343434"/>
              </a:buClr>
              <a:buSzPts val="1200"/>
              <a:buChar char="○"/>
              <a:defRPr>
                <a:solidFill>
                  <a:srgbClr val="343434"/>
                </a:solidFill>
              </a:defRPr>
            </a:lvl5pPr>
            <a:lvl6pPr lvl="5" algn="ctr" rtl="0">
              <a:lnSpc>
                <a:spcPct val="100000"/>
              </a:lnSpc>
              <a:spcBef>
                <a:spcPts val="0"/>
              </a:spcBef>
              <a:spcAft>
                <a:spcPts val="0"/>
              </a:spcAft>
              <a:buClr>
                <a:srgbClr val="343434"/>
              </a:buClr>
              <a:buSzPts val="1200"/>
              <a:buChar char="■"/>
              <a:defRPr>
                <a:solidFill>
                  <a:srgbClr val="343434"/>
                </a:solidFill>
              </a:defRPr>
            </a:lvl6pPr>
            <a:lvl7pPr lvl="6" algn="ctr" rtl="0">
              <a:lnSpc>
                <a:spcPct val="100000"/>
              </a:lnSpc>
              <a:spcBef>
                <a:spcPts val="0"/>
              </a:spcBef>
              <a:spcAft>
                <a:spcPts val="0"/>
              </a:spcAft>
              <a:buClr>
                <a:srgbClr val="343434"/>
              </a:buClr>
              <a:buSzPts val="1200"/>
              <a:buChar char="●"/>
              <a:defRPr>
                <a:solidFill>
                  <a:srgbClr val="343434"/>
                </a:solidFill>
              </a:defRPr>
            </a:lvl7pPr>
            <a:lvl8pPr lvl="7" algn="ctr" rtl="0">
              <a:lnSpc>
                <a:spcPct val="100000"/>
              </a:lnSpc>
              <a:spcBef>
                <a:spcPts val="0"/>
              </a:spcBef>
              <a:spcAft>
                <a:spcPts val="0"/>
              </a:spcAft>
              <a:buClr>
                <a:srgbClr val="343434"/>
              </a:buClr>
              <a:buSzPts val="1200"/>
              <a:buChar char="○"/>
              <a:defRPr>
                <a:solidFill>
                  <a:srgbClr val="343434"/>
                </a:solidFill>
              </a:defRPr>
            </a:lvl8pPr>
            <a:lvl9pPr lvl="8" algn="ctr" rtl="0">
              <a:lnSpc>
                <a:spcPct val="100000"/>
              </a:lnSpc>
              <a:spcBef>
                <a:spcPts val="0"/>
              </a:spcBef>
              <a:spcAft>
                <a:spcPts val="0"/>
              </a:spcAft>
              <a:buClr>
                <a:srgbClr val="343434"/>
              </a:buClr>
              <a:buSzPts val="1200"/>
              <a:buChar char="■"/>
              <a:defRPr>
                <a:solidFill>
                  <a:srgbClr val="343434"/>
                </a:solidFill>
              </a:defRPr>
            </a:lvl9pPr>
          </a:lstStyle>
          <a:p>
            <a:endParaRPr/>
          </a:p>
        </p:txBody>
      </p:sp>
    </p:spTree>
    <p:extLst>
      <p:ext uri="{BB962C8B-B14F-4D97-AF65-F5344CB8AC3E}">
        <p14:creationId xmlns:p14="http://schemas.microsoft.com/office/powerpoint/2010/main" val="10138185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202"/>
        <p:cNvGrpSpPr/>
        <p:nvPr/>
      </p:nvGrpSpPr>
      <p:grpSpPr>
        <a:xfrm>
          <a:off x="0" y="0"/>
          <a:ext cx="0" cy="0"/>
          <a:chOff x="0" y="0"/>
          <a:chExt cx="0" cy="0"/>
        </a:xfrm>
      </p:grpSpPr>
      <p:sp>
        <p:nvSpPr>
          <p:cNvPr id="203" name="Google Shape;203;p15"/>
          <p:cNvSpPr/>
          <p:nvPr/>
        </p:nvSpPr>
        <p:spPr>
          <a:xfrm>
            <a:off x="9445333" y="720000"/>
            <a:ext cx="5372000" cy="5372000"/>
          </a:xfrm>
          <a:prstGeom prst="donut">
            <a:avLst>
              <a:gd name="adj" fmla="val 17842"/>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4" name="Google Shape;204;p15"/>
          <p:cNvSpPr txBox="1">
            <a:spLocks noGrp="1"/>
          </p:cNvSpPr>
          <p:nvPr>
            <p:ph type="subTitle" idx="1"/>
          </p:nvPr>
        </p:nvSpPr>
        <p:spPr>
          <a:xfrm>
            <a:off x="1066559" y="2681256"/>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205" name="Google Shape;205;p15"/>
          <p:cNvSpPr txBox="1">
            <a:spLocks noGrp="1"/>
          </p:cNvSpPr>
          <p:nvPr>
            <p:ph type="subTitle" idx="2"/>
          </p:nvPr>
        </p:nvSpPr>
        <p:spPr>
          <a:xfrm>
            <a:off x="1066559" y="5138117"/>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206" name="Google Shape;206;p15"/>
          <p:cNvSpPr txBox="1">
            <a:spLocks noGrp="1"/>
          </p:cNvSpPr>
          <p:nvPr>
            <p:ph type="subTitle" idx="3"/>
          </p:nvPr>
        </p:nvSpPr>
        <p:spPr>
          <a:xfrm>
            <a:off x="4531325" y="2681256"/>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207" name="Google Shape;207;p15"/>
          <p:cNvSpPr txBox="1">
            <a:spLocks noGrp="1"/>
          </p:cNvSpPr>
          <p:nvPr>
            <p:ph type="subTitle" idx="4"/>
          </p:nvPr>
        </p:nvSpPr>
        <p:spPr>
          <a:xfrm>
            <a:off x="4531325" y="5138117"/>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208" name="Google Shape;208;p15"/>
          <p:cNvSpPr/>
          <p:nvPr/>
        </p:nvSpPr>
        <p:spPr>
          <a:xfrm>
            <a:off x="9536317" y="4241067"/>
            <a:ext cx="632000" cy="632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7210"/>
              </a:solidFill>
            </a:endParaRPr>
          </a:p>
        </p:txBody>
      </p:sp>
      <p:grpSp>
        <p:nvGrpSpPr>
          <p:cNvPr id="209" name="Google Shape;209;p15"/>
          <p:cNvGrpSpPr/>
          <p:nvPr/>
        </p:nvGrpSpPr>
        <p:grpSpPr>
          <a:xfrm>
            <a:off x="10764510" y="1051605"/>
            <a:ext cx="1041565" cy="1041816"/>
            <a:chOff x="1347125" y="349025"/>
            <a:chExt cx="4978800" cy="4980000"/>
          </a:xfrm>
        </p:grpSpPr>
        <p:sp>
          <p:nvSpPr>
            <p:cNvPr id="210" name="Google Shape;210;p15"/>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 name="Google Shape;211;p15"/>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 name="Google Shape;212;p15"/>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 name="Google Shape;213;p15"/>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 name="Google Shape;214;p15"/>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 name="Google Shape;215;p15"/>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 name="Google Shape;216;p15"/>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15"/>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 name="Google Shape;218;p15"/>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 name="Google Shape;219;p15"/>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15"/>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15"/>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15"/>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15"/>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 name="Google Shape;224;p15"/>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 name="Google Shape;225;p15"/>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15"/>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15"/>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15"/>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15"/>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 name="Google Shape;230;p15"/>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15"/>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32" name="Google Shape;232;p15"/>
          <p:cNvSpPr/>
          <p:nvPr/>
        </p:nvSpPr>
        <p:spPr>
          <a:xfrm>
            <a:off x="9273159" y="1285200"/>
            <a:ext cx="382000" cy="3816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7210"/>
              </a:solidFill>
            </a:endParaRPr>
          </a:p>
        </p:txBody>
      </p:sp>
      <p:sp>
        <p:nvSpPr>
          <p:cNvPr id="233" name="Google Shape;233;p15"/>
          <p:cNvSpPr txBox="1">
            <a:spLocks noGrp="1"/>
          </p:cNvSpPr>
          <p:nvPr>
            <p:ph type="title"/>
          </p:nvPr>
        </p:nvSpPr>
        <p:spPr>
          <a:xfrm>
            <a:off x="950959" y="512064"/>
            <a:ext cx="9327600" cy="641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2700"/>
              <a:buNone/>
              <a:defRPr sz="3600"/>
            </a:lvl2pPr>
            <a:lvl3pPr lvl="2" rtl="0">
              <a:spcBef>
                <a:spcPts val="0"/>
              </a:spcBef>
              <a:spcAft>
                <a:spcPts val="0"/>
              </a:spcAft>
              <a:buSzPts val="2700"/>
              <a:buNone/>
              <a:defRPr sz="3600"/>
            </a:lvl3pPr>
            <a:lvl4pPr lvl="3" rtl="0">
              <a:spcBef>
                <a:spcPts val="0"/>
              </a:spcBef>
              <a:spcAft>
                <a:spcPts val="0"/>
              </a:spcAft>
              <a:buSzPts val="2700"/>
              <a:buNone/>
              <a:defRPr sz="3600"/>
            </a:lvl4pPr>
            <a:lvl5pPr lvl="4" rtl="0">
              <a:spcBef>
                <a:spcPts val="0"/>
              </a:spcBef>
              <a:spcAft>
                <a:spcPts val="0"/>
              </a:spcAft>
              <a:buSzPts val="2700"/>
              <a:buNone/>
              <a:defRPr sz="3600"/>
            </a:lvl5pPr>
            <a:lvl6pPr lvl="5" rtl="0">
              <a:spcBef>
                <a:spcPts val="0"/>
              </a:spcBef>
              <a:spcAft>
                <a:spcPts val="0"/>
              </a:spcAft>
              <a:buSzPts val="2700"/>
              <a:buNone/>
              <a:defRPr sz="3600"/>
            </a:lvl6pPr>
            <a:lvl7pPr lvl="6" rtl="0">
              <a:spcBef>
                <a:spcPts val="0"/>
              </a:spcBef>
              <a:spcAft>
                <a:spcPts val="0"/>
              </a:spcAft>
              <a:buSzPts val="2700"/>
              <a:buNone/>
              <a:defRPr sz="3600"/>
            </a:lvl7pPr>
            <a:lvl8pPr lvl="7" rtl="0">
              <a:spcBef>
                <a:spcPts val="0"/>
              </a:spcBef>
              <a:spcAft>
                <a:spcPts val="0"/>
              </a:spcAft>
              <a:buSzPts val="2700"/>
              <a:buNone/>
              <a:defRPr sz="3600"/>
            </a:lvl8pPr>
            <a:lvl9pPr lvl="8" rtl="0">
              <a:spcBef>
                <a:spcPts val="0"/>
              </a:spcBef>
              <a:spcAft>
                <a:spcPts val="0"/>
              </a:spcAft>
              <a:buSzPts val="2700"/>
              <a:buNone/>
              <a:defRPr sz="3600"/>
            </a:lvl9pPr>
          </a:lstStyle>
          <a:p>
            <a:endParaRPr/>
          </a:p>
        </p:txBody>
      </p:sp>
      <p:sp>
        <p:nvSpPr>
          <p:cNvPr id="234" name="Google Shape;234;p15"/>
          <p:cNvSpPr txBox="1">
            <a:spLocks noGrp="1"/>
          </p:cNvSpPr>
          <p:nvPr>
            <p:ph type="subTitle" idx="5"/>
          </p:nvPr>
        </p:nvSpPr>
        <p:spPr>
          <a:xfrm>
            <a:off x="4531325" y="2234467"/>
            <a:ext cx="2639200" cy="410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235" name="Google Shape;235;p15"/>
          <p:cNvSpPr txBox="1">
            <a:spLocks noGrp="1"/>
          </p:cNvSpPr>
          <p:nvPr>
            <p:ph type="subTitle" idx="6"/>
          </p:nvPr>
        </p:nvSpPr>
        <p:spPr>
          <a:xfrm>
            <a:off x="1066559" y="4686723"/>
            <a:ext cx="2639200" cy="410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236" name="Google Shape;236;p15"/>
          <p:cNvSpPr txBox="1">
            <a:spLocks noGrp="1"/>
          </p:cNvSpPr>
          <p:nvPr>
            <p:ph type="subTitle" idx="7"/>
          </p:nvPr>
        </p:nvSpPr>
        <p:spPr>
          <a:xfrm>
            <a:off x="1066559" y="2234467"/>
            <a:ext cx="2639200" cy="410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237" name="Google Shape;237;p15"/>
          <p:cNvSpPr txBox="1">
            <a:spLocks noGrp="1"/>
          </p:cNvSpPr>
          <p:nvPr>
            <p:ph type="subTitle" idx="8"/>
          </p:nvPr>
        </p:nvSpPr>
        <p:spPr>
          <a:xfrm>
            <a:off x="4531325" y="4686733"/>
            <a:ext cx="2639200" cy="410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238" name="Google Shape;238;p15"/>
          <p:cNvSpPr txBox="1">
            <a:spLocks noGrp="1"/>
          </p:cNvSpPr>
          <p:nvPr>
            <p:ph type="title" idx="9" hasCustomPrompt="1"/>
          </p:nvPr>
        </p:nvSpPr>
        <p:spPr>
          <a:xfrm>
            <a:off x="1066567" y="1513467"/>
            <a:ext cx="1216000" cy="772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2700"/>
              <a:buNone/>
              <a:defRPr sz="5333">
                <a:solidFill>
                  <a:schemeClr val="accent2"/>
                </a:solidFill>
              </a:defRPr>
            </a:lvl1pPr>
            <a:lvl2pPr lvl="1" algn="ctr" rtl="0">
              <a:spcBef>
                <a:spcPts val="0"/>
              </a:spcBef>
              <a:spcAft>
                <a:spcPts val="0"/>
              </a:spcAft>
              <a:buClr>
                <a:srgbClr val="FF7210"/>
              </a:buClr>
              <a:buSzPts val="2700"/>
              <a:buNone/>
              <a:defRPr>
                <a:solidFill>
                  <a:srgbClr val="FF7210"/>
                </a:solidFill>
              </a:defRPr>
            </a:lvl2pPr>
            <a:lvl3pPr lvl="2" algn="ctr" rtl="0">
              <a:spcBef>
                <a:spcPts val="0"/>
              </a:spcBef>
              <a:spcAft>
                <a:spcPts val="0"/>
              </a:spcAft>
              <a:buClr>
                <a:srgbClr val="FF7210"/>
              </a:buClr>
              <a:buSzPts val="2700"/>
              <a:buNone/>
              <a:defRPr>
                <a:solidFill>
                  <a:srgbClr val="FF7210"/>
                </a:solidFill>
              </a:defRPr>
            </a:lvl3pPr>
            <a:lvl4pPr lvl="3" algn="ctr" rtl="0">
              <a:spcBef>
                <a:spcPts val="0"/>
              </a:spcBef>
              <a:spcAft>
                <a:spcPts val="0"/>
              </a:spcAft>
              <a:buClr>
                <a:srgbClr val="FF7210"/>
              </a:buClr>
              <a:buSzPts val="2700"/>
              <a:buNone/>
              <a:defRPr>
                <a:solidFill>
                  <a:srgbClr val="FF7210"/>
                </a:solidFill>
              </a:defRPr>
            </a:lvl4pPr>
            <a:lvl5pPr lvl="4" algn="ctr" rtl="0">
              <a:spcBef>
                <a:spcPts val="0"/>
              </a:spcBef>
              <a:spcAft>
                <a:spcPts val="0"/>
              </a:spcAft>
              <a:buClr>
                <a:srgbClr val="FF7210"/>
              </a:buClr>
              <a:buSzPts val="2700"/>
              <a:buNone/>
              <a:defRPr>
                <a:solidFill>
                  <a:srgbClr val="FF7210"/>
                </a:solidFill>
              </a:defRPr>
            </a:lvl5pPr>
            <a:lvl6pPr lvl="5" algn="ctr" rtl="0">
              <a:spcBef>
                <a:spcPts val="0"/>
              </a:spcBef>
              <a:spcAft>
                <a:spcPts val="0"/>
              </a:spcAft>
              <a:buClr>
                <a:srgbClr val="FF7210"/>
              </a:buClr>
              <a:buSzPts val="2700"/>
              <a:buNone/>
              <a:defRPr>
                <a:solidFill>
                  <a:srgbClr val="FF7210"/>
                </a:solidFill>
              </a:defRPr>
            </a:lvl6pPr>
            <a:lvl7pPr lvl="6" algn="ctr" rtl="0">
              <a:spcBef>
                <a:spcPts val="0"/>
              </a:spcBef>
              <a:spcAft>
                <a:spcPts val="0"/>
              </a:spcAft>
              <a:buClr>
                <a:srgbClr val="FF7210"/>
              </a:buClr>
              <a:buSzPts val="2700"/>
              <a:buNone/>
              <a:defRPr>
                <a:solidFill>
                  <a:srgbClr val="FF7210"/>
                </a:solidFill>
              </a:defRPr>
            </a:lvl7pPr>
            <a:lvl8pPr lvl="7" algn="ctr" rtl="0">
              <a:spcBef>
                <a:spcPts val="0"/>
              </a:spcBef>
              <a:spcAft>
                <a:spcPts val="0"/>
              </a:spcAft>
              <a:buClr>
                <a:srgbClr val="FF7210"/>
              </a:buClr>
              <a:buSzPts val="2700"/>
              <a:buNone/>
              <a:defRPr>
                <a:solidFill>
                  <a:srgbClr val="FF7210"/>
                </a:solidFill>
              </a:defRPr>
            </a:lvl8pPr>
            <a:lvl9pPr lvl="8" algn="ctr" rtl="0">
              <a:spcBef>
                <a:spcPts val="0"/>
              </a:spcBef>
              <a:spcAft>
                <a:spcPts val="0"/>
              </a:spcAft>
              <a:buClr>
                <a:srgbClr val="FF7210"/>
              </a:buClr>
              <a:buSzPts val="2700"/>
              <a:buNone/>
              <a:defRPr>
                <a:solidFill>
                  <a:srgbClr val="FF7210"/>
                </a:solidFill>
              </a:defRPr>
            </a:lvl9pPr>
          </a:lstStyle>
          <a:p>
            <a:r>
              <a:t>xx%</a:t>
            </a:r>
          </a:p>
        </p:txBody>
      </p:sp>
      <p:sp>
        <p:nvSpPr>
          <p:cNvPr id="239" name="Google Shape;239;p15"/>
          <p:cNvSpPr txBox="1">
            <a:spLocks noGrp="1"/>
          </p:cNvSpPr>
          <p:nvPr>
            <p:ph type="title" idx="13" hasCustomPrompt="1"/>
          </p:nvPr>
        </p:nvSpPr>
        <p:spPr>
          <a:xfrm>
            <a:off x="1066567" y="3955333"/>
            <a:ext cx="1216000" cy="772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2700"/>
              <a:buNone/>
              <a:defRPr sz="5333">
                <a:solidFill>
                  <a:schemeClr val="accent2"/>
                </a:solidFill>
              </a:defRPr>
            </a:lvl1pPr>
            <a:lvl2pPr lvl="1" algn="ctr" rtl="0">
              <a:spcBef>
                <a:spcPts val="0"/>
              </a:spcBef>
              <a:spcAft>
                <a:spcPts val="0"/>
              </a:spcAft>
              <a:buClr>
                <a:srgbClr val="FF7210"/>
              </a:buClr>
              <a:buSzPts val="2700"/>
              <a:buNone/>
              <a:defRPr>
                <a:solidFill>
                  <a:srgbClr val="FF7210"/>
                </a:solidFill>
              </a:defRPr>
            </a:lvl2pPr>
            <a:lvl3pPr lvl="2" algn="ctr" rtl="0">
              <a:spcBef>
                <a:spcPts val="0"/>
              </a:spcBef>
              <a:spcAft>
                <a:spcPts val="0"/>
              </a:spcAft>
              <a:buClr>
                <a:srgbClr val="FF7210"/>
              </a:buClr>
              <a:buSzPts val="2700"/>
              <a:buNone/>
              <a:defRPr>
                <a:solidFill>
                  <a:srgbClr val="FF7210"/>
                </a:solidFill>
              </a:defRPr>
            </a:lvl3pPr>
            <a:lvl4pPr lvl="3" algn="ctr" rtl="0">
              <a:spcBef>
                <a:spcPts val="0"/>
              </a:spcBef>
              <a:spcAft>
                <a:spcPts val="0"/>
              </a:spcAft>
              <a:buClr>
                <a:srgbClr val="FF7210"/>
              </a:buClr>
              <a:buSzPts val="2700"/>
              <a:buNone/>
              <a:defRPr>
                <a:solidFill>
                  <a:srgbClr val="FF7210"/>
                </a:solidFill>
              </a:defRPr>
            </a:lvl4pPr>
            <a:lvl5pPr lvl="4" algn="ctr" rtl="0">
              <a:spcBef>
                <a:spcPts val="0"/>
              </a:spcBef>
              <a:spcAft>
                <a:spcPts val="0"/>
              </a:spcAft>
              <a:buClr>
                <a:srgbClr val="FF7210"/>
              </a:buClr>
              <a:buSzPts val="2700"/>
              <a:buNone/>
              <a:defRPr>
                <a:solidFill>
                  <a:srgbClr val="FF7210"/>
                </a:solidFill>
              </a:defRPr>
            </a:lvl5pPr>
            <a:lvl6pPr lvl="5" algn="ctr" rtl="0">
              <a:spcBef>
                <a:spcPts val="0"/>
              </a:spcBef>
              <a:spcAft>
                <a:spcPts val="0"/>
              </a:spcAft>
              <a:buClr>
                <a:srgbClr val="FF7210"/>
              </a:buClr>
              <a:buSzPts val="2700"/>
              <a:buNone/>
              <a:defRPr>
                <a:solidFill>
                  <a:srgbClr val="FF7210"/>
                </a:solidFill>
              </a:defRPr>
            </a:lvl6pPr>
            <a:lvl7pPr lvl="6" algn="ctr" rtl="0">
              <a:spcBef>
                <a:spcPts val="0"/>
              </a:spcBef>
              <a:spcAft>
                <a:spcPts val="0"/>
              </a:spcAft>
              <a:buClr>
                <a:srgbClr val="FF7210"/>
              </a:buClr>
              <a:buSzPts val="2700"/>
              <a:buNone/>
              <a:defRPr>
                <a:solidFill>
                  <a:srgbClr val="FF7210"/>
                </a:solidFill>
              </a:defRPr>
            </a:lvl7pPr>
            <a:lvl8pPr lvl="7" algn="ctr" rtl="0">
              <a:spcBef>
                <a:spcPts val="0"/>
              </a:spcBef>
              <a:spcAft>
                <a:spcPts val="0"/>
              </a:spcAft>
              <a:buClr>
                <a:srgbClr val="FF7210"/>
              </a:buClr>
              <a:buSzPts val="2700"/>
              <a:buNone/>
              <a:defRPr>
                <a:solidFill>
                  <a:srgbClr val="FF7210"/>
                </a:solidFill>
              </a:defRPr>
            </a:lvl8pPr>
            <a:lvl9pPr lvl="8" algn="ctr" rtl="0">
              <a:spcBef>
                <a:spcPts val="0"/>
              </a:spcBef>
              <a:spcAft>
                <a:spcPts val="0"/>
              </a:spcAft>
              <a:buClr>
                <a:srgbClr val="FF7210"/>
              </a:buClr>
              <a:buSzPts val="2700"/>
              <a:buNone/>
              <a:defRPr>
                <a:solidFill>
                  <a:srgbClr val="FF7210"/>
                </a:solidFill>
              </a:defRPr>
            </a:lvl9pPr>
          </a:lstStyle>
          <a:p>
            <a:r>
              <a:t>xx%</a:t>
            </a:r>
          </a:p>
        </p:txBody>
      </p:sp>
      <p:sp>
        <p:nvSpPr>
          <p:cNvPr id="240" name="Google Shape;240;p15"/>
          <p:cNvSpPr txBox="1">
            <a:spLocks noGrp="1"/>
          </p:cNvSpPr>
          <p:nvPr>
            <p:ph type="title" idx="14" hasCustomPrompt="1"/>
          </p:nvPr>
        </p:nvSpPr>
        <p:spPr>
          <a:xfrm>
            <a:off x="4536767" y="3955333"/>
            <a:ext cx="1216000" cy="772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2700"/>
              <a:buNone/>
              <a:defRPr sz="5333">
                <a:solidFill>
                  <a:schemeClr val="accent2"/>
                </a:solidFill>
              </a:defRPr>
            </a:lvl1pPr>
            <a:lvl2pPr lvl="1" algn="ctr" rtl="0">
              <a:spcBef>
                <a:spcPts val="0"/>
              </a:spcBef>
              <a:spcAft>
                <a:spcPts val="0"/>
              </a:spcAft>
              <a:buClr>
                <a:srgbClr val="FF7210"/>
              </a:buClr>
              <a:buSzPts val="2700"/>
              <a:buNone/>
              <a:defRPr>
                <a:solidFill>
                  <a:srgbClr val="FF7210"/>
                </a:solidFill>
              </a:defRPr>
            </a:lvl2pPr>
            <a:lvl3pPr lvl="2" algn="ctr" rtl="0">
              <a:spcBef>
                <a:spcPts val="0"/>
              </a:spcBef>
              <a:spcAft>
                <a:spcPts val="0"/>
              </a:spcAft>
              <a:buClr>
                <a:srgbClr val="FF7210"/>
              </a:buClr>
              <a:buSzPts val="2700"/>
              <a:buNone/>
              <a:defRPr>
                <a:solidFill>
                  <a:srgbClr val="FF7210"/>
                </a:solidFill>
              </a:defRPr>
            </a:lvl3pPr>
            <a:lvl4pPr lvl="3" algn="ctr" rtl="0">
              <a:spcBef>
                <a:spcPts val="0"/>
              </a:spcBef>
              <a:spcAft>
                <a:spcPts val="0"/>
              </a:spcAft>
              <a:buClr>
                <a:srgbClr val="FF7210"/>
              </a:buClr>
              <a:buSzPts val="2700"/>
              <a:buNone/>
              <a:defRPr>
                <a:solidFill>
                  <a:srgbClr val="FF7210"/>
                </a:solidFill>
              </a:defRPr>
            </a:lvl4pPr>
            <a:lvl5pPr lvl="4" algn="ctr" rtl="0">
              <a:spcBef>
                <a:spcPts val="0"/>
              </a:spcBef>
              <a:spcAft>
                <a:spcPts val="0"/>
              </a:spcAft>
              <a:buClr>
                <a:srgbClr val="FF7210"/>
              </a:buClr>
              <a:buSzPts val="2700"/>
              <a:buNone/>
              <a:defRPr>
                <a:solidFill>
                  <a:srgbClr val="FF7210"/>
                </a:solidFill>
              </a:defRPr>
            </a:lvl5pPr>
            <a:lvl6pPr lvl="5" algn="ctr" rtl="0">
              <a:spcBef>
                <a:spcPts val="0"/>
              </a:spcBef>
              <a:spcAft>
                <a:spcPts val="0"/>
              </a:spcAft>
              <a:buClr>
                <a:srgbClr val="FF7210"/>
              </a:buClr>
              <a:buSzPts val="2700"/>
              <a:buNone/>
              <a:defRPr>
                <a:solidFill>
                  <a:srgbClr val="FF7210"/>
                </a:solidFill>
              </a:defRPr>
            </a:lvl6pPr>
            <a:lvl7pPr lvl="6" algn="ctr" rtl="0">
              <a:spcBef>
                <a:spcPts val="0"/>
              </a:spcBef>
              <a:spcAft>
                <a:spcPts val="0"/>
              </a:spcAft>
              <a:buClr>
                <a:srgbClr val="FF7210"/>
              </a:buClr>
              <a:buSzPts val="2700"/>
              <a:buNone/>
              <a:defRPr>
                <a:solidFill>
                  <a:srgbClr val="FF7210"/>
                </a:solidFill>
              </a:defRPr>
            </a:lvl7pPr>
            <a:lvl8pPr lvl="7" algn="ctr" rtl="0">
              <a:spcBef>
                <a:spcPts val="0"/>
              </a:spcBef>
              <a:spcAft>
                <a:spcPts val="0"/>
              </a:spcAft>
              <a:buClr>
                <a:srgbClr val="FF7210"/>
              </a:buClr>
              <a:buSzPts val="2700"/>
              <a:buNone/>
              <a:defRPr>
                <a:solidFill>
                  <a:srgbClr val="FF7210"/>
                </a:solidFill>
              </a:defRPr>
            </a:lvl8pPr>
            <a:lvl9pPr lvl="8" algn="ctr" rtl="0">
              <a:spcBef>
                <a:spcPts val="0"/>
              </a:spcBef>
              <a:spcAft>
                <a:spcPts val="0"/>
              </a:spcAft>
              <a:buClr>
                <a:srgbClr val="FF7210"/>
              </a:buClr>
              <a:buSzPts val="2700"/>
              <a:buNone/>
              <a:defRPr>
                <a:solidFill>
                  <a:srgbClr val="FF7210"/>
                </a:solidFill>
              </a:defRPr>
            </a:lvl9pPr>
          </a:lstStyle>
          <a:p>
            <a:r>
              <a:t>xx%</a:t>
            </a:r>
          </a:p>
        </p:txBody>
      </p:sp>
      <p:sp>
        <p:nvSpPr>
          <p:cNvPr id="241" name="Google Shape;241;p15"/>
          <p:cNvSpPr txBox="1">
            <a:spLocks noGrp="1"/>
          </p:cNvSpPr>
          <p:nvPr>
            <p:ph type="title" idx="15" hasCustomPrompt="1"/>
          </p:nvPr>
        </p:nvSpPr>
        <p:spPr>
          <a:xfrm>
            <a:off x="4536767" y="1513467"/>
            <a:ext cx="1216000" cy="772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2700"/>
              <a:buNone/>
              <a:defRPr sz="5333">
                <a:solidFill>
                  <a:schemeClr val="accent2"/>
                </a:solidFill>
              </a:defRPr>
            </a:lvl1pPr>
            <a:lvl2pPr lvl="1" algn="ctr" rtl="0">
              <a:spcBef>
                <a:spcPts val="0"/>
              </a:spcBef>
              <a:spcAft>
                <a:spcPts val="0"/>
              </a:spcAft>
              <a:buClr>
                <a:srgbClr val="FF7210"/>
              </a:buClr>
              <a:buSzPts val="2700"/>
              <a:buNone/>
              <a:defRPr>
                <a:solidFill>
                  <a:srgbClr val="FF7210"/>
                </a:solidFill>
              </a:defRPr>
            </a:lvl2pPr>
            <a:lvl3pPr lvl="2" algn="ctr" rtl="0">
              <a:spcBef>
                <a:spcPts val="0"/>
              </a:spcBef>
              <a:spcAft>
                <a:spcPts val="0"/>
              </a:spcAft>
              <a:buClr>
                <a:srgbClr val="FF7210"/>
              </a:buClr>
              <a:buSzPts val="2700"/>
              <a:buNone/>
              <a:defRPr>
                <a:solidFill>
                  <a:srgbClr val="FF7210"/>
                </a:solidFill>
              </a:defRPr>
            </a:lvl3pPr>
            <a:lvl4pPr lvl="3" algn="ctr" rtl="0">
              <a:spcBef>
                <a:spcPts val="0"/>
              </a:spcBef>
              <a:spcAft>
                <a:spcPts val="0"/>
              </a:spcAft>
              <a:buClr>
                <a:srgbClr val="FF7210"/>
              </a:buClr>
              <a:buSzPts val="2700"/>
              <a:buNone/>
              <a:defRPr>
                <a:solidFill>
                  <a:srgbClr val="FF7210"/>
                </a:solidFill>
              </a:defRPr>
            </a:lvl4pPr>
            <a:lvl5pPr lvl="4" algn="ctr" rtl="0">
              <a:spcBef>
                <a:spcPts val="0"/>
              </a:spcBef>
              <a:spcAft>
                <a:spcPts val="0"/>
              </a:spcAft>
              <a:buClr>
                <a:srgbClr val="FF7210"/>
              </a:buClr>
              <a:buSzPts val="2700"/>
              <a:buNone/>
              <a:defRPr>
                <a:solidFill>
                  <a:srgbClr val="FF7210"/>
                </a:solidFill>
              </a:defRPr>
            </a:lvl5pPr>
            <a:lvl6pPr lvl="5" algn="ctr" rtl="0">
              <a:spcBef>
                <a:spcPts val="0"/>
              </a:spcBef>
              <a:spcAft>
                <a:spcPts val="0"/>
              </a:spcAft>
              <a:buClr>
                <a:srgbClr val="FF7210"/>
              </a:buClr>
              <a:buSzPts val="2700"/>
              <a:buNone/>
              <a:defRPr>
                <a:solidFill>
                  <a:srgbClr val="FF7210"/>
                </a:solidFill>
              </a:defRPr>
            </a:lvl6pPr>
            <a:lvl7pPr lvl="6" algn="ctr" rtl="0">
              <a:spcBef>
                <a:spcPts val="0"/>
              </a:spcBef>
              <a:spcAft>
                <a:spcPts val="0"/>
              </a:spcAft>
              <a:buClr>
                <a:srgbClr val="FF7210"/>
              </a:buClr>
              <a:buSzPts val="2700"/>
              <a:buNone/>
              <a:defRPr>
                <a:solidFill>
                  <a:srgbClr val="FF7210"/>
                </a:solidFill>
              </a:defRPr>
            </a:lvl7pPr>
            <a:lvl8pPr lvl="7" algn="ctr" rtl="0">
              <a:spcBef>
                <a:spcPts val="0"/>
              </a:spcBef>
              <a:spcAft>
                <a:spcPts val="0"/>
              </a:spcAft>
              <a:buClr>
                <a:srgbClr val="FF7210"/>
              </a:buClr>
              <a:buSzPts val="2700"/>
              <a:buNone/>
              <a:defRPr>
                <a:solidFill>
                  <a:srgbClr val="FF7210"/>
                </a:solidFill>
              </a:defRPr>
            </a:lvl8pPr>
            <a:lvl9pPr lvl="8" algn="ctr" rtl="0">
              <a:spcBef>
                <a:spcPts val="0"/>
              </a:spcBef>
              <a:spcAft>
                <a:spcPts val="0"/>
              </a:spcAft>
              <a:buClr>
                <a:srgbClr val="FF7210"/>
              </a:buClr>
              <a:buSzPts val="2700"/>
              <a:buNone/>
              <a:defRPr>
                <a:solidFill>
                  <a:srgbClr val="FF7210"/>
                </a:solidFill>
              </a:defRPr>
            </a:lvl9pPr>
          </a:lstStyle>
          <a:p>
            <a:r>
              <a:t>xx%</a:t>
            </a:r>
          </a:p>
        </p:txBody>
      </p:sp>
    </p:spTree>
    <p:extLst>
      <p:ext uri="{BB962C8B-B14F-4D97-AF65-F5344CB8AC3E}">
        <p14:creationId xmlns:p14="http://schemas.microsoft.com/office/powerpoint/2010/main" val="4435538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ly title 5">
  <p:cSld name="Only title 5">
    <p:spTree>
      <p:nvGrpSpPr>
        <p:cNvPr id="1" name="Shape 802"/>
        <p:cNvGrpSpPr/>
        <p:nvPr/>
      </p:nvGrpSpPr>
      <p:grpSpPr>
        <a:xfrm>
          <a:off x="0" y="0"/>
          <a:ext cx="0" cy="0"/>
          <a:chOff x="0" y="0"/>
          <a:chExt cx="0" cy="0"/>
        </a:xfrm>
      </p:grpSpPr>
      <p:sp>
        <p:nvSpPr>
          <p:cNvPr id="803" name="Google Shape;803;p38"/>
          <p:cNvSpPr txBox="1">
            <a:spLocks noGrp="1"/>
          </p:cNvSpPr>
          <p:nvPr>
            <p:ph type="title"/>
          </p:nvPr>
        </p:nvSpPr>
        <p:spPr>
          <a:xfrm>
            <a:off x="1432200" y="512064"/>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grpSp>
        <p:nvGrpSpPr>
          <p:cNvPr id="804" name="Google Shape;804;p38"/>
          <p:cNvGrpSpPr/>
          <p:nvPr/>
        </p:nvGrpSpPr>
        <p:grpSpPr>
          <a:xfrm>
            <a:off x="10759789" y="5342045"/>
            <a:ext cx="2290248" cy="2290800"/>
            <a:chOff x="1347125" y="349025"/>
            <a:chExt cx="4978800" cy="4980000"/>
          </a:xfrm>
        </p:grpSpPr>
        <p:sp>
          <p:nvSpPr>
            <p:cNvPr id="805" name="Google Shape;805;p38"/>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6" name="Google Shape;806;p38"/>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7" name="Google Shape;807;p38"/>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8" name="Google Shape;808;p38"/>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9" name="Google Shape;809;p38"/>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0" name="Google Shape;810;p38"/>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1" name="Google Shape;811;p38"/>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2" name="Google Shape;812;p38"/>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3" name="Google Shape;813;p38"/>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4" name="Google Shape;814;p38"/>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5" name="Google Shape;815;p38"/>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6" name="Google Shape;816;p38"/>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7" name="Google Shape;817;p38"/>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8" name="Google Shape;818;p38"/>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9" name="Google Shape;819;p38"/>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0" name="Google Shape;820;p38"/>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1" name="Google Shape;821;p38"/>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2" name="Google Shape;822;p38"/>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3" name="Google Shape;823;p38"/>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4" name="Google Shape;824;p38"/>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5" name="Google Shape;825;p38"/>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6" name="Google Shape;826;p38"/>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27" name="Google Shape;827;p38"/>
          <p:cNvGrpSpPr/>
          <p:nvPr/>
        </p:nvGrpSpPr>
        <p:grpSpPr>
          <a:xfrm>
            <a:off x="-53681" y="-358003"/>
            <a:ext cx="1013684" cy="1013928"/>
            <a:chOff x="1347125" y="349025"/>
            <a:chExt cx="4978800" cy="4980000"/>
          </a:xfrm>
        </p:grpSpPr>
        <p:sp>
          <p:nvSpPr>
            <p:cNvPr id="828" name="Google Shape;828;p38"/>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9" name="Google Shape;829;p38"/>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0" name="Google Shape;830;p38"/>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1" name="Google Shape;831;p38"/>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2" name="Google Shape;832;p38"/>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3" name="Google Shape;833;p38"/>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4" name="Google Shape;834;p38"/>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5" name="Google Shape;835;p38"/>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6" name="Google Shape;836;p38"/>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7" name="Google Shape;837;p38"/>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8" name="Google Shape;838;p38"/>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9" name="Google Shape;839;p38"/>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0" name="Google Shape;840;p38"/>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1" name="Google Shape;841;p38"/>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2" name="Google Shape;842;p38"/>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3" name="Google Shape;843;p38"/>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4" name="Google Shape;844;p38"/>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5" name="Google Shape;845;p38"/>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6" name="Google Shape;846;p38"/>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7" name="Google Shape;847;p38"/>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8" name="Google Shape;848;p38"/>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9" name="Google Shape;849;p38"/>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50" name="Google Shape;850;p38"/>
          <p:cNvSpPr/>
          <p:nvPr/>
        </p:nvSpPr>
        <p:spPr>
          <a:xfrm>
            <a:off x="11656100" y="5142000"/>
            <a:ext cx="344400" cy="3444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51" name="Google Shape;851;p38"/>
          <p:cNvSpPr/>
          <p:nvPr/>
        </p:nvSpPr>
        <p:spPr>
          <a:xfrm>
            <a:off x="187467" y="506800"/>
            <a:ext cx="213200" cy="213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486206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0648889" y="5162012"/>
            <a:ext cx="2290248" cy="2290800"/>
            <a:chOff x="1347125" y="349025"/>
            <a:chExt cx="4978800" cy="4980000"/>
          </a:xfrm>
        </p:grpSpPr>
        <p:sp>
          <p:nvSpPr>
            <p:cNvPr id="10" name="Google Shape;10;p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txBox="1">
            <a:spLocks noGrp="1"/>
          </p:cNvSpPr>
          <p:nvPr>
            <p:ph type="ctrTitle"/>
          </p:nvPr>
        </p:nvSpPr>
        <p:spPr>
          <a:xfrm>
            <a:off x="6402867" y="2921367"/>
            <a:ext cx="4893600" cy="9384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6667" b="1">
                <a:solidFill>
                  <a:schemeClr val="accent5"/>
                </a:solidFill>
                <a:latin typeface="Roboto"/>
                <a:ea typeface="Roboto"/>
                <a:cs typeface="Roboto"/>
                <a:sym typeface="Roboto"/>
              </a:defRPr>
            </a:lvl1pPr>
            <a:lvl2pPr lvl="1" rtl="0">
              <a:spcBef>
                <a:spcPts val="0"/>
              </a:spcBef>
              <a:spcAft>
                <a:spcPts val="0"/>
              </a:spcAft>
              <a:buSzPts val="5200"/>
              <a:buNone/>
              <a:defRPr sz="6933"/>
            </a:lvl2pPr>
            <a:lvl3pPr lvl="2" rtl="0">
              <a:spcBef>
                <a:spcPts val="0"/>
              </a:spcBef>
              <a:spcAft>
                <a:spcPts val="0"/>
              </a:spcAft>
              <a:buSzPts val="5200"/>
              <a:buNone/>
              <a:defRPr sz="6933"/>
            </a:lvl3pPr>
            <a:lvl4pPr lvl="3" rtl="0">
              <a:spcBef>
                <a:spcPts val="0"/>
              </a:spcBef>
              <a:spcAft>
                <a:spcPts val="0"/>
              </a:spcAft>
              <a:buSzPts val="5200"/>
              <a:buNone/>
              <a:defRPr sz="6933"/>
            </a:lvl4pPr>
            <a:lvl5pPr lvl="4" rtl="0">
              <a:spcBef>
                <a:spcPts val="0"/>
              </a:spcBef>
              <a:spcAft>
                <a:spcPts val="0"/>
              </a:spcAft>
              <a:buSzPts val="5200"/>
              <a:buNone/>
              <a:defRPr sz="6933"/>
            </a:lvl5pPr>
            <a:lvl6pPr lvl="5" rtl="0">
              <a:spcBef>
                <a:spcPts val="0"/>
              </a:spcBef>
              <a:spcAft>
                <a:spcPts val="0"/>
              </a:spcAft>
              <a:buSzPts val="5200"/>
              <a:buNone/>
              <a:defRPr sz="6933"/>
            </a:lvl6pPr>
            <a:lvl7pPr lvl="6" rtl="0">
              <a:spcBef>
                <a:spcPts val="0"/>
              </a:spcBef>
              <a:spcAft>
                <a:spcPts val="0"/>
              </a:spcAft>
              <a:buSzPts val="5200"/>
              <a:buNone/>
              <a:defRPr sz="6933"/>
            </a:lvl7pPr>
            <a:lvl8pPr lvl="7" rtl="0">
              <a:spcBef>
                <a:spcPts val="0"/>
              </a:spcBef>
              <a:spcAft>
                <a:spcPts val="0"/>
              </a:spcAft>
              <a:buSzPts val="5200"/>
              <a:buNone/>
              <a:defRPr sz="6933"/>
            </a:lvl8pPr>
            <a:lvl9pPr lvl="8" rtl="0">
              <a:spcBef>
                <a:spcPts val="0"/>
              </a:spcBef>
              <a:spcAft>
                <a:spcPts val="0"/>
              </a:spcAft>
              <a:buSzPts val="5200"/>
              <a:buNone/>
              <a:defRPr sz="6933"/>
            </a:lvl9pPr>
          </a:lstStyle>
          <a:p>
            <a:endParaRPr/>
          </a:p>
        </p:txBody>
      </p:sp>
      <p:sp>
        <p:nvSpPr>
          <p:cNvPr id="33" name="Google Shape;33;p2"/>
          <p:cNvSpPr txBox="1">
            <a:spLocks noGrp="1"/>
          </p:cNvSpPr>
          <p:nvPr>
            <p:ph type="subTitle" idx="1"/>
          </p:nvPr>
        </p:nvSpPr>
        <p:spPr>
          <a:xfrm>
            <a:off x="6402867" y="3859767"/>
            <a:ext cx="4893600" cy="62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atin typeface="Muli"/>
                <a:ea typeface="Muli"/>
                <a:cs typeface="Muli"/>
                <a:sym typeface="Muli"/>
              </a:defRPr>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
        <p:nvSpPr>
          <p:cNvPr id="34" name="Google Shape;34;p2"/>
          <p:cNvSpPr/>
          <p:nvPr/>
        </p:nvSpPr>
        <p:spPr>
          <a:xfrm rot="2539751">
            <a:off x="9831387" y="-4814239"/>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2"/>
          <p:cNvSpPr/>
          <p:nvPr/>
        </p:nvSpPr>
        <p:spPr>
          <a:xfrm rot="9266724">
            <a:off x="10258336" y="1220221"/>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781700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accent1"/>
        </a:solidFill>
        <a:effectLst/>
      </p:bgPr>
    </p:bg>
    <p:spTree>
      <p:nvGrpSpPr>
        <p:cNvPr id="1" name="Shape 36"/>
        <p:cNvGrpSpPr/>
        <p:nvPr/>
      </p:nvGrpSpPr>
      <p:grpSpPr>
        <a:xfrm>
          <a:off x="0" y="0"/>
          <a:ext cx="0" cy="0"/>
          <a:chOff x="0" y="0"/>
          <a:chExt cx="0" cy="0"/>
        </a:xfrm>
      </p:grpSpPr>
      <p:sp>
        <p:nvSpPr>
          <p:cNvPr id="37" name="Google Shape;37;p3"/>
          <p:cNvSpPr/>
          <p:nvPr/>
        </p:nvSpPr>
        <p:spPr>
          <a:xfrm>
            <a:off x="-1922624" y="843471"/>
            <a:ext cx="5018800" cy="5018800"/>
          </a:xfrm>
          <a:prstGeom prst="donut">
            <a:avLst>
              <a:gd name="adj" fmla="val 17842"/>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8" name="Google Shape;38;p3"/>
          <p:cNvGrpSpPr/>
          <p:nvPr/>
        </p:nvGrpSpPr>
        <p:grpSpPr>
          <a:xfrm>
            <a:off x="1781158" y="914925"/>
            <a:ext cx="867639" cy="867848"/>
            <a:chOff x="1347125" y="349025"/>
            <a:chExt cx="4978800" cy="4980000"/>
          </a:xfrm>
        </p:grpSpPr>
        <p:sp>
          <p:nvSpPr>
            <p:cNvPr id="39" name="Google Shape;39;p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52;p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60;p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1" name="Google Shape;61;p3"/>
          <p:cNvSpPr/>
          <p:nvPr/>
        </p:nvSpPr>
        <p:spPr>
          <a:xfrm>
            <a:off x="328196" y="4577867"/>
            <a:ext cx="668000" cy="6680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2" name="Google Shape;62;p3"/>
          <p:cNvSpPr txBox="1">
            <a:spLocks noGrp="1"/>
          </p:cNvSpPr>
          <p:nvPr>
            <p:ph type="title"/>
          </p:nvPr>
        </p:nvSpPr>
        <p:spPr>
          <a:xfrm>
            <a:off x="3319533" y="2788051"/>
            <a:ext cx="7572400" cy="1282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3" name="Google Shape;63;p3"/>
          <p:cNvSpPr txBox="1">
            <a:spLocks noGrp="1"/>
          </p:cNvSpPr>
          <p:nvPr>
            <p:ph type="subTitle" idx="1"/>
          </p:nvPr>
        </p:nvSpPr>
        <p:spPr>
          <a:xfrm>
            <a:off x="3319533" y="4069951"/>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4" name="Google Shape;64;p3"/>
          <p:cNvSpPr txBox="1">
            <a:spLocks noGrp="1"/>
          </p:cNvSpPr>
          <p:nvPr>
            <p:ph type="title" idx="2" hasCustomPrompt="1"/>
          </p:nvPr>
        </p:nvSpPr>
        <p:spPr>
          <a:xfrm>
            <a:off x="3319533" y="1731251"/>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
        <p:nvSpPr>
          <p:cNvPr id="65" name="Google Shape;65;p3"/>
          <p:cNvSpPr/>
          <p:nvPr/>
        </p:nvSpPr>
        <p:spPr>
          <a:xfrm rot="2539751">
            <a:off x="9831387" y="-4814239"/>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 name="Google Shape;66;p3"/>
          <p:cNvSpPr/>
          <p:nvPr/>
        </p:nvSpPr>
        <p:spPr>
          <a:xfrm rot="9266724">
            <a:off x="10258336" y="1220221"/>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3442173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rgbClr val="00899D"/>
        </a:solidFill>
        <a:effectLst/>
      </p:bgPr>
    </p:bg>
    <p:spTree>
      <p:nvGrpSpPr>
        <p:cNvPr id="1" name="Shape 67"/>
        <p:cNvGrpSpPr/>
        <p:nvPr/>
      </p:nvGrpSpPr>
      <p:grpSpPr>
        <a:xfrm>
          <a:off x="0" y="0"/>
          <a:ext cx="0" cy="0"/>
          <a:chOff x="0" y="0"/>
          <a:chExt cx="0" cy="0"/>
        </a:xfrm>
      </p:grpSpPr>
      <p:sp>
        <p:nvSpPr>
          <p:cNvPr id="68" name="Google Shape;68;p4"/>
          <p:cNvSpPr txBox="1">
            <a:spLocks noGrp="1"/>
          </p:cNvSpPr>
          <p:nvPr>
            <p:ph type="title"/>
          </p:nvPr>
        </p:nvSpPr>
        <p:spPr>
          <a:xfrm>
            <a:off x="415600" y="512064"/>
            <a:ext cx="113608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2700"/>
              <a:buNone/>
              <a:defRPr>
                <a:solidFill>
                  <a:schemeClr val="lt2"/>
                </a:solidFill>
              </a:defRPr>
            </a:lvl1pPr>
            <a:lvl2pPr lvl="1">
              <a:spcBef>
                <a:spcPts val="0"/>
              </a:spcBef>
              <a:spcAft>
                <a:spcPts val="0"/>
              </a:spcAft>
              <a:buSzPts val="2700"/>
              <a:buNone/>
              <a:defRPr/>
            </a:lvl2pPr>
            <a:lvl3pPr lvl="2">
              <a:spcBef>
                <a:spcPts val="0"/>
              </a:spcBef>
              <a:spcAft>
                <a:spcPts val="0"/>
              </a:spcAft>
              <a:buSzPts val="2700"/>
              <a:buNone/>
              <a:defRPr/>
            </a:lvl3pPr>
            <a:lvl4pPr lvl="3">
              <a:spcBef>
                <a:spcPts val="0"/>
              </a:spcBef>
              <a:spcAft>
                <a:spcPts val="0"/>
              </a:spcAft>
              <a:buSzPts val="2700"/>
              <a:buNone/>
              <a:defRPr/>
            </a:lvl4pPr>
            <a:lvl5pPr lvl="4">
              <a:spcBef>
                <a:spcPts val="0"/>
              </a:spcBef>
              <a:spcAft>
                <a:spcPts val="0"/>
              </a:spcAft>
              <a:buSzPts val="2700"/>
              <a:buNone/>
              <a:defRPr/>
            </a:lvl5pPr>
            <a:lvl6pPr lvl="5">
              <a:spcBef>
                <a:spcPts val="0"/>
              </a:spcBef>
              <a:spcAft>
                <a:spcPts val="0"/>
              </a:spcAft>
              <a:buSzPts val="2700"/>
              <a:buNone/>
              <a:defRPr/>
            </a:lvl6pPr>
            <a:lvl7pPr lvl="6">
              <a:spcBef>
                <a:spcPts val="0"/>
              </a:spcBef>
              <a:spcAft>
                <a:spcPts val="0"/>
              </a:spcAft>
              <a:buSzPts val="2700"/>
              <a:buNone/>
              <a:defRPr/>
            </a:lvl7pPr>
            <a:lvl8pPr lvl="7">
              <a:spcBef>
                <a:spcPts val="0"/>
              </a:spcBef>
              <a:spcAft>
                <a:spcPts val="0"/>
              </a:spcAft>
              <a:buSzPts val="2700"/>
              <a:buNone/>
              <a:defRPr/>
            </a:lvl8pPr>
            <a:lvl9pPr lvl="8">
              <a:spcBef>
                <a:spcPts val="0"/>
              </a:spcBef>
              <a:spcAft>
                <a:spcPts val="0"/>
              </a:spcAft>
              <a:buSzPts val="2700"/>
              <a:buNone/>
              <a:defRPr/>
            </a:lvl9pPr>
          </a:lstStyle>
          <a:p>
            <a:endParaRPr/>
          </a:p>
        </p:txBody>
      </p:sp>
      <p:sp>
        <p:nvSpPr>
          <p:cNvPr id="69" name="Google Shape;69;p4"/>
          <p:cNvSpPr txBox="1">
            <a:spLocks noGrp="1"/>
          </p:cNvSpPr>
          <p:nvPr>
            <p:ph type="body" idx="1"/>
          </p:nvPr>
        </p:nvSpPr>
        <p:spPr>
          <a:xfrm>
            <a:off x="950967" y="1382367"/>
            <a:ext cx="10290000" cy="5031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rgbClr val="8C5A79"/>
              </a:buClr>
              <a:buSzPts val="1400"/>
              <a:buFont typeface="Lato"/>
              <a:buChar char="●"/>
              <a:defRPr>
                <a:solidFill>
                  <a:schemeClr val="lt2"/>
                </a:solidFill>
              </a:defRPr>
            </a:lvl1pPr>
            <a:lvl2pPr marL="1219170" lvl="1" indent="-406390">
              <a:spcBef>
                <a:spcPts val="0"/>
              </a:spcBef>
              <a:spcAft>
                <a:spcPts val="0"/>
              </a:spcAft>
              <a:buClr>
                <a:srgbClr val="555555"/>
              </a:buClr>
              <a:buSzPts val="1200"/>
              <a:buFont typeface="Lato"/>
              <a:buChar char="○"/>
              <a:defRPr>
                <a:solidFill>
                  <a:schemeClr val="lt2"/>
                </a:solidFill>
              </a:defRPr>
            </a:lvl2pPr>
            <a:lvl3pPr marL="1828754" lvl="2" indent="-406390">
              <a:spcBef>
                <a:spcPts val="0"/>
              </a:spcBef>
              <a:spcAft>
                <a:spcPts val="0"/>
              </a:spcAft>
              <a:buClr>
                <a:srgbClr val="555555"/>
              </a:buClr>
              <a:buSzPts val="1200"/>
              <a:buFont typeface="Lato"/>
              <a:buChar char="■"/>
              <a:defRPr>
                <a:solidFill>
                  <a:schemeClr val="lt2"/>
                </a:solidFill>
              </a:defRPr>
            </a:lvl3pPr>
            <a:lvl4pPr marL="2438339" lvl="3" indent="-406390">
              <a:spcBef>
                <a:spcPts val="0"/>
              </a:spcBef>
              <a:spcAft>
                <a:spcPts val="0"/>
              </a:spcAft>
              <a:buClr>
                <a:srgbClr val="555555"/>
              </a:buClr>
              <a:buSzPts val="1200"/>
              <a:buFont typeface="Lato"/>
              <a:buChar char="●"/>
              <a:defRPr>
                <a:solidFill>
                  <a:schemeClr val="lt2"/>
                </a:solidFill>
              </a:defRPr>
            </a:lvl4pPr>
            <a:lvl5pPr marL="3047924" lvl="4" indent="-406390">
              <a:spcBef>
                <a:spcPts val="0"/>
              </a:spcBef>
              <a:spcAft>
                <a:spcPts val="0"/>
              </a:spcAft>
              <a:buClr>
                <a:srgbClr val="555555"/>
              </a:buClr>
              <a:buSzPts val="1200"/>
              <a:buFont typeface="Lato"/>
              <a:buChar char="○"/>
              <a:defRPr>
                <a:solidFill>
                  <a:schemeClr val="lt2"/>
                </a:solidFill>
              </a:defRPr>
            </a:lvl5pPr>
            <a:lvl6pPr marL="3657509" lvl="5" indent="-406390">
              <a:spcBef>
                <a:spcPts val="0"/>
              </a:spcBef>
              <a:spcAft>
                <a:spcPts val="0"/>
              </a:spcAft>
              <a:buClr>
                <a:srgbClr val="555555"/>
              </a:buClr>
              <a:buSzPts val="1200"/>
              <a:buFont typeface="Lato"/>
              <a:buChar char="■"/>
              <a:defRPr>
                <a:solidFill>
                  <a:schemeClr val="lt2"/>
                </a:solidFill>
              </a:defRPr>
            </a:lvl6pPr>
            <a:lvl7pPr marL="4267093" lvl="6" indent="-406390">
              <a:spcBef>
                <a:spcPts val="0"/>
              </a:spcBef>
              <a:spcAft>
                <a:spcPts val="0"/>
              </a:spcAft>
              <a:buClr>
                <a:srgbClr val="555555"/>
              </a:buClr>
              <a:buSzPts val="1200"/>
              <a:buFont typeface="Lato"/>
              <a:buChar char="●"/>
              <a:defRPr>
                <a:solidFill>
                  <a:schemeClr val="lt2"/>
                </a:solidFill>
              </a:defRPr>
            </a:lvl7pPr>
            <a:lvl8pPr marL="4876678" lvl="7" indent="-406390">
              <a:spcBef>
                <a:spcPts val="0"/>
              </a:spcBef>
              <a:spcAft>
                <a:spcPts val="0"/>
              </a:spcAft>
              <a:buClr>
                <a:srgbClr val="555555"/>
              </a:buClr>
              <a:buSzPts val="1200"/>
              <a:buFont typeface="Lato"/>
              <a:buChar char="○"/>
              <a:defRPr>
                <a:solidFill>
                  <a:schemeClr val="lt2"/>
                </a:solidFill>
              </a:defRPr>
            </a:lvl8pPr>
            <a:lvl9pPr marL="5486263" lvl="8" indent="-406390">
              <a:spcBef>
                <a:spcPts val="0"/>
              </a:spcBef>
              <a:spcAft>
                <a:spcPts val="0"/>
              </a:spcAft>
              <a:buClr>
                <a:srgbClr val="555555"/>
              </a:buClr>
              <a:buSzPts val="1200"/>
              <a:buFont typeface="Lato"/>
              <a:buChar char="■"/>
              <a:defRPr>
                <a:solidFill>
                  <a:schemeClr val="lt2"/>
                </a:solidFill>
              </a:defRPr>
            </a:lvl9pPr>
          </a:lstStyle>
          <a:p>
            <a:endParaRPr/>
          </a:p>
        </p:txBody>
      </p:sp>
    </p:spTree>
    <p:extLst>
      <p:ext uri="{BB962C8B-B14F-4D97-AF65-F5344CB8AC3E}">
        <p14:creationId xmlns:p14="http://schemas.microsoft.com/office/powerpoint/2010/main" val="24394877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0"/>
        <p:cNvGrpSpPr/>
        <p:nvPr/>
      </p:nvGrpSpPr>
      <p:grpSpPr>
        <a:xfrm>
          <a:off x="0" y="0"/>
          <a:ext cx="0" cy="0"/>
          <a:chOff x="0" y="0"/>
          <a:chExt cx="0" cy="0"/>
        </a:xfrm>
      </p:grpSpPr>
      <p:sp>
        <p:nvSpPr>
          <p:cNvPr id="71" name="Google Shape;71;p5"/>
          <p:cNvSpPr txBox="1">
            <a:spLocks noGrp="1"/>
          </p:cNvSpPr>
          <p:nvPr>
            <p:ph type="subTitle" idx="1"/>
          </p:nvPr>
        </p:nvSpPr>
        <p:spPr>
          <a:xfrm>
            <a:off x="2149000" y="3700223"/>
            <a:ext cx="3659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2" name="Google Shape;72;p5"/>
          <p:cNvSpPr txBox="1">
            <a:spLocks noGrp="1"/>
          </p:cNvSpPr>
          <p:nvPr>
            <p:ph type="subTitle" idx="2"/>
          </p:nvPr>
        </p:nvSpPr>
        <p:spPr>
          <a:xfrm>
            <a:off x="6383333" y="3700223"/>
            <a:ext cx="3659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3" name="Google Shape;73;p5"/>
          <p:cNvSpPr txBox="1">
            <a:spLocks noGrp="1"/>
          </p:cNvSpPr>
          <p:nvPr>
            <p:ph type="title"/>
          </p:nvPr>
        </p:nvSpPr>
        <p:spPr>
          <a:xfrm>
            <a:off x="1432200" y="512133"/>
            <a:ext cx="9327600" cy="746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4" name="Google Shape;74;p5"/>
          <p:cNvSpPr txBox="1">
            <a:spLocks noGrp="1"/>
          </p:cNvSpPr>
          <p:nvPr>
            <p:ph type="subTitle" idx="3"/>
          </p:nvPr>
        </p:nvSpPr>
        <p:spPr>
          <a:xfrm>
            <a:off x="2149000" y="4147456"/>
            <a:ext cx="3659600" cy="1379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75" name="Google Shape;75;p5"/>
          <p:cNvSpPr txBox="1">
            <a:spLocks noGrp="1"/>
          </p:cNvSpPr>
          <p:nvPr>
            <p:ph type="subTitle" idx="4"/>
          </p:nvPr>
        </p:nvSpPr>
        <p:spPr>
          <a:xfrm>
            <a:off x="6383333" y="4147456"/>
            <a:ext cx="3659600" cy="1379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grpSp>
        <p:nvGrpSpPr>
          <p:cNvPr id="76" name="Google Shape;76;p5"/>
          <p:cNvGrpSpPr/>
          <p:nvPr/>
        </p:nvGrpSpPr>
        <p:grpSpPr>
          <a:xfrm>
            <a:off x="10752823" y="-386521"/>
            <a:ext cx="2290248" cy="2290800"/>
            <a:chOff x="1347125" y="349025"/>
            <a:chExt cx="4978800" cy="4980000"/>
          </a:xfrm>
        </p:grpSpPr>
        <p:sp>
          <p:nvSpPr>
            <p:cNvPr id="77" name="Google Shape;77;p5"/>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 name="Google Shape;78;p5"/>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5"/>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5"/>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5"/>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 name="Google Shape;82;p5"/>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 name="Google Shape;83;p5"/>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5"/>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5"/>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5"/>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 name="Google Shape;87;p5"/>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 name="Google Shape;88;p5"/>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 name="Google Shape;89;p5"/>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 name="Google Shape;90;p5"/>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 name="Google Shape;91;p5"/>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92;p5"/>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 name="Google Shape;93;p5"/>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5"/>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 name="Google Shape;95;p5"/>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 name="Google Shape;96;p5"/>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5"/>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5"/>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9" name="Google Shape;99;p5"/>
          <p:cNvSpPr/>
          <p:nvPr/>
        </p:nvSpPr>
        <p:spPr>
          <a:xfrm rot="-6727045">
            <a:off x="-2802446"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0" name="Google Shape;100;p5"/>
          <p:cNvSpPr/>
          <p:nvPr/>
        </p:nvSpPr>
        <p:spPr>
          <a:xfrm>
            <a:off x="1814800"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10413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lt2"/>
        </a:solidFill>
        <a:effectLst/>
      </p:bgPr>
    </p:bg>
    <p:spTree>
      <p:nvGrpSpPr>
        <p:cNvPr id="1" name="Shape 101"/>
        <p:cNvGrpSpPr/>
        <p:nvPr/>
      </p:nvGrpSpPr>
      <p:grpSpPr>
        <a:xfrm>
          <a:off x="0" y="0"/>
          <a:ext cx="0" cy="0"/>
          <a:chOff x="0" y="0"/>
          <a:chExt cx="0" cy="0"/>
        </a:xfrm>
      </p:grpSpPr>
      <p:sp>
        <p:nvSpPr>
          <p:cNvPr id="102" name="Google Shape;102;p6"/>
          <p:cNvSpPr/>
          <p:nvPr/>
        </p:nvSpPr>
        <p:spPr>
          <a:xfrm>
            <a:off x="7517159" y="-15"/>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3" name="Google Shape;103;p6"/>
          <p:cNvSpPr txBox="1">
            <a:spLocks noGrp="1"/>
          </p:cNvSpPr>
          <p:nvPr>
            <p:ph type="title"/>
          </p:nvPr>
        </p:nvSpPr>
        <p:spPr>
          <a:xfrm>
            <a:off x="950967" y="2484151"/>
            <a:ext cx="4464400" cy="1122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3600"/>
              <a:buNone/>
              <a:defRPr sz="6667">
                <a:solidFill>
                  <a:schemeClr val="accent5"/>
                </a:solidFill>
              </a:defRPr>
            </a:lvl1pPr>
            <a:lvl2pPr lvl="1" rtl="0">
              <a:spcBef>
                <a:spcPts val="0"/>
              </a:spcBef>
              <a:spcAft>
                <a:spcPts val="0"/>
              </a:spcAft>
              <a:buClr>
                <a:schemeClr val="accent5"/>
              </a:buClr>
              <a:buSzPts val="3600"/>
              <a:buNone/>
              <a:defRPr sz="4800">
                <a:solidFill>
                  <a:schemeClr val="accent5"/>
                </a:solidFill>
              </a:defRPr>
            </a:lvl2pPr>
            <a:lvl3pPr lvl="2" rtl="0">
              <a:spcBef>
                <a:spcPts val="0"/>
              </a:spcBef>
              <a:spcAft>
                <a:spcPts val="0"/>
              </a:spcAft>
              <a:buClr>
                <a:schemeClr val="accent5"/>
              </a:buClr>
              <a:buSzPts val="3600"/>
              <a:buNone/>
              <a:defRPr sz="4800">
                <a:solidFill>
                  <a:schemeClr val="accent5"/>
                </a:solidFill>
              </a:defRPr>
            </a:lvl3pPr>
            <a:lvl4pPr lvl="3" rtl="0">
              <a:spcBef>
                <a:spcPts val="0"/>
              </a:spcBef>
              <a:spcAft>
                <a:spcPts val="0"/>
              </a:spcAft>
              <a:buClr>
                <a:schemeClr val="accent5"/>
              </a:buClr>
              <a:buSzPts val="3600"/>
              <a:buNone/>
              <a:defRPr sz="4800">
                <a:solidFill>
                  <a:schemeClr val="accent5"/>
                </a:solidFill>
              </a:defRPr>
            </a:lvl4pPr>
            <a:lvl5pPr lvl="4" rtl="0">
              <a:spcBef>
                <a:spcPts val="0"/>
              </a:spcBef>
              <a:spcAft>
                <a:spcPts val="0"/>
              </a:spcAft>
              <a:buClr>
                <a:schemeClr val="accent5"/>
              </a:buClr>
              <a:buSzPts val="3600"/>
              <a:buNone/>
              <a:defRPr sz="4800">
                <a:solidFill>
                  <a:schemeClr val="accent5"/>
                </a:solidFill>
              </a:defRPr>
            </a:lvl5pPr>
            <a:lvl6pPr lvl="5" rtl="0">
              <a:spcBef>
                <a:spcPts val="0"/>
              </a:spcBef>
              <a:spcAft>
                <a:spcPts val="0"/>
              </a:spcAft>
              <a:buClr>
                <a:schemeClr val="accent5"/>
              </a:buClr>
              <a:buSzPts val="3600"/>
              <a:buNone/>
              <a:defRPr sz="4800">
                <a:solidFill>
                  <a:schemeClr val="accent5"/>
                </a:solidFill>
              </a:defRPr>
            </a:lvl6pPr>
            <a:lvl7pPr lvl="6" rtl="0">
              <a:spcBef>
                <a:spcPts val="0"/>
              </a:spcBef>
              <a:spcAft>
                <a:spcPts val="0"/>
              </a:spcAft>
              <a:buClr>
                <a:schemeClr val="accent5"/>
              </a:buClr>
              <a:buSzPts val="3600"/>
              <a:buNone/>
              <a:defRPr sz="4800">
                <a:solidFill>
                  <a:schemeClr val="accent5"/>
                </a:solidFill>
              </a:defRPr>
            </a:lvl7pPr>
            <a:lvl8pPr lvl="7" rtl="0">
              <a:spcBef>
                <a:spcPts val="0"/>
              </a:spcBef>
              <a:spcAft>
                <a:spcPts val="0"/>
              </a:spcAft>
              <a:buClr>
                <a:schemeClr val="accent5"/>
              </a:buClr>
              <a:buSzPts val="3600"/>
              <a:buNone/>
              <a:defRPr sz="4800">
                <a:solidFill>
                  <a:schemeClr val="accent5"/>
                </a:solidFill>
              </a:defRPr>
            </a:lvl8pPr>
            <a:lvl9pPr lvl="8" rtl="0">
              <a:spcBef>
                <a:spcPts val="0"/>
              </a:spcBef>
              <a:spcAft>
                <a:spcPts val="0"/>
              </a:spcAft>
              <a:buClr>
                <a:schemeClr val="accent5"/>
              </a:buClr>
              <a:buSzPts val="3600"/>
              <a:buNone/>
              <a:defRPr sz="4800">
                <a:solidFill>
                  <a:schemeClr val="accent5"/>
                </a:solidFill>
              </a:defRPr>
            </a:lvl9pPr>
          </a:lstStyle>
          <a:p>
            <a:endParaRPr/>
          </a:p>
        </p:txBody>
      </p:sp>
      <p:sp>
        <p:nvSpPr>
          <p:cNvPr id="104" name="Google Shape;104;p6"/>
          <p:cNvSpPr txBox="1">
            <a:spLocks noGrp="1"/>
          </p:cNvSpPr>
          <p:nvPr>
            <p:ph type="subTitle" idx="1"/>
          </p:nvPr>
        </p:nvSpPr>
        <p:spPr>
          <a:xfrm>
            <a:off x="927400" y="3584184"/>
            <a:ext cx="4464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5817842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05"/>
        <p:cNvGrpSpPr/>
        <p:nvPr/>
      </p:nvGrpSpPr>
      <p:grpSpPr>
        <a:xfrm>
          <a:off x="0" y="0"/>
          <a:ext cx="0" cy="0"/>
          <a:chOff x="0" y="0"/>
          <a:chExt cx="0" cy="0"/>
        </a:xfrm>
      </p:grpSpPr>
      <p:sp>
        <p:nvSpPr>
          <p:cNvPr id="106" name="Google Shape;106;p7"/>
          <p:cNvSpPr txBox="1">
            <a:spLocks noGrp="1"/>
          </p:cNvSpPr>
          <p:nvPr>
            <p:ph type="title"/>
          </p:nvPr>
        </p:nvSpPr>
        <p:spPr>
          <a:xfrm>
            <a:off x="960000" y="720000"/>
            <a:ext cx="4464400" cy="1122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rgbClr val="00BBC1"/>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107" name="Google Shape;107;p7"/>
          <p:cNvSpPr txBox="1">
            <a:spLocks noGrp="1"/>
          </p:cNvSpPr>
          <p:nvPr>
            <p:ph type="subTitle" idx="1"/>
          </p:nvPr>
        </p:nvSpPr>
        <p:spPr>
          <a:xfrm>
            <a:off x="996200" y="1842400"/>
            <a:ext cx="43920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a:solidFill>
                  <a:srgbClr val="343434"/>
                </a:solidFill>
              </a:defRPr>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16076049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1"/>
        </a:solidFill>
        <a:effectLst/>
      </p:bgPr>
    </p:bg>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923800" y="1925651"/>
            <a:ext cx="5088000" cy="1776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6667">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110" name="Google Shape;110;p8"/>
          <p:cNvSpPr txBox="1">
            <a:spLocks noGrp="1"/>
          </p:cNvSpPr>
          <p:nvPr>
            <p:ph type="subTitle" idx="1"/>
          </p:nvPr>
        </p:nvSpPr>
        <p:spPr>
          <a:xfrm>
            <a:off x="923800" y="3875533"/>
            <a:ext cx="50880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Tree>
    <p:extLst>
      <p:ext uri="{BB962C8B-B14F-4D97-AF65-F5344CB8AC3E}">
        <p14:creationId xmlns:p14="http://schemas.microsoft.com/office/powerpoint/2010/main" val="2660218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11"/>
        <p:cNvGrpSpPr/>
        <p:nvPr/>
      </p:nvGrpSpPr>
      <p:grpSpPr>
        <a:xfrm>
          <a:off x="0" y="0"/>
          <a:ext cx="0" cy="0"/>
          <a:chOff x="0" y="0"/>
          <a:chExt cx="0" cy="0"/>
        </a:xfrm>
      </p:grpSpPr>
      <p:sp>
        <p:nvSpPr>
          <p:cNvPr id="112" name="Google Shape;112;p9"/>
          <p:cNvSpPr/>
          <p:nvPr/>
        </p:nvSpPr>
        <p:spPr>
          <a:xfrm>
            <a:off x="7489792"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3" name="Google Shape;113;p9"/>
          <p:cNvSpPr/>
          <p:nvPr/>
        </p:nvSpPr>
        <p:spPr>
          <a:xfrm>
            <a:off x="7489792"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 name="Google Shape;114;p9"/>
          <p:cNvSpPr txBox="1">
            <a:spLocks noGrp="1"/>
          </p:cNvSpPr>
          <p:nvPr>
            <p:ph type="title"/>
          </p:nvPr>
        </p:nvSpPr>
        <p:spPr>
          <a:xfrm>
            <a:off x="946648" y="512067"/>
            <a:ext cx="5565600" cy="11224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115" name="Google Shape;115;p9"/>
          <p:cNvSpPr txBox="1">
            <a:spLocks noGrp="1"/>
          </p:cNvSpPr>
          <p:nvPr>
            <p:ph type="subTitle" idx="1"/>
          </p:nvPr>
        </p:nvSpPr>
        <p:spPr>
          <a:xfrm>
            <a:off x="946648" y="1773027"/>
            <a:ext cx="4808800" cy="392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Char char="●"/>
              <a:defRPr sz="1867">
                <a:solidFill>
                  <a:srgbClr val="343434"/>
                </a:solidFill>
              </a:defRPr>
            </a:lvl1pPr>
            <a:lvl2pPr lvl="1" algn="ctr" rtl="0">
              <a:lnSpc>
                <a:spcPct val="100000"/>
              </a:lnSpc>
              <a:spcBef>
                <a:spcPts val="0"/>
              </a:spcBef>
              <a:spcAft>
                <a:spcPts val="0"/>
              </a:spcAft>
              <a:buClr>
                <a:srgbClr val="343434"/>
              </a:buClr>
              <a:buSzPts val="1200"/>
              <a:buChar char="○"/>
              <a:defRPr>
                <a:solidFill>
                  <a:srgbClr val="343434"/>
                </a:solidFill>
              </a:defRPr>
            </a:lvl2pPr>
            <a:lvl3pPr lvl="2" algn="ctr" rtl="0">
              <a:lnSpc>
                <a:spcPct val="100000"/>
              </a:lnSpc>
              <a:spcBef>
                <a:spcPts val="0"/>
              </a:spcBef>
              <a:spcAft>
                <a:spcPts val="0"/>
              </a:spcAft>
              <a:buClr>
                <a:srgbClr val="343434"/>
              </a:buClr>
              <a:buSzPts val="1200"/>
              <a:buChar char="■"/>
              <a:defRPr>
                <a:solidFill>
                  <a:srgbClr val="343434"/>
                </a:solidFill>
              </a:defRPr>
            </a:lvl3pPr>
            <a:lvl4pPr lvl="3" algn="ctr" rtl="0">
              <a:lnSpc>
                <a:spcPct val="100000"/>
              </a:lnSpc>
              <a:spcBef>
                <a:spcPts val="0"/>
              </a:spcBef>
              <a:spcAft>
                <a:spcPts val="0"/>
              </a:spcAft>
              <a:buClr>
                <a:srgbClr val="343434"/>
              </a:buClr>
              <a:buSzPts val="1200"/>
              <a:buChar char="●"/>
              <a:defRPr>
                <a:solidFill>
                  <a:srgbClr val="343434"/>
                </a:solidFill>
              </a:defRPr>
            </a:lvl4pPr>
            <a:lvl5pPr lvl="4" algn="ctr" rtl="0">
              <a:lnSpc>
                <a:spcPct val="100000"/>
              </a:lnSpc>
              <a:spcBef>
                <a:spcPts val="0"/>
              </a:spcBef>
              <a:spcAft>
                <a:spcPts val="0"/>
              </a:spcAft>
              <a:buClr>
                <a:srgbClr val="343434"/>
              </a:buClr>
              <a:buSzPts val="1200"/>
              <a:buChar char="○"/>
              <a:defRPr>
                <a:solidFill>
                  <a:srgbClr val="343434"/>
                </a:solidFill>
              </a:defRPr>
            </a:lvl5pPr>
            <a:lvl6pPr lvl="5" algn="ctr" rtl="0">
              <a:lnSpc>
                <a:spcPct val="100000"/>
              </a:lnSpc>
              <a:spcBef>
                <a:spcPts val="0"/>
              </a:spcBef>
              <a:spcAft>
                <a:spcPts val="0"/>
              </a:spcAft>
              <a:buClr>
                <a:srgbClr val="343434"/>
              </a:buClr>
              <a:buSzPts val="1200"/>
              <a:buChar char="■"/>
              <a:defRPr>
                <a:solidFill>
                  <a:srgbClr val="343434"/>
                </a:solidFill>
              </a:defRPr>
            </a:lvl6pPr>
            <a:lvl7pPr lvl="6" algn="ctr" rtl="0">
              <a:lnSpc>
                <a:spcPct val="100000"/>
              </a:lnSpc>
              <a:spcBef>
                <a:spcPts val="0"/>
              </a:spcBef>
              <a:spcAft>
                <a:spcPts val="0"/>
              </a:spcAft>
              <a:buClr>
                <a:srgbClr val="343434"/>
              </a:buClr>
              <a:buSzPts val="1200"/>
              <a:buChar char="●"/>
              <a:defRPr>
                <a:solidFill>
                  <a:srgbClr val="343434"/>
                </a:solidFill>
              </a:defRPr>
            </a:lvl7pPr>
            <a:lvl8pPr lvl="7" algn="ctr" rtl="0">
              <a:lnSpc>
                <a:spcPct val="100000"/>
              </a:lnSpc>
              <a:spcBef>
                <a:spcPts val="0"/>
              </a:spcBef>
              <a:spcAft>
                <a:spcPts val="0"/>
              </a:spcAft>
              <a:buClr>
                <a:srgbClr val="343434"/>
              </a:buClr>
              <a:buSzPts val="1200"/>
              <a:buChar char="○"/>
              <a:defRPr>
                <a:solidFill>
                  <a:srgbClr val="343434"/>
                </a:solidFill>
              </a:defRPr>
            </a:lvl8pPr>
            <a:lvl9pPr lvl="8" algn="ctr" rtl="0">
              <a:lnSpc>
                <a:spcPct val="100000"/>
              </a:lnSpc>
              <a:spcBef>
                <a:spcPts val="0"/>
              </a:spcBef>
              <a:spcAft>
                <a:spcPts val="0"/>
              </a:spcAft>
              <a:buClr>
                <a:srgbClr val="343434"/>
              </a:buClr>
              <a:buSzPts val="1200"/>
              <a:buChar char="■"/>
              <a:defRPr>
                <a:solidFill>
                  <a:srgbClr val="343434"/>
                </a:solidFill>
              </a:defRPr>
            </a:lvl9pPr>
          </a:lstStyle>
          <a:p>
            <a:endParaRPr/>
          </a:p>
        </p:txBody>
      </p:sp>
    </p:spTree>
    <p:extLst>
      <p:ext uri="{BB962C8B-B14F-4D97-AF65-F5344CB8AC3E}">
        <p14:creationId xmlns:p14="http://schemas.microsoft.com/office/powerpoint/2010/main" val="36956606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16"/>
        <p:cNvGrpSpPr/>
        <p:nvPr/>
      </p:nvGrpSpPr>
      <p:grpSpPr>
        <a:xfrm>
          <a:off x="0" y="0"/>
          <a:ext cx="0" cy="0"/>
          <a:chOff x="0" y="0"/>
          <a:chExt cx="0" cy="0"/>
        </a:xfrm>
      </p:grpSpPr>
      <p:grpSp>
        <p:nvGrpSpPr>
          <p:cNvPr id="117" name="Google Shape;117;p10"/>
          <p:cNvGrpSpPr/>
          <p:nvPr/>
        </p:nvGrpSpPr>
        <p:grpSpPr>
          <a:xfrm>
            <a:off x="10752823" y="481579"/>
            <a:ext cx="2290248" cy="2290800"/>
            <a:chOff x="1347125" y="349025"/>
            <a:chExt cx="4978800" cy="4980000"/>
          </a:xfrm>
        </p:grpSpPr>
        <p:sp>
          <p:nvSpPr>
            <p:cNvPr id="118" name="Google Shape;118;p1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 name="Google Shape;119;p1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1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1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1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1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1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 name="Google Shape;125;p1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1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1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1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 name="Google Shape;129;p1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 name="Google Shape;130;p1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1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1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1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1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1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 name="Google Shape;136;p1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1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1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1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0" name="Google Shape;140;p10"/>
          <p:cNvSpPr/>
          <p:nvPr/>
        </p:nvSpPr>
        <p:spPr>
          <a:xfrm>
            <a:off x="-2567499" y="-3738266"/>
            <a:ext cx="4229500" cy="6385033"/>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1" name="Google Shape;141;p10"/>
          <p:cNvGrpSpPr/>
          <p:nvPr/>
        </p:nvGrpSpPr>
        <p:grpSpPr>
          <a:xfrm>
            <a:off x="589253" y="264531"/>
            <a:ext cx="1013684" cy="1013928"/>
            <a:chOff x="1347125" y="349025"/>
            <a:chExt cx="4978800" cy="4980000"/>
          </a:xfrm>
        </p:grpSpPr>
        <p:sp>
          <p:nvSpPr>
            <p:cNvPr id="142" name="Google Shape;142;p1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 name="Google Shape;143;p1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 name="Google Shape;144;p1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1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1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1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 name="Google Shape;148;p1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 name="Google Shape;149;p1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 name="Google Shape;150;p1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 name="Google Shape;151;p1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1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1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 name="Google Shape;154;p1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1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 name="Google Shape;156;p1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 name="Google Shape;157;p1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 name="Google Shape;158;p1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1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1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 name="Google Shape;161;p1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1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 name="Google Shape;163;p1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4" name="Google Shape;164;p10"/>
          <p:cNvSpPr/>
          <p:nvPr/>
        </p:nvSpPr>
        <p:spPr>
          <a:xfrm>
            <a:off x="-131033" y="2139367"/>
            <a:ext cx="344400" cy="344400"/>
          </a:xfrm>
          <a:prstGeom prst="ellipse">
            <a:avLst/>
          </a:pr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5" name="Google Shape;165;p10"/>
          <p:cNvSpPr/>
          <p:nvPr/>
        </p:nvSpPr>
        <p:spPr>
          <a:xfrm>
            <a:off x="-65467" y="1640700"/>
            <a:ext cx="213200" cy="213200"/>
          </a:xfrm>
          <a:prstGeom prst="ellipse">
            <a:avLst/>
          </a:pr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6" name="Google Shape;166;p10"/>
          <p:cNvSpPr txBox="1">
            <a:spLocks noGrp="1"/>
          </p:cNvSpPr>
          <p:nvPr>
            <p:ph type="title"/>
          </p:nvPr>
        </p:nvSpPr>
        <p:spPr>
          <a:xfrm>
            <a:off x="3161400" y="3835033"/>
            <a:ext cx="58692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solidFill>
                  <a:schemeClr val="accent5"/>
                </a:solidFill>
              </a:defRPr>
            </a:lvl1pPr>
            <a:lvl2pPr lvl="1" algn="r" rtl="0">
              <a:spcBef>
                <a:spcPts val="0"/>
              </a:spcBef>
              <a:spcAft>
                <a:spcPts val="0"/>
              </a:spcAft>
              <a:buNone/>
              <a:defRPr sz="3600">
                <a:solidFill>
                  <a:schemeClr val="accent5"/>
                </a:solidFill>
              </a:defRPr>
            </a:lvl2pPr>
            <a:lvl3pPr lvl="2" algn="r" rtl="0">
              <a:spcBef>
                <a:spcPts val="0"/>
              </a:spcBef>
              <a:spcAft>
                <a:spcPts val="0"/>
              </a:spcAft>
              <a:buNone/>
              <a:defRPr sz="3600">
                <a:solidFill>
                  <a:schemeClr val="accent5"/>
                </a:solidFill>
              </a:defRPr>
            </a:lvl3pPr>
            <a:lvl4pPr lvl="3" algn="r" rtl="0">
              <a:spcBef>
                <a:spcPts val="0"/>
              </a:spcBef>
              <a:spcAft>
                <a:spcPts val="0"/>
              </a:spcAft>
              <a:buNone/>
              <a:defRPr sz="3600">
                <a:solidFill>
                  <a:schemeClr val="accent5"/>
                </a:solidFill>
              </a:defRPr>
            </a:lvl4pPr>
            <a:lvl5pPr lvl="4" algn="r" rtl="0">
              <a:spcBef>
                <a:spcPts val="0"/>
              </a:spcBef>
              <a:spcAft>
                <a:spcPts val="0"/>
              </a:spcAft>
              <a:buNone/>
              <a:defRPr sz="3600">
                <a:solidFill>
                  <a:schemeClr val="accent5"/>
                </a:solidFill>
              </a:defRPr>
            </a:lvl5pPr>
            <a:lvl6pPr lvl="5" algn="r" rtl="0">
              <a:spcBef>
                <a:spcPts val="0"/>
              </a:spcBef>
              <a:spcAft>
                <a:spcPts val="0"/>
              </a:spcAft>
              <a:buNone/>
              <a:defRPr sz="3600">
                <a:solidFill>
                  <a:schemeClr val="accent5"/>
                </a:solidFill>
              </a:defRPr>
            </a:lvl6pPr>
            <a:lvl7pPr lvl="6" algn="r" rtl="0">
              <a:spcBef>
                <a:spcPts val="0"/>
              </a:spcBef>
              <a:spcAft>
                <a:spcPts val="0"/>
              </a:spcAft>
              <a:buNone/>
              <a:defRPr sz="3600">
                <a:solidFill>
                  <a:schemeClr val="accent5"/>
                </a:solidFill>
              </a:defRPr>
            </a:lvl7pPr>
            <a:lvl8pPr lvl="7" algn="r" rtl="0">
              <a:spcBef>
                <a:spcPts val="0"/>
              </a:spcBef>
              <a:spcAft>
                <a:spcPts val="0"/>
              </a:spcAft>
              <a:buNone/>
              <a:defRPr sz="3600">
                <a:solidFill>
                  <a:schemeClr val="accent5"/>
                </a:solidFill>
              </a:defRPr>
            </a:lvl8pPr>
            <a:lvl9pPr lvl="8" algn="r" rtl="0">
              <a:spcBef>
                <a:spcPts val="0"/>
              </a:spcBef>
              <a:spcAft>
                <a:spcPts val="0"/>
              </a:spcAft>
              <a:buNone/>
              <a:defRPr sz="3600">
                <a:solidFill>
                  <a:schemeClr val="accent5"/>
                </a:solidFill>
              </a:defRPr>
            </a:lvl9pPr>
          </a:lstStyle>
          <a:p>
            <a:endParaRPr/>
          </a:p>
        </p:txBody>
      </p:sp>
      <p:sp>
        <p:nvSpPr>
          <p:cNvPr id="167" name="Google Shape;167;p10"/>
          <p:cNvSpPr txBox="1">
            <a:spLocks noGrp="1"/>
          </p:cNvSpPr>
          <p:nvPr>
            <p:ph type="subTitle" idx="1"/>
          </p:nvPr>
        </p:nvSpPr>
        <p:spPr>
          <a:xfrm>
            <a:off x="3161300" y="2463900"/>
            <a:ext cx="5869200" cy="1212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a:lvl1pPr>
            <a:lvl2pPr lvl="1" rtl="0">
              <a:spcBef>
                <a:spcPts val="0"/>
              </a:spcBef>
              <a:spcAft>
                <a:spcPts val="0"/>
              </a:spcAft>
              <a:buNone/>
              <a:defRPr sz="2267"/>
            </a:lvl2pPr>
            <a:lvl3pPr lvl="2" rtl="0">
              <a:spcBef>
                <a:spcPts val="0"/>
              </a:spcBef>
              <a:spcAft>
                <a:spcPts val="0"/>
              </a:spcAft>
              <a:buNone/>
              <a:defRPr sz="2267"/>
            </a:lvl3pPr>
            <a:lvl4pPr lvl="3" rtl="0">
              <a:spcBef>
                <a:spcPts val="0"/>
              </a:spcBef>
              <a:spcAft>
                <a:spcPts val="0"/>
              </a:spcAft>
              <a:buNone/>
              <a:defRPr sz="2267"/>
            </a:lvl4pPr>
            <a:lvl5pPr lvl="4" rtl="0">
              <a:spcBef>
                <a:spcPts val="0"/>
              </a:spcBef>
              <a:spcAft>
                <a:spcPts val="0"/>
              </a:spcAft>
              <a:buNone/>
              <a:defRPr sz="2267"/>
            </a:lvl5pPr>
            <a:lvl6pPr lvl="5" rtl="0">
              <a:spcBef>
                <a:spcPts val="0"/>
              </a:spcBef>
              <a:spcAft>
                <a:spcPts val="0"/>
              </a:spcAft>
              <a:buNone/>
              <a:defRPr sz="2267"/>
            </a:lvl6pPr>
            <a:lvl7pPr lvl="6" rtl="0">
              <a:spcBef>
                <a:spcPts val="0"/>
              </a:spcBef>
              <a:spcAft>
                <a:spcPts val="0"/>
              </a:spcAft>
              <a:buNone/>
              <a:defRPr sz="2267"/>
            </a:lvl7pPr>
            <a:lvl8pPr lvl="7" rtl="0">
              <a:spcBef>
                <a:spcPts val="0"/>
              </a:spcBef>
              <a:spcAft>
                <a:spcPts val="0"/>
              </a:spcAft>
              <a:buNone/>
              <a:defRPr sz="2267"/>
            </a:lvl8pPr>
            <a:lvl9pPr lvl="8" rtl="0">
              <a:spcBef>
                <a:spcPts val="0"/>
              </a:spcBef>
              <a:spcAft>
                <a:spcPts val="0"/>
              </a:spcAft>
              <a:buNone/>
              <a:defRPr sz="2267"/>
            </a:lvl9pPr>
          </a:lstStyle>
          <a:p>
            <a:endParaRPr/>
          </a:p>
        </p:txBody>
      </p:sp>
    </p:spTree>
    <p:extLst>
      <p:ext uri="{BB962C8B-B14F-4D97-AF65-F5344CB8AC3E}">
        <p14:creationId xmlns:p14="http://schemas.microsoft.com/office/powerpoint/2010/main" val="41258597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68"/>
        <p:cNvGrpSpPr/>
        <p:nvPr/>
      </p:nvGrpSpPr>
      <p:grpSpPr>
        <a:xfrm>
          <a:off x="0" y="0"/>
          <a:ext cx="0" cy="0"/>
          <a:chOff x="0" y="0"/>
          <a:chExt cx="0" cy="0"/>
        </a:xfrm>
      </p:grpSpPr>
      <p:sp>
        <p:nvSpPr>
          <p:cNvPr id="169" name="Google Shape;169;p11"/>
          <p:cNvSpPr txBox="1">
            <a:spLocks noGrp="1"/>
          </p:cNvSpPr>
          <p:nvPr>
            <p:ph type="title" hasCustomPrompt="1"/>
          </p:nvPr>
        </p:nvSpPr>
        <p:spPr>
          <a:xfrm>
            <a:off x="415600" y="2380833"/>
            <a:ext cx="11360800" cy="153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7210"/>
              </a:buClr>
              <a:buSzPts val="12000"/>
              <a:buNone/>
              <a:defRPr sz="9333">
                <a:solidFill>
                  <a:schemeClr val="accent2"/>
                </a:solidFill>
              </a:defRPr>
            </a:lvl1pPr>
            <a:lvl2pPr lvl="1" algn="ctr" rtl="0">
              <a:spcBef>
                <a:spcPts val="0"/>
              </a:spcBef>
              <a:spcAft>
                <a:spcPts val="0"/>
              </a:spcAft>
              <a:buClr>
                <a:srgbClr val="FF7210"/>
              </a:buClr>
              <a:buSzPts val="12000"/>
              <a:buNone/>
              <a:defRPr sz="16000">
                <a:solidFill>
                  <a:srgbClr val="FF7210"/>
                </a:solidFill>
              </a:defRPr>
            </a:lvl2pPr>
            <a:lvl3pPr lvl="2" algn="ctr" rtl="0">
              <a:spcBef>
                <a:spcPts val="0"/>
              </a:spcBef>
              <a:spcAft>
                <a:spcPts val="0"/>
              </a:spcAft>
              <a:buClr>
                <a:srgbClr val="FF7210"/>
              </a:buClr>
              <a:buSzPts val="12000"/>
              <a:buNone/>
              <a:defRPr sz="16000">
                <a:solidFill>
                  <a:srgbClr val="FF7210"/>
                </a:solidFill>
              </a:defRPr>
            </a:lvl3pPr>
            <a:lvl4pPr lvl="3" algn="ctr" rtl="0">
              <a:spcBef>
                <a:spcPts val="0"/>
              </a:spcBef>
              <a:spcAft>
                <a:spcPts val="0"/>
              </a:spcAft>
              <a:buClr>
                <a:srgbClr val="FF7210"/>
              </a:buClr>
              <a:buSzPts val="12000"/>
              <a:buNone/>
              <a:defRPr sz="16000">
                <a:solidFill>
                  <a:srgbClr val="FF7210"/>
                </a:solidFill>
              </a:defRPr>
            </a:lvl4pPr>
            <a:lvl5pPr lvl="4" algn="ctr" rtl="0">
              <a:spcBef>
                <a:spcPts val="0"/>
              </a:spcBef>
              <a:spcAft>
                <a:spcPts val="0"/>
              </a:spcAft>
              <a:buClr>
                <a:srgbClr val="FF7210"/>
              </a:buClr>
              <a:buSzPts val="12000"/>
              <a:buNone/>
              <a:defRPr sz="16000">
                <a:solidFill>
                  <a:srgbClr val="FF7210"/>
                </a:solidFill>
              </a:defRPr>
            </a:lvl5pPr>
            <a:lvl6pPr lvl="5" algn="ctr" rtl="0">
              <a:spcBef>
                <a:spcPts val="0"/>
              </a:spcBef>
              <a:spcAft>
                <a:spcPts val="0"/>
              </a:spcAft>
              <a:buClr>
                <a:srgbClr val="FF7210"/>
              </a:buClr>
              <a:buSzPts val="12000"/>
              <a:buNone/>
              <a:defRPr sz="16000">
                <a:solidFill>
                  <a:srgbClr val="FF7210"/>
                </a:solidFill>
              </a:defRPr>
            </a:lvl6pPr>
            <a:lvl7pPr lvl="6" algn="ctr" rtl="0">
              <a:spcBef>
                <a:spcPts val="0"/>
              </a:spcBef>
              <a:spcAft>
                <a:spcPts val="0"/>
              </a:spcAft>
              <a:buClr>
                <a:srgbClr val="FF7210"/>
              </a:buClr>
              <a:buSzPts val="12000"/>
              <a:buNone/>
              <a:defRPr sz="16000">
                <a:solidFill>
                  <a:srgbClr val="FF7210"/>
                </a:solidFill>
              </a:defRPr>
            </a:lvl7pPr>
            <a:lvl8pPr lvl="7" algn="ctr" rtl="0">
              <a:spcBef>
                <a:spcPts val="0"/>
              </a:spcBef>
              <a:spcAft>
                <a:spcPts val="0"/>
              </a:spcAft>
              <a:buClr>
                <a:srgbClr val="FF7210"/>
              </a:buClr>
              <a:buSzPts val="12000"/>
              <a:buNone/>
              <a:defRPr sz="16000">
                <a:solidFill>
                  <a:srgbClr val="FF7210"/>
                </a:solidFill>
              </a:defRPr>
            </a:lvl8pPr>
            <a:lvl9pPr lvl="8" algn="ctr" rtl="0">
              <a:spcBef>
                <a:spcPts val="0"/>
              </a:spcBef>
              <a:spcAft>
                <a:spcPts val="0"/>
              </a:spcAft>
              <a:buClr>
                <a:srgbClr val="FF7210"/>
              </a:buClr>
              <a:buSzPts val="12000"/>
              <a:buNone/>
              <a:defRPr sz="16000">
                <a:solidFill>
                  <a:srgbClr val="FF7210"/>
                </a:solidFill>
              </a:defRPr>
            </a:lvl9pPr>
          </a:lstStyle>
          <a:p>
            <a:r>
              <a:t>xx%</a:t>
            </a:r>
          </a:p>
        </p:txBody>
      </p:sp>
      <p:sp>
        <p:nvSpPr>
          <p:cNvPr id="170" name="Google Shape;170;p11"/>
          <p:cNvSpPr txBox="1">
            <a:spLocks noGrp="1"/>
          </p:cNvSpPr>
          <p:nvPr>
            <p:ph type="subTitle" idx="1"/>
          </p:nvPr>
        </p:nvSpPr>
        <p:spPr>
          <a:xfrm>
            <a:off x="3350467" y="3767167"/>
            <a:ext cx="5491200" cy="71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171" name="Google Shape;171;p11"/>
          <p:cNvSpPr/>
          <p:nvPr/>
        </p:nvSpPr>
        <p:spPr>
          <a:xfrm>
            <a:off x="10360799" y="-704433"/>
            <a:ext cx="1546000" cy="15460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2" name="Google Shape;172;p11"/>
          <p:cNvGrpSpPr/>
          <p:nvPr/>
        </p:nvGrpSpPr>
        <p:grpSpPr>
          <a:xfrm>
            <a:off x="-511377" y="5320745"/>
            <a:ext cx="2290248" cy="2290800"/>
            <a:chOff x="1347125" y="349025"/>
            <a:chExt cx="4978800" cy="4980000"/>
          </a:xfrm>
        </p:grpSpPr>
        <p:sp>
          <p:nvSpPr>
            <p:cNvPr id="173" name="Google Shape;173;p1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 name="Google Shape;174;p1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 name="Google Shape;175;p1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 name="Google Shape;176;p1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 name="Google Shape;177;p1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 name="Google Shape;178;p1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 name="Google Shape;179;p1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 name="Google Shape;180;p1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 name="Google Shape;181;p1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 name="Google Shape;182;p1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1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1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 name="Google Shape;185;p1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 name="Google Shape;186;p1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 name="Google Shape;187;p1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 name="Google Shape;188;p1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 name="Google Shape;189;p1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 name="Google Shape;190;p1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 name="Google Shape;191;p1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 name="Google Shape;192;p1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 name="Google Shape;193;p1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 name="Google Shape;194;p1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5" name="Google Shape;195;p11"/>
          <p:cNvSpPr/>
          <p:nvPr/>
        </p:nvSpPr>
        <p:spPr>
          <a:xfrm>
            <a:off x="1322333" y="5320733"/>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6" name="Google Shape;196;p11"/>
          <p:cNvSpPr/>
          <p:nvPr/>
        </p:nvSpPr>
        <p:spPr>
          <a:xfrm>
            <a:off x="205400" y="4477157"/>
            <a:ext cx="432800" cy="4328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7" name="Google Shape;197;p11"/>
          <p:cNvSpPr/>
          <p:nvPr/>
        </p:nvSpPr>
        <p:spPr>
          <a:xfrm>
            <a:off x="9585367" y="328029"/>
            <a:ext cx="311200" cy="311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8" name="Google Shape;198;p11"/>
          <p:cNvSpPr/>
          <p:nvPr/>
        </p:nvSpPr>
        <p:spPr>
          <a:xfrm>
            <a:off x="11805200" y="639232"/>
            <a:ext cx="180800" cy="1808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45267916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99"/>
        <p:cNvGrpSpPr/>
        <p:nvPr/>
      </p:nvGrpSpPr>
      <p:grpSpPr>
        <a:xfrm>
          <a:off x="0" y="0"/>
          <a:ext cx="0" cy="0"/>
          <a:chOff x="0" y="0"/>
          <a:chExt cx="0" cy="0"/>
        </a:xfrm>
      </p:grpSpPr>
    </p:spTree>
    <p:extLst>
      <p:ext uri="{BB962C8B-B14F-4D97-AF65-F5344CB8AC3E}">
        <p14:creationId xmlns:p14="http://schemas.microsoft.com/office/powerpoint/2010/main" val="32239666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00"/>
        <p:cNvGrpSpPr/>
        <p:nvPr/>
      </p:nvGrpSpPr>
      <p:grpSpPr>
        <a:xfrm>
          <a:off x="0" y="0"/>
          <a:ext cx="0" cy="0"/>
          <a:chOff x="0" y="0"/>
          <a:chExt cx="0" cy="0"/>
        </a:xfrm>
      </p:grpSpPr>
    </p:spTree>
    <p:extLst>
      <p:ext uri="{BB962C8B-B14F-4D97-AF65-F5344CB8AC3E}">
        <p14:creationId xmlns:p14="http://schemas.microsoft.com/office/powerpoint/2010/main" val="25939335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ackground 2">
  <p:cSld name="Background 2">
    <p:bg>
      <p:bgPr>
        <a:solidFill>
          <a:schemeClr val="accent1"/>
        </a:solidFill>
        <a:effectLst/>
      </p:bgPr>
    </p:bg>
    <p:spTree>
      <p:nvGrpSpPr>
        <p:cNvPr id="1" name="Shape 201"/>
        <p:cNvGrpSpPr/>
        <p:nvPr/>
      </p:nvGrpSpPr>
      <p:grpSpPr>
        <a:xfrm>
          <a:off x="0" y="0"/>
          <a:ext cx="0" cy="0"/>
          <a:chOff x="0" y="0"/>
          <a:chExt cx="0" cy="0"/>
        </a:xfrm>
      </p:grpSpPr>
    </p:spTree>
    <p:extLst>
      <p:ext uri="{BB962C8B-B14F-4D97-AF65-F5344CB8AC3E}">
        <p14:creationId xmlns:p14="http://schemas.microsoft.com/office/powerpoint/2010/main" val="17518231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mp; three columns ">
  <p:cSld name="Title &amp; three columns ">
    <p:spTree>
      <p:nvGrpSpPr>
        <p:cNvPr id="1" name="Shape 242"/>
        <p:cNvGrpSpPr/>
        <p:nvPr/>
      </p:nvGrpSpPr>
      <p:grpSpPr>
        <a:xfrm>
          <a:off x="0" y="0"/>
          <a:ext cx="0" cy="0"/>
          <a:chOff x="0" y="0"/>
          <a:chExt cx="0" cy="0"/>
        </a:xfrm>
      </p:grpSpPr>
      <p:sp>
        <p:nvSpPr>
          <p:cNvPr id="243" name="Google Shape;243;p16"/>
          <p:cNvSpPr txBox="1">
            <a:spLocks noGrp="1"/>
          </p:cNvSpPr>
          <p:nvPr>
            <p:ph type="title"/>
          </p:nvPr>
        </p:nvSpPr>
        <p:spPr>
          <a:xfrm>
            <a:off x="1432200" y="512065"/>
            <a:ext cx="9327600" cy="862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2700"/>
              <a:buNone/>
              <a:defRPr sz="3600"/>
            </a:lvl2pPr>
            <a:lvl3pPr lvl="2" algn="ctr" rtl="0">
              <a:spcBef>
                <a:spcPts val="0"/>
              </a:spcBef>
              <a:spcAft>
                <a:spcPts val="0"/>
              </a:spcAft>
              <a:buSzPts val="2700"/>
              <a:buNone/>
              <a:defRPr sz="3600"/>
            </a:lvl3pPr>
            <a:lvl4pPr lvl="3" algn="ctr" rtl="0">
              <a:spcBef>
                <a:spcPts val="0"/>
              </a:spcBef>
              <a:spcAft>
                <a:spcPts val="0"/>
              </a:spcAft>
              <a:buSzPts val="2700"/>
              <a:buNone/>
              <a:defRPr sz="3600"/>
            </a:lvl4pPr>
            <a:lvl5pPr lvl="4" algn="ctr" rtl="0">
              <a:spcBef>
                <a:spcPts val="0"/>
              </a:spcBef>
              <a:spcAft>
                <a:spcPts val="0"/>
              </a:spcAft>
              <a:buSzPts val="2700"/>
              <a:buNone/>
              <a:defRPr sz="3600"/>
            </a:lvl5pPr>
            <a:lvl6pPr lvl="5" algn="ctr" rtl="0">
              <a:spcBef>
                <a:spcPts val="0"/>
              </a:spcBef>
              <a:spcAft>
                <a:spcPts val="0"/>
              </a:spcAft>
              <a:buSzPts val="2700"/>
              <a:buNone/>
              <a:defRPr sz="3600"/>
            </a:lvl6pPr>
            <a:lvl7pPr lvl="6" algn="ctr" rtl="0">
              <a:spcBef>
                <a:spcPts val="0"/>
              </a:spcBef>
              <a:spcAft>
                <a:spcPts val="0"/>
              </a:spcAft>
              <a:buSzPts val="2700"/>
              <a:buNone/>
              <a:defRPr sz="3600"/>
            </a:lvl7pPr>
            <a:lvl8pPr lvl="7" algn="ctr" rtl="0">
              <a:spcBef>
                <a:spcPts val="0"/>
              </a:spcBef>
              <a:spcAft>
                <a:spcPts val="0"/>
              </a:spcAft>
              <a:buSzPts val="2700"/>
              <a:buNone/>
              <a:defRPr sz="3600"/>
            </a:lvl8pPr>
            <a:lvl9pPr lvl="8" algn="ctr" rtl="0">
              <a:spcBef>
                <a:spcPts val="0"/>
              </a:spcBef>
              <a:spcAft>
                <a:spcPts val="0"/>
              </a:spcAft>
              <a:buSzPts val="2700"/>
              <a:buNone/>
              <a:defRPr sz="3600"/>
            </a:lvl9pPr>
          </a:lstStyle>
          <a:p>
            <a:endParaRPr/>
          </a:p>
        </p:txBody>
      </p:sp>
      <p:sp>
        <p:nvSpPr>
          <p:cNvPr id="244" name="Google Shape;244;p16"/>
          <p:cNvSpPr txBox="1">
            <a:spLocks noGrp="1"/>
          </p:cNvSpPr>
          <p:nvPr>
            <p:ph type="subTitle" idx="1"/>
          </p:nvPr>
        </p:nvSpPr>
        <p:spPr>
          <a:xfrm>
            <a:off x="797100" y="4144607"/>
            <a:ext cx="3302800" cy="1371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245" name="Google Shape;245;p16"/>
          <p:cNvSpPr txBox="1">
            <a:spLocks noGrp="1"/>
          </p:cNvSpPr>
          <p:nvPr>
            <p:ph type="subTitle" idx="2"/>
          </p:nvPr>
        </p:nvSpPr>
        <p:spPr>
          <a:xfrm>
            <a:off x="4444600" y="4144600"/>
            <a:ext cx="3302800" cy="1371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246" name="Google Shape;246;p16"/>
          <p:cNvSpPr txBox="1">
            <a:spLocks noGrp="1"/>
          </p:cNvSpPr>
          <p:nvPr>
            <p:ph type="subTitle" idx="3"/>
          </p:nvPr>
        </p:nvSpPr>
        <p:spPr>
          <a:xfrm>
            <a:off x="8092200" y="4144600"/>
            <a:ext cx="3302800" cy="1371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grpSp>
        <p:nvGrpSpPr>
          <p:cNvPr id="247" name="Google Shape;247;p16"/>
          <p:cNvGrpSpPr/>
          <p:nvPr/>
        </p:nvGrpSpPr>
        <p:grpSpPr>
          <a:xfrm>
            <a:off x="11089256" y="-588355"/>
            <a:ext cx="2290248" cy="2290800"/>
            <a:chOff x="1347125" y="349025"/>
            <a:chExt cx="4978800" cy="4980000"/>
          </a:xfrm>
        </p:grpSpPr>
        <p:sp>
          <p:nvSpPr>
            <p:cNvPr id="248" name="Google Shape;248;p16"/>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 name="Google Shape;249;p16"/>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 name="Google Shape;250;p16"/>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 name="Google Shape;251;p16"/>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 name="Google Shape;252;p16"/>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3" name="Google Shape;253;p16"/>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4" name="Google Shape;254;p16"/>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16"/>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6" name="Google Shape;256;p16"/>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7" name="Google Shape;257;p16"/>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16"/>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9" name="Google Shape;259;p16"/>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16"/>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16"/>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16"/>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16"/>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16"/>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16"/>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16"/>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16"/>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16"/>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16"/>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70" name="Google Shape;270;p16"/>
          <p:cNvSpPr/>
          <p:nvPr/>
        </p:nvSpPr>
        <p:spPr>
          <a:xfrm rot="-6727045">
            <a:off x="-3031179"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1" name="Google Shape;271;p16"/>
          <p:cNvSpPr/>
          <p:nvPr/>
        </p:nvSpPr>
        <p:spPr>
          <a:xfrm>
            <a:off x="1586067"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2" name="Google Shape;272;p16"/>
          <p:cNvSpPr txBox="1">
            <a:spLocks noGrp="1"/>
          </p:cNvSpPr>
          <p:nvPr>
            <p:ph type="subTitle" idx="4"/>
          </p:nvPr>
        </p:nvSpPr>
        <p:spPr>
          <a:xfrm>
            <a:off x="817600" y="3698491"/>
            <a:ext cx="3261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273" name="Google Shape;273;p16"/>
          <p:cNvSpPr txBox="1">
            <a:spLocks noGrp="1"/>
          </p:cNvSpPr>
          <p:nvPr>
            <p:ph type="subTitle" idx="5"/>
          </p:nvPr>
        </p:nvSpPr>
        <p:spPr>
          <a:xfrm>
            <a:off x="4465200" y="3698491"/>
            <a:ext cx="3261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274" name="Google Shape;274;p16"/>
          <p:cNvSpPr txBox="1">
            <a:spLocks noGrp="1"/>
          </p:cNvSpPr>
          <p:nvPr>
            <p:ph type="subTitle" idx="6"/>
          </p:nvPr>
        </p:nvSpPr>
        <p:spPr>
          <a:xfrm>
            <a:off x="8112767" y="3698491"/>
            <a:ext cx="3261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26101510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mp; text">
  <p:cSld name="Title &amp; text">
    <p:spTree>
      <p:nvGrpSpPr>
        <p:cNvPr id="1" name="Shape 275"/>
        <p:cNvGrpSpPr/>
        <p:nvPr/>
      </p:nvGrpSpPr>
      <p:grpSpPr>
        <a:xfrm>
          <a:off x="0" y="0"/>
          <a:ext cx="0" cy="0"/>
          <a:chOff x="0" y="0"/>
          <a:chExt cx="0" cy="0"/>
        </a:xfrm>
      </p:grpSpPr>
      <p:sp>
        <p:nvSpPr>
          <p:cNvPr id="276" name="Google Shape;276;p17"/>
          <p:cNvSpPr/>
          <p:nvPr/>
        </p:nvSpPr>
        <p:spPr>
          <a:xfrm flipH="1">
            <a:off x="-8"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7" name="Google Shape;277;p17"/>
          <p:cNvSpPr txBox="1">
            <a:spLocks noGrp="1"/>
          </p:cNvSpPr>
          <p:nvPr>
            <p:ph type="title"/>
          </p:nvPr>
        </p:nvSpPr>
        <p:spPr>
          <a:xfrm>
            <a:off x="6767600" y="1615401"/>
            <a:ext cx="4464400" cy="17440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278" name="Google Shape;278;p17"/>
          <p:cNvSpPr txBox="1">
            <a:spLocks noGrp="1"/>
          </p:cNvSpPr>
          <p:nvPr>
            <p:ph type="subTitle" idx="1"/>
          </p:nvPr>
        </p:nvSpPr>
        <p:spPr>
          <a:xfrm>
            <a:off x="6767600" y="3359400"/>
            <a:ext cx="4054400" cy="10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312794036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ackground Image">
  <p:cSld name="Background Image">
    <p:spTree>
      <p:nvGrpSpPr>
        <p:cNvPr id="1" name="Shape 279"/>
        <p:cNvGrpSpPr/>
        <p:nvPr/>
      </p:nvGrpSpPr>
      <p:grpSpPr>
        <a:xfrm>
          <a:off x="0" y="0"/>
          <a:ext cx="0" cy="0"/>
          <a:chOff x="0" y="0"/>
          <a:chExt cx="0" cy="0"/>
        </a:xfrm>
      </p:grpSpPr>
      <p:sp>
        <p:nvSpPr>
          <p:cNvPr id="280" name="Google Shape;280;p18"/>
          <p:cNvSpPr txBox="1">
            <a:spLocks noGrp="1"/>
          </p:cNvSpPr>
          <p:nvPr>
            <p:ph type="title"/>
          </p:nvPr>
        </p:nvSpPr>
        <p:spPr>
          <a:xfrm>
            <a:off x="6963600" y="4229800"/>
            <a:ext cx="4268400" cy="1356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Tree>
    <p:extLst>
      <p:ext uri="{BB962C8B-B14F-4D97-AF65-F5344CB8AC3E}">
        <p14:creationId xmlns:p14="http://schemas.microsoft.com/office/powerpoint/2010/main" val="22050991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Only title 2">
  <p:cSld name="Only title 2">
    <p:spTree>
      <p:nvGrpSpPr>
        <p:cNvPr id="1" name="Shape 281"/>
        <p:cNvGrpSpPr/>
        <p:nvPr/>
      </p:nvGrpSpPr>
      <p:grpSpPr>
        <a:xfrm>
          <a:off x="0" y="0"/>
          <a:ext cx="0" cy="0"/>
          <a:chOff x="0" y="0"/>
          <a:chExt cx="0" cy="0"/>
        </a:xfrm>
      </p:grpSpPr>
      <p:grpSp>
        <p:nvGrpSpPr>
          <p:cNvPr id="282" name="Google Shape;282;p19"/>
          <p:cNvGrpSpPr/>
          <p:nvPr/>
        </p:nvGrpSpPr>
        <p:grpSpPr>
          <a:xfrm>
            <a:off x="-53681" y="-358003"/>
            <a:ext cx="1013684" cy="1013928"/>
            <a:chOff x="1347125" y="349025"/>
            <a:chExt cx="4978800" cy="4980000"/>
          </a:xfrm>
        </p:grpSpPr>
        <p:sp>
          <p:nvSpPr>
            <p:cNvPr id="283" name="Google Shape;283;p19"/>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19"/>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5" name="Google Shape;285;p19"/>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19"/>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7" name="Google Shape;287;p19"/>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8" name="Google Shape;288;p19"/>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9" name="Google Shape;289;p19"/>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0" name="Google Shape;290;p19"/>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1" name="Google Shape;291;p19"/>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2" name="Google Shape;292;p19"/>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3" name="Google Shape;293;p19"/>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4" name="Google Shape;294;p19"/>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5" name="Google Shape;295;p19"/>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6" name="Google Shape;296;p19"/>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7" name="Google Shape;297;p19"/>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8" name="Google Shape;298;p19"/>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9" name="Google Shape;299;p19"/>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0" name="Google Shape;300;p19"/>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1" name="Google Shape;301;p19"/>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2" name="Google Shape;302;p19"/>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3" name="Google Shape;303;p19"/>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4" name="Google Shape;304;p19"/>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05" name="Google Shape;305;p19"/>
          <p:cNvSpPr/>
          <p:nvPr/>
        </p:nvSpPr>
        <p:spPr>
          <a:xfrm>
            <a:off x="-345827" y="314171"/>
            <a:ext cx="1296800" cy="1296800"/>
          </a:xfrm>
          <a:prstGeom prst="donut">
            <a:avLst>
              <a:gd name="adj" fmla="val 17842"/>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6" name="Google Shape;306;p19"/>
          <p:cNvSpPr txBox="1">
            <a:spLocks noGrp="1"/>
          </p:cNvSpPr>
          <p:nvPr>
            <p:ph type="title"/>
          </p:nvPr>
        </p:nvSpPr>
        <p:spPr>
          <a:xfrm>
            <a:off x="1432200" y="512064"/>
            <a:ext cx="9327600" cy="75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latin typeface="Helvetica Neue"/>
                <a:ea typeface="Helvetica Neue"/>
                <a:cs typeface="Helvetica Neue"/>
                <a:sym typeface="Helvetica Neue"/>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grpSp>
        <p:nvGrpSpPr>
          <p:cNvPr id="307" name="Google Shape;307;p19"/>
          <p:cNvGrpSpPr/>
          <p:nvPr/>
        </p:nvGrpSpPr>
        <p:grpSpPr>
          <a:xfrm>
            <a:off x="10759789" y="5342045"/>
            <a:ext cx="2290248" cy="2290800"/>
            <a:chOff x="1347125" y="349025"/>
            <a:chExt cx="4978800" cy="4980000"/>
          </a:xfrm>
        </p:grpSpPr>
        <p:sp>
          <p:nvSpPr>
            <p:cNvPr id="308" name="Google Shape;308;p19"/>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9" name="Google Shape;309;p19"/>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0" name="Google Shape;310;p19"/>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1" name="Google Shape;311;p19"/>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2" name="Google Shape;312;p19"/>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3" name="Google Shape;313;p19"/>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 name="Google Shape;314;p19"/>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 name="Google Shape;315;p19"/>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 name="Google Shape;316;p19"/>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19"/>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19"/>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 name="Google Shape;319;p19"/>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0" name="Google Shape;320;p19"/>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19"/>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19"/>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3" name="Google Shape;323;p19"/>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 name="Google Shape;324;p19"/>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 name="Google Shape;325;p19"/>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 name="Google Shape;326;p19"/>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 name="Google Shape;327;p19"/>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 name="Google Shape;328;p19"/>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 name="Google Shape;329;p19"/>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30" name="Google Shape;330;p19"/>
          <p:cNvSpPr/>
          <p:nvPr/>
        </p:nvSpPr>
        <p:spPr>
          <a:xfrm>
            <a:off x="11656100" y="5142000"/>
            <a:ext cx="344400" cy="3444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1" name="Google Shape;331;p19"/>
          <p:cNvSpPr/>
          <p:nvPr/>
        </p:nvSpPr>
        <p:spPr>
          <a:xfrm>
            <a:off x="800833" y="612733"/>
            <a:ext cx="213200" cy="213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9228584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Only title 3">
  <p:cSld name="Only title 3">
    <p:spTree>
      <p:nvGrpSpPr>
        <p:cNvPr id="1" name="Shape 332"/>
        <p:cNvGrpSpPr/>
        <p:nvPr/>
      </p:nvGrpSpPr>
      <p:grpSpPr>
        <a:xfrm>
          <a:off x="0" y="0"/>
          <a:ext cx="0" cy="0"/>
          <a:chOff x="0" y="0"/>
          <a:chExt cx="0" cy="0"/>
        </a:xfrm>
      </p:grpSpPr>
      <p:sp>
        <p:nvSpPr>
          <p:cNvPr id="333" name="Google Shape;333;p2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grpSp>
        <p:nvGrpSpPr>
          <p:cNvPr id="334" name="Google Shape;334;p20"/>
          <p:cNvGrpSpPr/>
          <p:nvPr/>
        </p:nvGrpSpPr>
        <p:grpSpPr>
          <a:xfrm>
            <a:off x="10626389" y="5072912"/>
            <a:ext cx="2290248" cy="2290800"/>
            <a:chOff x="1347125" y="349025"/>
            <a:chExt cx="4978800" cy="4980000"/>
          </a:xfrm>
        </p:grpSpPr>
        <p:sp>
          <p:nvSpPr>
            <p:cNvPr id="335" name="Google Shape;335;p2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2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2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2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2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2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2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2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2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2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2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2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2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2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 name="Google Shape;349;p2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 name="Google Shape;350;p2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 name="Google Shape;351;p2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2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 name="Google Shape;353;p2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 name="Google Shape;354;p2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 name="Google Shape;355;p2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 name="Google Shape;356;p2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7" name="Google Shape;357;p20"/>
          <p:cNvGrpSpPr/>
          <p:nvPr/>
        </p:nvGrpSpPr>
        <p:grpSpPr>
          <a:xfrm>
            <a:off x="-53681" y="-358003"/>
            <a:ext cx="1013684" cy="1013928"/>
            <a:chOff x="1347125" y="349025"/>
            <a:chExt cx="4978800" cy="4980000"/>
          </a:xfrm>
        </p:grpSpPr>
        <p:sp>
          <p:nvSpPr>
            <p:cNvPr id="358" name="Google Shape;358;p2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 name="Google Shape;359;p2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2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 name="Google Shape;361;p2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 name="Google Shape;362;p2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 name="Google Shape;363;p2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 name="Google Shape;364;p2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 name="Google Shape;365;p2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 name="Google Shape;366;p2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2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2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2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2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2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2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 name="Google Shape;373;p2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2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2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2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2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2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2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80" name="Google Shape;380;p20"/>
          <p:cNvSpPr/>
          <p:nvPr/>
        </p:nvSpPr>
        <p:spPr>
          <a:xfrm>
            <a:off x="11522700" y="4872867"/>
            <a:ext cx="344400" cy="3444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1" name="Google Shape;381;p20"/>
          <p:cNvSpPr/>
          <p:nvPr/>
        </p:nvSpPr>
        <p:spPr>
          <a:xfrm>
            <a:off x="187467" y="506800"/>
            <a:ext cx="213200" cy="213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2" name="Google Shape;382;p20"/>
          <p:cNvSpPr/>
          <p:nvPr/>
        </p:nvSpPr>
        <p:spPr>
          <a:xfrm>
            <a:off x="10168000" y="5494200"/>
            <a:ext cx="1064000" cy="1064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3" name="Google Shape;383;p20"/>
          <p:cNvSpPr txBox="1">
            <a:spLocks noGrp="1"/>
          </p:cNvSpPr>
          <p:nvPr>
            <p:ph type="title"/>
          </p:nvPr>
        </p:nvSpPr>
        <p:spPr>
          <a:xfrm>
            <a:off x="1432200" y="512064"/>
            <a:ext cx="9327600" cy="5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Tree>
    <p:extLst>
      <p:ext uri="{BB962C8B-B14F-4D97-AF65-F5344CB8AC3E}">
        <p14:creationId xmlns:p14="http://schemas.microsoft.com/office/powerpoint/2010/main" val="33385170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Numbers &amp; text">
  <p:cSld name="Numbers &amp; text">
    <p:bg>
      <p:bgPr>
        <a:solidFill>
          <a:schemeClr val="accent1"/>
        </a:solidFill>
        <a:effectLst/>
      </p:bgPr>
    </p:bg>
    <p:spTree>
      <p:nvGrpSpPr>
        <p:cNvPr id="1" name="Shape 384"/>
        <p:cNvGrpSpPr/>
        <p:nvPr/>
      </p:nvGrpSpPr>
      <p:grpSpPr>
        <a:xfrm>
          <a:off x="0" y="0"/>
          <a:ext cx="0" cy="0"/>
          <a:chOff x="0" y="0"/>
          <a:chExt cx="0" cy="0"/>
        </a:xfrm>
      </p:grpSpPr>
      <p:sp>
        <p:nvSpPr>
          <p:cNvPr id="385" name="Google Shape;385;p21"/>
          <p:cNvSpPr txBox="1">
            <a:spLocks noGrp="1"/>
          </p:cNvSpPr>
          <p:nvPr>
            <p:ph type="title" hasCustomPrompt="1"/>
          </p:nvPr>
        </p:nvSpPr>
        <p:spPr>
          <a:xfrm>
            <a:off x="415600" y="28171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86" name="Google Shape;386;p21"/>
          <p:cNvSpPr txBox="1">
            <a:spLocks noGrp="1"/>
          </p:cNvSpPr>
          <p:nvPr>
            <p:ph type="subTitle" idx="1"/>
          </p:nvPr>
        </p:nvSpPr>
        <p:spPr>
          <a:xfrm>
            <a:off x="3122000" y="35160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87" name="Google Shape;387;p21"/>
          <p:cNvSpPr txBox="1">
            <a:spLocks noGrp="1"/>
          </p:cNvSpPr>
          <p:nvPr>
            <p:ph type="title" idx="2" hasCustomPrompt="1"/>
          </p:nvPr>
        </p:nvSpPr>
        <p:spPr>
          <a:xfrm>
            <a:off x="415600" y="13436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88" name="Google Shape;388;p21"/>
          <p:cNvSpPr txBox="1">
            <a:spLocks noGrp="1"/>
          </p:cNvSpPr>
          <p:nvPr>
            <p:ph type="subTitle" idx="3"/>
          </p:nvPr>
        </p:nvSpPr>
        <p:spPr>
          <a:xfrm>
            <a:off x="3122000" y="20425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89" name="Google Shape;389;p21"/>
          <p:cNvSpPr txBox="1">
            <a:spLocks noGrp="1"/>
          </p:cNvSpPr>
          <p:nvPr>
            <p:ph type="title" idx="4" hasCustomPrompt="1"/>
          </p:nvPr>
        </p:nvSpPr>
        <p:spPr>
          <a:xfrm>
            <a:off x="415600" y="42906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90" name="Google Shape;390;p21"/>
          <p:cNvSpPr txBox="1">
            <a:spLocks noGrp="1"/>
          </p:cNvSpPr>
          <p:nvPr>
            <p:ph type="subTitle" idx="5"/>
          </p:nvPr>
        </p:nvSpPr>
        <p:spPr>
          <a:xfrm>
            <a:off x="3122000" y="49895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91" name="Google Shape;391;p21"/>
          <p:cNvSpPr/>
          <p:nvPr/>
        </p:nvSpPr>
        <p:spPr>
          <a:xfrm>
            <a:off x="10024365" y="5764133"/>
            <a:ext cx="1546000" cy="1546000"/>
          </a:xfrm>
          <a:prstGeom prst="donut">
            <a:avLst>
              <a:gd name="adj" fmla="val 17842"/>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92" name="Google Shape;392;p21"/>
          <p:cNvGrpSpPr/>
          <p:nvPr/>
        </p:nvGrpSpPr>
        <p:grpSpPr>
          <a:xfrm>
            <a:off x="-530861" y="-582239"/>
            <a:ext cx="2290248" cy="2290800"/>
            <a:chOff x="1347125" y="349025"/>
            <a:chExt cx="4978800" cy="4980000"/>
          </a:xfrm>
        </p:grpSpPr>
        <p:sp>
          <p:nvSpPr>
            <p:cNvPr id="393" name="Google Shape;393;p2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2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2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2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2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2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2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2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2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2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2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2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2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2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7" name="Google Shape;407;p2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8" name="Google Shape;408;p2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9" name="Google Shape;409;p2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0" name="Google Shape;410;p2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1" name="Google Shape;411;p2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2" name="Google Shape;412;p2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3" name="Google Shape;413;p2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4" name="Google Shape;414;p2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15" name="Google Shape;415;p21"/>
          <p:cNvSpPr/>
          <p:nvPr/>
        </p:nvSpPr>
        <p:spPr>
          <a:xfrm>
            <a:off x="1302851" y="-582249"/>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6" name="Google Shape;416;p21"/>
          <p:cNvSpPr/>
          <p:nvPr/>
        </p:nvSpPr>
        <p:spPr>
          <a:xfrm>
            <a:off x="1047151" y="1830773"/>
            <a:ext cx="432800" cy="4328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7" name="Google Shape;417;p21"/>
          <p:cNvSpPr/>
          <p:nvPr/>
        </p:nvSpPr>
        <p:spPr>
          <a:xfrm>
            <a:off x="11076400" y="5643496"/>
            <a:ext cx="311200" cy="311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8" name="Google Shape;418;p21"/>
          <p:cNvSpPr/>
          <p:nvPr/>
        </p:nvSpPr>
        <p:spPr>
          <a:xfrm>
            <a:off x="10836300" y="5161599"/>
            <a:ext cx="180800" cy="1808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4320733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mp; six columns">
  <p:cSld name="Title &amp; six columns">
    <p:spTree>
      <p:nvGrpSpPr>
        <p:cNvPr id="1" name="Shape 419"/>
        <p:cNvGrpSpPr/>
        <p:nvPr/>
      </p:nvGrpSpPr>
      <p:grpSpPr>
        <a:xfrm>
          <a:off x="0" y="0"/>
          <a:ext cx="0" cy="0"/>
          <a:chOff x="0" y="0"/>
          <a:chExt cx="0" cy="0"/>
        </a:xfrm>
      </p:grpSpPr>
      <p:sp>
        <p:nvSpPr>
          <p:cNvPr id="420" name="Google Shape;420;p22"/>
          <p:cNvSpPr txBox="1">
            <a:spLocks noGrp="1"/>
          </p:cNvSpPr>
          <p:nvPr>
            <p:ph type="title"/>
          </p:nvPr>
        </p:nvSpPr>
        <p:spPr>
          <a:xfrm>
            <a:off x="1432200" y="512064"/>
            <a:ext cx="9327600" cy="1140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421" name="Google Shape;421;p22"/>
          <p:cNvSpPr txBox="1">
            <a:spLocks noGrp="1"/>
          </p:cNvSpPr>
          <p:nvPr>
            <p:ph type="subTitle" idx="1"/>
          </p:nvPr>
        </p:nvSpPr>
        <p:spPr>
          <a:xfrm>
            <a:off x="967333" y="31778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2" name="Google Shape;422;p22"/>
          <p:cNvSpPr txBox="1">
            <a:spLocks noGrp="1"/>
          </p:cNvSpPr>
          <p:nvPr>
            <p:ph type="subTitle" idx="2"/>
          </p:nvPr>
        </p:nvSpPr>
        <p:spPr>
          <a:xfrm>
            <a:off x="4456459" y="31778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3" name="Google Shape;423;p22"/>
          <p:cNvSpPr txBox="1">
            <a:spLocks noGrp="1"/>
          </p:cNvSpPr>
          <p:nvPr>
            <p:ph type="subTitle" idx="3"/>
          </p:nvPr>
        </p:nvSpPr>
        <p:spPr>
          <a:xfrm>
            <a:off x="7933433" y="31778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4" name="Google Shape;424;p22"/>
          <p:cNvSpPr txBox="1">
            <a:spLocks noGrp="1"/>
          </p:cNvSpPr>
          <p:nvPr>
            <p:ph type="subTitle" idx="4"/>
          </p:nvPr>
        </p:nvSpPr>
        <p:spPr>
          <a:xfrm>
            <a:off x="967317" y="53716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5" name="Google Shape;425;p22"/>
          <p:cNvSpPr txBox="1">
            <a:spLocks noGrp="1"/>
          </p:cNvSpPr>
          <p:nvPr>
            <p:ph type="subTitle" idx="5"/>
          </p:nvPr>
        </p:nvSpPr>
        <p:spPr>
          <a:xfrm>
            <a:off x="4456508" y="53716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6" name="Google Shape;426;p22"/>
          <p:cNvSpPr txBox="1">
            <a:spLocks noGrp="1"/>
          </p:cNvSpPr>
          <p:nvPr>
            <p:ph type="subTitle" idx="6"/>
          </p:nvPr>
        </p:nvSpPr>
        <p:spPr>
          <a:xfrm>
            <a:off x="7933484" y="5371667"/>
            <a:ext cx="3291200" cy="90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427" name="Google Shape;427;p22"/>
          <p:cNvSpPr/>
          <p:nvPr/>
        </p:nvSpPr>
        <p:spPr>
          <a:xfrm>
            <a:off x="-2932666" y="-4738633"/>
            <a:ext cx="4229500" cy="6385033"/>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8" name="Google Shape;428;p22"/>
          <p:cNvSpPr/>
          <p:nvPr/>
        </p:nvSpPr>
        <p:spPr>
          <a:xfrm>
            <a:off x="1079633" y="377200"/>
            <a:ext cx="217200" cy="216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29" name="Google Shape;429;p22"/>
          <p:cNvGrpSpPr/>
          <p:nvPr/>
        </p:nvGrpSpPr>
        <p:grpSpPr>
          <a:xfrm>
            <a:off x="11409223" y="845212"/>
            <a:ext cx="2290248" cy="2290800"/>
            <a:chOff x="1347125" y="349025"/>
            <a:chExt cx="4978800" cy="4980000"/>
          </a:xfrm>
        </p:grpSpPr>
        <p:sp>
          <p:nvSpPr>
            <p:cNvPr id="430" name="Google Shape;430;p2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1" name="Google Shape;431;p2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2" name="Google Shape;432;p2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3" name="Google Shape;433;p2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4" name="Google Shape;434;p2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5" name="Google Shape;435;p2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6" name="Google Shape;436;p2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7" name="Google Shape;437;p2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8" name="Google Shape;438;p2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2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0" name="Google Shape;440;p2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1" name="Google Shape;441;p2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2" name="Google Shape;442;p2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3" name="Google Shape;443;p2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4" name="Google Shape;444;p2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5" name="Google Shape;445;p2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2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2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2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2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2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2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2" name="Google Shape;452;p22"/>
          <p:cNvSpPr/>
          <p:nvPr/>
        </p:nvSpPr>
        <p:spPr>
          <a:xfrm>
            <a:off x="11794333" y="2780167"/>
            <a:ext cx="213200" cy="213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3" name="Google Shape;453;p22"/>
          <p:cNvSpPr txBox="1">
            <a:spLocks noGrp="1"/>
          </p:cNvSpPr>
          <p:nvPr>
            <p:ph type="subTitle" idx="7"/>
          </p:nvPr>
        </p:nvSpPr>
        <p:spPr>
          <a:xfrm>
            <a:off x="981900" y="2730700"/>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454" name="Google Shape;454;p22"/>
          <p:cNvSpPr txBox="1">
            <a:spLocks noGrp="1"/>
          </p:cNvSpPr>
          <p:nvPr>
            <p:ph type="subTitle" idx="8"/>
          </p:nvPr>
        </p:nvSpPr>
        <p:spPr>
          <a:xfrm>
            <a:off x="4456508" y="2730700"/>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455" name="Google Shape;455;p22"/>
          <p:cNvSpPr txBox="1">
            <a:spLocks noGrp="1"/>
          </p:cNvSpPr>
          <p:nvPr>
            <p:ph type="subTitle" idx="9"/>
          </p:nvPr>
        </p:nvSpPr>
        <p:spPr>
          <a:xfrm>
            <a:off x="7933467" y="2730700"/>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456" name="Google Shape;456;p22"/>
          <p:cNvSpPr txBox="1">
            <a:spLocks noGrp="1"/>
          </p:cNvSpPr>
          <p:nvPr>
            <p:ph type="subTitle" idx="13"/>
          </p:nvPr>
        </p:nvSpPr>
        <p:spPr>
          <a:xfrm>
            <a:off x="7933467" y="4929267"/>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457" name="Google Shape;457;p22"/>
          <p:cNvSpPr txBox="1">
            <a:spLocks noGrp="1"/>
          </p:cNvSpPr>
          <p:nvPr>
            <p:ph type="subTitle" idx="14"/>
          </p:nvPr>
        </p:nvSpPr>
        <p:spPr>
          <a:xfrm>
            <a:off x="4456508" y="4929267"/>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458" name="Google Shape;458;p22"/>
          <p:cNvSpPr txBox="1">
            <a:spLocks noGrp="1"/>
          </p:cNvSpPr>
          <p:nvPr>
            <p:ph type="subTitle" idx="15"/>
          </p:nvPr>
        </p:nvSpPr>
        <p:spPr>
          <a:xfrm>
            <a:off x="967333" y="4929267"/>
            <a:ext cx="3291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8933312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mp; three columns 2">
  <p:cSld name="Title &amp; three columns 2">
    <p:bg>
      <p:bgPr>
        <a:solidFill>
          <a:schemeClr val="accent1"/>
        </a:solidFill>
        <a:effectLst/>
      </p:bgPr>
    </p:bg>
    <p:spTree>
      <p:nvGrpSpPr>
        <p:cNvPr id="1" name="Shape 459"/>
        <p:cNvGrpSpPr/>
        <p:nvPr/>
      </p:nvGrpSpPr>
      <p:grpSpPr>
        <a:xfrm>
          <a:off x="0" y="0"/>
          <a:ext cx="0" cy="0"/>
          <a:chOff x="0" y="0"/>
          <a:chExt cx="0" cy="0"/>
        </a:xfrm>
      </p:grpSpPr>
      <p:sp>
        <p:nvSpPr>
          <p:cNvPr id="460" name="Google Shape;460;p23"/>
          <p:cNvSpPr/>
          <p:nvPr/>
        </p:nvSpPr>
        <p:spPr>
          <a:xfrm flipH="1">
            <a:off x="-8"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1" name="Google Shape;461;p23"/>
          <p:cNvSpPr/>
          <p:nvPr/>
        </p:nvSpPr>
        <p:spPr>
          <a:xfrm rot="-6727045">
            <a:off x="-876846" y="3482049"/>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2" name="Google Shape;462;p23"/>
          <p:cNvSpPr/>
          <p:nvPr/>
        </p:nvSpPr>
        <p:spPr>
          <a:xfrm>
            <a:off x="3740400" y="4448033"/>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63" name="Google Shape;463;p23"/>
          <p:cNvGrpSpPr/>
          <p:nvPr/>
        </p:nvGrpSpPr>
        <p:grpSpPr>
          <a:xfrm>
            <a:off x="11047201" y="-165417"/>
            <a:ext cx="2129599" cy="2130112"/>
            <a:chOff x="1347125" y="349025"/>
            <a:chExt cx="4978800" cy="4980000"/>
          </a:xfrm>
        </p:grpSpPr>
        <p:sp>
          <p:nvSpPr>
            <p:cNvPr id="464" name="Google Shape;464;p2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5" name="Google Shape;465;p2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6" name="Google Shape;466;p2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7" name="Google Shape;467;p2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8" name="Google Shape;468;p2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9" name="Google Shape;469;p2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0" name="Google Shape;470;p2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1" name="Google Shape;471;p2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2" name="Google Shape;472;p2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3" name="Google Shape;473;p2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4" name="Google Shape;474;p2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5" name="Google Shape;475;p2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6" name="Google Shape;476;p2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7" name="Google Shape;477;p2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8" name="Google Shape;478;p2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9" name="Google Shape;479;p2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0" name="Google Shape;480;p2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1" name="Google Shape;481;p2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2" name="Google Shape;482;p2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3" name="Google Shape;483;p2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4" name="Google Shape;484;p2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5" name="Google Shape;485;p2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86" name="Google Shape;486;p23"/>
          <p:cNvSpPr/>
          <p:nvPr/>
        </p:nvSpPr>
        <p:spPr>
          <a:xfrm>
            <a:off x="10725467" y="151733"/>
            <a:ext cx="675200" cy="675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7" name="Google Shape;487;p23"/>
          <p:cNvSpPr txBox="1">
            <a:spLocks noGrp="1"/>
          </p:cNvSpPr>
          <p:nvPr>
            <p:ph type="title"/>
          </p:nvPr>
        </p:nvSpPr>
        <p:spPr>
          <a:xfrm>
            <a:off x="960000" y="1251800"/>
            <a:ext cx="3633200" cy="1659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488" name="Google Shape;488;p23"/>
          <p:cNvSpPr txBox="1">
            <a:spLocks noGrp="1"/>
          </p:cNvSpPr>
          <p:nvPr>
            <p:ph type="subTitle" idx="1"/>
          </p:nvPr>
        </p:nvSpPr>
        <p:spPr>
          <a:xfrm>
            <a:off x="4711200" y="2392500"/>
            <a:ext cx="2903200" cy="1080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solidFill>
                  <a:schemeClr val="lt1"/>
                </a:solidFill>
              </a:defRPr>
            </a:lvl1pPr>
            <a:lvl2pPr lvl="1" algn="ctr" rtl="0">
              <a:spcBef>
                <a:spcPts val="0"/>
              </a:spcBef>
              <a:spcAft>
                <a:spcPts val="0"/>
              </a:spcAft>
              <a:buNone/>
              <a:defRPr sz="1867">
                <a:solidFill>
                  <a:schemeClr val="lt1"/>
                </a:solidFill>
              </a:defRPr>
            </a:lvl2pPr>
            <a:lvl3pPr lvl="2" algn="ctr" rtl="0">
              <a:spcBef>
                <a:spcPts val="0"/>
              </a:spcBef>
              <a:spcAft>
                <a:spcPts val="0"/>
              </a:spcAft>
              <a:buNone/>
              <a:defRPr sz="1867">
                <a:solidFill>
                  <a:schemeClr val="lt1"/>
                </a:solidFill>
              </a:defRPr>
            </a:lvl3pPr>
            <a:lvl4pPr lvl="3" algn="ctr" rtl="0">
              <a:spcBef>
                <a:spcPts val="0"/>
              </a:spcBef>
              <a:spcAft>
                <a:spcPts val="0"/>
              </a:spcAft>
              <a:buNone/>
              <a:defRPr sz="1867">
                <a:solidFill>
                  <a:schemeClr val="lt1"/>
                </a:solidFill>
              </a:defRPr>
            </a:lvl4pPr>
            <a:lvl5pPr lvl="4" algn="ctr" rtl="0">
              <a:spcBef>
                <a:spcPts val="0"/>
              </a:spcBef>
              <a:spcAft>
                <a:spcPts val="0"/>
              </a:spcAft>
              <a:buNone/>
              <a:defRPr sz="1867">
                <a:solidFill>
                  <a:schemeClr val="lt1"/>
                </a:solidFill>
              </a:defRPr>
            </a:lvl5pPr>
            <a:lvl6pPr lvl="5" algn="ctr" rtl="0">
              <a:spcBef>
                <a:spcPts val="0"/>
              </a:spcBef>
              <a:spcAft>
                <a:spcPts val="0"/>
              </a:spcAft>
              <a:buNone/>
              <a:defRPr sz="1867">
                <a:solidFill>
                  <a:schemeClr val="lt1"/>
                </a:solidFill>
              </a:defRPr>
            </a:lvl6pPr>
            <a:lvl7pPr lvl="6" algn="ctr" rtl="0">
              <a:spcBef>
                <a:spcPts val="0"/>
              </a:spcBef>
              <a:spcAft>
                <a:spcPts val="0"/>
              </a:spcAft>
              <a:buNone/>
              <a:defRPr sz="1867">
                <a:solidFill>
                  <a:schemeClr val="lt1"/>
                </a:solidFill>
              </a:defRPr>
            </a:lvl7pPr>
            <a:lvl8pPr lvl="7" algn="ctr" rtl="0">
              <a:spcBef>
                <a:spcPts val="0"/>
              </a:spcBef>
              <a:spcAft>
                <a:spcPts val="0"/>
              </a:spcAft>
              <a:buNone/>
              <a:defRPr sz="1867">
                <a:solidFill>
                  <a:schemeClr val="lt1"/>
                </a:solidFill>
              </a:defRPr>
            </a:lvl8pPr>
            <a:lvl9pPr lvl="8" algn="ctr" rtl="0">
              <a:spcBef>
                <a:spcPts val="0"/>
              </a:spcBef>
              <a:spcAft>
                <a:spcPts val="0"/>
              </a:spcAft>
              <a:buNone/>
              <a:defRPr sz="1867">
                <a:solidFill>
                  <a:schemeClr val="lt1"/>
                </a:solidFill>
              </a:defRPr>
            </a:lvl9pPr>
          </a:lstStyle>
          <a:p>
            <a:endParaRPr/>
          </a:p>
        </p:txBody>
      </p:sp>
      <p:sp>
        <p:nvSpPr>
          <p:cNvPr id="489" name="Google Shape;489;p23"/>
          <p:cNvSpPr txBox="1">
            <a:spLocks noGrp="1"/>
          </p:cNvSpPr>
          <p:nvPr>
            <p:ph type="subTitle" idx="2"/>
          </p:nvPr>
        </p:nvSpPr>
        <p:spPr>
          <a:xfrm>
            <a:off x="8444533" y="2392487"/>
            <a:ext cx="2903200" cy="1080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solidFill>
                  <a:schemeClr val="lt1"/>
                </a:solidFill>
              </a:defRPr>
            </a:lvl1pPr>
            <a:lvl2pPr lvl="1" algn="ctr" rtl="0">
              <a:spcBef>
                <a:spcPts val="0"/>
              </a:spcBef>
              <a:spcAft>
                <a:spcPts val="0"/>
              </a:spcAft>
              <a:buNone/>
              <a:defRPr sz="1867">
                <a:solidFill>
                  <a:schemeClr val="lt1"/>
                </a:solidFill>
              </a:defRPr>
            </a:lvl2pPr>
            <a:lvl3pPr lvl="2" algn="ctr" rtl="0">
              <a:spcBef>
                <a:spcPts val="0"/>
              </a:spcBef>
              <a:spcAft>
                <a:spcPts val="0"/>
              </a:spcAft>
              <a:buNone/>
              <a:defRPr sz="1867">
                <a:solidFill>
                  <a:schemeClr val="lt1"/>
                </a:solidFill>
              </a:defRPr>
            </a:lvl3pPr>
            <a:lvl4pPr lvl="3" algn="ctr" rtl="0">
              <a:spcBef>
                <a:spcPts val="0"/>
              </a:spcBef>
              <a:spcAft>
                <a:spcPts val="0"/>
              </a:spcAft>
              <a:buNone/>
              <a:defRPr sz="1867">
                <a:solidFill>
                  <a:schemeClr val="lt1"/>
                </a:solidFill>
              </a:defRPr>
            </a:lvl4pPr>
            <a:lvl5pPr lvl="4" algn="ctr" rtl="0">
              <a:spcBef>
                <a:spcPts val="0"/>
              </a:spcBef>
              <a:spcAft>
                <a:spcPts val="0"/>
              </a:spcAft>
              <a:buNone/>
              <a:defRPr sz="1867">
                <a:solidFill>
                  <a:schemeClr val="lt1"/>
                </a:solidFill>
              </a:defRPr>
            </a:lvl5pPr>
            <a:lvl6pPr lvl="5" algn="ctr" rtl="0">
              <a:spcBef>
                <a:spcPts val="0"/>
              </a:spcBef>
              <a:spcAft>
                <a:spcPts val="0"/>
              </a:spcAft>
              <a:buNone/>
              <a:defRPr sz="1867">
                <a:solidFill>
                  <a:schemeClr val="lt1"/>
                </a:solidFill>
              </a:defRPr>
            </a:lvl6pPr>
            <a:lvl7pPr lvl="6" algn="ctr" rtl="0">
              <a:spcBef>
                <a:spcPts val="0"/>
              </a:spcBef>
              <a:spcAft>
                <a:spcPts val="0"/>
              </a:spcAft>
              <a:buNone/>
              <a:defRPr sz="1867">
                <a:solidFill>
                  <a:schemeClr val="lt1"/>
                </a:solidFill>
              </a:defRPr>
            </a:lvl7pPr>
            <a:lvl8pPr lvl="7" algn="ctr" rtl="0">
              <a:spcBef>
                <a:spcPts val="0"/>
              </a:spcBef>
              <a:spcAft>
                <a:spcPts val="0"/>
              </a:spcAft>
              <a:buNone/>
              <a:defRPr sz="1867">
                <a:solidFill>
                  <a:schemeClr val="lt1"/>
                </a:solidFill>
              </a:defRPr>
            </a:lvl8pPr>
            <a:lvl9pPr lvl="8" algn="ctr" rtl="0">
              <a:spcBef>
                <a:spcPts val="0"/>
              </a:spcBef>
              <a:spcAft>
                <a:spcPts val="0"/>
              </a:spcAft>
              <a:buNone/>
              <a:defRPr sz="1867">
                <a:solidFill>
                  <a:schemeClr val="lt1"/>
                </a:solidFill>
              </a:defRPr>
            </a:lvl9pPr>
          </a:lstStyle>
          <a:p>
            <a:endParaRPr/>
          </a:p>
        </p:txBody>
      </p:sp>
      <p:sp>
        <p:nvSpPr>
          <p:cNvPr id="490" name="Google Shape;490;p23"/>
          <p:cNvSpPr txBox="1">
            <a:spLocks noGrp="1"/>
          </p:cNvSpPr>
          <p:nvPr>
            <p:ph type="subTitle" idx="3"/>
          </p:nvPr>
        </p:nvSpPr>
        <p:spPr>
          <a:xfrm>
            <a:off x="6569567" y="5276381"/>
            <a:ext cx="2903200" cy="1080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solidFill>
                  <a:schemeClr val="lt1"/>
                </a:solidFill>
              </a:defRPr>
            </a:lvl1pPr>
            <a:lvl2pPr lvl="1" algn="ctr" rtl="0">
              <a:spcBef>
                <a:spcPts val="0"/>
              </a:spcBef>
              <a:spcAft>
                <a:spcPts val="0"/>
              </a:spcAft>
              <a:buNone/>
              <a:defRPr sz="1867">
                <a:solidFill>
                  <a:schemeClr val="lt1"/>
                </a:solidFill>
              </a:defRPr>
            </a:lvl2pPr>
            <a:lvl3pPr lvl="2" algn="ctr" rtl="0">
              <a:spcBef>
                <a:spcPts val="0"/>
              </a:spcBef>
              <a:spcAft>
                <a:spcPts val="0"/>
              </a:spcAft>
              <a:buNone/>
              <a:defRPr sz="1867">
                <a:solidFill>
                  <a:schemeClr val="lt1"/>
                </a:solidFill>
              </a:defRPr>
            </a:lvl3pPr>
            <a:lvl4pPr lvl="3" algn="ctr" rtl="0">
              <a:spcBef>
                <a:spcPts val="0"/>
              </a:spcBef>
              <a:spcAft>
                <a:spcPts val="0"/>
              </a:spcAft>
              <a:buNone/>
              <a:defRPr sz="1867">
                <a:solidFill>
                  <a:schemeClr val="lt1"/>
                </a:solidFill>
              </a:defRPr>
            </a:lvl4pPr>
            <a:lvl5pPr lvl="4" algn="ctr" rtl="0">
              <a:spcBef>
                <a:spcPts val="0"/>
              </a:spcBef>
              <a:spcAft>
                <a:spcPts val="0"/>
              </a:spcAft>
              <a:buNone/>
              <a:defRPr sz="1867">
                <a:solidFill>
                  <a:schemeClr val="lt1"/>
                </a:solidFill>
              </a:defRPr>
            </a:lvl5pPr>
            <a:lvl6pPr lvl="5" algn="ctr" rtl="0">
              <a:spcBef>
                <a:spcPts val="0"/>
              </a:spcBef>
              <a:spcAft>
                <a:spcPts val="0"/>
              </a:spcAft>
              <a:buNone/>
              <a:defRPr sz="1867">
                <a:solidFill>
                  <a:schemeClr val="lt1"/>
                </a:solidFill>
              </a:defRPr>
            </a:lvl6pPr>
            <a:lvl7pPr lvl="6" algn="ctr" rtl="0">
              <a:spcBef>
                <a:spcPts val="0"/>
              </a:spcBef>
              <a:spcAft>
                <a:spcPts val="0"/>
              </a:spcAft>
              <a:buNone/>
              <a:defRPr sz="1867">
                <a:solidFill>
                  <a:schemeClr val="lt1"/>
                </a:solidFill>
              </a:defRPr>
            </a:lvl7pPr>
            <a:lvl8pPr lvl="7" algn="ctr" rtl="0">
              <a:spcBef>
                <a:spcPts val="0"/>
              </a:spcBef>
              <a:spcAft>
                <a:spcPts val="0"/>
              </a:spcAft>
              <a:buNone/>
              <a:defRPr sz="1867">
                <a:solidFill>
                  <a:schemeClr val="lt1"/>
                </a:solidFill>
              </a:defRPr>
            </a:lvl8pPr>
            <a:lvl9pPr lvl="8" algn="ctr" rtl="0">
              <a:spcBef>
                <a:spcPts val="0"/>
              </a:spcBef>
              <a:spcAft>
                <a:spcPts val="0"/>
              </a:spcAft>
              <a:buNone/>
              <a:defRPr sz="1867">
                <a:solidFill>
                  <a:schemeClr val="lt1"/>
                </a:solidFill>
              </a:defRPr>
            </a:lvl9pPr>
          </a:lstStyle>
          <a:p>
            <a:endParaRPr/>
          </a:p>
        </p:txBody>
      </p:sp>
      <p:sp>
        <p:nvSpPr>
          <p:cNvPr id="491" name="Google Shape;491;p23"/>
          <p:cNvSpPr txBox="1">
            <a:spLocks noGrp="1"/>
          </p:cNvSpPr>
          <p:nvPr>
            <p:ph type="subTitle" idx="4"/>
          </p:nvPr>
        </p:nvSpPr>
        <p:spPr>
          <a:xfrm>
            <a:off x="4711200" y="1936767"/>
            <a:ext cx="2903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solidFill>
                  <a:schemeClr val="lt2"/>
                </a:solidFill>
                <a:latin typeface="Roboto"/>
                <a:ea typeface="Roboto"/>
                <a:cs typeface="Roboto"/>
                <a:sym typeface="Roboto"/>
              </a:defRPr>
            </a:lvl1pPr>
            <a:lvl2pPr lvl="1" algn="ctr" rtl="0">
              <a:spcBef>
                <a:spcPts val="0"/>
              </a:spcBef>
              <a:spcAft>
                <a:spcPts val="0"/>
              </a:spcAft>
              <a:buNone/>
              <a:defRPr sz="2267" b="1">
                <a:solidFill>
                  <a:schemeClr val="lt2"/>
                </a:solidFill>
                <a:latin typeface="Roboto"/>
                <a:ea typeface="Roboto"/>
                <a:cs typeface="Roboto"/>
                <a:sym typeface="Roboto"/>
              </a:defRPr>
            </a:lvl2pPr>
            <a:lvl3pPr lvl="2" algn="ctr" rtl="0">
              <a:spcBef>
                <a:spcPts val="0"/>
              </a:spcBef>
              <a:spcAft>
                <a:spcPts val="0"/>
              </a:spcAft>
              <a:buNone/>
              <a:defRPr sz="2267" b="1">
                <a:solidFill>
                  <a:schemeClr val="lt2"/>
                </a:solidFill>
                <a:latin typeface="Roboto"/>
                <a:ea typeface="Roboto"/>
                <a:cs typeface="Roboto"/>
                <a:sym typeface="Roboto"/>
              </a:defRPr>
            </a:lvl3pPr>
            <a:lvl4pPr lvl="3" algn="ctr" rtl="0">
              <a:spcBef>
                <a:spcPts val="0"/>
              </a:spcBef>
              <a:spcAft>
                <a:spcPts val="0"/>
              </a:spcAft>
              <a:buNone/>
              <a:defRPr sz="2267" b="1">
                <a:solidFill>
                  <a:schemeClr val="lt2"/>
                </a:solidFill>
                <a:latin typeface="Roboto"/>
                <a:ea typeface="Roboto"/>
                <a:cs typeface="Roboto"/>
                <a:sym typeface="Roboto"/>
              </a:defRPr>
            </a:lvl4pPr>
            <a:lvl5pPr lvl="4" algn="ctr" rtl="0">
              <a:spcBef>
                <a:spcPts val="0"/>
              </a:spcBef>
              <a:spcAft>
                <a:spcPts val="0"/>
              </a:spcAft>
              <a:buNone/>
              <a:defRPr sz="2267" b="1">
                <a:solidFill>
                  <a:schemeClr val="lt2"/>
                </a:solidFill>
                <a:latin typeface="Roboto"/>
                <a:ea typeface="Roboto"/>
                <a:cs typeface="Roboto"/>
                <a:sym typeface="Roboto"/>
              </a:defRPr>
            </a:lvl5pPr>
            <a:lvl6pPr lvl="5" algn="ctr" rtl="0">
              <a:spcBef>
                <a:spcPts val="0"/>
              </a:spcBef>
              <a:spcAft>
                <a:spcPts val="0"/>
              </a:spcAft>
              <a:buNone/>
              <a:defRPr sz="2267" b="1">
                <a:solidFill>
                  <a:schemeClr val="lt2"/>
                </a:solidFill>
                <a:latin typeface="Roboto"/>
                <a:ea typeface="Roboto"/>
                <a:cs typeface="Roboto"/>
                <a:sym typeface="Roboto"/>
              </a:defRPr>
            </a:lvl6pPr>
            <a:lvl7pPr lvl="6" algn="ctr" rtl="0">
              <a:spcBef>
                <a:spcPts val="0"/>
              </a:spcBef>
              <a:spcAft>
                <a:spcPts val="0"/>
              </a:spcAft>
              <a:buNone/>
              <a:defRPr sz="2267" b="1">
                <a:solidFill>
                  <a:schemeClr val="lt2"/>
                </a:solidFill>
                <a:latin typeface="Roboto"/>
                <a:ea typeface="Roboto"/>
                <a:cs typeface="Roboto"/>
                <a:sym typeface="Roboto"/>
              </a:defRPr>
            </a:lvl7pPr>
            <a:lvl8pPr lvl="7" algn="ctr" rtl="0">
              <a:spcBef>
                <a:spcPts val="0"/>
              </a:spcBef>
              <a:spcAft>
                <a:spcPts val="0"/>
              </a:spcAft>
              <a:buNone/>
              <a:defRPr sz="2267" b="1">
                <a:solidFill>
                  <a:schemeClr val="lt2"/>
                </a:solidFill>
                <a:latin typeface="Roboto"/>
                <a:ea typeface="Roboto"/>
                <a:cs typeface="Roboto"/>
                <a:sym typeface="Roboto"/>
              </a:defRPr>
            </a:lvl8pPr>
            <a:lvl9pPr lvl="8" algn="ctr" rtl="0">
              <a:spcBef>
                <a:spcPts val="0"/>
              </a:spcBef>
              <a:spcAft>
                <a:spcPts val="0"/>
              </a:spcAft>
              <a:buNone/>
              <a:defRPr sz="2267" b="1">
                <a:solidFill>
                  <a:schemeClr val="lt2"/>
                </a:solidFill>
                <a:latin typeface="Roboto"/>
                <a:ea typeface="Roboto"/>
                <a:cs typeface="Roboto"/>
                <a:sym typeface="Roboto"/>
              </a:defRPr>
            </a:lvl9pPr>
          </a:lstStyle>
          <a:p>
            <a:endParaRPr/>
          </a:p>
        </p:txBody>
      </p:sp>
      <p:sp>
        <p:nvSpPr>
          <p:cNvPr id="492" name="Google Shape;492;p23"/>
          <p:cNvSpPr txBox="1">
            <a:spLocks noGrp="1"/>
          </p:cNvSpPr>
          <p:nvPr>
            <p:ph type="subTitle" idx="5"/>
          </p:nvPr>
        </p:nvSpPr>
        <p:spPr>
          <a:xfrm>
            <a:off x="8444533" y="1936767"/>
            <a:ext cx="2903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solidFill>
                  <a:schemeClr val="lt2"/>
                </a:solidFill>
                <a:latin typeface="Roboto"/>
                <a:ea typeface="Roboto"/>
                <a:cs typeface="Roboto"/>
                <a:sym typeface="Roboto"/>
              </a:defRPr>
            </a:lvl1pPr>
            <a:lvl2pPr lvl="1" algn="ctr" rtl="0">
              <a:spcBef>
                <a:spcPts val="0"/>
              </a:spcBef>
              <a:spcAft>
                <a:spcPts val="0"/>
              </a:spcAft>
              <a:buNone/>
              <a:defRPr sz="2267" b="1">
                <a:solidFill>
                  <a:schemeClr val="lt2"/>
                </a:solidFill>
                <a:latin typeface="Roboto"/>
                <a:ea typeface="Roboto"/>
                <a:cs typeface="Roboto"/>
                <a:sym typeface="Roboto"/>
              </a:defRPr>
            </a:lvl2pPr>
            <a:lvl3pPr lvl="2" algn="ctr" rtl="0">
              <a:spcBef>
                <a:spcPts val="0"/>
              </a:spcBef>
              <a:spcAft>
                <a:spcPts val="0"/>
              </a:spcAft>
              <a:buNone/>
              <a:defRPr sz="2267" b="1">
                <a:solidFill>
                  <a:schemeClr val="lt2"/>
                </a:solidFill>
                <a:latin typeface="Roboto"/>
                <a:ea typeface="Roboto"/>
                <a:cs typeface="Roboto"/>
                <a:sym typeface="Roboto"/>
              </a:defRPr>
            </a:lvl3pPr>
            <a:lvl4pPr lvl="3" algn="ctr" rtl="0">
              <a:spcBef>
                <a:spcPts val="0"/>
              </a:spcBef>
              <a:spcAft>
                <a:spcPts val="0"/>
              </a:spcAft>
              <a:buNone/>
              <a:defRPr sz="2267" b="1">
                <a:solidFill>
                  <a:schemeClr val="lt2"/>
                </a:solidFill>
                <a:latin typeface="Roboto"/>
                <a:ea typeface="Roboto"/>
                <a:cs typeface="Roboto"/>
                <a:sym typeface="Roboto"/>
              </a:defRPr>
            </a:lvl4pPr>
            <a:lvl5pPr lvl="4" algn="ctr" rtl="0">
              <a:spcBef>
                <a:spcPts val="0"/>
              </a:spcBef>
              <a:spcAft>
                <a:spcPts val="0"/>
              </a:spcAft>
              <a:buNone/>
              <a:defRPr sz="2267" b="1">
                <a:solidFill>
                  <a:schemeClr val="lt2"/>
                </a:solidFill>
                <a:latin typeface="Roboto"/>
                <a:ea typeface="Roboto"/>
                <a:cs typeface="Roboto"/>
                <a:sym typeface="Roboto"/>
              </a:defRPr>
            </a:lvl5pPr>
            <a:lvl6pPr lvl="5" algn="ctr" rtl="0">
              <a:spcBef>
                <a:spcPts val="0"/>
              </a:spcBef>
              <a:spcAft>
                <a:spcPts val="0"/>
              </a:spcAft>
              <a:buNone/>
              <a:defRPr sz="2267" b="1">
                <a:solidFill>
                  <a:schemeClr val="lt2"/>
                </a:solidFill>
                <a:latin typeface="Roboto"/>
                <a:ea typeface="Roboto"/>
                <a:cs typeface="Roboto"/>
                <a:sym typeface="Roboto"/>
              </a:defRPr>
            </a:lvl6pPr>
            <a:lvl7pPr lvl="6" algn="ctr" rtl="0">
              <a:spcBef>
                <a:spcPts val="0"/>
              </a:spcBef>
              <a:spcAft>
                <a:spcPts val="0"/>
              </a:spcAft>
              <a:buNone/>
              <a:defRPr sz="2267" b="1">
                <a:solidFill>
                  <a:schemeClr val="lt2"/>
                </a:solidFill>
                <a:latin typeface="Roboto"/>
                <a:ea typeface="Roboto"/>
                <a:cs typeface="Roboto"/>
                <a:sym typeface="Roboto"/>
              </a:defRPr>
            </a:lvl7pPr>
            <a:lvl8pPr lvl="7" algn="ctr" rtl="0">
              <a:spcBef>
                <a:spcPts val="0"/>
              </a:spcBef>
              <a:spcAft>
                <a:spcPts val="0"/>
              </a:spcAft>
              <a:buNone/>
              <a:defRPr sz="2267" b="1">
                <a:solidFill>
                  <a:schemeClr val="lt2"/>
                </a:solidFill>
                <a:latin typeface="Roboto"/>
                <a:ea typeface="Roboto"/>
                <a:cs typeface="Roboto"/>
                <a:sym typeface="Roboto"/>
              </a:defRPr>
            </a:lvl8pPr>
            <a:lvl9pPr lvl="8" algn="ctr" rtl="0">
              <a:spcBef>
                <a:spcPts val="0"/>
              </a:spcBef>
              <a:spcAft>
                <a:spcPts val="0"/>
              </a:spcAft>
              <a:buNone/>
              <a:defRPr sz="2267" b="1">
                <a:solidFill>
                  <a:schemeClr val="lt2"/>
                </a:solidFill>
                <a:latin typeface="Roboto"/>
                <a:ea typeface="Roboto"/>
                <a:cs typeface="Roboto"/>
                <a:sym typeface="Roboto"/>
              </a:defRPr>
            </a:lvl9pPr>
          </a:lstStyle>
          <a:p>
            <a:endParaRPr/>
          </a:p>
        </p:txBody>
      </p:sp>
      <p:sp>
        <p:nvSpPr>
          <p:cNvPr id="493" name="Google Shape;493;p23"/>
          <p:cNvSpPr txBox="1">
            <a:spLocks noGrp="1"/>
          </p:cNvSpPr>
          <p:nvPr>
            <p:ph type="subTitle" idx="6"/>
          </p:nvPr>
        </p:nvSpPr>
        <p:spPr>
          <a:xfrm>
            <a:off x="6569567" y="4831881"/>
            <a:ext cx="2903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solidFill>
                  <a:schemeClr val="lt2"/>
                </a:solidFill>
                <a:latin typeface="Roboto"/>
                <a:ea typeface="Roboto"/>
                <a:cs typeface="Roboto"/>
                <a:sym typeface="Roboto"/>
              </a:defRPr>
            </a:lvl1pPr>
            <a:lvl2pPr lvl="1" algn="ctr" rtl="0">
              <a:spcBef>
                <a:spcPts val="0"/>
              </a:spcBef>
              <a:spcAft>
                <a:spcPts val="0"/>
              </a:spcAft>
              <a:buNone/>
              <a:defRPr sz="2267" b="1">
                <a:solidFill>
                  <a:schemeClr val="lt2"/>
                </a:solidFill>
                <a:latin typeface="Roboto"/>
                <a:ea typeface="Roboto"/>
                <a:cs typeface="Roboto"/>
                <a:sym typeface="Roboto"/>
              </a:defRPr>
            </a:lvl2pPr>
            <a:lvl3pPr lvl="2" algn="ctr" rtl="0">
              <a:spcBef>
                <a:spcPts val="0"/>
              </a:spcBef>
              <a:spcAft>
                <a:spcPts val="0"/>
              </a:spcAft>
              <a:buNone/>
              <a:defRPr sz="2267" b="1">
                <a:solidFill>
                  <a:schemeClr val="lt2"/>
                </a:solidFill>
                <a:latin typeface="Roboto"/>
                <a:ea typeface="Roboto"/>
                <a:cs typeface="Roboto"/>
                <a:sym typeface="Roboto"/>
              </a:defRPr>
            </a:lvl3pPr>
            <a:lvl4pPr lvl="3" algn="ctr" rtl="0">
              <a:spcBef>
                <a:spcPts val="0"/>
              </a:spcBef>
              <a:spcAft>
                <a:spcPts val="0"/>
              </a:spcAft>
              <a:buNone/>
              <a:defRPr sz="2267" b="1">
                <a:solidFill>
                  <a:schemeClr val="lt2"/>
                </a:solidFill>
                <a:latin typeface="Roboto"/>
                <a:ea typeface="Roboto"/>
                <a:cs typeface="Roboto"/>
                <a:sym typeface="Roboto"/>
              </a:defRPr>
            </a:lvl4pPr>
            <a:lvl5pPr lvl="4" algn="ctr" rtl="0">
              <a:spcBef>
                <a:spcPts val="0"/>
              </a:spcBef>
              <a:spcAft>
                <a:spcPts val="0"/>
              </a:spcAft>
              <a:buNone/>
              <a:defRPr sz="2267" b="1">
                <a:solidFill>
                  <a:schemeClr val="lt2"/>
                </a:solidFill>
                <a:latin typeface="Roboto"/>
                <a:ea typeface="Roboto"/>
                <a:cs typeface="Roboto"/>
                <a:sym typeface="Roboto"/>
              </a:defRPr>
            </a:lvl5pPr>
            <a:lvl6pPr lvl="5" algn="ctr" rtl="0">
              <a:spcBef>
                <a:spcPts val="0"/>
              </a:spcBef>
              <a:spcAft>
                <a:spcPts val="0"/>
              </a:spcAft>
              <a:buNone/>
              <a:defRPr sz="2267" b="1">
                <a:solidFill>
                  <a:schemeClr val="lt2"/>
                </a:solidFill>
                <a:latin typeface="Roboto"/>
                <a:ea typeface="Roboto"/>
                <a:cs typeface="Roboto"/>
                <a:sym typeface="Roboto"/>
              </a:defRPr>
            </a:lvl6pPr>
            <a:lvl7pPr lvl="6" algn="ctr" rtl="0">
              <a:spcBef>
                <a:spcPts val="0"/>
              </a:spcBef>
              <a:spcAft>
                <a:spcPts val="0"/>
              </a:spcAft>
              <a:buNone/>
              <a:defRPr sz="2267" b="1">
                <a:solidFill>
                  <a:schemeClr val="lt2"/>
                </a:solidFill>
                <a:latin typeface="Roboto"/>
                <a:ea typeface="Roboto"/>
                <a:cs typeface="Roboto"/>
                <a:sym typeface="Roboto"/>
              </a:defRPr>
            </a:lvl7pPr>
            <a:lvl8pPr lvl="7" algn="ctr" rtl="0">
              <a:spcBef>
                <a:spcPts val="0"/>
              </a:spcBef>
              <a:spcAft>
                <a:spcPts val="0"/>
              </a:spcAft>
              <a:buNone/>
              <a:defRPr sz="2267" b="1">
                <a:solidFill>
                  <a:schemeClr val="lt2"/>
                </a:solidFill>
                <a:latin typeface="Roboto"/>
                <a:ea typeface="Roboto"/>
                <a:cs typeface="Roboto"/>
                <a:sym typeface="Roboto"/>
              </a:defRPr>
            </a:lvl8pPr>
            <a:lvl9pPr lvl="8" algn="ctr" rtl="0">
              <a:spcBef>
                <a:spcPts val="0"/>
              </a:spcBef>
              <a:spcAft>
                <a:spcPts val="0"/>
              </a:spcAft>
              <a:buNone/>
              <a:defRPr sz="2267" b="1">
                <a:solidFill>
                  <a:schemeClr val="lt2"/>
                </a:solidFill>
                <a:latin typeface="Roboto"/>
                <a:ea typeface="Roboto"/>
                <a:cs typeface="Roboto"/>
                <a:sym typeface="Roboto"/>
              </a:defRPr>
            </a:lvl9pPr>
          </a:lstStyle>
          <a:p>
            <a:endParaRPr/>
          </a:p>
        </p:txBody>
      </p:sp>
      <p:sp>
        <p:nvSpPr>
          <p:cNvPr id="494" name="Google Shape;494;p23"/>
          <p:cNvSpPr txBox="1">
            <a:spLocks noGrp="1"/>
          </p:cNvSpPr>
          <p:nvPr>
            <p:ph type="title" idx="7" hasCustomPrompt="1"/>
          </p:nvPr>
        </p:nvSpPr>
        <p:spPr>
          <a:xfrm>
            <a:off x="9097233" y="827767"/>
            <a:ext cx="15976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2700"/>
              <a:buNone/>
              <a:defRPr sz="2800">
                <a:solidFill>
                  <a:schemeClr val="lt1"/>
                </a:solidFill>
              </a:defRPr>
            </a:lvl1pPr>
            <a:lvl2pPr lvl="1" algn="ctr" rtl="0">
              <a:spcBef>
                <a:spcPts val="0"/>
              </a:spcBef>
              <a:spcAft>
                <a:spcPts val="0"/>
              </a:spcAft>
              <a:buClr>
                <a:srgbClr val="F0F7ED"/>
              </a:buClr>
              <a:buSzPts val="2700"/>
              <a:buNone/>
              <a:defRPr>
                <a:solidFill>
                  <a:srgbClr val="F0F7ED"/>
                </a:solidFill>
              </a:defRPr>
            </a:lvl2pPr>
            <a:lvl3pPr lvl="2" algn="ctr" rtl="0">
              <a:spcBef>
                <a:spcPts val="0"/>
              </a:spcBef>
              <a:spcAft>
                <a:spcPts val="0"/>
              </a:spcAft>
              <a:buClr>
                <a:srgbClr val="F0F7ED"/>
              </a:buClr>
              <a:buSzPts val="2700"/>
              <a:buNone/>
              <a:defRPr>
                <a:solidFill>
                  <a:srgbClr val="F0F7ED"/>
                </a:solidFill>
              </a:defRPr>
            </a:lvl3pPr>
            <a:lvl4pPr lvl="3" algn="ctr" rtl="0">
              <a:spcBef>
                <a:spcPts val="0"/>
              </a:spcBef>
              <a:spcAft>
                <a:spcPts val="0"/>
              </a:spcAft>
              <a:buClr>
                <a:srgbClr val="F0F7ED"/>
              </a:buClr>
              <a:buSzPts val="2700"/>
              <a:buNone/>
              <a:defRPr>
                <a:solidFill>
                  <a:srgbClr val="F0F7ED"/>
                </a:solidFill>
              </a:defRPr>
            </a:lvl4pPr>
            <a:lvl5pPr lvl="4" algn="ctr" rtl="0">
              <a:spcBef>
                <a:spcPts val="0"/>
              </a:spcBef>
              <a:spcAft>
                <a:spcPts val="0"/>
              </a:spcAft>
              <a:buClr>
                <a:srgbClr val="F0F7ED"/>
              </a:buClr>
              <a:buSzPts val="2700"/>
              <a:buNone/>
              <a:defRPr>
                <a:solidFill>
                  <a:srgbClr val="F0F7ED"/>
                </a:solidFill>
              </a:defRPr>
            </a:lvl5pPr>
            <a:lvl6pPr lvl="5" algn="ctr" rtl="0">
              <a:spcBef>
                <a:spcPts val="0"/>
              </a:spcBef>
              <a:spcAft>
                <a:spcPts val="0"/>
              </a:spcAft>
              <a:buClr>
                <a:srgbClr val="F0F7ED"/>
              </a:buClr>
              <a:buSzPts val="2700"/>
              <a:buNone/>
              <a:defRPr>
                <a:solidFill>
                  <a:srgbClr val="F0F7ED"/>
                </a:solidFill>
              </a:defRPr>
            </a:lvl6pPr>
            <a:lvl7pPr lvl="6" algn="ctr" rtl="0">
              <a:spcBef>
                <a:spcPts val="0"/>
              </a:spcBef>
              <a:spcAft>
                <a:spcPts val="0"/>
              </a:spcAft>
              <a:buClr>
                <a:srgbClr val="F0F7ED"/>
              </a:buClr>
              <a:buSzPts val="2700"/>
              <a:buNone/>
              <a:defRPr>
                <a:solidFill>
                  <a:srgbClr val="F0F7ED"/>
                </a:solidFill>
              </a:defRPr>
            </a:lvl7pPr>
            <a:lvl8pPr lvl="7" algn="ctr" rtl="0">
              <a:spcBef>
                <a:spcPts val="0"/>
              </a:spcBef>
              <a:spcAft>
                <a:spcPts val="0"/>
              </a:spcAft>
              <a:buClr>
                <a:srgbClr val="F0F7ED"/>
              </a:buClr>
              <a:buSzPts val="2700"/>
              <a:buNone/>
              <a:defRPr>
                <a:solidFill>
                  <a:srgbClr val="F0F7ED"/>
                </a:solidFill>
              </a:defRPr>
            </a:lvl8pPr>
            <a:lvl9pPr lvl="8" algn="ctr" rtl="0">
              <a:spcBef>
                <a:spcPts val="0"/>
              </a:spcBef>
              <a:spcAft>
                <a:spcPts val="0"/>
              </a:spcAft>
              <a:buClr>
                <a:srgbClr val="F0F7ED"/>
              </a:buClr>
              <a:buSzPts val="2700"/>
              <a:buNone/>
              <a:defRPr>
                <a:solidFill>
                  <a:srgbClr val="F0F7ED"/>
                </a:solidFill>
              </a:defRPr>
            </a:lvl9pPr>
          </a:lstStyle>
          <a:p>
            <a:r>
              <a:t>xx%</a:t>
            </a:r>
          </a:p>
        </p:txBody>
      </p:sp>
      <p:sp>
        <p:nvSpPr>
          <p:cNvPr id="495" name="Google Shape;495;p23"/>
          <p:cNvSpPr txBox="1">
            <a:spLocks noGrp="1"/>
          </p:cNvSpPr>
          <p:nvPr>
            <p:ph type="title" idx="8" hasCustomPrompt="1"/>
          </p:nvPr>
        </p:nvSpPr>
        <p:spPr>
          <a:xfrm>
            <a:off x="5364100" y="827767"/>
            <a:ext cx="15976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2700"/>
              <a:buNone/>
              <a:defRPr sz="2800">
                <a:solidFill>
                  <a:schemeClr val="lt1"/>
                </a:solidFill>
              </a:defRPr>
            </a:lvl1pPr>
            <a:lvl2pPr lvl="1" algn="ctr" rtl="0">
              <a:spcBef>
                <a:spcPts val="0"/>
              </a:spcBef>
              <a:spcAft>
                <a:spcPts val="0"/>
              </a:spcAft>
              <a:buClr>
                <a:srgbClr val="F0F7ED"/>
              </a:buClr>
              <a:buSzPts val="2700"/>
              <a:buNone/>
              <a:defRPr>
                <a:solidFill>
                  <a:srgbClr val="F0F7ED"/>
                </a:solidFill>
              </a:defRPr>
            </a:lvl2pPr>
            <a:lvl3pPr lvl="2" algn="ctr" rtl="0">
              <a:spcBef>
                <a:spcPts val="0"/>
              </a:spcBef>
              <a:spcAft>
                <a:spcPts val="0"/>
              </a:spcAft>
              <a:buClr>
                <a:srgbClr val="F0F7ED"/>
              </a:buClr>
              <a:buSzPts val="2700"/>
              <a:buNone/>
              <a:defRPr>
                <a:solidFill>
                  <a:srgbClr val="F0F7ED"/>
                </a:solidFill>
              </a:defRPr>
            </a:lvl3pPr>
            <a:lvl4pPr lvl="3" algn="ctr" rtl="0">
              <a:spcBef>
                <a:spcPts val="0"/>
              </a:spcBef>
              <a:spcAft>
                <a:spcPts val="0"/>
              </a:spcAft>
              <a:buClr>
                <a:srgbClr val="F0F7ED"/>
              </a:buClr>
              <a:buSzPts val="2700"/>
              <a:buNone/>
              <a:defRPr>
                <a:solidFill>
                  <a:srgbClr val="F0F7ED"/>
                </a:solidFill>
              </a:defRPr>
            </a:lvl4pPr>
            <a:lvl5pPr lvl="4" algn="ctr" rtl="0">
              <a:spcBef>
                <a:spcPts val="0"/>
              </a:spcBef>
              <a:spcAft>
                <a:spcPts val="0"/>
              </a:spcAft>
              <a:buClr>
                <a:srgbClr val="F0F7ED"/>
              </a:buClr>
              <a:buSzPts val="2700"/>
              <a:buNone/>
              <a:defRPr>
                <a:solidFill>
                  <a:srgbClr val="F0F7ED"/>
                </a:solidFill>
              </a:defRPr>
            </a:lvl5pPr>
            <a:lvl6pPr lvl="5" algn="ctr" rtl="0">
              <a:spcBef>
                <a:spcPts val="0"/>
              </a:spcBef>
              <a:spcAft>
                <a:spcPts val="0"/>
              </a:spcAft>
              <a:buClr>
                <a:srgbClr val="F0F7ED"/>
              </a:buClr>
              <a:buSzPts val="2700"/>
              <a:buNone/>
              <a:defRPr>
                <a:solidFill>
                  <a:srgbClr val="F0F7ED"/>
                </a:solidFill>
              </a:defRPr>
            </a:lvl6pPr>
            <a:lvl7pPr lvl="6" algn="ctr" rtl="0">
              <a:spcBef>
                <a:spcPts val="0"/>
              </a:spcBef>
              <a:spcAft>
                <a:spcPts val="0"/>
              </a:spcAft>
              <a:buClr>
                <a:srgbClr val="F0F7ED"/>
              </a:buClr>
              <a:buSzPts val="2700"/>
              <a:buNone/>
              <a:defRPr>
                <a:solidFill>
                  <a:srgbClr val="F0F7ED"/>
                </a:solidFill>
              </a:defRPr>
            </a:lvl7pPr>
            <a:lvl8pPr lvl="7" algn="ctr" rtl="0">
              <a:spcBef>
                <a:spcPts val="0"/>
              </a:spcBef>
              <a:spcAft>
                <a:spcPts val="0"/>
              </a:spcAft>
              <a:buClr>
                <a:srgbClr val="F0F7ED"/>
              </a:buClr>
              <a:buSzPts val="2700"/>
              <a:buNone/>
              <a:defRPr>
                <a:solidFill>
                  <a:srgbClr val="F0F7ED"/>
                </a:solidFill>
              </a:defRPr>
            </a:lvl8pPr>
            <a:lvl9pPr lvl="8" algn="ctr" rtl="0">
              <a:spcBef>
                <a:spcPts val="0"/>
              </a:spcBef>
              <a:spcAft>
                <a:spcPts val="0"/>
              </a:spcAft>
              <a:buClr>
                <a:srgbClr val="F0F7ED"/>
              </a:buClr>
              <a:buSzPts val="2700"/>
              <a:buNone/>
              <a:defRPr>
                <a:solidFill>
                  <a:srgbClr val="F0F7ED"/>
                </a:solidFill>
              </a:defRPr>
            </a:lvl9pPr>
          </a:lstStyle>
          <a:p>
            <a:r>
              <a:t>xx%</a:t>
            </a:r>
          </a:p>
        </p:txBody>
      </p:sp>
      <p:sp>
        <p:nvSpPr>
          <p:cNvPr id="496" name="Google Shape;496;p23"/>
          <p:cNvSpPr txBox="1">
            <a:spLocks noGrp="1"/>
          </p:cNvSpPr>
          <p:nvPr>
            <p:ph type="title" idx="9" hasCustomPrompt="1"/>
          </p:nvPr>
        </p:nvSpPr>
        <p:spPr>
          <a:xfrm>
            <a:off x="7222467" y="3722997"/>
            <a:ext cx="15976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2700"/>
              <a:buNone/>
              <a:defRPr sz="2800">
                <a:solidFill>
                  <a:schemeClr val="lt1"/>
                </a:solidFill>
              </a:defRPr>
            </a:lvl1pPr>
            <a:lvl2pPr lvl="1" algn="ctr" rtl="0">
              <a:spcBef>
                <a:spcPts val="0"/>
              </a:spcBef>
              <a:spcAft>
                <a:spcPts val="0"/>
              </a:spcAft>
              <a:buClr>
                <a:srgbClr val="F0F7ED"/>
              </a:buClr>
              <a:buSzPts val="2700"/>
              <a:buNone/>
              <a:defRPr>
                <a:solidFill>
                  <a:srgbClr val="F0F7ED"/>
                </a:solidFill>
              </a:defRPr>
            </a:lvl2pPr>
            <a:lvl3pPr lvl="2" algn="ctr" rtl="0">
              <a:spcBef>
                <a:spcPts val="0"/>
              </a:spcBef>
              <a:spcAft>
                <a:spcPts val="0"/>
              </a:spcAft>
              <a:buClr>
                <a:srgbClr val="F0F7ED"/>
              </a:buClr>
              <a:buSzPts val="2700"/>
              <a:buNone/>
              <a:defRPr>
                <a:solidFill>
                  <a:srgbClr val="F0F7ED"/>
                </a:solidFill>
              </a:defRPr>
            </a:lvl3pPr>
            <a:lvl4pPr lvl="3" algn="ctr" rtl="0">
              <a:spcBef>
                <a:spcPts val="0"/>
              </a:spcBef>
              <a:spcAft>
                <a:spcPts val="0"/>
              </a:spcAft>
              <a:buClr>
                <a:srgbClr val="F0F7ED"/>
              </a:buClr>
              <a:buSzPts val="2700"/>
              <a:buNone/>
              <a:defRPr>
                <a:solidFill>
                  <a:srgbClr val="F0F7ED"/>
                </a:solidFill>
              </a:defRPr>
            </a:lvl4pPr>
            <a:lvl5pPr lvl="4" algn="ctr" rtl="0">
              <a:spcBef>
                <a:spcPts val="0"/>
              </a:spcBef>
              <a:spcAft>
                <a:spcPts val="0"/>
              </a:spcAft>
              <a:buClr>
                <a:srgbClr val="F0F7ED"/>
              </a:buClr>
              <a:buSzPts val="2700"/>
              <a:buNone/>
              <a:defRPr>
                <a:solidFill>
                  <a:srgbClr val="F0F7ED"/>
                </a:solidFill>
              </a:defRPr>
            </a:lvl5pPr>
            <a:lvl6pPr lvl="5" algn="ctr" rtl="0">
              <a:spcBef>
                <a:spcPts val="0"/>
              </a:spcBef>
              <a:spcAft>
                <a:spcPts val="0"/>
              </a:spcAft>
              <a:buClr>
                <a:srgbClr val="F0F7ED"/>
              </a:buClr>
              <a:buSzPts val="2700"/>
              <a:buNone/>
              <a:defRPr>
                <a:solidFill>
                  <a:srgbClr val="F0F7ED"/>
                </a:solidFill>
              </a:defRPr>
            </a:lvl6pPr>
            <a:lvl7pPr lvl="6" algn="ctr" rtl="0">
              <a:spcBef>
                <a:spcPts val="0"/>
              </a:spcBef>
              <a:spcAft>
                <a:spcPts val="0"/>
              </a:spcAft>
              <a:buClr>
                <a:srgbClr val="F0F7ED"/>
              </a:buClr>
              <a:buSzPts val="2700"/>
              <a:buNone/>
              <a:defRPr>
                <a:solidFill>
                  <a:srgbClr val="F0F7ED"/>
                </a:solidFill>
              </a:defRPr>
            </a:lvl7pPr>
            <a:lvl8pPr lvl="7" algn="ctr" rtl="0">
              <a:spcBef>
                <a:spcPts val="0"/>
              </a:spcBef>
              <a:spcAft>
                <a:spcPts val="0"/>
              </a:spcAft>
              <a:buClr>
                <a:srgbClr val="F0F7ED"/>
              </a:buClr>
              <a:buSzPts val="2700"/>
              <a:buNone/>
              <a:defRPr>
                <a:solidFill>
                  <a:srgbClr val="F0F7ED"/>
                </a:solidFill>
              </a:defRPr>
            </a:lvl8pPr>
            <a:lvl9pPr lvl="8" algn="ctr" rtl="0">
              <a:spcBef>
                <a:spcPts val="0"/>
              </a:spcBef>
              <a:spcAft>
                <a:spcPts val="0"/>
              </a:spcAft>
              <a:buClr>
                <a:srgbClr val="F0F7ED"/>
              </a:buClr>
              <a:buSzPts val="2700"/>
              <a:buNone/>
              <a:defRPr>
                <a:solidFill>
                  <a:srgbClr val="F0F7ED"/>
                </a:solidFill>
              </a:defRPr>
            </a:lvl9pPr>
          </a:lstStyle>
          <a:p>
            <a:r>
              <a:t>xx%</a:t>
            </a:r>
          </a:p>
        </p:txBody>
      </p:sp>
    </p:spTree>
    <p:extLst>
      <p:ext uri="{BB962C8B-B14F-4D97-AF65-F5344CB8AC3E}">
        <p14:creationId xmlns:p14="http://schemas.microsoft.com/office/powerpoint/2010/main" val="30657815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mp; four columns">
  <p:cSld name="Title &amp; four columns">
    <p:spTree>
      <p:nvGrpSpPr>
        <p:cNvPr id="1" name="Shape 497"/>
        <p:cNvGrpSpPr/>
        <p:nvPr/>
      </p:nvGrpSpPr>
      <p:grpSpPr>
        <a:xfrm>
          <a:off x="0" y="0"/>
          <a:ext cx="0" cy="0"/>
          <a:chOff x="0" y="0"/>
          <a:chExt cx="0" cy="0"/>
        </a:xfrm>
      </p:grpSpPr>
      <p:sp>
        <p:nvSpPr>
          <p:cNvPr id="498" name="Google Shape;498;p24"/>
          <p:cNvSpPr txBox="1">
            <a:spLocks noGrp="1"/>
          </p:cNvSpPr>
          <p:nvPr>
            <p:ph type="title"/>
          </p:nvPr>
        </p:nvSpPr>
        <p:spPr>
          <a:xfrm>
            <a:off x="1432200" y="512064"/>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499" name="Google Shape;499;p24"/>
          <p:cNvSpPr/>
          <p:nvPr/>
        </p:nvSpPr>
        <p:spPr>
          <a:xfrm>
            <a:off x="11511733" y="5224667"/>
            <a:ext cx="344400" cy="3444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00" name="Google Shape;500;p24"/>
          <p:cNvGrpSpPr/>
          <p:nvPr/>
        </p:nvGrpSpPr>
        <p:grpSpPr>
          <a:xfrm>
            <a:off x="10538823" y="5780812"/>
            <a:ext cx="2290248" cy="2290800"/>
            <a:chOff x="1347125" y="349025"/>
            <a:chExt cx="4978800" cy="4980000"/>
          </a:xfrm>
        </p:grpSpPr>
        <p:sp>
          <p:nvSpPr>
            <p:cNvPr id="501" name="Google Shape;501;p2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2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2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2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2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2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2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2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2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2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2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2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2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2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5" name="Google Shape;515;p2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6" name="Google Shape;516;p2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7" name="Google Shape;517;p2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8" name="Google Shape;518;p2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9" name="Google Shape;519;p2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0" name="Google Shape;520;p2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1" name="Google Shape;521;p2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2" name="Google Shape;522;p2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3" name="Google Shape;523;p24"/>
          <p:cNvSpPr/>
          <p:nvPr/>
        </p:nvSpPr>
        <p:spPr>
          <a:xfrm>
            <a:off x="295733" y="6296800"/>
            <a:ext cx="344400" cy="3444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4" name="Google Shape;524;p24"/>
          <p:cNvSpPr/>
          <p:nvPr/>
        </p:nvSpPr>
        <p:spPr>
          <a:xfrm>
            <a:off x="451400" y="6189800"/>
            <a:ext cx="188800" cy="188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5" name="Google Shape;525;p24"/>
          <p:cNvSpPr txBox="1">
            <a:spLocks noGrp="1"/>
          </p:cNvSpPr>
          <p:nvPr>
            <p:ph type="subTitle" idx="1"/>
          </p:nvPr>
        </p:nvSpPr>
        <p:spPr>
          <a:xfrm>
            <a:off x="1115967" y="2207765"/>
            <a:ext cx="3158000" cy="1106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lvl1pPr>
            <a:lvl2pPr lvl="1" algn="r" rtl="0">
              <a:spcBef>
                <a:spcPts val="0"/>
              </a:spcBef>
              <a:spcAft>
                <a:spcPts val="0"/>
              </a:spcAft>
              <a:buNone/>
              <a:defRPr sz="1867"/>
            </a:lvl2pPr>
            <a:lvl3pPr lvl="2" algn="r" rtl="0">
              <a:spcBef>
                <a:spcPts val="0"/>
              </a:spcBef>
              <a:spcAft>
                <a:spcPts val="0"/>
              </a:spcAft>
              <a:buNone/>
              <a:defRPr sz="1867"/>
            </a:lvl3pPr>
            <a:lvl4pPr lvl="3" algn="r" rtl="0">
              <a:spcBef>
                <a:spcPts val="0"/>
              </a:spcBef>
              <a:spcAft>
                <a:spcPts val="0"/>
              </a:spcAft>
              <a:buNone/>
              <a:defRPr sz="1867"/>
            </a:lvl4pPr>
            <a:lvl5pPr lvl="4" algn="r" rtl="0">
              <a:spcBef>
                <a:spcPts val="0"/>
              </a:spcBef>
              <a:spcAft>
                <a:spcPts val="0"/>
              </a:spcAft>
              <a:buNone/>
              <a:defRPr sz="1867"/>
            </a:lvl5pPr>
            <a:lvl6pPr lvl="5" algn="r" rtl="0">
              <a:spcBef>
                <a:spcPts val="0"/>
              </a:spcBef>
              <a:spcAft>
                <a:spcPts val="0"/>
              </a:spcAft>
              <a:buNone/>
              <a:defRPr sz="1867"/>
            </a:lvl6pPr>
            <a:lvl7pPr lvl="6" algn="r" rtl="0">
              <a:spcBef>
                <a:spcPts val="0"/>
              </a:spcBef>
              <a:spcAft>
                <a:spcPts val="0"/>
              </a:spcAft>
              <a:buNone/>
              <a:defRPr sz="1867"/>
            </a:lvl7pPr>
            <a:lvl8pPr lvl="7" algn="r" rtl="0">
              <a:spcBef>
                <a:spcPts val="0"/>
              </a:spcBef>
              <a:spcAft>
                <a:spcPts val="0"/>
              </a:spcAft>
              <a:buNone/>
              <a:defRPr sz="1867"/>
            </a:lvl8pPr>
            <a:lvl9pPr lvl="8" algn="r" rtl="0">
              <a:spcBef>
                <a:spcPts val="0"/>
              </a:spcBef>
              <a:spcAft>
                <a:spcPts val="0"/>
              </a:spcAft>
              <a:buNone/>
              <a:defRPr sz="1867"/>
            </a:lvl9pPr>
          </a:lstStyle>
          <a:p>
            <a:endParaRPr/>
          </a:p>
        </p:txBody>
      </p:sp>
      <p:sp>
        <p:nvSpPr>
          <p:cNvPr id="526" name="Google Shape;526;p24"/>
          <p:cNvSpPr txBox="1">
            <a:spLocks noGrp="1"/>
          </p:cNvSpPr>
          <p:nvPr>
            <p:ph type="subTitle" idx="2"/>
          </p:nvPr>
        </p:nvSpPr>
        <p:spPr>
          <a:xfrm>
            <a:off x="7918033" y="2174199"/>
            <a:ext cx="31580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527" name="Google Shape;527;p24"/>
          <p:cNvSpPr txBox="1">
            <a:spLocks noGrp="1"/>
          </p:cNvSpPr>
          <p:nvPr>
            <p:ph type="subTitle" idx="3"/>
          </p:nvPr>
        </p:nvSpPr>
        <p:spPr>
          <a:xfrm>
            <a:off x="7918000" y="4599465"/>
            <a:ext cx="31580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528" name="Google Shape;528;p24"/>
          <p:cNvSpPr txBox="1">
            <a:spLocks noGrp="1"/>
          </p:cNvSpPr>
          <p:nvPr>
            <p:ph type="subTitle" idx="4"/>
          </p:nvPr>
        </p:nvSpPr>
        <p:spPr>
          <a:xfrm>
            <a:off x="1116000" y="4599465"/>
            <a:ext cx="3158000" cy="1106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lvl1pPr>
            <a:lvl2pPr lvl="1" algn="r" rtl="0">
              <a:spcBef>
                <a:spcPts val="0"/>
              </a:spcBef>
              <a:spcAft>
                <a:spcPts val="0"/>
              </a:spcAft>
              <a:buNone/>
              <a:defRPr sz="1867"/>
            </a:lvl2pPr>
            <a:lvl3pPr lvl="2" algn="r" rtl="0">
              <a:spcBef>
                <a:spcPts val="0"/>
              </a:spcBef>
              <a:spcAft>
                <a:spcPts val="0"/>
              </a:spcAft>
              <a:buNone/>
              <a:defRPr sz="1867"/>
            </a:lvl3pPr>
            <a:lvl4pPr lvl="3" algn="r" rtl="0">
              <a:spcBef>
                <a:spcPts val="0"/>
              </a:spcBef>
              <a:spcAft>
                <a:spcPts val="0"/>
              </a:spcAft>
              <a:buNone/>
              <a:defRPr sz="1867"/>
            </a:lvl4pPr>
            <a:lvl5pPr lvl="4" algn="r" rtl="0">
              <a:spcBef>
                <a:spcPts val="0"/>
              </a:spcBef>
              <a:spcAft>
                <a:spcPts val="0"/>
              </a:spcAft>
              <a:buNone/>
              <a:defRPr sz="1867"/>
            </a:lvl5pPr>
            <a:lvl6pPr lvl="5" algn="r" rtl="0">
              <a:spcBef>
                <a:spcPts val="0"/>
              </a:spcBef>
              <a:spcAft>
                <a:spcPts val="0"/>
              </a:spcAft>
              <a:buNone/>
              <a:defRPr sz="1867"/>
            </a:lvl6pPr>
            <a:lvl7pPr lvl="6" algn="r" rtl="0">
              <a:spcBef>
                <a:spcPts val="0"/>
              </a:spcBef>
              <a:spcAft>
                <a:spcPts val="0"/>
              </a:spcAft>
              <a:buNone/>
              <a:defRPr sz="1867"/>
            </a:lvl7pPr>
            <a:lvl8pPr lvl="7" algn="r" rtl="0">
              <a:spcBef>
                <a:spcPts val="0"/>
              </a:spcBef>
              <a:spcAft>
                <a:spcPts val="0"/>
              </a:spcAft>
              <a:buNone/>
              <a:defRPr sz="1867"/>
            </a:lvl8pPr>
            <a:lvl9pPr lvl="8" algn="r" rtl="0">
              <a:spcBef>
                <a:spcPts val="0"/>
              </a:spcBef>
              <a:spcAft>
                <a:spcPts val="0"/>
              </a:spcAft>
              <a:buNone/>
              <a:defRPr sz="1867"/>
            </a:lvl9pPr>
          </a:lstStyle>
          <a:p>
            <a:endParaRPr/>
          </a:p>
        </p:txBody>
      </p:sp>
      <p:sp>
        <p:nvSpPr>
          <p:cNvPr id="529" name="Google Shape;529;p24"/>
          <p:cNvSpPr txBox="1">
            <a:spLocks noGrp="1"/>
          </p:cNvSpPr>
          <p:nvPr>
            <p:ph type="subTitle" idx="5"/>
          </p:nvPr>
        </p:nvSpPr>
        <p:spPr>
          <a:xfrm>
            <a:off x="1115967" y="1759605"/>
            <a:ext cx="31580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2267" b="1">
                <a:latin typeface="Roboto"/>
                <a:ea typeface="Roboto"/>
                <a:cs typeface="Roboto"/>
                <a:sym typeface="Roboto"/>
              </a:defRPr>
            </a:lvl1pPr>
            <a:lvl2pPr lvl="1" algn="r" rtl="0">
              <a:spcBef>
                <a:spcPts val="0"/>
              </a:spcBef>
              <a:spcAft>
                <a:spcPts val="0"/>
              </a:spcAft>
              <a:buNone/>
              <a:defRPr sz="2267" b="1">
                <a:latin typeface="Roboto"/>
                <a:ea typeface="Roboto"/>
                <a:cs typeface="Roboto"/>
                <a:sym typeface="Roboto"/>
              </a:defRPr>
            </a:lvl2pPr>
            <a:lvl3pPr lvl="2" algn="r" rtl="0">
              <a:spcBef>
                <a:spcPts val="0"/>
              </a:spcBef>
              <a:spcAft>
                <a:spcPts val="0"/>
              </a:spcAft>
              <a:buNone/>
              <a:defRPr sz="2267" b="1">
                <a:latin typeface="Roboto"/>
                <a:ea typeface="Roboto"/>
                <a:cs typeface="Roboto"/>
                <a:sym typeface="Roboto"/>
              </a:defRPr>
            </a:lvl3pPr>
            <a:lvl4pPr lvl="3" algn="r" rtl="0">
              <a:spcBef>
                <a:spcPts val="0"/>
              </a:spcBef>
              <a:spcAft>
                <a:spcPts val="0"/>
              </a:spcAft>
              <a:buNone/>
              <a:defRPr sz="2267" b="1">
                <a:latin typeface="Roboto"/>
                <a:ea typeface="Roboto"/>
                <a:cs typeface="Roboto"/>
                <a:sym typeface="Roboto"/>
              </a:defRPr>
            </a:lvl4pPr>
            <a:lvl5pPr lvl="4" algn="r" rtl="0">
              <a:spcBef>
                <a:spcPts val="0"/>
              </a:spcBef>
              <a:spcAft>
                <a:spcPts val="0"/>
              </a:spcAft>
              <a:buNone/>
              <a:defRPr sz="2267" b="1">
                <a:latin typeface="Roboto"/>
                <a:ea typeface="Roboto"/>
                <a:cs typeface="Roboto"/>
                <a:sym typeface="Roboto"/>
              </a:defRPr>
            </a:lvl5pPr>
            <a:lvl6pPr lvl="5" algn="r" rtl="0">
              <a:spcBef>
                <a:spcPts val="0"/>
              </a:spcBef>
              <a:spcAft>
                <a:spcPts val="0"/>
              </a:spcAft>
              <a:buNone/>
              <a:defRPr sz="2267" b="1">
                <a:latin typeface="Roboto"/>
                <a:ea typeface="Roboto"/>
                <a:cs typeface="Roboto"/>
                <a:sym typeface="Roboto"/>
              </a:defRPr>
            </a:lvl6pPr>
            <a:lvl7pPr lvl="6" algn="r" rtl="0">
              <a:spcBef>
                <a:spcPts val="0"/>
              </a:spcBef>
              <a:spcAft>
                <a:spcPts val="0"/>
              </a:spcAft>
              <a:buNone/>
              <a:defRPr sz="2267" b="1">
                <a:latin typeface="Roboto"/>
                <a:ea typeface="Roboto"/>
                <a:cs typeface="Roboto"/>
                <a:sym typeface="Roboto"/>
              </a:defRPr>
            </a:lvl7pPr>
            <a:lvl8pPr lvl="7" algn="r" rtl="0">
              <a:spcBef>
                <a:spcPts val="0"/>
              </a:spcBef>
              <a:spcAft>
                <a:spcPts val="0"/>
              </a:spcAft>
              <a:buNone/>
              <a:defRPr sz="2267" b="1">
                <a:latin typeface="Roboto"/>
                <a:ea typeface="Roboto"/>
                <a:cs typeface="Roboto"/>
                <a:sym typeface="Roboto"/>
              </a:defRPr>
            </a:lvl8pPr>
            <a:lvl9pPr lvl="8" algn="r" rtl="0">
              <a:spcBef>
                <a:spcPts val="0"/>
              </a:spcBef>
              <a:spcAft>
                <a:spcPts val="0"/>
              </a:spcAft>
              <a:buNone/>
              <a:defRPr sz="2267" b="1">
                <a:latin typeface="Roboto"/>
                <a:ea typeface="Roboto"/>
                <a:cs typeface="Roboto"/>
                <a:sym typeface="Roboto"/>
              </a:defRPr>
            </a:lvl9pPr>
          </a:lstStyle>
          <a:p>
            <a:endParaRPr/>
          </a:p>
        </p:txBody>
      </p:sp>
      <p:sp>
        <p:nvSpPr>
          <p:cNvPr id="530" name="Google Shape;530;p24"/>
          <p:cNvSpPr txBox="1">
            <a:spLocks noGrp="1"/>
          </p:cNvSpPr>
          <p:nvPr>
            <p:ph type="subTitle" idx="6"/>
          </p:nvPr>
        </p:nvSpPr>
        <p:spPr>
          <a:xfrm>
            <a:off x="7918033" y="1759605"/>
            <a:ext cx="3158000" cy="492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31" name="Google Shape;531;p24"/>
          <p:cNvSpPr txBox="1">
            <a:spLocks noGrp="1"/>
          </p:cNvSpPr>
          <p:nvPr>
            <p:ph type="subTitle" idx="7"/>
          </p:nvPr>
        </p:nvSpPr>
        <p:spPr>
          <a:xfrm>
            <a:off x="7918000" y="4151305"/>
            <a:ext cx="3158000" cy="492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32" name="Google Shape;532;p24"/>
          <p:cNvSpPr txBox="1">
            <a:spLocks noGrp="1"/>
          </p:cNvSpPr>
          <p:nvPr>
            <p:ph type="subTitle" idx="8"/>
          </p:nvPr>
        </p:nvSpPr>
        <p:spPr>
          <a:xfrm>
            <a:off x="1116000" y="4151305"/>
            <a:ext cx="31580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2267" b="1">
                <a:latin typeface="Roboto"/>
                <a:ea typeface="Roboto"/>
                <a:cs typeface="Roboto"/>
                <a:sym typeface="Roboto"/>
              </a:defRPr>
            </a:lvl1pPr>
            <a:lvl2pPr lvl="1" algn="r" rtl="0">
              <a:spcBef>
                <a:spcPts val="0"/>
              </a:spcBef>
              <a:spcAft>
                <a:spcPts val="0"/>
              </a:spcAft>
              <a:buNone/>
              <a:defRPr sz="2267" b="1">
                <a:latin typeface="Roboto"/>
                <a:ea typeface="Roboto"/>
                <a:cs typeface="Roboto"/>
                <a:sym typeface="Roboto"/>
              </a:defRPr>
            </a:lvl2pPr>
            <a:lvl3pPr lvl="2" algn="r" rtl="0">
              <a:spcBef>
                <a:spcPts val="0"/>
              </a:spcBef>
              <a:spcAft>
                <a:spcPts val="0"/>
              </a:spcAft>
              <a:buNone/>
              <a:defRPr sz="2267" b="1">
                <a:latin typeface="Roboto"/>
                <a:ea typeface="Roboto"/>
                <a:cs typeface="Roboto"/>
                <a:sym typeface="Roboto"/>
              </a:defRPr>
            </a:lvl3pPr>
            <a:lvl4pPr lvl="3" algn="r" rtl="0">
              <a:spcBef>
                <a:spcPts val="0"/>
              </a:spcBef>
              <a:spcAft>
                <a:spcPts val="0"/>
              </a:spcAft>
              <a:buNone/>
              <a:defRPr sz="2267" b="1">
                <a:latin typeface="Roboto"/>
                <a:ea typeface="Roboto"/>
                <a:cs typeface="Roboto"/>
                <a:sym typeface="Roboto"/>
              </a:defRPr>
            </a:lvl4pPr>
            <a:lvl5pPr lvl="4" algn="r" rtl="0">
              <a:spcBef>
                <a:spcPts val="0"/>
              </a:spcBef>
              <a:spcAft>
                <a:spcPts val="0"/>
              </a:spcAft>
              <a:buNone/>
              <a:defRPr sz="2267" b="1">
                <a:latin typeface="Roboto"/>
                <a:ea typeface="Roboto"/>
                <a:cs typeface="Roboto"/>
                <a:sym typeface="Roboto"/>
              </a:defRPr>
            </a:lvl5pPr>
            <a:lvl6pPr lvl="5" algn="r" rtl="0">
              <a:spcBef>
                <a:spcPts val="0"/>
              </a:spcBef>
              <a:spcAft>
                <a:spcPts val="0"/>
              </a:spcAft>
              <a:buNone/>
              <a:defRPr sz="2267" b="1">
                <a:latin typeface="Roboto"/>
                <a:ea typeface="Roboto"/>
                <a:cs typeface="Roboto"/>
                <a:sym typeface="Roboto"/>
              </a:defRPr>
            </a:lvl6pPr>
            <a:lvl7pPr lvl="6" algn="r" rtl="0">
              <a:spcBef>
                <a:spcPts val="0"/>
              </a:spcBef>
              <a:spcAft>
                <a:spcPts val="0"/>
              </a:spcAft>
              <a:buNone/>
              <a:defRPr sz="2267" b="1">
                <a:latin typeface="Roboto"/>
                <a:ea typeface="Roboto"/>
                <a:cs typeface="Roboto"/>
                <a:sym typeface="Roboto"/>
              </a:defRPr>
            </a:lvl7pPr>
            <a:lvl8pPr lvl="7" algn="r" rtl="0">
              <a:spcBef>
                <a:spcPts val="0"/>
              </a:spcBef>
              <a:spcAft>
                <a:spcPts val="0"/>
              </a:spcAft>
              <a:buNone/>
              <a:defRPr sz="2267" b="1">
                <a:latin typeface="Roboto"/>
                <a:ea typeface="Roboto"/>
                <a:cs typeface="Roboto"/>
                <a:sym typeface="Roboto"/>
              </a:defRPr>
            </a:lvl8pPr>
            <a:lvl9pPr lvl="8" algn="r"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32832600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mp; text 2">
  <p:cSld name="Title &amp; text 2">
    <p:bg>
      <p:bgPr>
        <a:solidFill>
          <a:schemeClr val="accent1"/>
        </a:solidFill>
        <a:effectLst/>
      </p:bgPr>
    </p:bg>
    <p:spTree>
      <p:nvGrpSpPr>
        <p:cNvPr id="1" name="Shape 533"/>
        <p:cNvGrpSpPr/>
        <p:nvPr/>
      </p:nvGrpSpPr>
      <p:grpSpPr>
        <a:xfrm>
          <a:off x="0" y="0"/>
          <a:ext cx="0" cy="0"/>
          <a:chOff x="0" y="0"/>
          <a:chExt cx="0" cy="0"/>
        </a:xfrm>
      </p:grpSpPr>
      <p:sp>
        <p:nvSpPr>
          <p:cNvPr id="534" name="Google Shape;534;p25"/>
          <p:cNvSpPr/>
          <p:nvPr/>
        </p:nvSpPr>
        <p:spPr>
          <a:xfrm>
            <a:off x="7489792"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5" name="Google Shape;535;p25"/>
          <p:cNvSpPr txBox="1">
            <a:spLocks noGrp="1"/>
          </p:cNvSpPr>
          <p:nvPr>
            <p:ph type="title"/>
          </p:nvPr>
        </p:nvSpPr>
        <p:spPr>
          <a:xfrm>
            <a:off x="960000" y="512064"/>
            <a:ext cx="3633200" cy="59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0F7ED"/>
              </a:buClr>
              <a:buSzPts val="2700"/>
              <a:buNone/>
              <a:defRPr sz="3600">
                <a:solidFill>
                  <a:schemeClr val="lt2"/>
                </a:solidFill>
              </a:defRPr>
            </a:lvl1pPr>
            <a:lvl2pPr lvl="1" rtl="0">
              <a:spcBef>
                <a:spcPts val="0"/>
              </a:spcBef>
              <a:spcAft>
                <a:spcPts val="0"/>
              </a:spcAft>
              <a:buClr>
                <a:srgbClr val="F0F7ED"/>
              </a:buClr>
              <a:buSzPts val="1400"/>
              <a:buNone/>
              <a:defRPr sz="1867">
                <a:solidFill>
                  <a:srgbClr val="F0F7ED"/>
                </a:solidFill>
              </a:defRPr>
            </a:lvl2pPr>
            <a:lvl3pPr lvl="2" rtl="0">
              <a:spcBef>
                <a:spcPts val="0"/>
              </a:spcBef>
              <a:spcAft>
                <a:spcPts val="0"/>
              </a:spcAft>
              <a:buClr>
                <a:srgbClr val="F0F7ED"/>
              </a:buClr>
              <a:buSzPts val="1400"/>
              <a:buNone/>
              <a:defRPr sz="1867">
                <a:solidFill>
                  <a:srgbClr val="F0F7ED"/>
                </a:solidFill>
              </a:defRPr>
            </a:lvl3pPr>
            <a:lvl4pPr lvl="3" rtl="0">
              <a:spcBef>
                <a:spcPts val="0"/>
              </a:spcBef>
              <a:spcAft>
                <a:spcPts val="0"/>
              </a:spcAft>
              <a:buClr>
                <a:srgbClr val="F0F7ED"/>
              </a:buClr>
              <a:buSzPts val="1400"/>
              <a:buNone/>
              <a:defRPr sz="1867">
                <a:solidFill>
                  <a:srgbClr val="F0F7ED"/>
                </a:solidFill>
              </a:defRPr>
            </a:lvl4pPr>
            <a:lvl5pPr lvl="4" rtl="0">
              <a:spcBef>
                <a:spcPts val="0"/>
              </a:spcBef>
              <a:spcAft>
                <a:spcPts val="0"/>
              </a:spcAft>
              <a:buClr>
                <a:srgbClr val="F0F7ED"/>
              </a:buClr>
              <a:buSzPts val="1400"/>
              <a:buNone/>
              <a:defRPr sz="1867">
                <a:solidFill>
                  <a:srgbClr val="F0F7ED"/>
                </a:solidFill>
              </a:defRPr>
            </a:lvl5pPr>
            <a:lvl6pPr lvl="5" rtl="0">
              <a:spcBef>
                <a:spcPts val="0"/>
              </a:spcBef>
              <a:spcAft>
                <a:spcPts val="0"/>
              </a:spcAft>
              <a:buClr>
                <a:srgbClr val="F0F7ED"/>
              </a:buClr>
              <a:buSzPts val="1400"/>
              <a:buNone/>
              <a:defRPr sz="1867">
                <a:solidFill>
                  <a:srgbClr val="F0F7ED"/>
                </a:solidFill>
              </a:defRPr>
            </a:lvl6pPr>
            <a:lvl7pPr lvl="6" rtl="0">
              <a:spcBef>
                <a:spcPts val="0"/>
              </a:spcBef>
              <a:spcAft>
                <a:spcPts val="0"/>
              </a:spcAft>
              <a:buClr>
                <a:srgbClr val="F0F7ED"/>
              </a:buClr>
              <a:buSzPts val="1400"/>
              <a:buNone/>
              <a:defRPr sz="1867">
                <a:solidFill>
                  <a:srgbClr val="F0F7ED"/>
                </a:solidFill>
              </a:defRPr>
            </a:lvl7pPr>
            <a:lvl8pPr lvl="7" rtl="0">
              <a:spcBef>
                <a:spcPts val="0"/>
              </a:spcBef>
              <a:spcAft>
                <a:spcPts val="0"/>
              </a:spcAft>
              <a:buClr>
                <a:srgbClr val="F0F7ED"/>
              </a:buClr>
              <a:buSzPts val="1400"/>
              <a:buNone/>
              <a:defRPr sz="1867">
                <a:solidFill>
                  <a:srgbClr val="F0F7ED"/>
                </a:solidFill>
              </a:defRPr>
            </a:lvl8pPr>
            <a:lvl9pPr lvl="8" rtl="0">
              <a:spcBef>
                <a:spcPts val="0"/>
              </a:spcBef>
              <a:spcAft>
                <a:spcPts val="0"/>
              </a:spcAft>
              <a:buClr>
                <a:srgbClr val="F0F7ED"/>
              </a:buClr>
              <a:buSzPts val="1400"/>
              <a:buNone/>
              <a:defRPr sz="1867">
                <a:solidFill>
                  <a:srgbClr val="F0F7ED"/>
                </a:solidFill>
              </a:defRPr>
            </a:lvl9pPr>
          </a:lstStyle>
          <a:p>
            <a:endParaRPr/>
          </a:p>
        </p:txBody>
      </p:sp>
      <p:sp>
        <p:nvSpPr>
          <p:cNvPr id="536" name="Google Shape;536;p25"/>
          <p:cNvSpPr/>
          <p:nvPr/>
        </p:nvSpPr>
        <p:spPr>
          <a:xfrm rot="2539751">
            <a:off x="5952336" y="-4446405"/>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7" name="Google Shape;537;p25"/>
          <p:cNvSpPr/>
          <p:nvPr/>
        </p:nvSpPr>
        <p:spPr>
          <a:xfrm rot="9266724">
            <a:off x="6379285" y="1588055"/>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8" name="Google Shape;538;p25"/>
          <p:cNvSpPr/>
          <p:nvPr/>
        </p:nvSpPr>
        <p:spPr>
          <a:xfrm>
            <a:off x="7981832" y="6091833"/>
            <a:ext cx="1546000" cy="15460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01433219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mp; two columns">
  <p:cSld name="Title &amp; two columns">
    <p:spTree>
      <p:nvGrpSpPr>
        <p:cNvPr id="1" name="Shape 539"/>
        <p:cNvGrpSpPr/>
        <p:nvPr/>
      </p:nvGrpSpPr>
      <p:grpSpPr>
        <a:xfrm>
          <a:off x="0" y="0"/>
          <a:ext cx="0" cy="0"/>
          <a:chOff x="0" y="0"/>
          <a:chExt cx="0" cy="0"/>
        </a:xfrm>
      </p:grpSpPr>
      <p:sp>
        <p:nvSpPr>
          <p:cNvPr id="540" name="Google Shape;540;p26"/>
          <p:cNvSpPr txBox="1">
            <a:spLocks noGrp="1"/>
          </p:cNvSpPr>
          <p:nvPr>
            <p:ph type="ctrTitle"/>
          </p:nvPr>
        </p:nvSpPr>
        <p:spPr>
          <a:xfrm>
            <a:off x="8663033" y="1153700"/>
            <a:ext cx="2789200" cy="136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343434"/>
              </a:buClr>
              <a:buSzPts val="4000"/>
              <a:buNone/>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541" name="Google Shape;541;p26"/>
          <p:cNvSpPr txBox="1">
            <a:spLocks noGrp="1"/>
          </p:cNvSpPr>
          <p:nvPr>
            <p:ph type="subTitle" idx="1"/>
          </p:nvPr>
        </p:nvSpPr>
        <p:spPr>
          <a:xfrm>
            <a:off x="3467467" y="1801017"/>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solidFill>
                  <a:srgbClr val="343434"/>
                </a:solidFill>
              </a:defRPr>
            </a:lvl1pPr>
            <a:lvl2pPr lvl="1" rtl="0">
              <a:spcBef>
                <a:spcPts val="0"/>
              </a:spcBef>
              <a:spcAft>
                <a:spcPts val="0"/>
              </a:spcAft>
              <a:buNone/>
              <a:defRPr sz="1867">
                <a:solidFill>
                  <a:srgbClr val="343434"/>
                </a:solidFill>
              </a:defRPr>
            </a:lvl2pPr>
            <a:lvl3pPr lvl="2" rtl="0">
              <a:spcBef>
                <a:spcPts val="0"/>
              </a:spcBef>
              <a:spcAft>
                <a:spcPts val="0"/>
              </a:spcAft>
              <a:buNone/>
              <a:defRPr sz="1867">
                <a:solidFill>
                  <a:srgbClr val="343434"/>
                </a:solidFill>
              </a:defRPr>
            </a:lvl3pPr>
            <a:lvl4pPr lvl="3" rtl="0">
              <a:spcBef>
                <a:spcPts val="0"/>
              </a:spcBef>
              <a:spcAft>
                <a:spcPts val="0"/>
              </a:spcAft>
              <a:buNone/>
              <a:defRPr sz="1867">
                <a:solidFill>
                  <a:srgbClr val="343434"/>
                </a:solidFill>
              </a:defRPr>
            </a:lvl4pPr>
            <a:lvl5pPr lvl="4" rtl="0">
              <a:spcBef>
                <a:spcPts val="0"/>
              </a:spcBef>
              <a:spcAft>
                <a:spcPts val="0"/>
              </a:spcAft>
              <a:buNone/>
              <a:defRPr sz="1867">
                <a:solidFill>
                  <a:srgbClr val="343434"/>
                </a:solidFill>
              </a:defRPr>
            </a:lvl5pPr>
            <a:lvl6pPr lvl="5" rtl="0">
              <a:spcBef>
                <a:spcPts val="0"/>
              </a:spcBef>
              <a:spcAft>
                <a:spcPts val="0"/>
              </a:spcAft>
              <a:buNone/>
              <a:defRPr sz="1867">
                <a:solidFill>
                  <a:srgbClr val="343434"/>
                </a:solidFill>
              </a:defRPr>
            </a:lvl6pPr>
            <a:lvl7pPr lvl="6" rtl="0">
              <a:spcBef>
                <a:spcPts val="0"/>
              </a:spcBef>
              <a:spcAft>
                <a:spcPts val="0"/>
              </a:spcAft>
              <a:buNone/>
              <a:defRPr sz="1867">
                <a:solidFill>
                  <a:srgbClr val="343434"/>
                </a:solidFill>
              </a:defRPr>
            </a:lvl7pPr>
            <a:lvl8pPr lvl="7" rtl="0">
              <a:spcBef>
                <a:spcPts val="0"/>
              </a:spcBef>
              <a:spcAft>
                <a:spcPts val="0"/>
              </a:spcAft>
              <a:buNone/>
              <a:defRPr sz="1867">
                <a:solidFill>
                  <a:srgbClr val="343434"/>
                </a:solidFill>
              </a:defRPr>
            </a:lvl8pPr>
            <a:lvl9pPr lvl="8" rtl="0">
              <a:spcBef>
                <a:spcPts val="0"/>
              </a:spcBef>
              <a:spcAft>
                <a:spcPts val="0"/>
              </a:spcAft>
              <a:buNone/>
              <a:defRPr sz="1867">
                <a:solidFill>
                  <a:srgbClr val="343434"/>
                </a:solidFill>
              </a:defRPr>
            </a:lvl9pPr>
          </a:lstStyle>
          <a:p>
            <a:endParaRPr/>
          </a:p>
        </p:txBody>
      </p:sp>
      <p:sp>
        <p:nvSpPr>
          <p:cNvPr id="542" name="Google Shape;542;p26"/>
          <p:cNvSpPr txBox="1">
            <a:spLocks noGrp="1"/>
          </p:cNvSpPr>
          <p:nvPr>
            <p:ph type="subTitle" idx="2"/>
          </p:nvPr>
        </p:nvSpPr>
        <p:spPr>
          <a:xfrm>
            <a:off x="3467467" y="4689267"/>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solidFill>
                  <a:srgbClr val="343434"/>
                </a:solidFill>
              </a:defRPr>
            </a:lvl1pPr>
            <a:lvl2pPr lvl="1" rtl="0">
              <a:spcBef>
                <a:spcPts val="0"/>
              </a:spcBef>
              <a:spcAft>
                <a:spcPts val="0"/>
              </a:spcAft>
              <a:buNone/>
              <a:defRPr sz="1867">
                <a:solidFill>
                  <a:srgbClr val="343434"/>
                </a:solidFill>
              </a:defRPr>
            </a:lvl2pPr>
            <a:lvl3pPr lvl="2" rtl="0">
              <a:spcBef>
                <a:spcPts val="0"/>
              </a:spcBef>
              <a:spcAft>
                <a:spcPts val="0"/>
              </a:spcAft>
              <a:buNone/>
              <a:defRPr sz="1867">
                <a:solidFill>
                  <a:srgbClr val="343434"/>
                </a:solidFill>
              </a:defRPr>
            </a:lvl3pPr>
            <a:lvl4pPr lvl="3" rtl="0">
              <a:spcBef>
                <a:spcPts val="0"/>
              </a:spcBef>
              <a:spcAft>
                <a:spcPts val="0"/>
              </a:spcAft>
              <a:buNone/>
              <a:defRPr sz="1867">
                <a:solidFill>
                  <a:srgbClr val="343434"/>
                </a:solidFill>
              </a:defRPr>
            </a:lvl4pPr>
            <a:lvl5pPr lvl="4" rtl="0">
              <a:spcBef>
                <a:spcPts val="0"/>
              </a:spcBef>
              <a:spcAft>
                <a:spcPts val="0"/>
              </a:spcAft>
              <a:buNone/>
              <a:defRPr sz="1867">
                <a:solidFill>
                  <a:srgbClr val="343434"/>
                </a:solidFill>
              </a:defRPr>
            </a:lvl5pPr>
            <a:lvl6pPr lvl="5" rtl="0">
              <a:spcBef>
                <a:spcPts val="0"/>
              </a:spcBef>
              <a:spcAft>
                <a:spcPts val="0"/>
              </a:spcAft>
              <a:buNone/>
              <a:defRPr sz="1867">
                <a:solidFill>
                  <a:srgbClr val="343434"/>
                </a:solidFill>
              </a:defRPr>
            </a:lvl6pPr>
            <a:lvl7pPr lvl="6" rtl="0">
              <a:spcBef>
                <a:spcPts val="0"/>
              </a:spcBef>
              <a:spcAft>
                <a:spcPts val="0"/>
              </a:spcAft>
              <a:buNone/>
              <a:defRPr sz="1867">
                <a:solidFill>
                  <a:srgbClr val="343434"/>
                </a:solidFill>
              </a:defRPr>
            </a:lvl7pPr>
            <a:lvl8pPr lvl="7" rtl="0">
              <a:spcBef>
                <a:spcPts val="0"/>
              </a:spcBef>
              <a:spcAft>
                <a:spcPts val="0"/>
              </a:spcAft>
              <a:buNone/>
              <a:defRPr sz="1867">
                <a:solidFill>
                  <a:srgbClr val="343434"/>
                </a:solidFill>
              </a:defRPr>
            </a:lvl8pPr>
            <a:lvl9pPr lvl="8" rtl="0">
              <a:spcBef>
                <a:spcPts val="0"/>
              </a:spcBef>
              <a:spcAft>
                <a:spcPts val="0"/>
              </a:spcAft>
              <a:buNone/>
              <a:defRPr sz="1867">
                <a:solidFill>
                  <a:srgbClr val="343434"/>
                </a:solidFill>
              </a:defRPr>
            </a:lvl9pPr>
          </a:lstStyle>
          <a:p>
            <a:endParaRPr/>
          </a:p>
        </p:txBody>
      </p:sp>
      <p:sp>
        <p:nvSpPr>
          <p:cNvPr id="543" name="Google Shape;543;p26"/>
          <p:cNvSpPr/>
          <p:nvPr/>
        </p:nvSpPr>
        <p:spPr>
          <a:xfrm>
            <a:off x="-353432" y="-319299"/>
            <a:ext cx="969200" cy="9692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4" name="Google Shape;544;p26"/>
          <p:cNvGrpSpPr/>
          <p:nvPr/>
        </p:nvGrpSpPr>
        <p:grpSpPr>
          <a:xfrm>
            <a:off x="-620337" y="343144"/>
            <a:ext cx="1186945" cy="1187232"/>
            <a:chOff x="1347125" y="349025"/>
            <a:chExt cx="4978800" cy="4980000"/>
          </a:xfrm>
        </p:grpSpPr>
        <p:sp>
          <p:nvSpPr>
            <p:cNvPr id="545" name="Google Shape;545;p26"/>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26"/>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26"/>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26"/>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26"/>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26"/>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26"/>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26"/>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26"/>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26"/>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26"/>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26"/>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26"/>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26"/>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26"/>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26"/>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26"/>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26"/>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26"/>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26"/>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26"/>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26"/>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67" name="Google Shape;567;p26"/>
          <p:cNvSpPr txBox="1">
            <a:spLocks noGrp="1"/>
          </p:cNvSpPr>
          <p:nvPr>
            <p:ph type="subTitle" idx="3"/>
          </p:nvPr>
        </p:nvSpPr>
        <p:spPr>
          <a:xfrm>
            <a:off x="3467467" y="1349125"/>
            <a:ext cx="2639200" cy="592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68" name="Google Shape;568;p26"/>
          <p:cNvSpPr txBox="1">
            <a:spLocks noGrp="1"/>
          </p:cNvSpPr>
          <p:nvPr>
            <p:ph type="subTitle" idx="4"/>
          </p:nvPr>
        </p:nvSpPr>
        <p:spPr>
          <a:xfrm>
            <a:off x="3467467" y="4237367"/>
            <a:ext cx="2639200" cy="592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283271865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One column text 2">
  <p:cSld name="One column text 2">
    <p:spTree>
      <p:nvGrpSpPr>
        <p:cNvPr id="1" name="Shape 569"/>
        <p:cNvGrpSpPr/>
        <p:nvPr/>
      </p:nvGrpSpPr>
      <p:grpSpPr>
        <a:xfrm>
          <a:off x="0" y="0"/>
          <a:ext cx="0" cy="0"/>
          <a:chOff x="0" y="0"/>
          <a:chExt cx="0" cy="0"/>
        </a:xfrm>
      </p:grpSpPr>
      <p:sp>
        <p:nvSpPr>
          <p:cNvPr id="570" name="Google Shape;570;p27"/>
          <p:cNvSpPr txBox="1">
            <a:spLocks noGrp="1"/>
          </p:cNvSpPr>
          <p:nvPr>
            <p:ph type="title"/>
          </p:nvPr>
        </p:nvSpPr>
        <p:spPr>
          <a:xfrm>
            <a:off x="6767600" y="2333200"/>
            <a:ext cx="4464400" cy="7860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2700"/>
              <a:buNone/>
              <a:defRPr sz="3600"/>
            </a:lvl2pPr>
            <a:lvl3pPr lvl="2" rtl="0">
              <a:spcBef>
                <a:spcPts val="0"/>
              </a:spcBef>
              <a:spcAft>
                <a:spcPts val="0"/>
              </a:spcAft>
              <a:buSzPts val="2700"/>
              <a:buNone/>
              <a:defRPr sz="3600"/>
            </a:lvl3pPr>
            <a:lvl4pPr lvl="3" rtl="0">
              <a:spcBef>
                <a:spcPts val="0"/>
              </a:spcBef>
              <a:spcAft>
                <a:spcPts val="0"/>
              </a:spcAft>
              <a:buSzPts val="2700"/>
              <a:buNone/>
              <a:defRPr sz="3600"/>
            </a:lvl4pPr>
            <a:lvl5pPr lvl="4" rtl="0">
              <a:spcBef>
                <a:spcPts val="0"/>
              </a:spcBef>
              <a:spcAft>
                <a:spcPts val="0"/>
              </a:spcAft>
              <a:buSzPts val="2700"/>
              <a:buNone/>
              <a:defRPr sz="3600"/>
            </a:lvl5pPr>
            <a:lvl6pPr lvl="5" rtl="0">
              <a:spcBef>
                <a:spcPts val="0"/>
              </a:spcBef>
              <a:spcAft>
                <a:spcPts val="0"/>
              </a:spcAft>
              <a:buSzPts val="2700"/>
              <a:buNone/>
              <a:defRPr sz="3600"/>
            </a:lvl6pPr>
            <a:lvl7pPr lvl="6" rtl="0">
              <a:spcBef>
                <a:spcPts val="0"/>
              </a:spcBef>
              <a:spcAft>
                <a:spcPts val="0"/>
              </a:spcAft>
              <a:buSzPts val="2700"/>
              <a:buNone/>
              <a:defRPr sz="3600"/>
            </a:lvl7pPr>
            <a:lvl8pPr lvl="7" rtl="0">
              <a:spcBef>
                <a:spcPts val="0"/>
              </a:spcBef>
              <a:spcAft>
                <a:spcPts val="0"/>
              </a:spcAft>
              <a:buSzPts val="2700"/>
              <a:buNone/>
              <a:defRPr sz="3600"/>
            </a:lvl8pPr>
            <a:lvl9pPr lvl="8" rtl="0">
              <a:spcBef>
                <a:spcPts val="0"/>
              </a:spcBef>
              <a:spcAft>
                <a:spcPts val="0"/>
              </a:spcAft>
              <a:buSzPts val="2700"/>
              <a:buNone/>
              <a:defRPr sz="3600"/>
            </a:lvl9pPr>
          </a:lstStyle>
          <a:p>
            <a:endParaRPr/>
          </a:p>
        </p:txBody>
      </p:sp>
      <p:sp>
        <p:nvSpPr>
          <p:cNvPr id="571" name="Google Shape;571;p27"/>
          <p:cNvSpPr txBox="1">
            <a:spLocks noGrp="1"/>
          </p:cNvSpPr>
          <p:nvPr>
            <p:ph type="subTitle" idx="1"/>
          </p:nvPr>
        </p:nvSpPr>
        <p:spPr>
          <a:xfrm>
            <a:off x="6767600" y="3119200"/>
            <a:ext cx="3945600" cy="140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572" name="Google Shape;572;p27"/>
          <p:cNvSpPr/>
          <p:nvPr/>
        </p:nvSpPr>
        <p:spPr>
          <a:xfrm rot="2539751">
            <a:off x="9571003" y="-4971672"/>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3" name="Google Shape;573;p27"/>
          <p:cNvSpPr/>
          <p:nvPr/>
        </p:nvSpPr>
        <p:spPr>
          <a:xfrm rot="9266724">
            <a:off x="9997952" y="1062788"/>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23410969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One column text 3">
  <p:cSld name="One column text 3">
    <p:bg>
      <p:bgPr>
        <a:solidFill>
          <a:schemeClr val="accent1"/>
        </a:solidFill>
        <a:effectLst/>
      </p:bgPr>
    </p:bg>
    <p:spTree>
      <p:nvGrpSpPr>
        <p:cNvPr id="1" name="Shape 574"/>
        <p:cNvGrpSpPr/>
        <p:nvPr/>
      </p:nvGrpSpPr>
      <p:grpSpPr>
        <a:xfrm>
          <a:off x="0" y="0"/>
          <a:ext cx="0" cy="0"/>
          <a:chOff x="0" y="0"/>
          <a:chExt cx="0" cy="0"/>
        </a:xfrm>
      </p:grpSpPr>
      <p:sp>
        <p:nvSpPr>
          <p:cNvPr id="575" name="Google Shape;575;p28"/>
          <p:cNvSpPr txBox="1">
            <a:spLocks noGrp="1"/>
          </p:cNvSpPr>
          <p:nvPr>
            <p:ph type="title"/>
          </p:nvPr>
        </p:nvSpPr>
        <p:spPr>
          <a:xfrm>
            <a:off x="6767600" y="2342251"/>
            <a:ext cx="4464400" cy="770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0F7ED"/>
              </a:buClr>
              <a:buSzPts val="2700"/>
              <a:buNone/>
              <a:defRPr sz="3600">
                <a:solidFill>
                  <a:schemeClr val="lt2"/>
                </a:solidFill>
              </a:defRPr>
            </a:lvl1pPr>
            <a:lvl2pPr lvl="1" rtl="0">
              <a:spcBef>
                <a:spcPts val="0"/>
              </a:spcBef>
              <a:spcAft>
                <a:spcPts val="0"/>
              </a:spcAft>
              <a:buClr>
                <a:srgbClr val="F0F7ED"/>
              </a:buClr>
              <a:buSzPts val="1400"/>
              <a:buNone/>
              <a:defRPr sz="1867">
                <a:solidFill>
                  <a:srgbClr val="F0F7ED"/>
                </a:solidFill>
              </a:defRPr>
            </a:lvl2pPr>
            <a:lvl3pPr lvl="2" rtl="0">
              <a:spcBef>
                <a:spcPts val="0"/>
              </a:spcBef>
              <a:spcAft>
                <a:spcPts val="0"/>
              </a:spcAft>
              <a:buClr>
                <a:srgbClr val="F0F7ED"/>
              </a:buClr>
              <a:buSzPts val="1400"/>
              <a:buNone/>
              <a:defRPr sz="1867">
                <a:solidFill>
                  <a:srgbClr val="F0F7ED"/>
                </a:solidFill>
              </a:defRPr>
            </a:lvl3pPr>
            <a:lvl4pPr lvl="3" rtl="0">
              <a:spcBef>
                <a:spcPts val="0"/>
              </a:spcBef>
              <a:spcAft>
                <a:spcPts val="0"/>
              </a:spcAft>
              <a:buClr>
                <a:srgbClr val="F0F7ED"/>
              </a:buClr>
              <a:buSzPts val="1400"/>
              <a:buNone/>
              <a:defRPr sz="1867">
                <a:solidFill>
                  <a:srgbClr val="F0F7ED"/>
                </a:solidFill>
              </a:defRPr>
            </a:lvl4pPr>
            <a:lvl5pPr lvl="4" rtl="0">
              <a:spcBef>
                <a:spcPts val="0"/>
              </a:spcBef>
              <a:spcAft>
                <a:spcPts val="0"/>
              </a:spcAft>
              <a:buClr>
                <a:srgbClr val="F0F7ED"/>
              </a:buClr>
              <a:buSzPts val="1400"/>
              <a:buNone/>
              <a:defRPr sz="1867">
                <a:solidFill>
                  <a:srgbClr val="F0F7ED"/>
                </a:solidFill>
              </a:defRPr>
            </a:lvl5pPr>
            <a:lvl6pPr lvl="5" rtl="0">
              <a:spcBef>
                <a:spcPts val="0"/>
              </a:spcBef>
              <a:spcAft>
                <a:spcPts val="0"/>
              </a:spcAft>
              <a:buClr>
                <a:srgbClr val="F0F7ED"/>
              </a:buClr>
              <a:buSzPts val="1400"/>
              <a:buNone/>
              <a:defRPr sz="1867">
                <a:solidFill>
                  <a:srgbClr val="F0F7ED"/>
                </a:solidFill>
              </a:defRPr>
            </a:lvl6pPr>
            <a:lvl7pPr lvl="6" rtl="0">
              <a:spcBef>
                <a:spcPts val="0"/>
              </a:spcBef>
              <a:spcAft>
                <a:spcPts val="0"/>
              </a:spcAft>
              <a:buClr>
                <a:srgbClr val="F0F7ED"/>
              </a:buClr>
              <a:buSzPts val="1400"/>
              <a:buNone/>
              <a:defRPr sz="1867">
                <a:solidFill>
                  <a:srgbClr val="F0F7ED"/>
                </a:solidFill>
              </a:defRPr>
            </a:lvl7pPr>
            <a:lvl8pPr lvl="7" rtl="0">
              <a:spcBef>
                <a:spcPts val="0"/>
              </a:spcBef>
              <a:spcAft>
                <a:spcPts val="0"/>
              </a:spcAft>
              <a:buClr>
                <a:srgbClr val="F0F7ED"/>
              </a:buClr>
              <a:buSzPts val="1400"/>
              <a:buNone/>
              <a:defRPr sz="1867">
                <a:solidFill>
                  <a:srgbClr val="F0F7ED"/>
                </a:solidFill>
              </a:defRPr>
            </a:lvl8pPr>
            <a:lvl9pPr lvl="8" rtl="0">
              <a:spcBef>
                <a:spcPts val="0"/>
              </a:spcBef>
              <a:spcAft>
                <a:spcPts val="0"/>
              </a:spcAft>
              <a:buClr>
                <a:srgbClr val="F0F7ED"/>
              </a:buClr>
              <a:buSzPts val="1400"/>
              <a:buNone/>
              <a:defRPr sz="1867">
                <a:solidFill>
                  <a:srgbClr val="F0F7ED"/>
                </a:solidFill>
              </a:defRPr>
            </a:lvl9pPr>
          </a:lstStyle>
          <a:p>
            <a:endParaRPr/>
          </a:p>
        </p:txBody>
      </p:sp>
      <p:sp>
        <p:nvSpPr>
          <p:cNvPr id="576" name="Google Shape;576;p28"/>
          <p:cNvSpPr txBox="1">
            <a:spLocks noGrp="1"/>
          </p:cNvSpPr>
          <p:nvPr>
            <p:ph type="subTitle" idx="1"/>
          </p:nvPr>
        </p:nvSpPr>
        <p:spPr>
          <a:xfrm>
            <a:off x="6767600" y="3138151"/>
            <a:ext cx="3919200" cy="137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577" name="Google Shape;577;p28"/>
          <p:cNvSpPr/>
          <p:nvPr/>
        </p:nvSpPr>
        <p:spPr>
          <a:xfrm rot="8260249" flipH="1">
            <a:off x="9561269" y="5252095"/>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8" name="Google Shape;578;p28"/>
          <p:cNvSpPr/>
          <p:nvPr/>
        </p:nvSpPr>
        <p:spPr>
          <a:xfrm rot="1533276" flipH="1">
            <a:off x="9988219" y="5268024"/>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33432352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 Thanks slide">
  <p:cSld name=" Thanks slide">
    <p:bg>
      <p:bgPr>
        <a:solidFill>
          <a:schemeClr val="accent1"/>
        </a:solidFill>
        <a:effectLst/>
      </p:bgPr>
    </p:bg>
    <p:spTree>
      <p:nvGrpSpPr>
        <p:cNvPr id="1" name="Shape 579"/>
        <p:cNvGrpSpPr/>
        <p:nvPr/>
      </p:nvGrpSpPr>
      <p:grpSpPr>
        <a:xfrm>
          <a:off x="0" y="0"/>
          <a:ext cx="0" cy="0"/>
          <a:chOff x="0" y="0"/>
          <a:chExt cx="0" cy="0"/>
        </a:xfrm>
      </p:grpSpPr>
      <p:sp>
        <p:nvSpPr>
          <p:cNvPr id="580" name="Google Shape;580;p29"/>
          <p:cNvSpPr/>
          <p:nvPr/>
        </p:nvSpPr>
        <p:spPr>
          <a:xfrm>
            <a:off x="-1248833" y="1145933"/>
            <a:ext cx="4202400" cy="4202400"/>
          </a:xfrm>
          <a:prstGeom prst="donut">
            <a:avLst>
              <a:gd name="adj" fmla="val 17842"/>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1" name="Google Shape;581;p29"/>
          <p:cNvSpPr/>
          <p:nvPr/>
        </p:nvSpPr>
        <p:spPr>
          <a:xfrm>
            <a:off x="391851" y="4241067"/>
            <a:ext cx="632000" cy="632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7210"/>
              </a:solidFill>
            </a:endParaRPr>
          </a:p>
        </p:txBody>
      </p:sp>
      <p:grpSp>
        <p:nvGrpSpPr>
          <p:cNvPr id="582" name="Google Shape;582;p29"/>
          <p:cNvGrpSpPr/>
          <p:nvPr/>
        </p:nvGrpSpPr>
        <p:grpSpPr>
          <a:xfrm>
            <a:off x="1711043" y="1051605"/>
            <a:ext cx="1041565" cy="1041816"/>
            <a:chOff x="1347125" y="349025"/>
            <a:chExt cx="4978800" cy="4980000"/>
          </a:xfrm>
        </p:grpSpPr>
        <p:sp>
          <p:nvSpPr>
            <p:cNvPr id="583" name="Google Shape;583;p29"/>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4" name="Google Shape;584;p29"/>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5" name="Google Shape;585;p29"/>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6" name="Google Shape;586;p29"/>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29"/>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29"/>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29"/>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29"/>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29"/>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29"/>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29"/>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4" name="Google Shape;594;p29"/>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5" name="Google Shape;595;p29"/>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29"/>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29"/>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29"/>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29"/>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29"/>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29"/>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29"/>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29"/>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29"/>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05" name="Google Shape;605;p29"/>
          <p:cNvSpPr txBox="1">
            <a:spLocks noGrp="1"/>
          </p:cNvSpPr>
          <p:nvPr>
            <p:ph type="title"/>
          </p:nvPr>
        </p:nvSpPr>
        <p:spPr>
          <a:xfrm>
            <a:off x="2978833" y="2867800"/>
            <a:ext cx="7572400" cy="1122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0F7ED"/>
              </a:buClr>
              <a:buSzPts val="4000"/>
              <a:buNone/>
              <a:defRPr sz="6667">
                <a:solidFill>
                  <a:srgbClr val="F0F7ED"/>
                </a:solidFill>
              </a:defRPr>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sp>
        <p:nvSpPr>
          <p:cNvPr id="606" name="Google Shape;606;p29"/>
          <p:cNvSpPr txBox="1">
            <a:spLocks noGrp="1"/>
          </p:cNvSpPr>
          <p:nvPr>
            <p:ph type="subTitle" idx="1"/>
          </p:nvPr>
        </p:nvSpPr>
        <p:spPr>
          <a:xfrm>
            <a:off x="6170167" y="5760167"/>
            <a:ext cx="5047200" cy="3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2"/>
              </a:buClr>
              <a:buSzPts val="1200"/>
              <a:buNone/>
              <a:defRPr>
                <a:solidFill>
                  <a:schemeClr val="lt1"/>
                </a:solidFill>
              </a:defRPr>
            </a:lvl1pPr>
            <a:lvl2pPr lvl="1" algn="r" rtl="0">
              <a:lnSpc>
                <a:spcPct val="100000"/>
              </a:lnSpc>
              <a:spcBef>
                <a:spcPts val="0"/>
              </a:spcBef>
              <a:spcAft>
                <a:spcPts val="0"/>
              </a:spcAft>
              <a:buClr>
                <a:schemeClr val="lt2"/>
              </a:buClr>
              <a:buSzPts val="1200"/>
              <a:buNone/>
              <a:defRPr>
                <a:solidFill>
                  <a:schemeClr val="lt2"/>
                </a:solidFill>
              </a:defRPr>
            </a:lvl2pPr>
            <a:lvl3pPr lvl="2" algn="r" rtl="0">
              <a:lnSpc>
                <a:spcPct val="100000"/>
              </a:lnSpc>
              <a:spcBef>
                <a:spcPts val="0"/>
              </a:spcBef>
              <a:spcAft>
                <a:spcPts val="0"/>
              </a:spcAft>
              <a:buClr>
                <a:schemeClr val="lt2"/>
              </a:buClr>
              <a:buSzPts val="1200"/>
              <a:buNone/>
              <a:defRPr>
                <a:solidFill>
                  <a:schemeClr val="lt2"/>
                </a:solidFill>
              </a:defRPr>
            </a:lvl3pPr>
            <a:lvl4pPr lvl="3" algn="r" rtl="0">
              <a:lnSpc>
                <a:spcPct val="100000"/>
              </a:lnSpc>
              <a:spcBef>
                <a:spcPts val="0"/>
              </a:spcBef>
              <a:spcAft>
                <a:spcPts val="0"/>
              </a:spcAft>
              <a:buClr>
                <a:schemeClr val="lt2"/>
              </a:buClr>
              <a:buSzPts val="1200"/>
              <a:buNone/>
              <a:defRPr>
                <a:solidFill>
                  <a:schemeClr val="lt2"/>
                </a:solidFill>
              </a:defRPr>
            </a:lvl4pPr>
            <a:lvl5pPr lvl="4" algn="r" rtl="0">
              <a:lnSpc>
                <a:spcPct val="100000"/>
              </a:lnSpc>
              <a:spcBef>
                <a:spcPts val="0"/>
              </a:spcBef>
              <a:spcAft>
                <a:spcPts val="0"/>
              </a:spcAft>
              <a:buClr>
                <a:schemeClr val="lt2"/>
              </a:buClr>
              <a:buSzPts val="1200"/>
              <a:buNone/>
              <a:defRPr>
                <a:solidFill>
                  <a:schemeClr val="lt2"/>
                </a:solidFill>
              </a:defRPr>
            </a:lvl5pPr>
            <a:lvl6pPr lvl="5" algn="r" rtl="0">
              <a:lnSpc>
                <a:spcPct val="100000"/>
              </a:lnSpc>
              <a:spcBef>
                <a:spcPts val="0"/>
              </a:spcBef>
              <a:spcAft>
                <a:spcPts val="0"/>
              </a:spcAft>
              <a:buClr>
                <a:schemeClr val="lt2"/>
              </a:buClr>
              <a:buSzPts val="1200"/>
              <a:buNone/>
              <a:defRPr>
                <a:solidFill>
                  <a:schemeClr val="lt2"/>
                </a:solidFill>
              </a:defRPr>
            </a:lvl6pPr>
            <a:lvl7pPr lvl="6" algn="r" rtl="0">
              <a:lnSpc>
                <a:spcPct val="100000"/>
              </a:lnSpc>
              <a:spcBef>
                <a:spcPts val="0"/>
              </a:spcBef>
              <a:spcAft>
                <a:spcPts val="0"/>
              </a:spcAft>
              <a:buClr>
                <a:schemeClr val="lt2"/>
              </a:buClr>
              <a:buSzPts val="1200"/>
              <a:buNone/>
              <a:defRPr>
                <a:solidFill>
                  <a:schemeClr val="lt2"/>
                </a:solidFill>
              </a:defRPr>
            </a:lvl7pPr>
            <a:lvl8pPr lvl="7" algn="r" rtl="0">
              <a:lnSpc>
                <a:spcPct val="100000"/>
              </a:lnSpc>
              <a:spcBef>
                <a:spcPts val="0"/>
              </a:spcBef>
              <a:spcAft>
                <a:spcPts val="0"/>
              </a:spcAft>
              <a:buClr>
                <a:schemeClr val="lt2"/>
              </a:buClr>
              <a:buSzPts val="1200"/>
              <a:buNone/>
              <a:defRPr>
                <a:solidFill>
                  <a:schemeClr val="lt2"/>
                </a:solidFill>
              </a:defRPr>
            </a:lvl8pPr>
            <a:lvl9pPr lvl="8" algn="r" rtl="0">
              <a:lnSpc>
                <a:spcPct val="100000"/>
              </a:lnSpc>
              <a:spcBef>
                <a:spcPts val="0"/>
              </a:spcBef>
              <a:spcAft>
                <a:spcPts val="0"/>
              </a:spcAft>
              <a:buClr>
                <a:schemeClr val="lt2"/>
              </a:buClr>
              <a:buSzPts val="1200"/>
              <a:buNone/>
              <a:defRPr>
                <a:solidFill>
                  <a:schemeClr val="lt2"/>
                </a:solidFill>
              </a:defRPr>
            </a:lvl9pPr>
          </a:lstStyle>
          <a:p>
            <a:endParaRPr/>
          </a:p>
        </p:txBody>
      </p:sp>
      <p:sp>
        <p:nvSpPr>
          <p:cNvPr id="607" name="Google Shape;607;p29"/>
          <p:cNvSpPr txBox="1"/>
          <p:nvPr/>
        </p:nvSpPr>
        <p:spPr>
          <a:xfrm>
            <a:off x="6772167" y="4551567"/>
            <a:ext cx="4460000" cy="614400"/>
          </a:xfrm>
          <a:prstGeom prst="rect">
            <a:avLst/>
          </a:prstGeom>
          <a:noFill/>
          <a:ln>
            <a:noFill/>
          </a:ln>
        </p:spPr>
        <p:txBody>
          <a:bodyPr spcFirstLastPara="1" wrap="square" lIns="121900" tIns="121900" rIns="121900" bIns="121900" anchor="t" anchorCtr="0">
            <a:noAutofit/>
          </a:bodyPr>
          <a:lstStyle/>
          <a:p>
            <a:pPr marL="0" lvl="0" indent="0" algn="r" rtl="0">
              <a:spcBef>
                <a:spcPts val="400"/>
              </a:spcBef>
              <a:spcAft>
                <a:spcPts val="0"/>
              </a:spcAft>
              <a:buNone/>
            </a:pPr>
            <a:r>
              <a:rPr lang="en" sz="1600">
                <a:solidFill>
                  <a:schemeClr val="lt2"/>
                </a:solidFill>
                <a:latin typeface="Barlow"/>
                <a:ea typeface="Barlow"/>
                <a:cs typeface="Barlow"/>
                <a:sym typeface="Barlow"/>
              </a:rPr>
              <a:t>CREDITS: This presentation template was created by </a:t>
            </a:r>
            <a:r>
              <a:rPr lang="en" sz="1600" b="1">
                <a:solidFill>
                  <a:schemeClr val="lt2"/>
                </a:solidFill>
                <a:uFill>
                  <a:noFill/>
                </a:u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600">
                <a:solidFill>
                  <a:schemeClr val="lt2"/>
                </a:solidFill>
                <a:latin typeface="Barlow"/>
                <a:ea typeface="Barlow"/>
                <a:cs typeface="Barlow"/>
                <a:sym typeface="Barlow"/>
              </a:rPr>
              <a:t>, including icons by </a:t>
            </a:r>
            <a:r>
              <a:rPr lang="en" sz="1600" b="1">
                <a:solidFill>
                  <a:schemeClr val="lt2"/>
                </a:solidFill>
                <a:uFill>
                  <a:noFill/>
                </a:uFill>
                <a:latin typeface="Barlow"/>
                <a:ea typeface="Barlow"/>
                <a:cs typeface="Barlow"/>
                <a:sym typeface="Barlow"/>
                <a:hlinkClick r:id="rId3">
                  <a:extLst>
                    <a:ext uri="{A12FA001-AC4F-418D-AE19-62706E023703}">
                      <ahyp:hlinkClr xmlns:ahyp="http://schemas.microsoft.com/office/drawing/2018/hyperlinkcolor" val="tx"/>
                    </a:ext>
                  </a:extLst>
                </a:hlinkClick>
              </a:rPr>
              <a:t>Flaticon</a:t>
            </a:r>
            <a:r>
              <a:rPr lang="en" sz="1600">
                <a:solidFill>
                  <a:schemeClr val="lt2"/>
                </a:solidFill>
                <a:latin typeface="Barlow"/>
                <a:ea typeface="Barlow"/>
                <a:cs typeface="Barlow"/>
                <a:sym typeface="Barlow"/>
              </a:rPr>
              <a:t>, and infographics &amp; images by </a:t>
            </a:r>
            <a:r>
              <a:rPr lang="en" sz="1600" b="1">
                <a:solidFill>
                  <a:schemeClr val="lt2"/>
                </a:solidFill>
                <a:uFill>
                  <a:noFill/>
                </a:uFill>
                <a:latin typeface="Barlow"/>
                <a:ea typeface="Barlow"/>
                <a:cs typeface="Barlow"/>
                <a:sym typeface="Barlow"/>
                <a:hlinkClick r:id="rId4">
                  <a:extLst>
                    <a:ext uri="{A12FA001-AC4F-418D-AE19-62706E023703}">
                      <ahyp:hlinkClr xmlns:ahyp="http://schemas.microsoft.com/office/drawing/2018/hyperlinkcolor" val="tx"/>
                    </a:ext>
                  </a:extLst>
                </a:hlinkClick>
              </a:rPr>
              <a:t>Freepik</a:t>
            </a:r>
            <a:r>
              <a:rPr lang="en" sz="1600">
                <a:solidFill>
                  <a:schemeClr val="lt2"/>
                </a:solidFill>
                <a:latin typeface="Barlow"/>
                <a:ea typeface="Barlow"/>
                <a:cs typeface="Barlow"/>
                <a:sym typeface="Barlow"/>
              </a:rPr>
              <a:t>. </a:t>
            </a:r>
            <a:endParaRPr sz="1600">
              <a:solidFill>
                <a:schemeClr val="lt2"/>
              </a:solidFill>
              <a:latin typeface="Barlow"/>
              <a:ea typeface="Barlow"/>
              <a:cs typeface="Barlow"/>
              <a:sym typeface="Barlow"/>
            </a:endParaRPr>
          </a:p>
        </p:txBody>
      </p:sp>
    </p:spTree>
    <p:extLst>
      <p:ext uri="{BB962C8B-B14F-4D97-AF65-F5344CB8AC3E}">
        <p14:creationId xmlns:p14="http://schemas.microsoft.com/office/powerpoint/2010/main" val="379059431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accent1"/>
        </a:solidFill>
        <a:effectLst/>
      </p:bgPr>
    </p:bg>
    <p:spTree>
      <p:nvGrpSpPr>
        <p:cNvPr id="1" name="Shape 608"/>
        <p:cNvGrpSpPr/>
        <p:nvPr/>
      </p:nvGrpSpPr>
      <p:grpSpPr>
        <a:xfrm>
          <a:off x="0" y="0"/>
          <a:ext cx="0" cy="0"/>
          <a:chOff x="0" y="0"/>
          <a:chExt cx="0" cy="0"/>
        </a:xfrm>
      </p:grpSpPr>
      <p:sp>
        <p:nvSpPr>
          <p:cNvPr id="609" name="Google Shape;609;p30"/>
          <p:cNvSpPr/>
          <p:nvPr/>
        </p:nvSpPr>
        <p:spPr>
          <a:xfrm>
            <a:off x="-1922624" y="843471"/>
            <a:ext cx="5018800" cy="5018800"/>
          </a:xfrm>
          <a:prstGeom prst="donut">
            <a:avLst>
              <a:gd name="adj" fmla="val 17842"/>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grpSp>
        <p:nvGrpSpPr>
          <p:cNvPr id="610" name="Google Shape;610;p30"/>
          <p:cNvGrpSpPr/>
          <p:nvPr/>
        </p:nvGrpSpPr>
        <p:grpSpPr>
          <a:xfrm>
            <a:off x="1781158" y="914925"/>
            <a:ext cx="867639" cy="867848"/>
            <a:chOff x="1347125" y="349025"/>
            <a:chExt cx="4978800" cy="4980000"/>
          </a:xfrm>
        </p:grpSpPr>
        <p:sp>
          <p:nvSpPr>
            <p:cNvPr id="611" name="Google Shape;611;p3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3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3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3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3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3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3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3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3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0" name="Google Shape;620;p3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1" name="Google Shape;621;p3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2" name="Google Shape;622;p3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3" name="Google Shape;623;p3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4" name="Google Shape;624;p3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5" name="Google Shape;625;p3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6" name="Google Shape;626;p3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7" name="Google Shape;627;p3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8" name="Google Shape;628;p3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9" name="Google Shape;629;p3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0" name="Google Shape;630;p3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1" name="Google Shape;631;p3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2" name="Google Shape;632;p3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33" name="Google Shape;633;p30"/>
          <p:cNvSpPr/>
          <p:nvPr/>
        </p:nvSpPr>
        <p:spPr>
          <a:xfrm>
            <a:off x="328196" y="4577867"/>
            <a:ext cx="668000" cy="66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34" name="Google Shape;634;p30"/>
          <p:cNvSpPr txBox="1">
            <a:spLocks noGrp="1"/>
          </p:cNvSpPr>
          <p:nvPr>
            <p:ph type="title"/>
          </p:nvPr>
        </p:nvSpPr>
        <p:spPr>
          <a:xfrm>
            <a:off x="3223633" y="2612651"/>
            <a:ext cx="7572400" cy="13804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35" name="Google Shape;635;p30"/>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36" name="Google Shape;636;p30"/>
          <p:cNvSpPr/>
          <p:nvPr/>
        </p:nvSpPr>
        <p:spPr>
          <a:xfrm>
            <a:off x="803331" y="4931700"/>
            <a:ext cx="314000" cy="3140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37" name="Google Shape;637;p30"/>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Tree>
    <p:extLst>
      <p:ext uri="{BB962C8B-B14F-4D97-AF65-F5344CB8AC3E}">
        <p14:creationId xmlns:p14="http://schemas.microsoft.com/office/powerpoint/2010/main" val="180566704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638"/>
        <p:cNvGrpSpPr/>
        <p:nvPr/>
      </p:nvGrpSpPr>
      <p:grpSpPr>
        <a:xfrm>
          <a:off x="0" y="0"/>
          <a:ext cx="0" cy="0"/>
          <a:chOff x="0" y="0"/>
          <a:chExt cx="0" cy="0"/>
        </a:xfrm>
      </p:grpSpPr>
      <p:sp>
        <p:nvSpPr>
          <p:cNvPr id="639" name="Google Shape;639;p31"/>
          <p:cNvSpPr/>
          <p:nvPr/>
        </p:nvSpPr>
        <p:spPr>
          <a:xfrm>
            <a:off x="-1922624" y="843471"/>
            <a:ext cx="5018800" cy="5018800"/>
          </a:xfrm>
          <a:prstGeom prst="donut">
            <a:avLst>
              <a:gd name="adj" fmla="val 17842"/>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grpSp>
        <p:nvGrpSpPr>
          <p:cNvPr id="640" name="Google Shape;640;p31"/>
          <p:cNvGrpSpPr/>
          <p:nvPr/>
        </p:nvGrpSpPr>
        <p:grpSpPr>
          <a:xfrm>
            <a:off x="1202238" y="512303"/>
            <a:ext cx="1569317" cy="1569696"/>
            <a:chOff x="1347125" y="349025"/>
            <a:chExt cx="4978800" cy="4980000"/>
          </a:xfrm>
        </p:grpSpPr>
        <p:sp>
          <p:nvSpPr>
            <p:cNvPr id="641" name="Google Shape;641;p3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3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3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3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3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3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3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3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3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3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3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3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3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3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3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3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3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8" name="Google Shape;658;p3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9" name="Google Shape;659;p3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0" name="Google Shape;660;p3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1" name="Google Shape;661;p3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3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63" name="Google Shape;663;p31"/>
          <p:cNvSpPr/>
          <p:nvPr/>
        </p:nvSpPr>
        <p:spPr>
          <a:xfrm>
            <a:off x="1202229" y="5331467"/>
            <a:ext cx="668000" cy="66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4" name="Google Shape;664;p31"/>
          <p:cNvSpPr txBox="1">
            <a:spLocks noGrp="1"/>
          </p:cNvSpPr>
          <p:nvPr>
            <p:ph type="title"/>
          </p:nvPr>
        </p:nvSpPr>
        <p:spPr>
          <a:xfrm>
            <a:off x="3223633" y="2691584"/>
            <a:ext cx="7572400" cy="130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343434"/>
              </a:buClr>
              <a:buSzPts val="4000"/>
              <a:buNone/>
              <a:defRPr sz="5333">
                <a:solidFill>
                  <a:schemeClr val="accent5"/>
                </a:solidFill>
              </a:defRPr>
            </a:lvl1pPr>
            <a:lvl2pPr lvl="1" rtl="0">
              <a:spcBef>
                <a:spcPts val="0"/>
              </a:spcBef>
              <a:spcAft>
                <a:spcPts val="0"/>
              </a:spcAft>
              <a:buClr>
                <a:srgbClr val="343434"/>
              </a:buClr>
              <a:buSzPts val="3600"/>
              <a:buNone/>
              <a:defRPr sz="4800">
                <a:solidFill>
                  <a:srgbClr val="343434"/>
                </a:solidFill>
              </a:defRPr>
            </a:lvl2pPr>
            <a:lvl3pPr lvl="2" rtl="0">
              <a:spcBef>
                <a:spcPts val="0"/>
              </a:spcBef>
              <a:spcAft>
                <a:spcPts val="0"/>
              </a:spcAft>
              <a:buClr>
                <a:srgbClr val="343434"/>
              </a:buClr>
              <a:buSzPts val="3600"/>
              <a:buNone/>
              <a:defRPr sz="4800">
                <a:solidFill>
                  <a:srgbClr val="343434"/>
                </a:solidFill>
              </a:defRPr>
            </a:lvl3pPr>
            <a:lvl4pPr lvl="3" rtl="0">
              <a:spcBef>
                <a:spcPts val="0"/>
              </a:spcBef>
              <a:spcAft>
                <a:spcPts val="0"/>
              </a:spcAft>
              <a:buClr>
                <a:srgbClr val="343434"/>
              </a:buClr>
              <a:buSzPts val="3600"/>
              <a:buNone/>
              <a:defRPr sz="4800">
                <a:solidFill>
                  <a:srgbClr val="343434"/>
                </a:solidFill>
              </a:defRPr>
            </a:lvl4pPr>
            <a:lvl5pPr lvl="4" rtl="0">
              <a:spcBef>
                <a:spcPts val="0"/>
              </a:spcBef>
              <a:spcAft>
                <a:spcPts val="0"/>
              </a:spcAft>
              <a:buClr>
                <a:srgbClr val="343434"/>
              </a:buClr>
              <a:buSzPts val="3600"/>
              <a:buNone/>
              <a:defRPr sz="4800">
                <a:solidFill>
                  <a:srgbClr val="343434"/>
                </a:solidFill>
              </a:defRPr>
            </a:lvl5pPr>
            <a:lvl6pPr lvl="5" rtl="0">
              <a:spcBef>
                <a:spcPts val="0"/>
              </a:spcBef>
              <a:spcAft>
                <a:spcPts val="0"/>
              </a:spcAft>
              <a:buClr>
                <a:srgbClr val="343434"/>
              </a:buClr>
              <a:buSzPts val="3600"/>
              <a:buNone/>
              <a:defRPr sz="4800">
                <a:solidFill>
                  <a:srgbClr val="343434"/>
                </a:solidFill>
              </a:defRPr>
            </a:lvl6pPr>
            <a:lvl7pPr lvl="6" rtl="0">
              <a:spcBef>
                <a:spcPts val="0"/>
              </a:spcBef>
              <a:spcAft>
                <a:spcPts val="0"/>
              </a:spcAft>
              <a:buClr>
                <a:srgbClr val="343434"/>
              </a:buClr>
              <a:buSzPts val="3600"/>
              <a:buNone/>
              <a:defRPr sz="4800">
                <a:solidFill>
                  <a:srgbClr val="343434"/>
                </a:solidFill>
              </a:defRPr>
            </a:lvl7pPr>
            <a:lvl8pPr lvl="7" rtl="0">
              <a:spcBef>
                <a:spcPts val="0"/>
              </a:spcBef>
              <a:spcAft>
                <a:spcPts val="0"/>
              </a:spcAft>
              <a:buClr>
                <a:srgbClr val="343434"/>
              </a:buClr>
              <a:buSzPts val="3600"/>
              <a:buNone/>
              <a:defRPr sz="4800">
                <a:solidFill>
                  <a:srgbClr val="343434"/>
                </a:solidFill>
              </a:defRPr>
            </a:lvl8pPr>
            <a:lvl9pPr lvl="8" rtl="0">
              <a:spcBef>
                <a:spcPts val="0"/>
              </a:spcBef>
              <a:spcAft>
                <a:spcPts val="0"/>
              </a:spcAft>
              <a:buClr>
                <a:srgbClr val="343434"/>
              </a:buClr>
              <a:buSzPts val="3600"/>
              <a:buNone/>
              <a:defRPr sz="4800">
                <a:solidFill>
                  <a:srgbClr val="343434"/>
                </a:solidFill>
              </a:defRPr>
            </a:lvl9pPr>
          </a:lstStyle>
          <a:p>
            <a:endParaRPr/>
          </a:p>
        </p:txBody>
      </p:sp>
      <p:sp>
        <p:nvSpPr>
          <p:cNvPr id="665" name="Google Shape;665;p31"/>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666" name="Google Shape;666;p31"/>
          <p:cNvSpPr/>
          <p:nvPr/>
        </p:nvSpPr>
        <p:spPr>
          <a:xfrm rot="-6727045">
            <a:off x="7088455" y="50981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7" name="Google Shape;667;p31"/>
          <p:cNvSpPr/>
          <p:nvPr/>
        </p:nvSpPr>
        <p:spPr>
          <a:xfrm>
            <a:off x="10546164" y="5389233"/>
            <a:ext cx="314000" cy="3140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8" name="Google Shape;668;p31"/>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Tree>
    <p:extLst>
      <p:ext uri="{BB962C8B-B14F-4D97-AF65-F5344CB8AC3E}">
        <p14:creationId xmlns:p14="http://schemas.microsoft.com/office/powerpoint/2010/main" val="76230086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accent1"/>
        </a:solidFill>
        <a:effectLst/>
      </p:bgPr>
    </p:bg>
    <p:spTree>
      <p:nvGrpSpPr>
        <p:cNvPr id="1" name="Shape 669"/>
        <p:cNvGrpSpPr/>
        <p:nvPr/>
      </p:nvGrpSpPr>
      <p:grpSpPr>
        <a:xfrm>
          <a:off x="0" y="0"/>
          <a:ext cx="0" cy="0"/>
          <a:chOff x="0" y="0"/>
          <a:chExt cx="0" cy="0"/>
        </a:xfrm>
      </p:grpSpPr>
      <p:sp>
        <p:nvSpPr>
          <p:cNvPr id="670" name="Google Shape;670;p32"/>
          <p:cNvSpPr/>
          <p:nvPr/>
        </p:nvSpPr>
        <p:spPr>
          <a:xfrm>
            <a:off x="-1922624" y="843471"/>
            <a:ext cx="5018800" cy="50188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sp>
        <p:nvSpPr>
          <p:cNvPr id="671" name="Google Shape;671;p32"/>
          <p:cNvSpPr/>
          <p:nvPr/>
        </p:nvSpPr>
        <p:spPr>
          <a:xfrm>
            <a:off x="1538636" y="782391"/>
            <a:ext cx="592400" cy="592400"/>
          </a:xfrm>
          <a:prstGeom prst="ellips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2" name="Google Shape;672;p32"/>
          <p:cNvSpPr txBox="1">
            <a:spLocks noGrp="1"/>
          </p:cNvSpPr>
          <p:nvPr>
            <p:ph type="title"/>
          </p:nvPr>
        </p:nvSpPr>
        <p:spPr>
          <a:xfrm>
            <a:off x="3223633" y="2671851"/>
            <a:ext cx="7572400" cy="13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73" name="Google Shape;673;p32"/>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74" name="Google Shape;674;p32"/>
          <p:cNvSpPr/>
          <p:nvPr/>
        </p:nvSpPr>
        <p:spPr>
          <a:xfrm>
            <a:off x="290567" y="3875033"/>
            <a:ext cx="592400" cy="5924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5" name="Google Shape;675;p32"/>
          <p:cNvSpPr/>
          <p:nvPr/>
        </p:nvSpPr>
        <p:spPr>
          <a:xfrm>
            <a:off x="9771599" y="5997633"/>
            <a:ext cx="1546000" cy="1546000"/>
          </a:xfrm>
          <a:prstGeom prst="donut">
            <a:avLst>
              <a:gd name="adj" fmla="val 17842"/>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76" name="Google Shape;676;p32"/>
          <p:cNvGrpSpPr/>
          <p:nvPr/>
        </p:nvGrpSpPr>
        <p:grpSpPr>
          <a:xfrm>
            <a:off x="10790105" y="5415841"/>
            <a:ext cx="1647651" cy="1648048"/>
            <a:chOff x="1347125" y="349025"/>
            <a:chExt cx="4978800" cy="4980000"/>
          </a:xfrm>
        </p:grpSpPr>
        <p:sp>
          <p:nvSpPr>
            <p:cNvPr id="677" name="Google Shape;677;p3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3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3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3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3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3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3" name="Google Shape;683;p3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4" name="Google Shape;684;p3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5" name="Google Shape;685;p3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6" name="Google Shape;686;p3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3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3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3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3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3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3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3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3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3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3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3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3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99" name="Google Shape;699;p32"/>
          <p:cNvSpPr/>
          <p:nvPr/>
        </p:nvSpPr>
        <p:spPr>
          <a:xfrm>
            <a:off x="11404735" y="284473"/>
            <a:ext cx="321200" cy="321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0" name="Google Shape;700;p32"/>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
        <p:nvSpPr>
          <p:cNvPr id="701" name="Google Shape;701;p32"/>
          <p:cNvSpPr/>
          <p:nvPr/>
        </p:nvSpPr>
        <p:spPr>
          <a:xfrm>
            <a:off x="-723968" y="3993067"/>
            <a:ext cx="1546000" cy="1546000"/>
          </a:xfrm>
          <a:prstGeom prst="donut">
            <a:avLst>
              <a:gd name="adj" fmla="val 17842"/>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5463547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Only title 4">
  <p:cSld name="Only title 4">
    <p:bg>
      <p:bgPr>
        <a:solidFill>
          <a:schemeClr val="accent1"/>
        </a:solidFill>
        <a:effectLst/>
      </p:bgPr>
    </p:bg>
    <p:spTree>
      <p:nvGrpSpPr>
        <p:cNvPr id="1" name="Shape 702"/>
        <p:cNvGrpSpPr/>
        <p:nvPr/>
      </p:nvGrpSpPr>
      <p:grpSpPr>
        <a:xfrm>
          <a:off x="0" y="0"/>
          <a:ext cx="0" cy="0"/>
          <a:chOff x="0" y="0"/>
          <a:chExt cx="0" cy="0"/>
        </a:xfrm>
      </p:grpSpPr>
      <p:grpSp>
        <p:nvGrpSpPr>
          <p:cNvPr id="703" name="Google Shape;703;p33"/>
          <p:cNvGrpSpPr/>
          <p:nvPr/>
        </p:nvGrpSpPr>
        <p:grpSpPr>
          <a:xfrm>
            <a:off x="10626389" y="5072912"/>
            <a:ext cx="2290248" cy="2290800"/>
            <a:chOff x="1347125" y="349025"/>
            <a:chExt cx="4978800" cy="4980000"/>
          </a:xfrm>
        </p:grpSpPr>
        <p:sp>
          <p:nvSpPr>
            <p:cNvPr id="704" name="Google Shape;704;p3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3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3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3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3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3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3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3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3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3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3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3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3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3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3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3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3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3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3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3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3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3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26" name="Google Shape;726;p33"/>
          <p:cNvGrpSpPr/>
          <p:nvPr/>
        </p:nvGrpSpPr>
        <p:grpSpPr>
          <a:xfrm>
            <a:off x="-53681" y="-358003"/>
            <a:ext cx="1013684" cy="1013928"/>
            <a:chOff x="1347125" y="349025"/>
            <a:chExt cx="4978800" cy="4980000"/>
          </a:xfrm>
        </p:grpSpPr>
        <p:sp>
          <p:nvSpPr>
            <p:cNvPr id="727" name="Google Shape;727;p3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3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3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3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3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3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3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4" name="Google Shape;734;p3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3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3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7" name="Google Shape;737;p3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8" name="Google Shape;738;p3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9" name="Google Shape;739;p3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0" name="Google Shape;740;p3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1" name="Google Shape;741;p3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2" name="Google Shape;742;p3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3" name="Google Shape;743;p3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4" name="Google Shape;744;p3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5" name="Google Shape;745;p3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6" name="Google Shape;746;p3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7" name="Google Shape;747;p3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8" name="Google Shape;748;p3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49" name="Google Shape;749;p33"/>
          <p:cNvSpPr/>
          <p:nvPr/>
        </p:nvSpPr>
        <p:spPr>
          <a:xfrm>
            <a:off x="11522700" y="4872867"/>
            <a:ext cx="344400" cy="3444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0" name="Google Shape;750;p33"/>
          <p:cNvSpPr/>
          <p:nvPr/>
        </p:nvSpPr>
        <p:spPr>
          <a:xfrm>
            <a:off x="187467" y="506800"/>
            <a:ext cx="213200" cy="213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1" name="Google Shape;751;p33"/>
          <p:cNvSpPr/>
          <p:nvPr/>
        </p:nvSpPr>
        <p:spPr>
          <a:xfrm>
            <a:off x="10168000" y="5494200"/>
            <a:ext cx="1064000" cy="1064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2" name="Google Shape;752;p33"/>
          <p:cNvSpPr txBox="1">
            <a:spLocks noGrp="1"/>
          </p:cNvSpPr>
          <p:nvPr>
            <p:ph type="title"/>
          </p:nvPr>
        </p:nvSpPr>
        <p:spPr>
          <a:xfrm>
            <a:off x="1432200" y="525600"/>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0F7ED"/>
              </a:buClr>
              <a:buSzPts val="2700"/>
              <a:buNone/>
              <a:defRPr sz="3600">
                <a:solidFill>
                  <a:srgbClr val="F0F7ED"/>
                </a:solidFill>
              </a:defRPr>
            </a:lvl1pPr>
            <a:lvl2pPr lvl="1" algn="ctr" rtl="0">
              <a:spcBef>
                <a:spcPts val="0"/>
              </a:spcBef>
              <a:spcAft>
                <a:spcPts val="0"/>
              </a:spcAft>
              <a:buClr>
                <a:srgbClr val="F0F7ED"/>
              </a:buClr>
              <a:buSzPts val="1400"/>
              <a:buNone/>
              <a:defRPr sz="1867">
                <a:solidFill>
                  <a:srgbClr val="F0F7ED"/>
                </a:solidFill>
              </a:defRPr>
            </a:lvl2pPr>
            <a:lvl3pPr lvl="2" algn="ctr" rtl="0">
              <a:spcBef>
                <a:spcPts val="0"/>
              </a:spcBef>
              <a:spcAft>
                <a:spcPts val="0"/>
              </a:spcAft>
              <a:buClr>
                <a:srgbClr val="F0F7ED"/>
              </a:buClr>
              <a:buSzPts val="1400"/>
              <a:buNone/>
              <a:defRPr sz="1867">
                <a:solidFill>
                  <a:srgbClr val="F0F7ED"/>
                </a:solidFill>
              </a:defRPr>
            </a:lvl3pPr>
            <a:lvl4pPr lvl="3" algn="ctr" rtl="0">
              <a:spcBef>
                <a:spcPts val="0"/>
              </a:spcBef>
              <a:spcAft>
                <a:spcPts val="0"/>
              </a:spcAft>
              <a:buClr>
                <a:srgbClr val="F0F7ED"/>
              </a:buClr>
              <a:buSzPts val="1400"/>
              <a:buNone/>
              <a:defRPr sz="1867">
                <a:solidFill>
                  <a:srgbClr val="F0F7ED"/>
                </a:solidFill>
              </a:defRPr>
            </a:lvl4pPr>
            <a:lvl5pPr lvl="4" algn="ctr" rtl="0">
              <a:spcBef>
                <a:spcPts val="0"/>
              </a:spcBef>
              <a:spcAft>
                <a:spcPts val="0"/>
              </a:spcAft>
              <a:buClr>
                <a:srgbClr val="F0F7ED"/>
              </a:buClr>
              <a:buSzPts val="1400"/>
              <a:buNone/>
              <a:defRPr sz="1867">
                <a:solidFill>
                  <a:srgbClr val="F0F7ED"/>
                </a:solidFill>
              </a:defRPr>
            </a:lvl5pPr>
            <a:lvl6pPr lvl="5" algn="ctr" rtl="0">
              <a:spcBef>
                <a:spcPts val="0"/>
              </a:spcBef>
              <a:spcAft>
                <a:spcPts val="0"/>
              </a:spcAft>
              <a:buClr>
                <a:srgbClr val="F0F7ED"/>
              </a:buClr>
              <a:buSzPts val="1400"/>
              <a:buNone/>
              <a:defRPr sz="1867">
                <a:solidFill>
                  <a:srgbClr val="F0F7ED"/>
                </a:solidFill>
              </a:defRPr>
            </a:lvl6pPr>
            <a:lvl7pPr lvl="6" algn="ctr" rtl="0">
              <a:spcBef>
                <a:spcPts val="0"/>
              </a:spcBef>
              <a:spcAft>
                <a:spcPts val="0"/>
              </a:spcAft>
              <a:buClr>
                <a:srgbClr val="F0F7ED"/>
              </a:buClr>
              <a:buSzPts val="1400"/>
              <a:buNone/>
              <a:defRPr sz="1867">
                <a:solidFill>
                  <a:srgbClr val="F0F7ED"/>
                </a:solidFill>
              </a:defRPr>
            </a:lvl7pPr>
            <a:lvl8pPr lvl="7" algn="ctr" rtl="0">
              <a:spcBef>
                <a:spcPts val="0"/>
              </a:spcBef>
              <a:spcAft>
                <a:spcPts val="0"/>
              </a:spcAft>
              <a:buClr>
                <a:srgbClr val="F0F7ED"/>
              </a:buClr>
              <a:buSzPts val="1400"/>
              <a:buNone/>
              <a:defRPr sz="1867">
                <a:solidFill>
                  <a:srgbClr val="F0F7ED"/>
                </a:solidFill>
              </a:defRPr>
            </a:lvl8pPr>
            <a:lvl9pPr lvl="8" algn="ctr" rtl="0">
              <a:spcBef>
                <a:spcPts val="0"/>
              </a:spcBef>
              <a:spcAft>
                <a:spcPts val="0"/>
              </a:spcAft>
              <a:buClr>
                <a:srgbClr val="F0F7ED"/>
              </a:buClr>
              <a:buSzPts val="1400"/>
              <a:buNone/>
              <a:defRPr sz="1867">
                <a:solidFill>
                  <a:srgbClr val="F0F7ED"/>
                </a:solidFill>
              </a:defRPr>
            </a:lvl9pPr>
          </a:lstStyle>
          <a:p>
            <a:endParaRPr/>
          </a:p>
        </p:txBody>
      </p:sp>
    </p:spTree>
    <p:extLst>
      <p:ext uri="{BB962C8B-B14F-4D97-AF65-F5344CB8AC3E}">
        <p14:creationId xmlns:p14="http://schemas.microsoft.com/office/powerpoint/2010/main" val="83467663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mp; text 3">
  <p:cSld name="Title &amp; text 3">
    <p:spTree>
      <p:nvGrpSpPr>
        <p:cNvPr id="1" name="Shape 753"/>
        <p:cNvGrpSpPr/>
        <p:nvPr/>
      </p:nvGrpSpPr>
      <p:grpSpPr>
        <a:xfrm>
          <a:off x="0" y="0"/>
          <a:ext cx="0" cy="0"/>
          <a:chOff x="0" y="0"/>
          <a:chExt cx="0" cy="0"/>
        </a:xfrm>
      </p:grpSpPr>
      <p:sp>
        <p:nvSpPr>
          <p:cNvPr id="754" name="Google Shape;754;p34"/>
          <p:cNvSpPr txBox="1">
            <a:spLocks noGrp="1"/>
          </p:cNvSpPr>
          <p:nvPr>
            <p:ph type="title"/>
          </p:nvPr>
        </p:nvSpPr>
        <p:spPr>
          <a:xfrm>
            <a:off x="960000" y="2588400"/>
            <a:ext cx="4392000" cy="1681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755" name="Google Shape;755;p34"/>
          <p:cNvSpPr txBox="1">
            <a:spLocks noGrp="1"/>
          </p:cNvSpPr>
          <p:nvPr>
            <p:ph type="subTitle" idx="1"/>
          </p:nvPr>
        </p:nvSpPr>
        <p:spPr>
          <a:xfrm>
            <a:off x="6785367" y="1319600"/>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6" name="Google Shape;756;p34"/>
          <p:cNvSpPr txBox="1">
            <a:spLocks noGrp="1"/>
          </p:cNvSpPr>
          <p:nvPr>
            <p:ph type="subTitle" idx="2"/>
          </p:nvPr>
        </p:nvSpPr>
        <p:spPr>
          <a:xfrm>
            <a:off x="6785367" y="2508367"/>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7" name="Google Shape;757;p34"/>
          <p:cNvSpPr txBox="1">
            <a:spLocks noGrp="1"/>
          </p:cNvSpPr>
          <p:nvPr>
            <p:ph type="subTitle" idx="3"/>
          </p:nvPr>
        </p:nvSpPr>
        <p:spPr>
          <a:xfrm>
            <a:off x="6785367" y="3676017"/>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8" name="Google Shape;758;p34"/>
          <p:cNvSpPr txBox="1">
            <a:spLocks noGrp="1"/>
          </p:cNvSpPr>
          <p:nvPr>
            <p:ph type="subTitle" idx="4"/>
          </p:nvPr>
        </p:nvSpPr>
        <p:spPr>
          <a:xfrm>
            <a:off x="6785367" y="4962933"/>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grpSp>
        <p:nvGrpSpPr>
          <p:cNvPr id="759" name="Google Shape;759;p34"/>
          <p:cNvGrpSpPr/>
          <p:nvPr/>
        </p:nvGrpSpPr>
        <p:grpSpPr>
          <a:xfrm>
            <a:off x="10681305" y="-698855"/>
            <a:ext cx="2290248" cy="2290800"/>
            <a:chOff x="1347125" y="349025"/>
            <a:chExt cx="4978800" cy="4980000"/>
          </a:xfrm>
        </p:grpSpPr>
        <p:sp>
          <p:nvSpPr>
            <p:cNvPr id="760" name="Google Shape;760;p3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1" name="Google Shape;761;p3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2" name="Google Shape;762;p3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3" name="Google Shape;763;p3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4" name="Google Shape;764;p3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5" name="Google Shape;765;p3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6" name="Google Shape;766;p3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7" name="Google Shape;767;p3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8" name="Google Shape;768;p3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9" name="Google Shape;769;p3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0" name="Google Shape;770;p3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1" name="Google Shape;771;p3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2" name="Google Shape;772;p3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3" name="Google Shape;773;p3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4" name="Google Shape;774;p3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5" name="Google Shape;775;p3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6" name="Google Shape;776;p3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7" name="Google Shape;777;p3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8" name="Google Shape;778;p3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9" name="Google Shape;779;p3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0" name="Google Shape;780;p3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1" name="Google Shape;781;p3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82" name="Google Shape;782;p34"/>
          <p:cNvSpPr/>
          <p:nvPr/>
        </p:nvSpPr>
        <p:spPr>
          <a:xfrm>
            <a:off x="11554651" y="720000"/>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3" name="Google Shape;783;p34"/>
          <p:cNvSpPr/>
          <p:nvPr/>
        </p:nvSpPr>
        <p:spPr>
          <a:xfrm>
            <a:off x="9912017" y="230124"/>
            <a:ext cx="432800" cy="4328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4" name="Google Shape;784;p34"/>
          <p:cNvSpPr/>
          <p:nvPr/>
        </p:nvSpPr>
        <p:spPr>
          <a:xfrm rot="-6727045">
            <a:off x="-3031179"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5" name="Google Shape;785;p34"/>
          <p:cNvSpPr/>
          <p:nvPr/>
        </p:nvSpPr>
        <p:spPr>
          <a:xfrm>
            <a:off x="1586067"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15634298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mp; text 4">
  <p:cSld name="Title &amp; text 4">
    <p:spTree>
      <p:nvGrpSpPr>
        <p:cNvPr id="1" name="Shape 786"/>
        <p:cNvGrpSpPr/>
        <p:nvPr/>
      </p:nvGrpSpPr>
      <p:grpSpPr>
        <a:xfrm>
          <a:off x="0" y="0"/>
          <a:ext cx="0" cy="0"/>
          <a:chOff x="0" y="0"/>
          <a:chExt cx="0" cy="0"/>
        </a:xfrm>
      </p:grpSpPr>
      <p:sp>
        <p:nvSpPr>
          <p:cNvPr id="787" name="Google Shape;787;p35"/>
          <p:cNvSpPr txBox="1">
            <a:spLocks noGrp="1"/>
          </p:cNvSpPr>
          <p:nvPr>
            <p:ph type="title"/>
          </p:nvPr>
        </p:nvSpPr>
        <p:spPr>
          <a:xfrm>
            <a:off x="1014667" y="512067"/>
            <a:ext cx="10412400" cy="685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88" name="Google Shape;788;p35"/>
          <p:cNvSpPr txBox="1">
            <a:spLocks noGrp="1"/>
          </p:cNvSpPr>
          <p:nvPr>
            <p:ph type="subTitle" idx="1"/>
          </p:nvPr>
        </p:nvSpPr>
        <p:spPr>
          <a:xfrm>
            <a:off x="1432200" y="1792497"/>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89" name="Google Shape;789;p35"/>
          <p:cNvSpPr txBox="1">
            <a:spLocks noGrp="1"/>
          </p:cNvSpPr>
          <p:nvPr>
            <p:ph type="subTitle" idx="2"/>
          </p:nvPr>
        </p:nvSpPr>
        <p:spPr>
          <a:xfrm>
            <a:off x="1432200" y="3290833"/>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0" name="Google Shape;790;p35"/>
          <p:cNvSpPr txBox="1">
            <a:spLocks noGrp="1"/>
          </p:cNvSpPr>
          <p:nvPr>
            <p:ph type="subTitle" idx="3"/>
          </p:nvPr>
        </p:nvSpPr>
        <p:spPr>
          <a:xfrm>
            <a:off x="1432200" y="4039999"/>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1" name="Google Shape;791;p35"/>
          <p:cNvSpPr txBox="1">
            <a:spLocks noGrp="1"/>
          </p:cNvSpPr>
          <p:nvPr>
            <p:ph type="subTitle" idx="4"/>
          </p:nvPr>
        </p:nvSpPr>
        <p:spPr>
          <a:xfrm>
            <a:off x="1432200" y="4789164"/>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2" name="Google Shape;792;p35"/>
          <p:cNvSpPr txBox="1">
            <a:spLocks noGrp="1"/>
          </p:cNvSpPr>
          <p:nvPr>
            <p:ph type="subTitle" idx="5"/>
          </p:nvPr>
        </p:nvSpPr>
        <p:spPr>
          <a:xfrm>
            <a:off x="1432200" y="2541667"/>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109115131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mp; two columns 2">
  <p:cSld name="Title &amp; two columns 2">
    <p:spTree>
      <p:nvGrpSpPr>
        <p:cNvPr id="1" name="Shape 793"/>
        <p:cNvGrpSpPr/>
        <p:nvPr/>
      </p:nvGrpSpPr>
      <p:grpSpPr>
        <a:xfrm>
          <a:off x="0" y="0"/>
          <a:ext cx="0" cy="0"/>
          <a:chOff x="0" y="0"/>
          <a:chExt cx="0" cy="0"/>
        </a:xfrm>
      </p:grpSpPr>
      <p:sp>
        <p:nvSpPr>
          <p:cNvPr id="794" name="Google Shape;794;p36"/>
          <p:cNvSpPr txBox="1">
            <a:spLocks noGrp="1"/>
          </p:cNvSpPr>
          <p:nvPr>
            <p:ph type="subTitle" idx="1"/>
          </p:nvPr>
        </p:nvSpPr>
        <p:spPr>
          <a:xfrm>
            <a:off x="1406667" y="3299697"/>
            <a:ext cx="2727200" cy="148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5" name="Google Shape;795;p36"/>
          <p:cNvSpPr txBox="1">
            <a:spLocks noGrp="1"/>
          </p:cNvSpPr>
          <p:nvPr>
            <p:ph type="subTitle" idx="2"/>
          </p:nvPr>
        </p:nvSpPr>
        <p:spPr>
          <a:xfrm>
            <a:off x="8032533" y="3299697"/>
            <a:ext cx="2727200" cy="148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6" name="Google Shape;796;p36"/>
          <p:cNvSpPr txBox="1">
            <a:spLocks noGrp="1"/>
          </p:cNvSpPr>
          <p:nvPr>
            <p:ph type="title"/>
          </p:nvPr>
        </p:nvSpPr>
        <p:spPr>
          <a:xfrm>
            <a:off x="1432200" y="512064"/>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rgbClr val="00BBC1"/>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97" name="Google Shape;797;p36"/>
          <p:cNvSpPr txBox="1">
            <a:spLocks noGrp="1"/>
          </p:cNvSpPr>
          <p:nvPr>
            <p:ph type="subTitle" idx="3"/>
          </p:nvPr>
        </p:nvSpPr>
        <p:spPr>
          <a:xfrm>
            <a:off x="1406667" y="2666147"/>
            <a:ext cx="2727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98" name="Google Shape;798;p36"/>
          <p:cNvSpPr txBox="1">
            <a:spLocks noGrp="1"/>
          </p:cNvSpPr>
          <p:nvPr>
            <p:ph type="subTitle" idx="4"/>
          </p:nvPr>
        </p:nvSpPr>
        <p:spPr>
          <a:xfrm>
            <a:off x="8032533" y="2666147"/>
            <a:ext cx="2727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409662202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mp; body 2">
  <p:cSld name="Title &amp; body 2">
    <p:spTree>
      <p:nvGrpSpPr>
        <p:cNvPr id="1" name="Shape 799"/>
        <p:cNvGrpSpPr/>
        <p:nvPr/>
      </p:nvGrpSpPr>
      <p:grpSpPr>
        <a:xfrm>
          <a:off x="0" y="0"/>
          <a:ext cx="0" cy="0"/>
          <a:chOff x="0" y="0"/>
          <a:chExt cx="0" cy="0"/>
        </a:xfrm>
      </p:grpSpPr>
      <p:sp>
        <p:nvSpPr>
          <p:cNvPr id="800" name="Google Shape;800;p37"/>
          <p:cNvSpPr txBox="1">
            <a:spLocks noGrp="1"/>
          </p:cNvSpPr>
          <p:nvPr>
            <p:ph type="title"/>
          </p:nvPr>
        </p:nvSpPr>
        <p:spPr>
          <a:xfrm>
            <a:off x="1432200" y="525600"/>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rgbClr val="00BBC1"/>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801" name="Google Shape;801;p37"/>
          <p:cNvSpPr txBox="1">
            <a:spLocks noGrp="1"/>
          </p:cNvSpPr>
          <p:nvPr>
            <p:ph type="subTitle" idx="1"/>
          </p:nvPr>
        </p:nvSpPr>
        <p:spPr>
          <a:xfrm>
            <a:off x="1432200" y="1535533"/>
            <a:ext cx="9327600" cy="44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Char char="●"/>
              <a:defRPr>
                <a:solidFill>
                  <a:srgbClr val="343434"/>
                </a:solidFill>
              </a:defRPr>
            </a:lvl1pPr>
            <a:lvl2pPr lvl="1" algn="ctr" rtl="0">
              <a:lnSpc>
                <a:spcPct val="100000"/>
              </a:lnSpc>
              <a:spcBef>
                <a:spcPts val="0"/>
              </a:spcBef>
              <a:spcAft>
                <a:spcPts val="0"/>
              </a:spcAft>
              <a:buClr>
                <a:srgbClr val="343434"/>
              </a:buClr>
              <a:buSzPts val="1200"/>
              <a:buChar char="○"/>
              <a:defRPr>
                <a:solidFill>
                  <a:srgbClr val="343434"/>
                </a:solidFill>
              </a:defRPr>
            </a:lvl2pPr>
            <a:lvl3pPr lvl="2" algn="ctr" rtl="0">
              <a:lnSpc>
                <a:spcPct val="100000"/>
              </a:lnSpc>
              <a:spcBef>
                <a:spcPts val="0"/>
              </a:spcBef>
              <a:spcAft>
                <a:spcPts val="0"/>
              </a:spcAft>
              <a:buClr>
                <a:srgbClr val="343434"/>
              </a:buClr>
              <a:buSzPts val="1200"/>
              <a:buChar char="■"/>
              <a:defRPr>
                <a:solidFill>
                  <a:srgbClr val="343434"/>
                </a:solidFill>
              </a:defRPr>
            </a:lvl3pPr>
            <a:lvl4pPr lvl="3" algn="ctr" rtl="0">
              <a:lnSpc>
                <a:spcPct val="100000"/>
              </a:lnSpc>
              <a:spcBef>
                <a:spcPts val="0"/>
              </a:spcBef>
              <a:spcAft>
                <a:spcPts val="0"/>
              </a:spcAft>
              <a:buClr>
                <a:srgbClr val="343434"/>
              </a:buClr>
              <a:buSzPts val="1200"/>
              <a:buChar char="●"/>
              <a:defRPr>
                <a:solidFill>
                  <a:srgbClr val="343434"/>
                </a:solidFill>
              </a:defRPr>
            </a:lvl4pPr>
            <a:lvl5pPr lvl="4" algn="ctr" rtl="0">
              <a:lnSpc>
                <a:spcPct val="100000"/>
              </a:lnSpc>
              <a:spcBef>
                <a:spcPts val="0"/>
              </a:spcBef>
              <a:spcAft>
                <a:spcPts val="0"/>
              </a:spcAft>
              <a:buClr>
                <a:srgbClr val="343434"/>
              </a:buClr>
              <a:buSzPts val="1200"/>
              <a:buChar char="○"/>
              <a:defRPr>
                <a:solidFill>
                  <a:srgbClr val="343434"/>
                </a:solidFill>
              </a:defRPr>
            </a:lvl5pPr>
            <a:lvl6pPr lvl="5" algn="ctr" rtl="0">
              <a:lnSpc>
                <a:spcPct val="100000"/>
              </a:lnSpc>
              <a:spcBef>
                <a:spcPts val="0"/>
              </a:spcBef>
              <a:spcAft>
                <a:spcPts val="0"/>
              </a:spcAft>
              <a:buClr>
                <a:srgbClr val="343434"/>
              </a:buClr>
              <a:buSzPts val="1200"/>
              <a:buChar char="■"/>
              <a:defRPr>
                <a:solidFill>
                  <a:srgbClr val="343434"/>
                </a:solidFill>
              </a:defRPr>
            </a:lvl6pPr>
            <a:lvl7pPr lvl="6" algn="ctr" rtl="0">
              <a:lnSpc>
                <a:spcPct val="100000"/>
              </a:lnSpc>
              <a:spcBef>
                <a:spcPts val="0"/>
              </a:spcBef>
              <a:spcAft>
                <a:spcPts val="0"/>
              </a:spcAft>
              <a:buClr>
                <a:srgbClr val="343434"/>
              </a:buClr>
              <a:buSzPts val="1200"/>
              <a:buChar char="●"/>
              <a:defRPr>
                <a:solidFill>
                  <a:srgbClr val="343434"/>
                </a:solidFill>
              </a:defRPr>
            </a:lvl7pPr>
            <a:lvl8pPr lvl="7" algn="ctr" rtl="0">
              <a:lnSpc>
                <a:spcPct val="100000"/>
              </a:lnSpc>
              <a:spcBef>
                <a:spcPts val="0"/>
              </a:spcBef>
              <a:spcAft>
                <a:spcPts val="0"/>
              </a:spcAft>
              <a:buClr>
                <a:srgbClr val="343434"/>
              </a:buClr>
              <a:buSzPts val="1200"/>
              <a:buChar char="○"/>
              <a:defRPr>
                <a:solidFill>
                  <a:srgbClr val="343434"/>
                </a:solidFill>
              </a:defRPr>
            </a:lvl8pPr>
            <a:lvl9pPr lvl="8" algn="ctr" rtl="0">
              <a:lnSpc>
                <a:spcPct val="100000"/>
              </a:lnSpc>
              <a:spcBef>
                <a:spcPts val="0"/>
              </a:spcBef>
              <a:spcAft>
                <a:spcPts val="0"/>
              </a:spcAft>
              <a:buClr>
                <a:srgbClr val="343434"/>
              </a:buClr>
              <a:buSzPts val="1200"/>
              <a:buChar char="■"/>
              <a:defRPr>
                <a:solidFill>
                  <a:srgbClr val="343434"/>
                </a:solidFill>
              </a:defRPr>
            </a:lvl9pPr>
          </a:lstStyle>
          <a:p>
            <a:endParaRPr/>
          </a:p>
        </p:txBody>
      </p:sp>
    </p:spTree>
    <p:extLst>
      <p:ext uri="{BB962C8B-B14F-4D97-AF65-F5344CB8AC3E}">
        <p14:creationId xmlns:p14="http://schemas.microsoft.com/office/powerpoint/2010/main" val="2151555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3" Type="http://schemas.openxmlformats.org/officeDocument/2006/relationships/slideLayout" Target="../slideLayouts/slideLayout45.xml"/><Relationship Id="rId21" Type="http://schemas.openxmlformats.org/officeDocument/2006/relationships/slideLayout" Target="../slideLayouts/slideLayout63.xml"/><Relationship Id="rId34" Type="http://schemas.openxmlformats.org/officeDocument/2006/relationships/slideLayout" Target="../slideLayouts/slideLayout76.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33" Type="http://schemas.openxmlformats.org/officeDocument/2006/relationships/slideLayout" Target="../slideLayouts/slideLayout75.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29" Type="http://schemas.openxmlformats.org/officeDocument/2006/relationships/slideLayout" Target="../slideLayouts/slideLayout71.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slideLayout" Target="../slideLayouts/slideLayout74.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36" Type="http://schemas.openxmlformats.org/officeDocument/2006/relationships/theme" Target="../theme/theme3.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31" Type="http://schemas.openxmlformats.org/officeDocument/2006/relationships/slideLayout" Target="../slideLayouts/slideLayout73.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 Id="rId35" Type="http://schemas.openxmlformats.org/officeDocument/2006/relationships/slideLayout" Target="../slideLayouts/slideLayout77.xml"/><Relationship Id="rId8"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C39028-96BE-4614-9405-013D1118DD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A9771F-DD59-4070-8659-8F65788882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E51CAF-F5DD-4A19-AE88-104A089532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AEAE81AB-63C2-4672-BB3C-9DF3D8FC2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2C05DB8-E570-49B9-9A1B-2B265B2605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CB041C-0839-4238-94E9-E84C39054D8D}" type="slidenum">
              <a:rPr lang="en-US" smtClean="0"/>
              <a:t>‹#›</a:t>
            </a:fld>
            <a:endParaRPr lang="en-US"/>
          </a:p>
        </p:txBody>
      </p:sp>
    </p:spTree>
    <p:extLst>
      <p:ext uri="{BB962C8B-B14F-4D97-AF65-F5344CB8AC3E}">
        <p14:creationId xmlns:p14="http://schemas.microsoft.com/office/powerpoint/2010/main" val="301235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0F7E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1pPr>
            <a:lvl2pPr lvl="1">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2pPr>
            <a:lvl3pPr lvl="2">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3pPr>
            <a:lvl4pPr lvl="3">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4pPr>
            <a:lvl5pPr lvl="4">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5pPr>
            <a:lvl6pPr lvl="5">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6pPr>
            <a:lvl7pPr lvl="6">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7pPr>
            <a:lvl8pPr lvl="7">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8pPr>
            <a:lvl9pPr lvl="8">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1pPr>
            <a:lvl2pPr marL="914400" lvl="1"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2pPr>
            <a:lvl3pPr marL="1371600" lvl="2"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3pPr>
            <a:lvl4pPr marL="1828800" lvl="3"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4pPr>
            <a:lvl5pPr marL="2286000" lvl="4"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5pPr>
            <a:lvl6pPr marL="2743200" lvl="5"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6pPr>
            <a:lvl7pPr marL="3200400" lvl="6"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7pPr>
            <a:lvl8pPr marL="3657600" lvl="7"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8pPr>
            <a:lvl9pPr marL="4114800" lvl="8"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9pPr>
          </a:lstStyle>
          <a:p>
            <a:endParaRPr/>
          </a:p>
        </p:txBody>
      </p:sp>
    </p:spTree>
    <p:extLst>
      <p:ext uri="{BB962C8B-B14F-4D97-AF65-F5344CB8AC3E}">
        <p14:creationId xmlns:p14="http://schemas.microsoft.com/office/powerpoint/2010/main" val="226003487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9" r:id="rId8"/>
    <p:sldLayoutId id="2147483670" r:id="rId9"/>
    <p:sldLayoutId id="2147483671" r:id="rId10"/>
    <p:sldLayoutId id="2147483672" r:id="rId11"/>
    <p:sldLayoutId id="2147483673" r:id="rId12"/>
    <p:sldLayoutId id="2147483676" r:id="rId13"/>
    <p:sldLayoutId id="2147483677" r:id="rId14"/>
    <p:sldLayoutId id="2147483679" r:id="rId15"/>
    <p:sldLayoutId id="2147483680"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5" r:id="rId28"/>
    <p:sldLayoutId id="2147483696" r:id="rId29"/>
    <p:sldLayoutId id="2147483697" r:id="rId30"/>
    <p:sldLayoutId id="2147483698"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0F7E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1pPr>
            <a:lvl2pPr lvl="1">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2pPr>
            <a:lvl3pPr lvl="2">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3pPr>
            <a:lvl4pPr lvl="3">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4pPr>
            <a:lvl5pPr lvl="4">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5pPr>
            <a:lvl6pPr lvl="5">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6pPr>
            <a:lvl7pPr lvl="6">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7pPr>
            <a:lvl8pPr lvl="7">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8pPr>
            <a:lvl9pPr lvl="8">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1pPr>
            <a:lvl2pPr marL="914400" lvl="1"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2pPr>
            <a:lvl3pPr marL="1371600" lvl="2"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3pPr>
            <a:lvl4pPr marL="1828800" lvl="3"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4pPr>
            <a:lvl5pPr marL="2286000" lvl="4"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5pPr>
            <a:lvl6pPr marL="2743200" lvl="5"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6pPr>
            <a:lvl7pPr marL="3200400" lvl="6"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7pPr>
            <a:lvl8pPr marL="3657600" lvl="7"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8pPr>
            <a:lvl9pPr marL="4114800" lvl="8"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9pPr>
          </a:lstStyle>
          <a:p>
            <a:endParaRPr/>
          </a:p>
        </p:txBody>
      </p:sp>
    </p:spTree>
    <p:extLst>
      <p:ext uri="{BB962C8B-B14F-4D97-AF65-F5344CB8AC3E}">
        <p14:creationId xmlns:p14="http://schemas.microsoft.com/office/powerpoint/2010/main" val="617316688"/>
      </p:ext>
    </p:extLst>
  </p:cSld>
  <p:clrMap bg1="lt1" tx1="dk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2.xml"/><Relationship Id="rId4" Type="http://schemas.openxmlformats.org/officeDocument/2006/relationships/hyperlink" Target="https://en.wikipedia.org/wiki/Visual_paradig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4.xml"/><Relationship Id="rId1" Type="http://schemas.openxmlformats.org/officeDocument/2006/relationships/slideLayout" Target="../slideLayouts/slideLayout42.xml"/><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15.xml"/><Relationship Id="rId1" Type="http://schemas.openxmlformats.org/officeDocument/2006/relationships/slideLayout" Target="../slideLayouts/slideLayout42.xml"/><Relationship Id="rId4" Type="http://schemas.openxmlformats.org/officeDocument/2006/relationships/image" Target="../media/image6.emf"/></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38.xml"/><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75"/>
        <p:cNvGrpSpPr/>
        <p:nvPr/>
      </p:nvGrpSpPr>
      <p:grpSpPr>
        <a:xfrm>
          <a:off x="0" y="0"/>
          <a:ext cx="0" cy="0"/>
          <a:chOff x="0" y="0"/>
          <a:chExt cx="0" cy="0"/>
        </a:xfrm>
      </p:grpSpPr>
      <p:sp>
        <p:nvSpPr>
          <p:cNvPr id="3476" name="Google Shape;3476;p55"/>
          <p:cNvSpPr/>
          <p:nvPr/>
        </p:nvSpPr>
        <p:spPr>
          <a:xfrm>
            <a:off x="9402009" y="1162471"/>
            <a:ext cx="5018800" cy="5018800"/>
          </a:xfrm>
          <a:prstGeom prst="donut">
            <a:avLst>
              <a:gd name="adj" fmla="val 17842"/>
            </a:avLst>
          </a:pr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3477" name="Google Shape;3477;p55"/>
          <p:cNvGrpSpPr/>
          <p:nvPr/>
        </p:nvGrpSpPr>
        <p:grpSpPr>
          <a:xfrm>
            <a:off x="2742864" y="237777"/>
            <a:ext cx="1186945" cy="1187232"/>
            <a:chOff x="1347125" y="349025"/>
            <a:chExt cx="4978800" cy="4980000"/>
          </a:xfrm>
        </p:grpSpPr>
        <p:sp>
          <p:nvSpPr>
            <p:cNvPr id="3478" name="Google Shape;3478;p55"/>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79" name="Google Shape;3479;p55"/>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0" name="Google Shape;3480;p55"/>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1" name="Google Shape;3481;p55"/>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2" name="Google Shape;3482;p55"/>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3" name="Google Shape;3483;p55"/>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4" name="Google Shape;3484;p55"/>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5" name="Google Shape;3485;p55"/>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6" name="Google Shape;3486;p55"/>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7" name="Google Shape;3487;p55"/>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8" name="Google Shape;3488;p55"/>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9" name="Google Shape;3489;p55"/>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0" name="Google Shape;3490;p55"/>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1" name="Google Shape;3491;p55"/>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2" name="Google Shape;3492;p55"/>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3" name="Google Shape;3493;p55"/>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4" name="Google Shape;3494;p55"/>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5" name="Google Shape;3495;p55"/>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6" name="Google Shape;3496;p55"/>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7" name="Google Shape;3497;p55"/>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8" name="Google Shape;3498;p55"/>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9" name="Google Shape;3499;p55"/>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3500" name="Google Shape;3500;p55"/>
          <p:cNvSpPr/>
          <p:nvPr/>
        </p:nvSpPr>
        <p:spPr>
          <a:xfrm>
            <a:off x="850133" y="4656267"/>
            <a:ext cx="570000" cy="569600"/>
          </a:xfrm>
          <a:prstGeom prst="ellipse">
            <a:avLst/>
          </a:pr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1" name="Google Shape;3501;p55"/>
          <p:cNvSpPr/>
          <p:nvPr/>
        </p:nvSpPr>
        <p:spPr>
          <a:xfrm flipH="1">
            <a:off x="10094257" y="5904641"/>
            <a:ext cx="1013736" cy="392403"/>
          </a:xfrm>
          <a:custGeom>
            <a:avLst/>
            <a:gdLst/>
            <a:ahLst/>
            <a:cxnLst/>
            <a:rect l="l" t="t" r="r" b="b"/>
            <a:pathLst>
              <a:path w="8874" h="3435" extrusionOk="0">
                <a:moveTo>
                  <a:pt x="1" y="0"/>
                </a:moveTo>
                <a:lnTo>
                  <a:pt x="1" y="3435"/>
                </a:lnTo>
                <a:lnTo>
                  <a:pt x="8873" y="3435"/>
                </a:lnTo>
                <a:lnTo>
                  <a:pt x="8873" y="0"/>
                </a:ln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2" name="Google Shape;3502;p55"/>
          <p:cNvSpPr/>
          <p:nvPr/>
        </p:nvSpPr>
        <p:spPr>
          <a:xfrm flipH="1">
            <a:off x="7898286" y="2926607"/>
            <a:ext cx="5402937" cy="3057088"/>
          </a:xfrm>
          <a:custGeom>
            <a:avLst/>
            <a:gdLst/>
            <a:ahLst/>
            <a:cxnLst/>
            <a:rect l="l" t="t" r="r" b="b"/>
            <a:pathLst>
              <a:path w="47296" h="26761" extrusionOk="0">
                <a:moveTo>
                  <a:pt x="2696" y="1"/>
                </a:moveTo>
                <a:cubicBezTo>
                  <a:pt x="1193" y="1"/>
                  <a:pt x="0" y="1193"/>
                  <a:pt x="0" y="2672"/>
                </a:cubicBezTo>
                <a:lnTo>
                  <a:pt x="0" y="24090"/>
                </a:lnTo>
                <a:cubicBezTo>
                  <a:pt x="0" y="25568"/>
                  <a:pt x="1193" y="26761"/>
                  <a:pt x="2696" y="26761"/>
                </a:cubicBezTo>
                <a:lnTo>
                  <a:pt x="44601" y="26761"/>
                </a:lnTo>
                <a:cubicBezTo>
                  <a:pt x="46103" y="26761"/>
                  <a:pt x="47296" y="25568"/>
                  <a:pt x="47296" y="24090"/>
                </a:cubicBezTo>
                <a:lnTo>
                  <a:pt x="47296" y="2672"/>
                </a:lnTo>
                <a:cubicBezTo>
                  <a:pt x="47296" y="1193"/>
                  <a:pt x="46103" y="1"/>
                  <a:pt x="44601" y="1"/>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3" name="Google Shape;3503;p55"/>
          <p:cNvSpPr/>
          <p:nvPr/>
        </p:nvSpPr>
        <p:spPr>
          <a:xfrm flipH="1">
            <a:off x="8039940" y="3062891"/>
            <a:ext cx="5116889" cy="2781891"/>
          </a:xfrm>
          <a:custGeom>
            <a:avLst/>
            <a:gdLst/>
            <a:ahLst/>
            <a:cxnLst/>
            <a:rect l="l" t="t" r="r" b="b"/>
            <a:pathLst>
              <a:path w="44792" h="24352" extrusionOk="0">
                <a:moveTo>
                  <a:pt x="1694" y="0"/>
                </a:moveTo>
                <a:cubicBezTo>
                  <a:pt x="740" y="0"/>
                  <a:pt x="1" y="763"/>
                  <a:pt x="1" y="1694"/>
                </a:cubicBezTo>
                <a:lnTo>
                  <a:pt x="1" y="22658"/>
                </a:lnTo>
                <a:cubicBezTo>
                  <a:pt x="1" y="23612"/>
                  <a:pt x="764" y="24352"/>
                  <a:pt x="1694" y="24352"/>
                </a:cubicBezTo>
                <a:lnTo>
                  <a:pt x="43098" y="24352"/>
                </a:lnTo>
                <a:cubicBezTo>
                  <a:pt x="44028" y="24352"/>
                  <a:pt x="44768" y="23612"/>
                  <a:pt x="44791" y="22658"/>
                </a:cubicBezTo>
                <a:lnTo>
                  <a:pt x="44791" y="1694"/>
                </a:lnTo>
                <a:cubicBezTo>
                  <a:pt x="44791" y="740"/>
                  <a:pt x="44028" y="0"/>
                  <a:pt x="43098"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4" name="Google Shape;3504;p55"/>
          <p:cNvSpPr/>
          <p:nvPr/>
        </p:nvSpPr>
        <p:spPr>
          <a:xfrm flipH="1">
            <a:off x="8042680" y="3245441"/>
            <a:ext cx="5114147" cy="2422275"/>
          </a:xfrm>
          <a:custGeom>
            <a:avLst/>
            <a:gdLst/>
            <a:ahLst/>
            <a:cxnLst/>
            <a:rect l="l" t="t" r="r" b="b"/>
            <a:pathLst>
              <a:path w="44768" h="21204" extrusionOk="0">
                <a:moveTo>
                  <a:pt x="1" y="0"/>
                </a:moveTo>
                <a:lnTo>
                  <a:pt x="1" y="21203"/>
                </a:lnTo>
                <a:lnTo>
                  <a:pt x="44768" y="21203"/>
                </a:lnTo>
                <a:lnTo>
                  <a:pt x="4476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5" name="Google Shape;3505;p55"/>
          <p:cNvSpPr/>
          <p:nvPr/>
        </p:nvSpPr>
        <p:spPr>
          <a:xfrm flipH="1">
            <a:off x="9080750" y="6296932"/>
            <a:ext cx="3035268" cy="117321"/>
          </a:xfrm>
          <a:custGeom>
            <a:avLst/>
            <a:gdLst/>
            <a:ahLst/>
            <a:cxnLst/>
            <a:rect l="l" t="t" r="r" b="b"/>
            <a:pathLst>
              <a:path w="26570" h="1027" extrusionOk="0">
                <a:moveTo>
                  <a:pt x="501" y="1"/>
                </a:moveTo>
                <a:cubicBezTo>
                  <a:pt x="215" y="1"/>
                  <a:pt x="0" y="239"/>
                  <a:pt x="0" y="502"/>
                </a:cubicBezTo>
                <a:cubicBezTo>
                  <a:pt x="0" y="812"/>
                  <a:pt x="239" y="1026"/>
                  <a:pt x="501" y="1026"/>
                </a:cubicBezTo>
                <a:lnTo>
                  <a:pt x="26069" y="1026"/>
                </a:lnTo>
                <a:cubicBezTo>
                  <a:pt x="26331" y="1026"/>
                  <a:pt x="26546" y="788"/>
                  <a:pt x="26570" y="502"/>
                </a:cubicBezTo>
                <a:cubicBezTo>
                  <a:pt x="26570" y="215"/>
                  <a:pt x="26331" y="1"/>
                  <a:pt x="26069" y="1"/>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6" name="Google Shape;3506;p55"/>
          <p:cNvSpPr/>
          <p:nvPr/>
        </p:nvSpPr>
        <p:spPr>
          <a:xfrm flipH="1">
            <a:off x="10631055" y="3615911"/>
            <a:ext cx="877452" cy="885677"/>
          </a:xfrm>
          <a:custGeom>
            <a:avLst/>
            <a:gdLst/>
            <a:ahLst/>
            <a:cxnLst/>
            <a:rect l="l" t="t" r="r" b="b"/>
            <a:pathLst>
              <a:path w="7681" h="7753" extrusionOk="0">
                <a:moveTo>
                  <a:pt x="3841" y="1647"/>
                </a:moveTo>
                <a:cubicBezTo>
                  <a:pt x="4246" y="1647"/>
                  <a:pt x="4652" y="1766"/>
                  <a:pt x="4962" y="1957"/>
                </a:cubicBezTo>
                <a:cubicBezTo>
                  <a:pt x="5654" y="2338"/>
                  <a:pt x="6107" y="3078"/>
                  <a:pt x="6107" y="3912"/>
                </a:cubicBezTo>
                <a:cubicBezTo>
                  <a:pt x="6107" y="4509"/>
                  <a:pt x="5868" y="5057"/>
                  <a:pt x="5510" y="5439"/>
                </a:cubicBezTo>
                <a:cubicBezTo>
                  <a:pt x="5081" y="5892"/>
                  <a:pt x="4485" y="6178"/>
                  <a:pt x="3841" y="6178"/>
                </a:cubicBezTo>
                <a:cubicBezTo>
                  <a:pt x="2625" y="6178"/>
                  <a:pt x="1599" y="5200"/>
                  <a:pt x="1575" y="3984"/>
                </a:cubicBezTo>
                <a:lnTo>
                  <a:pt x="1575" y="3912"/>
                </a:lnTo>
                <a:cubicBezTo>
                  <a:pt x="1575" y="2958"/>
                  <a:pt x="2171" y="2124"/>
                  <a:pt x="3006" y="1790"/>
                </a:cubicBezTo>
                <a:cubicBezTo>
                  <a:pt x="3268" y="1718"/>
                  <a:pt x="3531" y="1647"/>
                  <a:pt x="3841" y="1647"/>
                </a:cubicBezTo>
                <a:close/>
                <a:moveTo>
                  <a:pt x="3841" y="1"/>
                </a:moveTo>
                <a:cubicBezTo>
                  <a:pt x="3340" y="72"/>
                  <a:pt x="2887" y="168"/>
                  <a:pt x="2434" y="311"/>
                </a:cubicBezTo>
                <a:cubicBezTo>
                  <a:pt x="1003" y="859"/>
                  <a:pt x="1" y="2267"/>
                  <a:pt x="1" y="3912"/>
                </a:cubicBezTo>
                <a:cubicBezTo>
                  <a:pt x="1" y="6035"/>
                  <a:pt x="1718" y="7752"/>
                  <a:pt x="3841" y="7752"/>
                </a:cubicBezTo>
                <a:cubicBezTo>
                  <a:pt x="4962" y="7752"/>
                  <a:pt x="5987" y="7275"/>
                  <a:pt x="6703" y="6488"/>
                </a:cubicBezTo>
                <a:cubicBezTo>
                  <a:pt x="7323" y="5797"/>
                  <a:pt x="7681" y="4890"/>
                  <a:pt x="7681" y="3889"/>
                </a:cubicBezTo>
                <a:cubicBezTo>
                  <a:pt x="7681" y="2457"/>
                  <a:pt x="6918" y="1241"/>
                  <a:pt x="5773" y="549"/>
                </a:cubicBezTo>
                <a:cubicBezTo>
                  <a:pt x="5200" y="216"/>
                  <a:pt x="4533" y="1"/>
                  <a:pt x="3841" y="1"/>
                </a:cubicBezTo>
                <a:close/>
              </a:path>
            </a:pathLst>
          </a:custGeom>
          <a:solidFill>
            <a:srgbClr val="00BBC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7" name="Google Shape;3507;p55"/>
          <p:cNvSpPr/>
          <p:nvPr/>
        </p:nvSpPr>
        <p:spPr>
          <a:xfrm flipH="1">
            <a:off x="10745406" y="4062804"/>
            <a:ext cx="768471" cy="444152"/>
          </a:xfrm>
          <a:custGeom>
            <a:avLst/>
            <a:gdLst/>
            <a:ahLst/>
            <a:cxnLst/>
            <a:rect l="l" t="t" r="r" b="b"/>
            <a:pathLst>
              <a:path w="6727" h="3888" extrusionOk="0">
                <a:moveTo>
                  <a:pt x="0" y="0"/>
                </a:moveTo>
                <a:cubicBezTo>
                  <a:pt x="0" y="2123"/>
                  <a:pt x="1741" y="3840"/>
                  <a:pt x="3864" y="3888"/>
                </a:cubicBezTo>
                <a:cubicBezTo>
                  <a:pt x="4985" y="3888"/>
                  <a:pt x="6011" y="3363"/>
                  <a:pt x="6726" y="2600"/>
                </a:cubicBezTo>
                <a:lnTo>
                  <a:pt x="5534" y="1527"/>
                </a:lnTo>
                <a:cubicBezTo>
                  <a:pt x="5104" y="1980"/>
                  <a:pt x="4508" y="2266"/>
                  <a:pt x="3864" y="2266"/>
                </a:cubicBezTo>
                <a:cubicBezTo>
                  <a:pt x="2624" y="2266"/>
                  <a:pt x="1622" y="1288"/>
                  <a:pt x="1598" y="72"/>
                </a:cubicBezTo>
                <a:lnTo>
                  <a:pt x="1598" y="0"/>
                </a:lnTo>
                <a:close/>
              </a:path>
            </a:pathLst>
          </a:custGeom>
          <a:solidFill>
            <a:srgbClr val="00899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8" name="Google Shape;3508;p55"/>
          <p:cNvSpPr/>
          <p:nvPr/>
        </p:nvSpPr>
        <p:spPr>
          <a:xfrm flipH="1">
            <a:off x="10742779" y="4656721"/>
            <a:ext cx="1656660" cy="703127"/>
          </a:xfrm>
          <a:custGeom>
            <a:avLst/>
            <a:gdLst/>
            <a:ahLst/>
            <a:cxnLst/>
            <a:rect l="l" t="t" r="r" b="b"/>
            <a:pathLst>
              <a:path w="14502" h="6155" extrusionOk="0">
                <a:moveTo>
                  <a:pt x="526" y="1"/>
                </a:moveTo>
                <a:cubicBezTo>
                  <a:pt x="239" y="1"/>
                  <a:pt x="1" y="239"/>
                  <a:pt x="1" y="502"/>
                </a:cubicBezTo>
                <a:cubicBezTo>
                  <a:pt x="1" y="764"/>
                  <a:pt x="239" y="1002"/>
                  <a:pt x="526" y="1002"/>
                </a:cubicBezTo>
                <a:lnTo>
                  <a:pt x="14001" y="1002"/>
                </a:lnTo>
                <a:cubicBezTo>
                  <a:pt x="14263" y="1002"/>
                  <a:pt x="14502" y="764"/>
                  <a:pt x="14502" y="502"/>
                </a:cubicBezTo>
                <a:cubicBezTo>
                  <a:pt x="14502" y="239"/>
                  <a:pt x="14263" y="1"/>
                  <a:pt x="14001" y="1"/>
                </a:cubicBezTo>
                <a:close/>
                <a:moveTo>
                  <a:pt x="526" y="1718"/>
                </a:moveTo>
                <a:cubicBezTo>
                  <a:pt x="239" y="1718"/>
                  <a:pt x="1" y="1956"/>
                  <a:pt x="1" y="2219"/>
                </a:cubicBezTo>
                <a:cubicBezTo>
                  <a:pt x="1" y="2481"/>
                  <a:pt x="239" y="2744"/>
                  <a:pt x="526" y="2744"/>
                </a:cubicBezTo>
                <a:lnTo>
                  <a:pt x="14001" y="2744"/>
                </a:lnTo>
                <a:cubicBezTo>
                  <a:pt x="14263" y="2744"/>
                  <a:pt x="14502" y="2481"/>
                  <a:pt x="14502" y="2219"/>
                </a:cubicBezTo>
                <a:cubicBezTo>
                  <a:pt x="14502" y="1933"/>
                  <a:pt x="14263" y="1718"/>
                  <a:pt x="14001" y="1718"/>
                </a:cubicBezTo>
                <a:close/>
                <a:moveTo>
                  <a:pt x="526" y="3411"/>
                </a:moveTo>
                <a:cubicBezTo>
                  <a:pt x="239" y="3411"/>
                  <a:pt x="1" y="3650"/>
                  <a:pt x="1" y="3936"/>
                </a:cubicBezTo>
                <a:cubicBezTo>
                  <a:pt x="1" y="4198"/>
                  <a:pt x="239" y="4437"/>
                  <a:pt x="526" y="4437"/>
                </a:cubicBezTo>
                <a:lnTo>
                  <a:pt x="14001" y="4437"/>
                </a:lnTo>
                <a:cubicBezTo>
                  <a:pt x="14263" y="4437"/>
                  <a:pt x="14502" y="4198"/>
                  <a:pt x="14502" y="3936"/>
                </a:cubicBezTo>
                <a:cubicBezTo>
                  <a:pt x="14502" y="3650"/>
                  <a:pt x="14263" y="3411"/>
                  <a:pt x="14001" y="3411"/>
                </a:cubicBezTo>
                <a:close/>
                <a:moveTo>
                  <a:pt x="526" y="5152"/>
                </a:moveTo>
                <a:cubicBezTo>
                  <a:pt x="239" y="5152"/>
                  <a:pt x="1" y="5391"/>
                  <a:pt x="1" y="5653"/>
                </a:cubicBezTo>
                <a:cubicBezTo>
                  <a:pt x="1" y="5916"/>
                  <a:pt x="239" y="6154"/>
                  <a:pt x="526" y="6154"/>
                </a:cubicBezTo>
                <a:lnTo>
                  <a:pt x="14001" y="6154"/>
                </a:lnTo>
                <a:cubicBezTo>
                  <a:pt x="14263" y="6154"/>
                  <a:pt x="14502" y="5916"/>
                  <a:pt x="14502" y="5653"/>
                </a:cubicBezTo>
                <a:cubicBezTo>
                  <a:pt x="14502" y="5367"/>
                  <a:pt x="14263" y="5152"/>
                  <a:pt x="14001" y="5152"/>
                </a:cubicBezTo>
                <a:close/>
              </a:path>
            </a:pathLst>
          </a:custGeom>
          <a:solidFill>
            <a:srgbClr val="00BBC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9" name="Google Shape;3509;p55"/>
          <p:cNvSpPr/>
          <p:nvPr/>
        </p:nvSpPr>
        <p:spPr>
          <a:xfrm flipH="1">
            <a:off x="8489461" y="3703187"/>
            <a:ext cx="1763015" cy="1697443"/>
          </a:xfrm>
          <a:custGeom>
            <a:avLst/>
            <a:gdLst/>
            <a:ahLst/>
            <a:cxnLst/>
            <a:rect l="l" t="t" r="r" b="b"/>
            <a:pathLst>
              <a:path w="15433" h="14859" extrusionOk="0">
                <a:moveTo>
                  <a:pt x="2076" y="0"/>
                </a:moveTo>
                <a:cubicBezTo>
                  <a:pt x="931" y="0"/>
                  <a:pt x="1" y="906"/>
                  <a:pt x="1" y="2075"/>
                </a:cubicBezTo>
                <a:lnTo>
                  <a:pt x="1" y="12784"/>
                </a:lnTo>
                <a:cubicBezTo>
                  <a:pt x="1" y="13953"/>
                  <a:pt x="931" y="14859"/>
                  <a:pt x="2076" y="14859"/>
                </a:cubicBezTo>
                <a:lnTo>
                  <a:pt x="13357" y="14859"/>
                </a:lnTo>
                <a:cubicBezTo>
                  <a:pt x="14526" y="14859"/>
                  <a:pt x="15432" y="13905"/>
                  <a:pt x="15432" y="12784"/>
                </a:cubicBezTo>
                <a:lnTo>
                  <a:pt x="15432" y="2075"/>
                </a:lnTo>
                <a:cubicBezTo>
                  <a:pt x="15432" y="906"/>
                  <a:pt x="14526" y="0"/>
                  <a:pt x="13357" y="0"/>
                </a:cubicBezTo>
                <a:close/>
              </a:path>
            </a:pathLst>
          </a:custGeom>
          <a:solidFill>
            <a:srgbClr val="00BBC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0" name="Google Shape;3510;p55"/>
          <p:cNvSpPr/>
          <p:nvPr/>
        </p:nvSpPr>
        <p:spPr>
          <a:xfrm flipH="1">
            <a:off x="8620262" y="3833873"/>
            <a:ext cx="1498671" cy="626816"/>
          </a:xfrm>
          <a:custGeom>
            <a:avLst/>
            <a:gdLst/>
            <a:ahLst/>
            <a:cxnLst/>
            <a:rect l="l" t="t" r="r" b="b"/>
            <a:pathLst>
              <a:path w="13119" h="5487" extrusionOk="0">
                <a:moveTo>
                  <a:pt x="6512" y="335"/>
                </a:moveTo>
                <a:cubicBezTo>
                  <a:pt x="6369" y="335"/>
                  <a:pt x="6273" y="454"/>
                  <a:pt x="6273" y="573"/>
                </a:cubicBezTo>
                <a:cubicBezTo>
                  <a:pt x="6273" y="716"/>
                  <a:pt x="6393" y="812"/>
                  <a:pt x="6512" y="812"/>
                </a:cubicBezTo>
                <a:lnTo>
                  <a:pt x="12880" y="812"/>
                </a:lnTo>
                <a:cubicBezTo>
                  <a:pt x="12890" y="814"/>
                  <a:pt x="12900" y="815"/>
                  <a:pt x="12911" y="815"/>
                </a:cubicBezTo>
                <a:cubicBezTo>
                  <a:pt x="13019" y="815"/>
                  <a:pt x="13118" y="704"/>
                  <a:pt x="13118" y="573"/>
                </a:cubicBezTo>
                <a:cubicBezTo>
                  <a:pt x="13118" y="430"/>
                  <a:pt x="12999" y="335"/>
                  <a:pt x="12880" y="335"/>
                </a:cubicBezTo>
                <a:close/>
                <a:moveTo>
                  <a:pt x="12911" y="1787"/>
                </a:moveTo>
                <a:cubicBezTo>
                  <a:pt x="12900" y="1787"/>
                  <a:pt x="12890" y="1788"/>
                  <a:pt x="12880" y="1790"/>
                </a:cubicBezTo>
                <a:lnTo>
                  <a:pt x="6512" y="1790"/>
                </a:lnTo>
                <a:cubicBezTo>
                  <a:pt x="6393" y="1790"/>
                  <a:pt x="6273" y="1885"/>
                  <a:pt x="6273" y="2028"/>
                </a:cubicBezTo>
                <a:cubicBezTo>
                  <a:pt x="6273" y="2147"/>
                  <a:pt x="6369" y="2267"/>
                  <a:pt x="6512" y="2267"/>
                </a:cubicBezTo>
                <a:lnTo>
                  <a:pt x="12880" y="2267"/>
                </a:lnTo>
                <a:cubicBezTo>
                  <a:pt x="12999" y="2267"/>
                  <a:pt x="13118" y="2195"/>
                  <a:pt x="13118" y="2028"/>
                </a:cubicBezTo>
                <a:cubicBezTo>
                  <a:pt x="13118" y="1897"/>
                  <a:pt x="13019" y="1787"/>
                  <a:pt x="12911" y="1787"/>
                </a:cubicBezTo>
                <a:close/>
                <a:moveTo>
                  <a:pt x="6512" y="3221"/>
                </a:moveTo>
                <a:cubicBezTo>
                  <a:pt x="6393" y="3221"/>
                  <a:pt x="6273" y="3316"/>
                  <a:pt x="6273" y="3459"/>
                </a:cubicBezTo>
                <a:cubicBezTo>
                  <a:pt x="6273" y="3578"/>
                  <a:pt x="6369" y="3698"/>
                  <a:pt x="6512" y="3698"/>
                </a:cubicBezTo>
                <a:lnTo>
                  <a:pt x="12880" y="3698"/>
                </a:lnTo>
                <a:cubicBezTo>
                  <a:pt x="12999" y="3698"/>
                  <a:pt x="13118" y="3626"/>
                  <a:pt x="13118" y="3459"/>
                </a:cubicBezTo>
                <a:cubicBezTo>
                  <a:pt x="13118" y="3316"/>
                  <a:pt x="12999" y="3221"/>
                  <a:pt x="12880" y="3221"/>
                </a:cubicBezTo>
                <a:close/>
                <a:moveTo>
                  <a:pt x="6512" y="4652"/>
                </a:moveTo>
                <a:cubicBezTo>
                  <a:pt x="6393" y="4652"/>
                  <a:pt x="6273" y="4747"/>
                  <a:pt x="6273" y="4890"/>
                </a:cubicBezTo>
                <a:cubicBezTo>
                  <a:pt x="6273" y="5010"/>
                  <a:pt x="6369" y="5129"/>
                  <a:pt x="6512" y="5129"/>
                </a:cubicBezTo>
                <a:lnTo>
                  <a:pt x="12880" y="5129"/>
                </a:lnTo>
                <a:cubicBezTo>
                  <a:pt x="12999" y="5129"/>
                  <a:pt x="13118" y="5057"/>
                  <a:pt x="13118" y="4890"/>
                </a:cubicBezTo>
                <a:cubicBezTo>
                  <a:pt x="13118" y="4771"/>
                  <a:pt x="12999" y="4652"/>
                  <a:pt x="12880" y="4652"/>
                </a:cubicBezTo>
                <a:close/>
                <a:moveTo>
                  <a:pt x="1217" y="1"/>
                </a:moveTo>
                <a:cubicBezTo>
                  <a:pt x="525" y="1"/>
                  <a:pt x="1" y="549"/>
                  <a:pt x="1" y="1241"/>
                </a:cubicBezTo>
                <a:lnTo>
                  <a:pt x="1" y="4270"/>
                </a:lnTo>
                <a:cubicBezTo>
                  <a:pt x="1" y="4962"/>
                  <a:pt x="525" y="5487"/>
                  <a:pt x="1217" y="5487"/>
                </a:cubicBezTo>
                <a:lnTo>
                  <a:pt x="4246" y="5487"/>
                </a:lnTo>
                <a:cubicBezTo>
                  <a:pt x="4938" y="5487"/>
                  <a:pt x="5486" y="4938"/>
                  <a:pt x="5486" y="4270"/>
                </a:cubicBezTo>
                <a:lnTo>
                  <a:pt x="5486" y="1241"/>
                </a:lnTo>
                <a:cubicBezTo>
                  <a:pt x="5486" y="549"/>
                  <a:pt x="4938" y="1"/>
                  <a:pt x="4246"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1" name="Google Shape;3511;p55"/>
          <p:cNvSpPr/>
          <p:nvPr/>
        </p:nvSpPr>
        <p:spPr>
          <a:xfrm flipH="1">
            <a:off x="8620262" y="4637643"/>
            <a:ext cx="1498671" cy="626816"/>
          </a:xfrm>
          <a:custGeom>
            <a:avLst/>
            <a:gdLst/>
            <a:ahLst/>
            <a:cxnLst/>
            <a:rect l="l" t="t" r="r" b="b"/>
            <a:pathLst>
              <a:path w="13119" h="5487" extrusionOk="0">
                <a:moveTo>
                  <a:pt x="6512" y="359"/>
                </a:moveTo>
                <a:cubicBezTo>
                  <a:pt x="6369" y="359"/>
                  <a:pt x="6273" y="478"/>
                  <a:pt x="6273" y="597"/>
                </a:cubicBezTo>
                <a:cubicBezTo>
                  <a:pt x="6273" y="764"/>
                  <a:pt x="6393" y="836"/>
                  <a:pt x="6512" y="836"/>
                </a:cubicBezTo>
                <a:lnTo>
                  <a:pt x="12880" y="836"/>
                </a:lnTo>
                <a:cubicBezTo>
                  <a:pt x="12999" y="836"/>
                  <a:pt x="13118" y="716"/>
                  <a:pt x="13118" y="597"/>
                </a:cubicBezTo>
                <a:cubicBezTo>
                  <a:pt x="13118" y="454"/>
                  <a:pt x="12999" y="359"/>
                  <a:pt x="12880" y="359"/>
                </a:cubicBezTo>
                <a:close/>
                <a:moveTo>
                  <a:pt x="6512" y="1790"/>
                </a:moveTo>
                <a:cubicBezTo>
                  <a:pt x="6393" y="1790"/>
                  <a:pt x="6273" y="1885"/>
                  <a:pt x="6273" y="2028"/>
                </a:cubicBezTo>
                <a:cubicBezTo>
                  <a:pt x="6273" y="2147"/>
                  <a:pt x="6369" y="2267"/>
                  <a:pt x="6512" y="2267"/>
                </a:cubicBezTo>
                <a:lnTo>
                  <a:pt x="12880" y="2267"/>
                </a:lnTo>
                <a:cubicBezTo>
                  <a:pt x="12999" y="2267"/>
                  <a:pt x="13118" y="2195"/>
                  <a:pt x="13118" y="2028"/>
                </a:cubicBezTo>
                <a:cubicBezTo>
                  <a:pt x="13118" y="1885"/>
                  <a:pt x="12999" y="1790"/>
                  <a:pt x="12880" y="1790"/>
                </a:cubicBezTo>
                <a:close/>
                <a:moveTo>
                  <a:pt x="12933" y="3258"/>
                </a:moveTo>
                <a:cubicBezTo>
                  <a:pt x="12916" y="3258"/>
                  <a:pt x="12898" y="3261"/>
                  <a:pt x="12880" y="3268"/>
                </a:cubicBezTo>
                <a:lnTo>
                  <a:pt x="6512" y="3268"/>
                </a:lnTo>
                <a:cubicBezTo>
                  <a:pt x="6393" y="3268"/>
                  <a:pt x="6273" y="3340"/>
                  <a:pt x="6273" y="3507"/>
                </a:cubicBezTo>
                <a:cubicBezTo>
                  <a:pt x="6273" y="3626"/>
                  <a:pt x="6369" y="3745"/>
                  <a:pt x="6512" y="3745"/>
                </a:cubicBezTo>
                <a:lnTo>
                  <a:pt x="12880" y="3745"/>
                </a:lnTo>
                <a:cubicBezTo>
                  <a:pt x="12999" y="3745"/>
                  <a:pt x="13118" y="3650"/>
                  <a:pt x="13118" y="3507"/>
                </a:cubicBezTo>
                <a:cubicBezTo>
                  <a:pt x="13118" y="3365"/>
                  <a:pt x="13032" y="3258"/>
                  <a:pt x="12933" y="3258"/>
                </a:cubicBezTo>
                <a:close/>
                <a:moveTo>
                  <a:pt x="6512" y="4699"/>
                </a:moveTo>
                <a:cubicBezTo>
                  <a:pt x="6393" y="4699"/>
                  <a:pt x="6273" y="4771"/>
                  <a:pt x="6273" y="4938"/>
                </a:cubicBezTo>
                <a:cubicBezTo>
                  <a:pt x="6273" y="5057"/>
                  <a:pt x="6369" y="5176"/>
                  <a:pt x="6512" y="5176"/>
                </a:cubicBezTo>
                <a:lnTo>
                  <a:pt x="12880" y="5176"/>
                </a:lnTo>
                <a:cubicBezTo>
                  <a:pt x="12999" y="5176"/>
                  <a:pt x="13118" y="5081"/>
                  <a:pt x="13118" y="4938"/>
                </a:cubicBezTo>
                <a:cubicBezTo>
                  <a:pt x="13118" y="4771"/>
                  <a:pt x="12999" y="4699"/>
                  <a:pt x="12880" y="4699"/>
                </a:cubicBezTo>
                <a:close/>
                <a:moveTo>
                  <a:pt x="1217" y="1"/>
                </a:moveTo>
                <a:cubicBezTo>
                  <a:pt x="525" y="1"/>
                  <a:pt x="1" y="549"/>
                  <a:pt x="1" y="1241"/>
                </a:cubicBezTo>
                <a:lnTo>
                  <a:pt x="1" y="4270"/>
                </a:lnTo>
                <a:cubicBezTo>
                  <a:pt x="1" y="4962"/>
                  <a:pt x="525" y="5486"/>
                  <a:pt x="1217" y="5486"/>
                </a:cubicBezTo>
                <a:lnTo>
                  <a:pt x="4246" y="5486"/>
                </a:lnTo>
                <a:cubicBezTo>
                  <a:pt x="4938" y="5486"/>
                  <a:pt x="5486" y="4962"/>
                  <a:pt x="5486" y="4270"/>
                </a:cubicBezTo>
                <a:lnTo>
                  <a:pt x="5486" y="1241"/>
                </a:lnTo>
                <a:cubicBezTo>
                  <a:pt x="5486" y="549"/>
                  <a:pt x="4938" y="1"/>
                  <a:pt x="4246"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2" name="Google Shape;3512;p55"/>
          <p:cNvSpPr/>
          <p:nvPr/>
        </p:nvSpPr>
        <p:spPr>
          <a:xfrm flipH="1">
            <a:off x="7108111" y="3994719"/>
            <a:ext cx="1550420" cy="2419532"/>
          </a:xfrm>
          <a:custGeom>
            <a:avLst/>
            <a:gdLst/>
            <a:ahLst/>
            <a:cxnLst/>
            <a:rect l="l" t="t" r="r" b="b"/>
            <a:pathLst>
              <a:path w="13572" h="21180" extrusionOk="0">
                <a:moveTo>
                  <a:pt x="2385" y="0"/>
                </a:moveTo>
                <a:cubicBezTo>
                  <a:pt x="1074" y="0"/>
                  <a:pt x="0" y="1073"/>
                  <a:pt x="0" y="2385"/>
                </a:cubicBezTo>
                <a:lnTo>
                  <a:pt x="0" y="18794"/>
                </a:lnTo>
                <a:cubicBezTo>
                  <a:pt x="0" y="20106"/>
                  <a:pt x="1074" y="21179"/>
                  <a:pt x="2385" y="21179"/>
                </a:cubicBezTo>
                <a:lnTo>
                  <a:pt x="11186" y="21179"/>
                </a:lnTo>
                <a:cubicBezTo>
                  <a:pt x="12498" y="21179"/>
                  <a:pt x="13571" y="20106"/>
                  <a:pt x="13571" y="18794"/>
                </a:cubicBezTo>
                <a:lnTo>
                  <a:pt x="13571" y="2385"/>
                </a:lnTo>
                <a:cubicBezTo>
                  <a:pt x="13571" y="1073"/>
                  <a:pt x="12498" y="0"/>
                  <a:pt x="11186" y="0"/>
                </a:cubicBezTo>
                <a:close/>
              </a:path>
            </a:pathLst>
          </a:custGeom>
          <a:solidFill>
            <a:srgbClr val="343434"/>
          </a:solidFill>
          <a:ln w="38100" cap="flat" cmpd="sng">
            <a:solidFill>
              <a:srgbClr val="343434"/>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3" name="Google Shape;3513;p55"/>
          <p:cNvSpPr/>
          <p:nvPr/>
        </p:nvSpPr>
        <p:spPr>
          <a:xfrm flipH="1">
            <a:off x="7135337" y="4160833"/>
            <a:ext cx="1498680" cy="2087219"/>
          </a:xfrm>
          <a:custGeom>
            <a:avLst/>
            <a:gdLst/>
            <a:ahLst/>
            <a:cxnLst/>
            <a:rect l="l" t="t" r="r" b="b"/>
            <a:pathLst>
              <a:path w="13548" h="18271" extrusionOk="0">
                <a:moveTo>
                  <a:pt x="0" y="1"/>
                </a:moveTo>
                <a:lnTo>
                  <a:pt x="0" y="18270"/>
                </a:lnTo>
                <a:lnTo>
                  <a:pt x="13547" y="18270"/>
                </a:lnTo>
                <a:lnTo>
                  <a:pt x="13547" y="1"/>
                </a:lnTo>
                <a:close/>
              </a:path>
            </a:pathLst>
          </a:custGeom>
          <a:solidFill>
            <a:srgbClr val="FFFFFF"/>
          </a:solidFill>
          <a:ln w="19050" cap="flat" cmpd="sng">
            <a:solidFill>
              <a:srgbClr val="343434"/>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4" name="Google Shape;3514;p55"/>
          <p:cNvSpPr/>
          <p:nvPr/>
        </p:nvSpPr>
        <p:spPr>
          <a:xfrm flipH="1">
            <a:off x="7222576" y="4253466"/>
            <a:ext cx="1324232" cy="62831"/>
          </a:xfrm>
          <a:custGeom>
            <a:avLst/>
            <a:gdLst/>
            <a:ahLst/>
            <a:cxnLst/>
            <a:rect l="l" t="t" r="r" b="b"/>
            <a:pathLst>
              <a:path w="11592" h="550" extrusionOk="0">
                <a:moveTo>
                  <a:pt x="263" y="1"/>
                </a:moveTo>
                <a:cubicBezTo>
                  <a:pt x="120" y="1"/>
                  <a:pt x="0" y="120"/>
                  <a:pt x="0" y="263"/>
                </a:cubicBezTo>
                <a:cubicBezTo>
                  <a:pt x="0" y="430"/>
                  <a:pt x="120" y="549"/>
                  <a:pt x="263" y="549"/>
                </a:cubicBezTo>
                <a:lnTo>
                  <a:pt x="11329" y="549"/>
                </a:lnTo>
                <a:cubicBezTo>
                  <a:pt x="11472" y="549"/>
                  <a:pt x="11592" y="430"/>
                  <a:pt x="11592" y="263"/>
                </a:cubicBezTo>
                <a:cubicBezTo>
                  <a:pt x="11592" y="120"/>
                  <a:pt x="11472" y="1"/>
                  <a:pt x="11329"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5" name="Google Shape;3515;p55"/>
          <p:cNvSpPr/>
          <p:nvPr/>
        </p:nvSpPr>
        <p:spPr>
          <a:xfrm flipH="1">
            <a:off x="7222576" y="4387008"/>
            <a:ext cx="1324232" cy="60088"/>
          </a:xfrm>
          <a:custGeom>
            <a:avLst/>
            <a:gdLst/>
            <a:ahLst/>
            <a:cxnLst/>
            <a:rect l="l" t="t" r="r" b="b"/>
            <a:pathLst>
              <a:path w="11592" h="526" extrusionOk="0">
                <a:moveTo>
                  <a:pt x="263" y="1"/>
                </a:moveTo>
                <a:cubicBezTo>
                  <a:pt x="120" y="1"/>
                  <a:pt x="0" y="120"/>
                  <a:pt x="0" y="263"/>
                </a:cubicBezTo>
                <a:cubicBezTo>
                  <a:pt x="0" y="406"/>
                  <a:pt x="120" y="525"/>
                  <a:pt x="263" y="525"/>
                </a:cubicBezTo>
                <a:lnTo>
                  <a:pt x="11329" y="525"/>
                </a:lnTo>
                <a:cubicBezTo>
                  <a:pt x="11472" y="525"/>
                  <a:pt x="11592" y="406"/>
                  <a:pt x="11592" y="263"/>
                </a:cubicBezTo>
                <a:cubicBezTo>
                  <a:pt x="11592" y="120"/>
                  <a:pt x="11472" y="1"/>
                  <a:pt x="11329"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6" name="Google Shape;3516;p55"/>
          <p:cNvSpPr/>
          <p:nvPr/>
        </p:nvSpPr>
        <p:spPr>
          <a:xfrm flipH="1">
            <a:off x="7222576" y="4515067"/>
            <a:ext cx="1324232" cy="62831"/>
          </a:xfrm>
          <a:custGeom>
            <a:avLst/>
            <a:gdLst/>
            <a:ahLst/>
            <a:cxnLst/>
            <a:rect l="l" t="t" r="r" b="b"/>
            <a:pathLst>
              <a:path w="11592" h="550" extrusionOk="0">
                <a:moveTo>
                  <a:pt x="263" y="1"/>
                </a:moveTo>
                <a:cubicBezTo>
                  <a:pt x="120" y="1"/>
                  <a:pt x="0" y="120"/>
                  <a:pt x="0" y="287"/>
                </a:cubicBezTo>
                <a:cubicBezTo>
                  <a:pt x="0" y="430"/>
                  <a:pt x="120" y="549"/>
                  <a:pt x="263" y="549"/>
                </a:cubicBezTo>
                <a:lnTo>
                  <a:pt x="11329" y="549"/>
                </a:lnTo>
                <a:cubicBezTo>
                  <a:pt x="11472" y="549"/>
                  <a:pt x="11592" y="430"/>
                  <a:pt x="11592" y="287"/>
                </a:cubicBezTo>
                <a:cubicBezTo>
                  <a:pt x="11592" y="120"/>
                  <a:pt x="11472" y="1"/>
                  <a:pt x="11329"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7" name="Google Shape;3517;p55"/>
          <p:cNvSpPr/>
          <p:nvPr/>
        </p:nvSpPr>
        <p:spPr>
          <a:xfrm flipH="1">
            <a:off x="7222576" y="4648610"/>
            <a:ext cx="1324232" cy="62716"/>
          </a:xfrm>
          <a:custGeom>
            <a:avLst/>
            <a:gdLst/>
            <a:ahLst/>
            <a:cxnLst/>
            <a:rect l="l" t="t" r="r" b="b"/>
            <a:pathLst>
              <a:path w="11592" h="549" extrusionOk="0">
                <a:moveTo>
                  <a:pt x="263" y="0"/>
                </a:moveTo>
                <a:cubicBezTo>
                  <a:pt x="120" y="0"/>
                  <a:pt x="0" y="119"/>
                  <a:pt x="0" y="263"/>
                </a:cubicBezTo>
                <a:cubicBezTo>
                  <a:pt x="0" y="430"/>
                  <a:pt x="120" y="549"/>
                  <a:pt x="263" y="549"/>
                </a:cubicBezTo>
                <a:lnTo>
                  <a:pt x="11329" y="549"/>
                </a:lnTo>
                <a:cubicBezTo>
                  <a:pt x="11472" y="549"/>
                  <a:pt x="11592" y="430"/>
                  <a:pt x="11592" y="263"/>
                </a:cubicBezTo>
                <a:cubicBezTo>
                  <a:pt x="11592" y="119"/>
                  <a:pt x="11472" y="0"/>
                  <a:pt x="11329"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8" name="Google Shape;3518;p55"/>
          <p:cNvSpPr/>
          <p:nvPr/>
        </p:nvSpPr>
        <p:spPr>
          <a:xfrm flipH="1">
            <a:off x="7222576" y="4773927"/>
            <a:ext cx="1326973" cy="1013621"/>
          </a:xfrm>
          <a:custGeom>
            <a:avLst/>
            <a:gdLst/>
            <a:ahLst/>
            <a:cxnLst/>
            <a:rect l="l" t="t" r="r" b="b"/>
            <a:pathLst>
              <a:path w="11616" h="8873" extrusionOk="0">
                <a:moveTo>
                  <a:pt x="1360" y="0"/>
                </a:moveTo>
                <a:cubicBezTo>
                  <a:pt x="597" y="0"/>
                  <a:pt x="0" y="644"/>
                  <a:pt x="0" y="1384"/>
                </a:cubicBezTo>
                <a:lnTo>
                  <a:pt x="0" y="7489"/>
                </a:lnTo>
                <a:cubicBezTo>
                  <a:pt x="0" y="8276"/>
                  <a:pt x="621" y="8873"/>
                  <a:pt x="1360" y="8873"/>
                </a:cubicBezTo>
                <a:lnTo>
                  <a:pt x="10256" y="8873"/>
                </a:lnTo>
                <a:cubicBezTo>
                  <a:pt x="11019" y="8873"/>
                  <a:pt x="11616" y="8276"/>
                  <a:pt x="11616" y="7489"/>
                </a:cubicBezTo>
                <a:lnTo>
                  <a:pt x="11616" y="1384"/>
                </a:lnTo>
                <a:cubicBezTo>
                  <a:pt x="11616" y="597"/>
                  <a:pt x="10995" y="0"/>
                  <a:pt x="10256"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9" name="Google Shape;3519;p55"/>
          <p:cNvSpPr/>
          <p:nvPr/>
        </p:nvSpPr>
        <p:spPr>
          <a:xfrm flipH="1">
            <a:off x="7222576" y="5861005"/>
            <a:ext cx="1326973" cy="275311"/>
          </a:xfrm>
          <a:custGeom>
            <a:avLst/>
            <a:gdLst/>
            <a:ahLst/>
            <a:cxnLst/>
            <a:rect l="l" t="t" r="r" b="b"/>
            <a:pathLst>
              <a:path w="11616" h="2410" extrusionOk="0">
                <a:moveTo>
                  <a:pt x="263" y="1"/>
                </a:moveTo>
                <a:cubicBezTo>
                  <a:pt x="120" y="1"/>
                  <a:pt x="0" y="120"/>
                  <a:pt x="0" y="263"/>
                </a:cubicBezTo>
                <a:cubicBezTo>
                  <a:pt x="0" y="430"/>
                  <a:pt x="120" y="549"/>
                  <a:pt x="263" y="549"/>
                </a:cubicBezTo>
                <a:lnTo>
                  <a:pt x="11353" y="549"/>
                </a:lnTo>
                <a:cubicBezTo>
                  <a:pt x="11496" y="549"/>
                  <a:pt x="11616" y="430"/>
                  <a:pt x="11616" y="263"/>
                </a:cubicBezTo>
                <a:cubicBezTo>
                  <a:pt x="11616" y="120"/>
                  <a:pt x="11496" y="1"/>
                  <a:pt x="11353" y="1"/>
                </a:cubicBezTo>
                <a:close/>
                <a:moveTo>
                  <a:pt x="716" y="1050"/>
                </a:moveTo>
                <a:cubicBezTo>
                  <a:pt x="334" y="1050"/>
                  <a:pt x="24" y="1336"/>
                  <a:pt x="24" y="1742"/>
                </a:cubicBezTo>
                <a:cubicBezTo>
                  <a:pt x="24" y="2123"/>
                  <a:pt x="334" y="2410"/>
                  <a:pt x="716" y="2410"/>
                </a:cubicBezTo>
                <a:lnTo>
                  <a:pt x="10948" y="2410"/>
                </a:lnTo>
                <a:cubicBezTo>
                  <a:pt x="11329" y="2410"/>
                  <a:pt x="11616" y="2123"/>
                  <a:pt x="11616" y="1742"/>
                </a:cubicBezTo>
                <a:cubicBezTo>
                  <a:pt x="11616" y="1336"/>
                  <a:pt x="11329" y="1050"/>
                  <a:pt x="10948" y="105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3520" name="Google Shape;3520;p55"/>
          <p:cNvGrpSpPr/>
          <p:nvPr/>
        </p:nvGrpSpPr>
        <p:grpSpPr>
          <a:xfrm>
            <a:off x="6615761" y="2846280"/>
            <a:ext cx="1269740" cy="1854176"/>
            <a:chOff x="5038020" y="2134710"/>
            <a:chExt cx="952305" cy="1390632"/>
          </a:xfrm>
        </p:grpSpPr>
        <p:sp>
          <p:nvSpPr>
            <p:cNvPr id="3521" name="Google Shape;3521;p55"/>
            <p:cNvSpPr/>
            <p:nvPr/>
          </p:nvSpPr>
          <p:spPr>
            <a:xfrm flipH="1">
              <a:off x="5046402" y="3383800"/>
              <a:ext cx="177623" cy="87998"/>
            </a:xfrm>
            <a:custGeom>
              <a:avLst/>
              <a:gdLst/>
              <a:ahLst/>
              <a:cxnLst/>
              <a:rect l="l" t="t" r="r" b="b"/>
              <a:pathLst>
                <a:path w="2243" h="1437" extrusionOk="0">
                  <a:moveTo>
                    <a:pt x="501" y="0"/>
                  </a:moveTo>
                  <a:lnTo>
                    <a:pt x="0" y="191"/>
                  </a:lnTo>
                  <a:cubicBezTo>
                    <a:pt x="0" y="191"/>
                    <a:pt x="215" y="692"/>
                    <a:pt x="263" y="883"/>
                  </a:cubicBezTo>
                  <a:lnTo>
                    <a:pt x="263" y="1026"/>
                  </a:lnTo>
                  <a:lnTo>
                    <a:pt x="263" y="1169"/>
                  </a:lnTo>
                  <a:cubicBezTo>
                    <a:pt x="263" y="1264"/>
                    <a:pt x="287" y="1407"/>
                    <a:pt x="382" y="1407"/>
                  </a:cubicBezTo>
                  <a:cubicBezTo>
                    <a:pt x="382" y="1431"/>
                    <a:pt x="382" y="1431"/>
                    <a:pt x="406" y="1431"/>
                  </a:cubicBezTo>
                  <a:cubicBezTo>
                    <a:pt x="412" y="1435"/>
                    <a:pt x="423" y="1436"/>
                    <a:pt x="436" y="1436"/>
                  </a:cubicBezTo>
                  <a:cubicBezTo>
                    <a:pt x="522" y="1436"/>
                    <a:pt x="729" y="1377"/>
                    <a:pt x="811" y="1336"/>
                  </a:cubicBezTo>
                  <a:cubicBezTo>
                    <a:pt x="883" y="1336"/>
                    <a:pt x="978" y="1312"/>
                    <a:pt x="1074" y="1288"/>
                  </a:cubicBezTo>
                  <a:cubicBezTo>
                    <a:pt x="1455" y="1240"/>
                    <a:pt x="1694" y="1074"/>
                    <a:pt x="1694" y="1074"/>
                  </a:cubicBezTo>
                  <a:cubicBezTo>
                    <a:pt x="2242" y="787"/>
                    <a:pt x="2147" y="692"/>
                    <a:pt x="2147" y="692"/>
                  </a:cubicBezTo>
                  <a:cubicBezTo>
                    <a:pt x="2052" y="668"/>
                    <a:pt x="2004" y="668"/>
                    <a:pt x="1956" y="668"/>
                  </a:cubicBezTo>
                  <a:cubicBezTo>
                    <a:pt x="1932" y="668"/>
                    <a:pt x="1455" y="740"/>
                    <a:pt x="1455" y="740"/>
                  </a:cubicBezTo>
                  <a:cubicBezTo>
                    <a:pt x="1455" y="740"/>
                    <a:pt x="1002" y="716"/>
                    <a:pt x="740" y="692"/>
                  </a:cubicBezTo>
                  <a:cubicBezTo>
                    <a:pt x="597" y="477"/>
                    <a:pt x="501" y="0"/>
                    <a:pt x="501" y="0"/>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2" name="Google Shape;3522;p55"/>
            <p:cNvSpPr/>
            <p:nvPr/>
          </p:nvSpPr>
          <p:spPr>
            <a:xfrm flipH="1">
              <a:off x="5038020" y="3420644"/>
              <a:ext cx="165615" cy="66571"/>
            </a:xfrm>
            <a:custGeom>
              <a:avLst/>
              <a:gdLst/>
              <a:ahLst/>
              <a:cxnLst/>
              <a:rect l="l" t="t" r="r" b="b"/>
              <a:pathLst>
                <a:path w="1933" h="777" extrusionOk="0">
                  <a:moveTo>
                    <a:pt x="1670" y="0"/>
                  </a:moveTo>
                  <a:cubicBezTo>
                    <a:pt x="1647" y="0"/>
                    <a:pt x="1170" y="95"/>
                    <a:pt x="1170" y="95"/>
                  </a:cubicBezTo>
                  <a:cubicBezTo>
                    <a:pt x="1170" y="95"/>
                    <a:pt x="955" y="95"/>
                    <a:pt x="740" y="48"/>
                  </a:cubicBezTo>
                  <a:cubicBezTo>
                    <a:pt x="552" y="194"/>
                    <a:pt x="383" y="267"/>
                    <a:pt x="152" y="267"/>
                  </a:cubicBezTo>
                  <a:cubicBezTo>
                    <a:pt x="119" y="267"/>
                    <a:pt x="84" y="265"/>
                    <a:pt x="49" y="262"/>
                  </a:cubicBezTo>
                  <a:lnTo>
                    <a:pt x="1" y="262"/>
                  </a:lnTo>
                  <a:lnTo>
                    <a:pt x="1" y="358"/>
                  </a:lnTo>
                  <a:lnTo>
                    <a:pt x="1" y="453"/>
                  </a:lnTo>
                  <a:cubicBezTo>
                    <a:pt x="1" y="525"/>
                    <a:pt x="1" y="692"/>
                    <a:pt x="96" y="739"/>
                  </a:cubicBezTo>
                  <a:cubicBezTo>
                    <a:pt x="96" y="763"/>
                    <a:pt x="96" y="763"/>
                    <a:pt x="120" y="763"/>
                  </a:cubicBezTo>
                  <a:cubicBezTo>
                    <a:pt x="125" y="773"/>
                    <a:pt x="139" y="776"/>
                    <a:pt x="158" y="776"/>
                  </a:cubicBezTo>
                  <a:cubicBezTo>
                    <a:pt x="240" y="776"/>
                    <a:pt x="425" y="711"/>
                    <a:pt x="502" y="692"/>
                  </a:cubicBezTo>
                  <a:cubicBezTo>
                    <a:pt x="597" y="692"/>
                    <a:pt x="693" y="644"/>
                    <a:pt x="764" y="620"/>
                  </a:cubicBezTo>
                  <a:cubicBezTo>
                    <a:pt x="1170" y="572"/>
                    <a:pt x="1408" y="406"/>
                    <a:pt x="1408" y="406"/>
                  </a:cubicBezTo>
                  <a:cubicBezTo>
                    <a:pt x="1933" y="119"/>
                    <a:pt x="1837" y="24"/>
                    <a:pt x="1837" y="24"/>
                  </a:cubicBezTo>
                  <a:cubicBezTo>
                    <a:pt x="1766" y="0"/>
                    <a:pt x="1694" y="0"/>
                    <a:pt x="1670" y="0"/>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3" name="Google Shape;3523;p55"/>
            <p:cNvSpPr/>
            <p:nvPr/>
          </p:nvSpPr>
          <p:spPr>
            <a:xfrm flipH="1">
              <a:off x="5085225" y="3414475"/>
              <a:ext cx="167675" cy="106252"/>
            </a:xfrm>
            <a:custGeom>
              <a:avLst/>
              <a:gdLst/>
              <a:ahLst/>
              <a:cxnLst/>
              <a:rect l="l" t="t" r="r" b="b"/>
              <a:pathLst>
                <a:path w="2243" h="1437" extrusionOk="0">
                  <a:moveTo>
                    <a:pt x="501" y="0"/>
                  </a:moveTo>
                  <a:lnTo>
                    <a:pt x="0" y="191"/>
                  </a:lnTo>
                  <a:cubicBezTo>
                    <a:pt x="0" y="191"/>
                    <a:pt x="215" y="692"/>
                    <a:pt x="263" y="859"/>
                  </a:cubicBezTo>
                  <a:lnTo>
                    <a:pt x="263" y="1026"/>
                  </a:lnTo>
                  <a:lnTo>
                    <a:pt x="263" y="1169"/>
                  </a:lnTo>
                  <a:cubicBezTo>
                    <a:pt x="310" y="1264"/>
                    <a:pt x="310" y="1408"/>
                    <a:pt x="382" y="1408"/>
                  </a:cubicBezTo>
                  <a:cubicBezTo>
                    <a:pt x="382" y="1431"/>
                    <a:pt x="382" y="1431"/>
                    <a:pt x="430" y="1431"/>
                  </a:cubicBezTo>
                  <a:cubicBezTo>
                    <a:pt x="433" y="1435"/>
                    <a:pt x="441" y="1436"/>
                    <a:pt x="452" y="1436"/>
                  </a:cubicBezTo>
                  <a:cubicBezTo>
                    <a:pt x="522" y="1436"/>
                    <a:pt x="729" y="1377"/>
                    <a:pt x="811" y="1336"/>
                  </a:cubicBezTo>
                  <a:cubicBezTo>
                    <a:pt x="883" y="1336"/>
                    <a:pt x="978" y="1312"/>
                    <a:pt x="1074" y="1288"/>
                  </a:cubicBezTo>
                  <a:cubicBezTo>
                    <a:pt x="1455" y="1217"/>
                    <a:pt x="1694" y="1074"/>
                    <a:pt x="1694" y="1074"/>
                  </a:cubicBezTo>
                  <a:cubicBezTo>
                    <a:pt x="2242" y="787"/>
                    <a:pt x="2147" y="692"/>
                    <a:pt x="2147" y="692"/>
                  </a:cubicBezTo>
                  <a:cubicBezTo>
                    <a:pt x="2051" y="644"/>
                    <a:pt x="2004" y="644"/>
                    <a:pt x="1980" y="644"/>
                  </a:cubicBezTo>
                  <a:cubicBezTo>
                    <a:pt x="1932" y="644"/>
                    <a:pt x="1455" y="740"/>
                    <a:pt x="1455" y="740"/>
                  </a:cubicBezTo>
                  <a:cubicBezTo>
                    <a:pt x="1455" y="740"/>
                    <a:pt x="1026" y="716"/>
                    <a:pt x="740" y="692"/>
                  </a:cubicBezTo>
                  <a:cubicBezTo>
                    <a:pt x="597" y="477"/>
                    <a:pt x="501" y="0"/>
                    <a:pt x="501" y="0"/>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4" name="Google Shape;3524;p55"/>
            <p:cNvSpPr/>
            <p:nvPr/>
          </p:nvSpPr>
          <p:spPr>
            <a:xfrm flipH="1">
              <a:off x="5072719" y="3459456"/>
              <a:ext cx="167671" cy="65886"/>
            </a:xfrm>
            <a:custGeom>
              <a:avLst/>
              <a:gdLst/>
              <a:ahLst/>
              <a:cxnLst/>
              <a:rect l="l" t="t" r="r" b="b"/>
              <a:pathLst>
                <a:path w="1957" h="769" extrusionOk="0">
                  <a:moveTo>
                    <a:pt x="1670" y="0"/>
                  </a:moveTo>
                  <a:cubicBezTo>
                    <a:pt x="1646" y="0"/>
                    <a:pt x="1169" y="72"/>
                    <a:pt x="1169" y="72"/>
                  </a:cubicBezTo>
                  <a:cubicBezTo>
                    <a:pt x="1169" y="72"/>
                    <a:pt x="955" y="72"/>
                    <a:pt x="764" y="48"/>
                  </a:cubicBezTo>
                  <a:cubicBezTo>
                    <a:pt x="571" y="176"/>
                    <a:pt x="379" y="266"/>
                    <a:pt x="152" y="266"/>
                  </a:cubicBezTo>
                  <a:cubicBezTo>
                    <a:pt x="126" y="266"/>
                    <a:pt x="99" y="265"/>
                    <a:pt x="72" y="263"/>
                  </a:cubicBezTo>
                  <a:lnTo>
                    <a:pt x="1" y="263"/>
                  </a:lnTo>
                  <a:lnTo>
                    <a:pt x="1" y="358"/>
                  </a:lnTo>
                  <a:lnTo>
                    <a:pt x="1" y="430"/>
                  </a:lnTo>
                  <a:cubicBezTo>
                    <a:pt x="1" y="525"/>
                    <a:pt x="1" y="668"/>
                    <a:pt x="96" y="740"/>
                  </a:cubicBezTo>
                  <a:cubicBezTo>
                    <a:pt x="96" y="763"/>
                    <a:pt x="96" y="763"/>
                    <a:pt x="120" y="763"/>
                  </a:cubicBezTo>
                  <a:cubicBezTo>
                    <a:pt x="126" y="767"/>
                    <a:pt x="137" y="768"/>
                    <a:pt x="150" y="768"/>
                  </a:cubicBezTo>
                  <a:cubicBezTo>
                    <a:pt x="236" y="768"/>
                    <a:pt x="443" y="709"/>
                    <a:pt x="525" y="668"/>
                  </a:cubicBezTo>
                  <a:cubicBezTo>
                    <a:pt x="597" y="668"/>
                    <a:pt x="692" y="644"/>
                    <a:pt x="788" y="620"/>
                  </a:cubicBezTo>
                  <a:cubicBezTo>
                    <a:pt x="1169" y="549"/>
                    <a:pt x="1408" y="406"/>
                    <a:pt x="1408" y="406"/>
                  </a:cubicBezTo>
                  <a:cubicBezTo>
                    <a:pt x="1956" y="119"/>
                    <a:pt x="1861" y="24"/>
                    <a:pt x="1861" y="24"/>
                  </a:cubicBezTo>
                  <a:cubicBezTo>
                    <a:pt x="1766" y="0"/>
                    <a:pt x="1718" y="0"/>
                    <a:pt x="1670" y="0"/>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5" name="Google Shape;3525;p55"/>
            <p:cNvSpPr/>
            <p:nvPr/>
          </p:nvSpPr>
          <p:spPr>
            <a:xfrm flipH="1">
              <a:off x="5162681" y="2789201"/>
              <a:ext cx="827645" cy="664172"/>
            </a:xfrm>
            <a:custGeom>
              <a:avLst/>
              <a:gdLst/>
              <a:ahLst/>
              <a:cxnLst/>
              <a:rect l="l" t="t" r="r" b="b"/>
              <a:pathLst>
                <a:path w="9660" h="7752" extrusionOk="0">
                  <a:moveTo>
                    <a:pt x="2362" y="0"/>
                  </a:moveTo>
                  <a:lnTo>
                    <a:pt x="525" y="453"/>
                  </a:lnTo>
                  <a:cubicBezTo>
                    <a:pt x="1" y="2004"/>
                    <a:pt x="525" y="2409"/>
                    <a:pt x="1479" y="2743"/>
                  </a:cubicBezTo>
                  <a:cubicBezTo>
                    <a:pt x="1557" y="2766"/>
                    <a:pt x="1733" y="2774"/>
                    <a:pt x="1973" y="2774"/>
                  </a:cubicBezTo>
                  <a:cubicBezTo>
                    <a:pt x="2535" y="2774"/>
                    <a:pt x="3449" y="2730"/>
                    <a:pt x="4278" y="2730"/>
                  </a:cubicBezTo>
                  <a:cubicBezTo>
                    <a:pt x="4948" y="2730"/>
                    <a:pt x="5564" y="2759"/>
                    <a:pt x="5892" y="2862"/>
                  </a:cubicBezTo>
                  <a:cubicBezTo>
                    <a:pt x="6822" y="3172"/>
                    <a:pt x="8801" y="7752"/>
                    <a:pt x="8801" y="7752"/>
                  </a:cubicBezTo>
                  <a:lnTo>
                    <a:pt x="9660" y="7251"/>
                  </a:lnTo>
                  <a:cubicBezTo>
                    <a:pt x="9660" y="7251"/>
                    <a:pt x="7728" y="1884"/>
                    <a:pt x="7418" y="1694"/>
                  </a:cubicBezTo>
                  <a:cubicBezTo>
                    <a:pt x="6965" y="1407"/>
                    <a:pt x="4413" y="1145"/>
                    <a:pt x="3673" y="954"/>
                  </a:cubicBezTo>
                  <a:cubicBezTo>
                    <a:pt x="2910" y="740"/>
                    <a:pt x="2362" y="0"/>
                    <a:pt x="2362" y="0"/>
                  </a:cubicBezTo>
                  <a:close/>
                </a:path>
              </a:pathLst>
            </a:cu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6" name="Google Shape;3526;p55"/>
            <p:cNvSpPr/>
            <p:nvPr/>
          </p:nvSpPr>
          <p:spPr>
            <a:xfrm flipH="1">
              <a:off x="5454841" y="2507151"/>
              <a:ext cx="466000" cy="367042"/>
            </a:xfrm>
            <a:custGeom>
              <a:avLst/>
              <a:gdLst/>
              <a:ahLst/>
              <a:cxnLst/>
              <a:rect l="l" t="t" r="r" b="b"/>
              <a:pathLst>
                <a:path w="5439" h="4284" extrusionOk="0">
                  <a:moveTo>
                    <a:pt x="859" y="1"/>
                  </a:moveTo>
                  <a:lnTo>
                    <a:pt x="0" y="192"/>
                  </a:lnTo>
                  <a:cubicBezTo>
                    <a:pt x="0" y="192"/>
                    <a:pt x="191" y="2362"/>
                    <a:pt x="430" y="2815"/>
                  </a:cubicBezTo>
                  <a:cubicBezTo>
                    <a:pt x="668" y="3268"/>
                    <a:pt x="3650" y="4270"/>
                    <a:pt x="3888" y="4270"/>
                  </a:cubicBezTo>
                  <a:cubicBezTo>
                    <a:pt x="3917" y="4275"/>
                    <a:pt x="3946" y="4277"/>
                    <a:pt x="3977" y="4277"/>
                  </a:cubicBezTo>
                  <a:cubicBezTo>
                    <a:pt x="4251" y="4277"/>
                    <a:pt x="4580" y="4103"/>
                    <a:pt x="4580" y="4103"/>
                  </a:cubicBezTo>
                  <a:cubicBezTo>
                    <a:pt x="4580" y="4103"/>
                    <a:pt x="5085" y="4284"/>
                    <a:pt x="5263" y="4284"/>
                  </a:cubicBezTo>
                  <a:cubicBezTo>
                    <a:pt x="5290" y="4284"/>
                    <a:pt x="5310" y="4279"/>
                    <a:pt x="5319" y="4270"/>
                  </a:cubicBezTo>
                  <a:cubicBezTo>
                    <a:pt x="5438" y="4222"/>
                    <a:pt x="4723" y="3745"/>
                    <a:pt x="4484" y="3674"/>
                  </a:cubicBezTo>
                  <a:cubicBezTo>
                    <a:pt x="4458" y="3669"/>
                    <a:pt x="4431" y="3667"/>
                    <a:pt x="4403" y="3667"/>
                  </a:cubicBezTo>
                  <a:cubicBezTo>
                    <a:pt x="4149" y="3667"/>
                    <a:pt x="3840" y="3841"/>
                    <a:pt x="3840" y="3841"/>
                  </a:cubicBezTo>
                  <a:cubicBezTo>
                    <a:pt x="3840" y="3841"/>
                    <a:pt x="1551" y="2887"/>
                    <a:pt x="1312" y="2458"/>
                  </a:cubicBezTo>
                  <a:cubicBezTo>
                    <a:pt x="1026" y="2052"/>
                    <a:pt x="859" y="1"/>
                    <a:pt x="859" y="1"/>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7" name="Google Shape;3527;p55"/>
            <p:cNvSpPr/>
            <p:nvPr/>
          </p:nvSpPr>
          <p:spPr>
            <a:xfrm flipH="1">
              <a:off x="5826767" y="2341707"/>
              <a:ext cx="71626" cy="77709"/>
            </a:xfrm>
            <a:custGeom>
              <a:avLst/>
              <a:gdLst/>
              <a:ahLst/>
              <a:cxnLst/>
              <a:rect l="l" t="t" r="r" b="b"/>
              <a:pathLst>
                <a:path w="836" h="907" extrusionOk="0">
                  <a:moveTo>
                    <a:pt x="287" y="0"/>
                  </a:moveTo>
                  <a:lnTo>
                    <a:pt x="1" y="763"/>
                  </a:lnTo>
                  <a:lnTo>
                    <a:pt x="716" y="906"/>
                  </a:lnTo>
                  <a:lnTo>
                    <a:pt x="836" y="72"/>
                  </a:lnTo>
                  <a:lnTo>
                    <a:pt x="287" y="0"/>
                  </a:lnTo>
                  <a:close/>
                </a:path>
              </a:pathLst>
            </a:custGeom>
            <a:solidFill>
              <a:srgbClr val="FFCCC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8" name="Google Shape;3528;p55"/>
            <p:cNvSpPr/>
            <p:nvPr/>
          </p:nvSpPr>
          <p:spPr>
            <a:xfrm flipH="1">
              <a:off x="5749143" y="2201025"/>
              <a:ext cx="157390" cy="175468"/>
            </a:xfrm>
            <a:custGeom>
              <a:avLst/>
              <a:gdLst/>
              <a:ahLst/>
              <a:cxnLst/>
              <a:rect l="l" t="t" r="r" b="b"/>
              <a:pathLst>
                <a:path w="1837" h="2048" extrusionOk="0">
                  <a:moveTo>
                    <a:pt x="748" y="1"/>
                  </a:moveTo>
                  <a:cubicBezTo>
                    <a:pt x="614" y="1"/>
                    <a:pt x="488" y="65"/>
                    <a:pt x="406" y="163"/>
                  </a:cubicBezTo>
                  <a:lnTo>
                    <a:pt x="144" y="497"/>
                  </a:lnTo>
                  <a:cubicBezTo>
                    <a:pt x="48" y="616"/>
                    <a:pt x="0" y="760"/>
                    <a:pt x="48" y="903"/>
                  </a:cubicBezTo>
                  <a:lnTo>
                    <a:pt x="96" y="1117"/>
                  </a:lnTo>
                  <a:cubicBezTo>
                    <a:pt x="96" y="1141"/>
                    <a:pt x="96" y="1165"/>
                    <a:pt x="120" y="1213"/>
                  </a:cubicBezTo>
                  <a:cubicBezTo>
                    <a:pt x="144" y="1380"/>
                    <a:pt x="215" y="1594"/>
                    <a:pt x="334" y="1737"/>
                  </a:cubicBezTo>
                  <a:cubicBezTo>
                    <a:pt x="454" y="1928"/>
                    <a:pt x="621" y="2047"/>
                    <a:pt x="835" y="2047"/>
                  </a:cubicBezTo>
                  <a:cubicBezTo>
                    <a:pt x="1026" y="2047"/>
                    <a:pt x="1193" y="1976"/>
                    <a:pt x="1336" y="1833"/>
                  </a:cubicBezTo>
                  <a:cubicBezTo>
                    <a:pt x="1503" y="1714"/>
                    <a:pt x="1575" y="1523"/>
                    <a:pt x="1646" y="1356"/>
                  </a:cubicBezTo>
                  <a:cubicBezTo>
                    <a:pt x="1741" y="1093"/>
                    <a:pt x="1837" y="736"/>
                    <a:pt x="1694" y="497"/>
                  </a:cubicBezTo>
                  <a:cubicBezTo>
                    <a:pt x="1598" y="378"/>
                    <a:pt x="1217" y="163"/>
                    <a:pt x="931" y="44"/>
                  </a:cubicBezTo>
                  <a:cubicBezTo>
                    <a:pt x="871" y="14"/>
                    <a:pt x="808" y="1"/>
                    <a:pt x="748" y="1"/>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9" name="Google Shape;3529;p55"/>
            <p:cNvSpPr/>
            <p:nvPr/>
          </p:nvSpPr>
          <p:spPr>
            <a:xfrm flipH="1">
              <a:off x="5706219" y="2134710"/>
              <a:ext cx="255490" cy="192774"/>
            </a:xfrm>
            <a:custGeom>
              <a:avLst/>
              <a:gdLst/>
              <a:ahLst/>
              <a:cxnLst/>
              <a:rect l="l" t="t" r="r" b="b"/>
              <a:pathLst>
                <a:path w="2982" h="2250" extrusionOk="0">
                  <a:moveTo>
                    <a:pt x="1429" y="0"/>
                  </a:moveTo>
                  <a:cubicBezTo>
                    <a:pt x="1199" y="0"/>
                    <a:pt x="970" y="99"/>
                    <a:pt x="764" y="365"/>
                  </a:cubicBezTo>
                  <a:cubicBezTo>
                    <a:pt x="0" y="627"/>
                    <a:pt x="358" y="1653"/>
                    <a:pt x="549" y="1891"/>
                  </a:cubicBezTo>
                  <a:cubicBezTo>
                    <a:pt x="668" y="2034"/>
                    <a:pt x="668" y="2154"/>
                    <a:pt x="835" y="2249"/>
                  </a:cubicBezTo>
                  <a:cubicBezTo>
                    <a:pt x="788" y="2058"/>
                    <a:pt x="978" y="1844"/>
                    <a:pt x="1098" y="1701"/>
                  </a:cubicBezTo>
                  <a:cubicBezTo>
                    <a:pt x="1026" y="1653"/>
                    <a:pt x="978" y="1581"/>
                    <a:pt x="954" y="1486"/>
                  </a:cubicBezTo>
                  <a:cubicBezTo>
                    <a:pt x="883" y="1414"/>
                    <a:pt x="883" y="1319"/>
                    <a:pt x="907" y="1224"/>
                  </a:cubicBezTo>
                  <a:cubicBezTo>
                    <a:pt x="948" y="1162"/>
                    <a:pt x="1007" y="1100"/>
                    <a:pt x="1084" y="1100"/>
                  </a:cubicBezTo>
                  <a:cubicBezTo>
                    <a:pt x="1096" y="1100"/>
                    <a:pt x="1109" y="1101"/>
                    <a:pt x="1121" y="1104"/>
                  </a:cubicBezTo>
                  <a:cubicBezTo>
                    <a:pt x="1217" y="1104"/>
                    <a:pt x="1241" y="1462"/>
                    <a:pt x="1265" y="1462"/>
                  </a:cubicBezTo>
                  <a:cubicBezTo>
                    <a:pt x="1267" y="1463"/>
                    <a:pt x="1270" y="1463"/>
                    <a:pt x="1273" y="1463"/>
                  </a:cubicBezTo>
                  <a:cubicBezTo>
                    <a:pt x="1341" y="1463"/>
                    <a:pt x="1426" y="1222"/>
                    <a:pt x="1473" y="1222"/>
                  </a:cubicBezTo>
                  <a:cubicBezTo>
                    <a:pt x="1475" y="1222"/>
                    <a:pt x="1477" y="1223"/>
                    <a:pt x="1479" y="1224"/>
                  </a:cubicBezTo>
                  <a:cubicBezTo>
                    <a:pt x="1575" y="1271"/>
                    <a:pt x="1670" y="1319"/>
                    <a:pt x="1742" y="1367"/>
                  </a:cubicBezTo>
                  <a:cubicBezTo>
                    <a:pt x="1881" y="1436"/>
                    <a:pt x="2008" y="1481"/>
                    <a:pt x="2150" y="1481"/>
                  </a:cubicBezTo>
                  <a:cubicBezTo>
                    <a:pt x="2202" y="1481"/>
                    <a:pt x="2256" y="1475"/>
                    <a:pt x="2314" y="1462"/>
                  </a:cubicBezTo>
                  <a:cubicBezTo>
                    <a:pt x="2767" y="1414"/>
                    <a:pt x="2982" y="1057"/>
                    <a:pt x="2982" y="842"/>
                  </a:cubicBezTo>
                  <a:lnTo>
                    <a:pt x="2982" y="842"/>
                  </a:lnTo>
                  <a:cubicBezTo>
                    <a:pt x="2976" y="845"/>
                    <a:pt x="2970" y="846"/>
                    <a:pt x="2963" y="846"/>
                  </a:cubicBezTo>
                  <a:cubicBezTo>
                    <a:pt x="2785" y="846"/>
                    <a:pt x="2101" y="0"/>
                    <a:pt x="1429" y="0"/>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0" name="Google Shape;3530;p55"/>
            <p:cNvSpPr/>
            <p:nvPr/>
          </p:nvSpPr>
          <p:spPr>
            <a:xfrm flipH="1">
              <a:off x="5187184" y="2762641"/>
              <a:ext cx="795002" cy="709153"/>
            </a:xfrm>
            <a:custGeom>
              <a:avLst/>
              <a:gdLst/>
              <a:ahLst/>
              <a:cxnLst/>
              <a:rect l="l" t="t" r="r" b="b"/>
              <a:pathLst>
                <a:path w="9279" h="8277" extrusionOk="0">
                  <a:moveTo>
                    <a:pt x="2338" y="0"/>
                  </a:moveTo>
                  <a:lnTo>
                    <a:pt x="526" y="501"/>
                  </a:lnTo>
                  <a:cubicBezTo>
                    <a:pt x="1" y="2051"/>
                    <a:pt x="168" y="2958"/>
                    <a:pt x="1122" y="3292"/>
                  </a:cubicBezTo>
                  <a:cubicBezTo>
                    <a:pt x="1504" y="3411"/>
                    <a:pt x="5892" y="3435"/>
                    <a:pt x="5892" y="3435"/>
                  </a:cubicBezTo>
                  <a:lnTo>
                    <a:pt x="8420" y="8276"/>
                  </a:lnTo>
                  <a:lnTo>
                    <a:pt x="9279" y="7752"/>
                  </a:lnTo>
                  <a:cubicBezTo>
                    <a:pt x="9279" y="7752"/>
                    <a:pt x="7180" y="2361"/>
                    <a:pt x="6941" y="2147"/>
                  </a:cubicBezTo>
                  <a:cubicBezTo>
                    <a:pt x="6703" y="1956"/>
                    <a:pt x="4127" y="1598"/>
                    <a:pt x="3388" y="1407"/>
                  </a:cubicBezTo>
                  <a:cubicBezTo>
                    <a:pt x="2648" y="1193"/>
                    <a:pt x="2338" y="0"/>
                    <a:pt x="2338" y="0"/>
                  </a:cubicBezTo>
                  <a:close/>
                </a:path>
              </a:pathLst>
            </a:cu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1" name="Google Shape;3531;p55"/>
            <p:cNvSpPr/>
            <p:nvPr/>
          </p:nvSpPr>
          <p:spPr>
            <a:xfrm flipH="1">
              <a:off x="5673490" y="2389001"/>
              <a:ext cx="314779" cy="544138"/>
            </a:xfrm>
            <a:custGeom>
              <a:avLst/>
              <a:gdLst/>
              <a:ahLst/>
              <a:cxnLst/>
              <a:rect l="l" t="t" r="r" b="b"/>
              <a:pathLst>
                <a:path w="3674" h="6351" extrusionOk="0">
                  <a:moveTo>
                    <a:pt x="1244" y="0"/>
                  </a:moveTo>
                  <a:cubicBezTo>
                    <a:pt x="727" y="0"/>
                    <a:pt x="263" y="583"/>
                    <a:pt x="143" y="1952"/>
                  </a:cubicBezTo>
                  <a:cubicBezTo>
                    <a:pt x="0" y="3813"/>
                    <a:pt x="120" y="6245"/>
                    <a:pt x="120" y="6245"/>
                  </a:cubicBezTo>
                  <a:cubicBezTo>
                    <a:pt x="406" y="6318"/>
                    <a:pt x="696" y="6350"/>
                    <a:pt x="984" y="6350"/>
                  </a:cubicBezTo>
                  <a:cubicBezTo>
                    <a:pt x="1921" y="6350"/>
                    <a:pt x="2853" y="6014"/>
                    <a:pt x="3673" y="5649"/>
                  </a:cubicBezTo>
                  <a:cubicBezTo>
                    <a:pt x="3673" y="5649"/>
                    <a:pt x="2695" y="4409"/>
                    <a:pt x="2481" y="3216"/>
                  </a:cubicBezTo>
                  <a:cubicBezTo>
                    <a:pt x="2242" y="2191"/>
                    <a:pt x="2409" y="736"/>
                    <a:pt x="1861" y="259"/>
                  </a:cubicBezTo>
                  <a:cubicBezTo>
                    <a:pt x="1659" y="91"/>
                    <a:pt x="1447" y="0"/>
                    <a:pt x="1244" y="0"/>
                  </a:cubicBezTo>
                  <a:close/>
                </a:path>
              </a:pathLst>
            </a:custGeom>
            <a:solidFill>
              <a:srgbClr val="D0D1D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2" name="Google Shape;3532;p55"/>
            <p:cNvSpPr/>
            <p:nvPr/>
          </p:nvSpPr>
          <p:spPr>
            <a:xfrm flipH="1">
              <a:off x="5493653" y="2535595"/>
              <a:ext cx="416992" cy="352734"/>
            </a:xfrm>
            <a:custGeom>
              <a:avLst/>
              <a:gdLst/>
              <a:ahLst/>
              <a:cxnLst/>
              <a:rect l="l" t="t" r="r" b="b"/>
              <a:pathLst>
                <a:path w="4867" h="4117" extrusionOk="0">
                  <a:moveTo>
                    <a:pt x="423" y="1"/>
                  </a:moveTo>
                  <a:cubicBezTo>
                    <a:pt x="409" y="1"/>
                    <a:pt x="396" y="1"/>
                    <a:pt x="382" y="3"/>
                  </a:cubicBezTo>
                  <a:cubicBezTo>
                    <a:pt x="144" y="51"/>
                    <a:pt x="1" y="241"/>
                    <a:pt x="25" y="480"/>
                  </a:cubicBezTo>
                  <a:cubicBezTo>
                    <a:pt x="72" y="1148"/>
                    <a:pt x="263" y="2388"/>
                    <a:pt x="430" y="2722"/>
                  </a:cubicBezTo>
                  <a:cubicBezTo>
                    <a:pt x="669" y="3175"/>
                    <a:pt x="3054" y="4057"/>
                    <a:pt x="3340" y="4105"/>
                  </a:cubicBezTo>
                  <a:cubicBezTo>
                    <a:pt x="3483" y="4105"/>
                    <a:pt x="3721" y="4034"/>
                    <a:pt x="3864" y="3986"/>
                  </a:cubicBezTo>
                  <a:cubicBezTo>
                    <a:pt x="3912" y="3962"/>
                    <a:pt x="3966" y="3950"/>
                    <a:pt x="4019" y="3950"/>
                  </a:cubicBezTo>
                  <a:cubicBezTo>
                    <a:pt x="4073" y="3950"/>
                    <a:pt x="4127" y="3962"/>
                    <a:pt x="4175" y="3986"/>
                  </a:cubicBezTo>
                  <a:cubicBezTo>
                    <a:pt x="4335" y="4026"/>
                    <a:pt x="4595" y="4116"/>
                    <a:pt x="4717" y="4116"/>
                  </a:cubicBezTo>
                  <a:cubicBezTo>
                    <a:pt x="4741" y="4116"/>
                    <a:pt x="4759" y="4113"/>
                    <a:pt x="4771" y="4105"/>
                  </a:cubicBezTo>
                  <a:cubicBezTo>
                    <a:pt x="4866" y="4034"/>
                    <a:pt x="4175" y="3557"/>
                    <a:pt x="3936" y="3509"/>
                  </a:cubicBezTo>
                  <a:cubicBezTo>
                    <a:pt x="3897" y="3498"/>
                    <a:pt x="3857" y="3493"/>
                    <a:pt x="3816" y="3493"/>
                  </a:cubicBezTo>
                  <a:cubicBezTo>
                    <a:pt x="3682" y="3493"/>
                    <a:pt x="3539" y="3544"/>
                    <a:pt x="3411" y="3580"/>
                  </a:cubicBezTo>
                  <a:cubicBezTo>
                    <a:pt x="3358" y="3602"/>
                    <a:pt x="3304" y="3614"/>
                    <a:pt x="3250" y="3614"/>
                  </a:cubicBezTo>
                  <a:cubicBezTo>
                    <a:pt x="3185" y="3614"/>
                    <a:pt x="3119" y="3596"/>
                    <a:pt x="3054" y="3557"/>
                  </a:cubicBezTo>
                  <a:cubicBezTo>
                    <a:pt x="2624" y="3318"/>
                    <a:pt x="1503" y="2722"/>
                    <a:pt x="1312" y="2388"/>
                  </a:cubicBezTo>
                  <a:cubicBezTo>
                    <a:pt x="1122" y="2102"/>
                    <a:pt x="979" y="1052"/>
                    <a:pt x="907" y="432"/>
                  </a:cubicBezTo>
                  <a:cubicBezTo>
                    <a:pt x="862" y="185"/>
                    <a:pt x="647" y="1"/>
                    <a:pt x="423" y="1"/>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3" name="Google Shape;3533;p55"/>
            <p:cNvSpPr/>
            <p:nvPr/>
          </p:nvSpPr>
          <p:spPr>
            <a:xfrm flipH="1">
              <a:off x="5806290" y="2417789"/>
              <a:ext cx="161588" cy="187634"/>
            </a:xfrm>
            <a:custGeom>
              <a:avLst/>
              <a:gdLst/>
              <a:ahLst/>
              <a:cxnLst/>
              <a:rect l="l" t="t" r="r" b="b"/>
              <a:pathLst>
                <a:path w="1886" h="2190" extrusionOk="0">
                  <a:moveTo>
                    <a:pt x="1033" y="1"/>
                  </a:moveTo>
                  <a:cubicBezTo>
                    <a:pt x="993" y="1"/>
                    <a:pt x="951" y="6"/>
                    <a:pt x="907" y="18"/>
                  </a:cubicBezTo>
                  <a:cubicBezTo>
                    <a:pt x="1" y="257"/>
                    <a:pt x="430" y="2093"/>
                    <a:pt x="430" y="2093"/>
                  </a:cubicBezTo>
                  <a:cubicBezTo>
                    <a:pt x="596" y="2162"/>
                    <a:pt x="777" y="2190"/>
                    <a:pt x="971" y="2190"/>
                  </a:cubicBezTo>
                  <a:cubicBezTo>
                    <a:pt x="1253" y="2190"/>
                    <a:pt x="1561" y="2130"/>
                    <a:pt x="1885" y="2046"/>
                  </a:cubicBezTo>
                  <a:cubicBezTo>
                    <a:pt x="1750" y="1618"/>
                    <a:pt x="1700" y="1"/>
                    <a:pt x="1033" y="1"/>
                  </a:cubicBezTo>
                  <a:close/>
                </a:path>
              </a:pathLst>
            </a:custGeom>
            <a:solidFill>
              <a:srgbClr val="D0D1D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4" name="Google Shape;3534;p55"/>
            <p:cNvSpPr/>
            <p:nvPr/>
          </p:nvSpPr>
          <p:spPr>
            <a:xfrm flipH="1">
              <a:off x="5317928" y="2590943"/>
              <a:ext cx="376124" cy="310752"/>
            </a:xfrm>
            <a:custGeom>
              <a:avLst/>
              <a:gdLst/>
              <a:ahLst/>
              <a:cxnLst/>
              <a:rect l="l" t="t" r="r" b="b"/>
              <a:pathLst>
                <a:path w="4390" h="3627" extrusionOk="0">
                  <a:moveTo>
                    <a:pt x="4199" y="1"/>
                  </a:moveTo>
                  <a:cubicBezTo>
                    <a:pt x="4079" y="1"/>
                    <a:pt x="3984" y="48"/>
                    <a:pt x="3960" y="168"/>
                  </a:cubicBezTo>
                  <a:lnTo>
                    <a:pt x="3483" y="3221"/>
                  </a:lnTo>
                  <a:lnTo>
                    <a:pt x="215" y="3221"/>
                  </a:lnTo>
                  <a:cubicBezTo>
                    <a:pt x="96" y="3221"/>
                    <a:pt x="1" y="3292"/>
                    <a:pt x="1" y="3411"/>
                  </a:cubicBezTo>
                  <a:cubicBezTo>
                    <a:pt x="1" y="3531"/>
                    <a:pt x="96" y="3626"/>
                    <a:pt x="215" y="3626"/>
                  </a:cubicBezTo>
                  <a:lnTo>
                    <a:pt x="3674" y="3626"/>
                  </a:lnTo>
                  <a:cubicBezTo>
                    <a:pt x="3793" y="3626"/>
                    <a:pt x="3841" y="3531"/>
                    <a:pt x="3912" y="3459"/>
                  </a:cubicBezTo>
                  <a:lnTo>
                    <a:pt x="4389" y="239"/>
                  </a:lnTo>
                  <a:cubicBezTo>
                    <a:pt x="4389" y="120"/>
                    <a:pt x="4318" y="25"/>
                    <a:pt x="4199" y="1"/>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3536" name="Google Shape;3536;p55"/>
          <p:cNvSpPr txBox="1">
            <a:spLocks noGrp="1"/>
          </p:cNvSpPr>
          <p:nvPr>
            <p:ph type="title"/>
          </p:nvPr>
        </p:nvSpPr>
        <p:spPr>
          <a:xfrm>
            <a:off x="191348" y="1594804"/>
            <a:ext cx="7450606" cy="1776000"/>
          </a:xfrm>
          <a:prstGeom prst="rect">
            <a:avLst/>
          </a:prstGeom>
        </p:spPr>
        <p:txBody>
          <a:bodyPr spcFirstLastPara="1" wrap="square" lIns="121900" tIns="121900" rIns="121900" bIns="121900" anchor="ctr" anchorCtr="0">
            <a:noAutofit/>
          </a:bodyPr>
          <a:lstStyle/>
          <a:p>
            <a:r>
              <a:rPr lang="ro-RO" sz="4800" dirty="0"/>
              <a:t>Analiza și p</a:t>
            </a:r>
            <a:r>
              <a:rPr lang="en" sz="4800" dirty="0"/>
              <a:t>roiectarea sistemelor informatice</a:t>
            </a:r>
            <a:endParaRPr sz="4800" dirty="0"/>
          </a:p>
        </p:txBody>
      </p:sp>
      <p:sp>
        <p:nvSpPr>
          <p:cNvPr id="3535" name="Google Shape;3535;p55"/>
          <p:cNvSpPr txBox="1">
            <a:spLocks noGrp="1"/>
          </p:cNvSpPr>
          <p:nvPr>
            <p:ph type="subTitle" idx="1"/>
          </p:nvPr>
        </p:nvSpPr>
        <p:spPr>
          <a:xfrm>
            <a:off x="229559" y="3489682"/>
            <a:ext cx="5088000" cy="1056800"/>
          </a:xfrm>
          <a:prstGeom prst="rect">
            <a:avLst/>
          </a:prstGeom>
        </p:spPr>
        <p:txBody>
          <a:bodyPr spcFirstLastPara="1" wrap="square" lIns="121900" tIns="121900" rIns="121900" bIns="121900" anchor="t" anchorCtr="0">
            <a:noAutofit/>
          </a:bodyPr>
          <a:lstStyle/>
          <a:p>
            <a:pPr marL="0" indent="0"/>
            <a:r>
              <a:rPr lang="en" sz="3600">
                <a:solidFill>
                  <a:schemeClr val="bg1"/>
                </a:solidFill>
              </a:rPr>
              <a:t>Seminar 2</a:t>
            </a:r>
            <a:endParaRPr sz="36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6" name="Google Shape;1016;p43"/>
          <p:cNvSpPr txBox="1">
            <a:spLocks noGrp="1"/>
          </p:cNvSpPr>
          <p:nvPr>
            <p:ph type="subTitle" idx="2"/>
          </p:nvPr>
        </p:nvSpPr>
        <p:spPr>
          <a:xfrm>
            <a:off x="4531325" y="2234467"/>
            <a:ext cx="2941530" cy="410800"/>
          </a:xfrm>
          <a:prstGeom prst="rect">
            <a:avLst/>
          </a:prstGeom>
        </p:spPr>
        <p:txBody>
          <a:bodyPr spcFirstLastPara="1" wrap="square" lIns="121900" tIns="121900" rIns="121900" bIns="121900" anchor="t" anchorCtr="0">
            <a:noAutofit/>
          </a:bodyPr>
          <a:lstStyle/>
          <a:p>
            <a:pPr marL="0" indent="0"/>
            <a:r>
              <a:rPr lang="ro-RO" dirty="0"/>
              <a:t>Analiza cerințelor textuale</a:t>
            </a:r>
            <a:endParaRPr dirty="0"/>
          </a:p>
        </p:txBody>
      </p:sp>
      <p:sp>
        <p:nvSpPr>
          <p:cNvPr id="1017" name="Google Shape;1017;p43"/>
          <p:cNvSpPr txBox="1">
            <a:spLocks noGrp="1"/>
          </p:cNvSpPr>
          <p:nvPr>
            <p:ph type="subTitle" idx="3"/>
          </p:nvPr>
        </p:nvSpPr>
        <p:spPr>
          <a:xfrm>
            <a:off x="2667739" y="4564577"/>
            <a:ext cx="3085028" cy="1350676"/>
          </a:xfrm>
          <a:prstGeom prst="rect">
            <a:avLst/>
          </a:prstGeom>
        </p:spPr>
        <p:txBody>
          <a:bodyPr spcFirstLastPara="1" wrap="square" lIns="121900" tIns="121900" rIns="121900" bIns="121900" anchor="t" anchorCtr="0">
            <a:noAutofit/>
          </a:bodyPr>
          <a:lstStyle/>
          <a:p>
            <a:pPr marL="0" indent="0"/>
            <a:r>
              <a:rPr lang="ro-RO" dirty="0"/>
              <a:t>Structurarea cerințelor - tabele de decizie</a:t>
            </a:r>
            <a:endParaRPr dirty="0"/>
          </a:p>
        </p:txBody>
      </p:sp>
      <p:sp>
        <p:nvSpPr>
          <p:cNvPr id="1018" name="Google Shape;1018;p43"/>
          <p:cNvSpPr txBox="1">
            <a:spLocks noGrp="1"/>
          </p:cNvSpPr>
          <p:nvPr>
            <p:ph type="subTitle" idx="4"/>
          </p:nvPr>
        </p:nvSpPr>
        <p:spPr>
          <a:xfrm>
            <a:off x="1066559" y="2249325"/>
            <a:ext cx="2639200" cy="1106000"/>
          </a:xfrm>
          <a:prstGeom prst="rect">
            <a:avLst/>
          </a:prstGeom>
        </p:spPr>
        <p:txBody>
          <a:bodyPr spcFirstLastPara="1" wrap="square" lIns="121900" tIns="121900" rIns="121900" bIns="121900" anchor="t" anchorCtr="0">
            <a:noAutofit/>
          </a:bodyPr>
          <a:lstStyle/>
          <a:p>
            <a:pPr marL="0" indent="0"/>
            <a:r>
              <a:rPr lang="en" dirty="0"/>
              <a:t>Identificarea cerin</a:t>
            </a:r>
            <a:r>
              <a:rPr lang="ro-RO" dirty="0" err="1"/>
              <a:t>țelor</a:t>
            </a:r>
            <a:endParaRPr dirty="0"/>
          </a:p>
        </p:txBody>
      </p:sp>
      <p:sp>
        <p:nvSpPr>
          <p:cNvPr id="1011" name="Google Shape;1011;p43"/>
          <p:cNvSpPr txBox="1">
            <a:spLocks noGrp="1"/>
          </p:cNvSpPr>
          <p:nvPr>
            <p:ph type="title"/>
          </p:nvPr>
        </p:nvSpPr>
        <p:spPr>
          <a:prstGeom prst="rect">
            <a:avLst/>
          </a:prstGeom>
        </p:spPr>
        <p:txBody>
          <a:bodyPr spcFirstLastPara="1" wrap="square" lIns="121900" tIns="121900" rIns="121900" bIns="121900" anchor="t" anchorCtr="0">
            <a:noAutofit/>
          </a:bodyPr>
          <a:lstStyle/>
          <a:p>
            <a:r>
              <a:rPr lang="en" dirty="0"/>
              <a:t>Cuprins</a:t>
            </a:r>
            <a:endParaRPr dirty="0"/>
          </a:p>
        </p:txBody>
      </p:sp>
      <p:sp>
        <p:nvSpPr>
          <p:cNvPr id="1020" name="Google Shape;1020;p43"/>
          <p:cNvSpPr txBox="1">
            <a:spLocks noGrp="1"/>
          </p:cNvSpPr>
          <p:nvPr>
            <p:ph type="title" idx="9"/>
          </p:nvPr>
        </p:nvSpPr>
        <p:spPr>
          <a:prstGeom prst="rect">
            <a:avLst/>
          </a:prstGeom>
        </p:spPr>
        <p:txBody>
          <a:bodyPr spcFirstLastPara="1" wrap="square" lIns="121900" tIns="121900" rIns="121900" bIns="121900" anchor="ctr" anchorCtr="0">
            <a:noAutofit/>
          </a:bodyPr>
          <a:lstStyle/>
          <a:p>
            <a:r>
              <a:rPr lang="en"/>
              <a:t>01</a:t>
            </a:r>
            <a:endParaRPr/>
          </a:p>
        </p:txBody>
      </p:sp>
      <p:sp>
        <p:nvSpPr>
          <p:cNvPr id="1021" name="Google Shape;1021;p43"/>
          <p:cNvSpPr txBox="1">
            <a:spLocks noGrp="1"/>
          </p:cNvSpPr>
          <p:nvPr>
            <p:ph type="title" idx="13"/>
          </p:nvPr>
        </p:nvSpPr>
        <p:spPr>
          <a:xfrm>
            <a:off x="2830307" y="3792577"/>
            <a:ext cx="1216000" cy="772000"/>
          </a:xfrm>
          <a:prstGeom prst="rect">
            <a:avLst/>
          </a:prstGeom>
        </p:spPr>
        <p:txBody>
          <a:bodyPr spcFirstLastPara="1" wrap="square" lIns="121900" tIns="121900" rIns="121900" bIns="121900" anchor="ctr" anchorCtr="0">
            <a:noAutofit/>
          </a:bodyPr>
          <a:lstStyle/>
          <a:p>
            <a:r>
              <a:rPr lang="en" dirty="0"/>
              <a:t>03</a:t>
            </a:r>
            <a:endParaRPr dirty="0"/>
          </a:p>
        </p:txBody>
      </p:sp>
      <p:sp>
        <p:nvSpPr>
          <p:cNvPr id="1023" name="Google Shape;1023;p43"/>
          <p:cNvSpPr txBox="1">
            <a:spLocks noGrp="1"/>
          </p:cNvSpPr>
          <p:nvPr>
            <p:ph type="title" idx="15"/>
          </p:nvPr>
        </p:nvSpPr>
        <p:spPr>
          <a:prstGeom prst="rect">
            <a:avLst/>
          </a:prstGeom>
        </p:spPr>
        <p:txBody>
          <a:bodyPr spcFirstLastPara="1" wrap="square" lIns="121900" tIns="121900" rIns="121900" bIns="121900" anchor="ctr" anchorCtr="0">
            <a:noAutofit/>
          </a:bodyPr>
          <a:lstStyle/>
          <a:p>
            <a:r>
              <a:rPr lang="en" dirty="0"/>
              <a:t>02</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35" name="Google Shape;3635;p60"/>
          <p:cNvSpPr txBox="1">
            <a:spLocks noGrp="1"/>
          </p:cNvSpPr>
          <p:nvPr>
            <p:ph type="title"/>
          </p:nvPr>
        </p:nvSpPr>
        <p:spPr>
          <a:xfrm>
            <a:off x="355015" y="2779455"/>
            <a:ext cx="2983428" cy="1681200"/>
          </a:xfrm>
          <a:prstGeom prst="rect">
            <a:avLst/>
          </a:prstGeom>
        </p:spPr>
        <p:txBody>
          <a:bodyPr spcFirstLastPara="1" wrap="square" lIns="121900" tIns="121900" rIns="121900" bIns="121900" anchor="b" anchorCtr="0">
            <a:noAutofit/>
          </a:bodyPr>
          <a:lstStyle/>
          <a:p>
            <a:r>
              <a:rPr lang="ro-RO" dirty="0"/>
              <a:t>Identificarea cerințelor</a:t>
            </a:r>
            <a:endParaRPr dirty="0"/>
          </a:p>
        </p:txBody>
      </p:sp>
      <p:sp>
        <p:nvSpPr>
          <p:cNvPr id="3636" name="Google Shape;3636;p60"/>
          <p:cNvSpPr/>
          <p:nvPr/>
        </p:nvSpPr>
        <p:spPr>
          <a:xfrm>
            <a:off x="3951843" y="3255055"/>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37" name="Google Shape;3637;p60"/>
          <p:cNvSpPr/>
          <p:nvPr/>
        </p:nvSpPr>
        <p:spPr>
          <a:xfrm>
            <a:off x="3329090" y="2127616"/>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38" name="Google Shape;3638;p60"/>
          <p:cNvSpPr/>
          <p:nvPr/>
        </p:nvSpPr>
        <p:spPr>
          <a:xfrm>
            <a:off x="2909110" y="1036000"/>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39" name="Google Shape;3639;p60"/>
          <p:cNvSpPr/>
          <p:nvPr/>
        </p:nvSpPr>
        <p:spPr>
          <a:xfrm>
            <a:off x="5108261" y="5437771"/>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40" name="Google Shape;3640;p60"/>
          <p:cNvSpPr txBox="1">
            <a:spLocks noGrp="1"/>
          </p:cNvSpPr>
          <p:nvPr>
            <p:ph type="subTitle" idx="1"/>
          </p:nvPr>
        </p:nvSpPr>
        <p:spPr>
          <a:xfrm>
            <a:off x="3969079" y="1014800"/>
            <a:ext cx="6906901" cy="751200"/>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1900" dirty="0">
                <a:effectLst/>
                <a:latin typeface="Calibri" panose="020F0502020204030204" pitchFamily="34" charset="0"/>
                <a:ea typeface="Calibri" panose="020F0502020204030204" pitchFamily="34" charset="0"/>
                <a:cs typeface="Times New Roman" panose="02020603050405020304" pitchFamily="18" charset="0"/>
              </a:rPr>
              <a:t>Reprezintă procesul prin care </a:t>
            </a:r>
            <a:r>
              <a:rPr lang="ro-RO" sz="1900" b="1" dirty="0">
                <a:effectLst/>
                <a:latin typeface="Calibri" panose="020F0502020204030204" pitchFamily="34" charset="0"/>
                <a:ea typeface="Calibri" panose="020F0502020204030204" pitchFamily="34" charset="0"/>
                <a:cs typeface="Times New Roman" panose="02020603050405020304" pitchFamily="18" charset="0"/>
              </a:rPr>
              <a:t>culegem</a:t>
            </a:r>
            <a:r>
              <a:rPr lang="ro-RO" sz="1900" dirty="0">
                <a:effectLst/>
                <a:latin typeface="Calibri" panose="020F0502020204030204" pitchFamily="34" charset="0"/>
                <a:ea typeface="Calibri" panose="020F0502020204030204" pitchFamily="34" charset="0"/>
                <a:cs typeface="Times New Roman" panose="02020603050405020304" pitchFamily="18" charset="0"/>
              </a:rPr>
              <a:t> și </a:t>
            </a:r>
            <a:r>
              <a:rPr lang="ro-RO" sz="1900" b="1" dirty="0">
                <a:effectLst/>
                <a:latin typeface="Calibri" panose="020F0502020204030204" pitchFamily="34" charset="0"/>
                <a:ea typeface="Calibri" panose="020F0502020204030204" pitchFamily="34" charset="0"/>
                <a:cs typeface="Times New Roman" panose="02020603050405020304" pitchFamily="18" charset="0"/>
              </a:rPr>
              <a:t>documentăm</a:t>
            </a:r>
            <a:r>
              <a:rPr lang="ro-RO" sz="1900" dirty="0">
                <a:effectLst/>
                <a:latin typeface="Calibri" panose="020F0502020204030204" pitchFamily="34" charset="0"/>
                <a:ea typeface="Calibri" panose="020F0502020204030204" pitchFamily="34" charset="0"/>
                <a:cs typeface="Times New Roman" panose="02020603050405020304" pitchFamily="18" charset="0"/>
              </a:rPr>
              <a:t> cerințele sistemului.</a:t>
            </a:r>
          </a:p>
        </p:txBody>
      </p:sp>
      <p:sp>
        <p:nvSpPr>
          <p:cNvPr id="3641" name="Google Shape;3641;p60"/>
          <p:cNvSpPr txBox="1">
            <a:spLocks noGrp="1"/>
          </p:cNvSpPr>
          <p:nvPr>
            <p:ph type="subTitle" idx="2"/>
          </p:nvPr>
        </p:nvSpPr>
        <p:spPr>
          <a:xfrm>
            <a:off x="4543154" y="2097067"/>
            <a:ext cx="6423168" cy="751200"/>
          </a:xfrm>
          <a:prstGeom prst="rect">
            <a:avLst/>
          </a:prstGeom>
        </p:spPr>
        <p:txBody>
          <a:bodyPr spcFirstLastPara="1" wrap="square" lIns="121900" tIns="121900" rIns="121900" bIns="121900" anchor="t" anchorCtr="0">
            <a:noAutofit/>
          </a:bodyPr>
          <a:lstStyle/>
          <a:p>
            <a:pPr marL="0" indent="0"/>
            <a:r>
              <a:rPr lang="it-IT" sz="1900" dirty="0">
                <a:effectLst/>
                <a:latin typeface="Calibri" panose="020F0502020204030204" pitchFamily="34" charset="0"/>
                <a:ea typeface="Calibri" panose="020F0502020204030204" pitchFamily="34" charset="0"/>
                <a:cs typeface="Times New Roman" panose="02020603050405020304" pitchFamily="18" charset="0"/>
              </a:rPr>
              <a:t>Cu cât descoperim </a:t>
            </a:r>
            <a:r>
              <a:rPr lang="it-IT" sz="1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mai multe cerințe</a:t>
            </a:r>
            <a:r>
              <a:rPr lang="it-IT" sz="1900" dirty="0">
                <a:effectLst/>
                <a:latin typeface="Calibri" panose="020F0502020204030204" pitchFamily="34" charset="0"/>
                <a:ea typeface="Calibri" panose="020F0502020204030204" pitchFamily="34" charset="0"/>
                <a:cs typeface="Times New Roman" panose="02020603050405020304" pitchFamily="18" charset="0"/>
              </a:rPr>
              <a:t>, cu atât va fi </a:t>
            </a:r>
            <a:r>
              <a:rPr lang="it-IT" sz="1900" b="1" dirty="0">
                <a:effectLst/>
                <a:latin typeface="Calibri" panose="020F0502020204030204" pitchFamily="34" charset="0"/>
                <a:ea typeface="Calibri" panose="020F0502020204030204" pitchFamily="34" charset="0"/>
                <a:cs typeface="Times New Roman" panose="02020603050405020304" pitchFamily="18" charset="0"/>
              </a:rPr>
              <a:t>mai bun </a:t>
            </a:r>
            <a:r>
              <a:rPr lang="it-IT" sz="1900" dirty="0">
                <a:effectLst/>
                <a:latin typeface="Calibri" panose="020F0502020204030204" pitchFamily="34" charset="0"/>
                <a:ea typeface="Calibri" panose="020F0502020204030204" pitchFamily="34" charset="0"/>
                <a:cs typeface="Times New Roman" panose="02020603050405020304" pitchFamily="18" charset="0"/>
              </a:rPr>
              <a:t>sistemul construit</a:t>
            </a:r>
            <a:r>
              <a:rPr lang="ro-RO" sz="1900" dirty="0">
                <a:effectLst/>
                <a:latin typeface="Calibri" panose="020F0502020204030204" pitchFamily="34" charset="0"/>
                <a:ea typeface="Calibri" panose="020F0502020204030204" pitchFamily="34" charset="0"/>
                <a:cs typeface="Times New Roman" panose="02020603050405020304" pitchFamily="18" charset="0"/>
              </a:rPr>
              <a:t>.</a:t>
            </a:r>
            <a:endParaRPr lang="it-IT" sz="19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642" name="Google Shape;3642;p60"/>
          <p:cNvSpPr txBox="1">
            <a:spLocks noGrp="1"/>
          </p:cNvSpPr>
          <p:nvPr>
            <p:ph type="subTitle" idx="3"/>
          </p:nvPr>
        </p:nvSpPr>
        <p:spPr>
          <a:xfrm>
            <a:off x="4984667" y="3200532"/>
            <a:ext cx="6320768" cy="751200"/>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1900" dirty="0">
                <a:effectLst/>
                <a:latin typeface="Calibri" panose="020F0502020204030204" pitchFamily="34" charset="0"/>
                <a:ea typeface="Calibri" panose="020F0502020204030204" pitchFamily="34" charset="0"/>
                <a:cs typeface="Times New Roman" panose="02020603050405020304" pitchFamily="18" charset="0"/>
              </a:rPr>
              <a:t>Cerințele </a:t>
            </a:r>
            <a:r>
              <a:rPr lang="ro-RO" sz="1900" b="1" dirty="0">
                <a:effectLst/>
                <a:latin typeface="Calibri" panose="020F0502020204030204" pitchFamily="34" charset="0"/>
                <a:ea typeface="Calibri" panose="020F0502020204030204" pitchFamily="34" charset="0"/>
                <a:cs typeface="Times New Roman" panose="02020603050405020304" pitchFamily="18" charset="0"/>
              </a:rPr>
              <a:t>se schimbă</a:t>
            </a:r>
            <a:r>
              <a:rPr lang="ro-RO" sz="19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3643" name="Google Shape;3643;p60"/>
          <p:cNvSpPr txBox="1">
            <a:spLocks noGrp="1"/>
          </p:cNvSpPr>
          <p:nvPr>
            <p:ph type="subTitle" idx="4"/>
          </p:nvPr>
        </p:nvSpPr>
        <p:spPr>
          <a:xfrm>
            <a:off x="5374539" y="4314596"/>
            <a:ext cx="4952801" cy="751200"/>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1900" dirty="0">
                <a:effectLst/>
                <a:latin typeface="Calibri" panose="020F0502020204030204" pitchFamily="34" charset="0"/>
                <a:ea typeface="Calibri" panose="020F0502020204030204" pitchFamily="34" charset="0"/>
                <a:cs typeface="Times New Roman" panose="02020603050405020304" pitchFamily="18" charset="0"/>
              </a:rPr>
              <a:t>Pot exista cerințe care sunt </a:t>
            </a:r>
            <a:r>
              <a:rPr lang="ro-RO" sz="1900" b="1" dirty="0">
                <a:effectLst/>
                <a:latin typeface="Calibri" panose="020F0502020204030204" pitchFamily="34" charset="0"/>
                <a:ea typeface="Calibri" panose="020F0502020204030204" pitchFamily="34" charset="0"/>
                <a:cs typeface="Times New Roman" panose="02020603050405020304" pitchFamily="18" charset="0"/>
              </a:rPr>
              <a:t>deja implementate</a:t>
            </a:r>
            <a:r>
              <a:rPr lang="ro-RO" sz="19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3644" name="Google Shape;3644;p60"/>
          <p:cNvSpPr/>
          <p:nvPr/>
        </p:nvSpPr>
        <p:spPr>
          <a:xfrm>
            <a:off x="5317291" y="5666224"/>
            <a:ext cx="390155" cy="273093"/>
          </a:xfrm>
          <a:custGeom>
            <a:avLst/>
            <a:gdLst/>
            <a:ahLst/>
            <a:cxnLst/>
            <a:rect l="l" t="t" r="r" b="b"/>
            <a:pathLst>
              <a:path w="11658" h="8192" extrusionOk="0">
                <a:moveTo>
                  <a:pt x="10429" y="662"/>
                </a:moveTo>
                <a:cubicBezTo>
                  <a:pt x="10114" y="1008"/>
                  <a:pt x="6207" y="4915"/>
                  <a:pt x="6081" y="5072"/>
                </a:cubicBezTo>
                <a:cubicBezTo>
                  <a:pt x="6018" y="5135"/>
                  <a:pt x="5916" y="5167"/>
                  <a:pt x="5813" y="5167"/>
                </a:cubicBezTo>
                <a:cubicBezTo>
                  <a:pt x="5711" y="5167"/>
                  <a:pt x="5608" y="5135"/>
                  <a:pt x="5545" y="5072"/>
                </a:cubicBezTo>
                <a:lnTo>
                  <a:pt x="1135" y="662"/>
                </a:lnTo>
                <a:close/>
                <a:moveTo>
                  <a:pt x="662" y="1134"/>
                </a:moveTo>
                <a:lnTo>
                  <a:pt x="3624" y="4096"/>
                </a:lnTo>
                <a:lnTo>
                  <a:pt x="662" y="7057"/>
                </a:lnTo>
                <a:lnTo>
                  <a:pt x="662" y="1134"/>
                </a:lnTo>
                <a:close/>
                <a:moveTo>
                  <a:pt x="10996" y="1134"/>
                </a:moveTo>
                <a:lnTo>
                  <a:pt x="10996" y="7057"/>
                </a:lnTo>
                <a:lnTo>
                  <a:pt x="8034" y="4096"/>
                </a:lnTo>
                <a:lnTo>
                  <a:pt x="10996" y="1134"/>
                </a:lnTo>
                <a:close/>
                <a:moveTo>
                  <a:pt x="7562" y="4568"/>
                </a:moveTo>
                <a:lnTo>
                  <a:pt x="10492" y="7530"/>
                </a:lnTo>
                <a:lnTo>
                  <a:pt x="1198" y="7530"/>
                </a:lnTo>
                <a:lnTo>
                  <a:pt x="4096" y="4568"/>
                </a:lnTo>
                <a:lnTo>
                  <a:pt x="5073" y="5545"/>
                </a:lnTo>
                <a:cubicBezTo>
                  <a:pt x="5278" y="5750"/>
                  <a:pt x="5553" y="5852"/>
                  <a:pt x="5829" y="5852"/>
                </a:cubicBezTo>
                <a:cubicBezTo>
                  <a:pt x="6105" y="5852"/>
                  <a:pt x="6380" y="5750"/>
                  <a:pt x="6585" y="5545"/>
                </a:cubicBezTo>
                <a:lnTo>
                  <a:pt x="7562" y="4568"/>
                </a:lnTo>
                <a:close/>
                <a:moveTo>
                  <a:pt x="1009" y="0"/>
                </a:moveTo>
                <a:cubicBezTo>
                  <a:pt x="473" y="0"/>
                  <a:pt x="1" y="473"/>
                  <a:pt x="1" y="1008"/>
                </a:cubicBezTo>
                <a:lnTo>
                  <a:pt x="1" y="7152"/>
                </a:lnTo>
                <a:cubicBezTo>
                  <a:pt x="1" y="7719"/>
                  <a:pt x="473" y="8191"/>
                  <a:pt x="1009" y="8191"/>
                </a:cubicBezTo>
                <a:lnTo>
                  <a:pt x="10618" y="8191"/>
                </a:lnTo>
                <a:cubicBezTo>
                  <a:pt x="11185" y="8191"/>
                  <a:pt x="11657" y="7719"/>
                  <a:pt x="11657" y="7152"/>
                </a:cubicBezTo>
                <a:lnTo>
                  <a:pt x="11657" y="1008"/>
                </a:lnTo>
                <a:cubicBezTo>
                  <a:pt x="11657" y="441"/>
                  <a:pt x="11185" y="0"/>
                  <a:pt x="10618" y="0"/>
                </a:cubicBezTo>
                <a:close/>
              </a:path>
            </a:pathLst>
          </a:custGeom>
          <a:solidFill>
            <a:srgbClr val="FF7210"/>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45" name="Google Shape;3645;p60"/>
          <p:cNvSpPr/>
          <p:nvPr/>
        </p:nvSpPr>
        <p:spPr>
          <a:xfrm>
            <a:off x="4104669" y="3454517"/>
            <a:ext cx="390140" cy="286100"/>
          </a:xfrm>
          <a:custGeom>
            <a:avLst/>
            <a:gdLst/>
            <a:ahLst/>
            <a:cxnLst/>
            <a:rect l="l" t="t" r="r" b="b"/>
            <a:pathLst>
              <a:path w="11689" h="8853" extrusionOk="0">
                <a:moveTo>
                  <a:pt x="1040" y="2709"/>
                </a:moveTo>
                <a:cubicBezTo>
                  <a:pt x="1229" y="2709"/>
                  <a:pt x="1386" y="2867"/>
                  <a:pt x="1386" y="3056"/>
                </a:cubicBezTo>
                <a:lnTo>
                  <a:pt x="1386" y="5828"/>
                </a:lnTo>
                <a:cubicBezTo>
                  <a:pt x="1386" y="6017"/>
                  <a:pt x="1229" y="6175"/>
                  <a:pt x="1040" y="6175"/>
                </a:cubicBezTo>
                <a:cubicBezTo>
                  <a:pt x="819" y="6175"/>
                  <a:pt x="662" y="6017"/>
                  <a:pt x="662" y="5828"/>
                </a:cubicBezTo>
                <a:lnTo>
                  <a:pt x="662" y="3056"/>
                </a:lnTo>
                <a:cubicBezTo>
                  <a:pt x="662" y="2867"/>
                  <a:pt x="819" y="2709"/>
                  <a:pt x="1040" y="2709"/>
                </a:cubicBezTo>
                <a:close/>
                <a:moveTo>
                  <a:pt x="9641" y="1449"/>
                </a:moveTo>
                <a:lnTo>
                  <a:pt x="9641" y="7435"/>
                </a:lnTo>
                <a:lnTo>
                  <a:pt x="2079" y="5545"/>
                </a:lnTo>
                <a:lnTo>
                  <a:pt x="2079" y="3340"/>
                </a:lnTo>
                <a:lnTo>
                  <a:pt x="9641" y="1449"/>
                </a:lnTo>
                <a:close/>
                <a:moveTo>
                  <a:pt x="3466" y="6616"/>
                </a:moveTo>
                <a:lnTo>
                  <a:pt x="6112" y="7278"/>
                </a:lnTo>
                <a:cubicBezTo>
                  <a:pt x="5954" y="7845"/>
                  <a:pt x="5450" y="8223"/>
                  <a:pt x="4820" y="8223"/>
                </a:cubicBezTo>
                <a:cubicBezTo>
                  <a:pt x="4064" y="8223"/>
                  <a:pt x="3434" y="7593"/>
                  <a:pt x="3434" y="6837"/>
                </a:cubicBezTo>
                <a:cubicBezTo>
                  <a:pt x="3434" y="6774"/>
                  <a:pt x="3434" y="6679"/>
                  <a:pt x="3466" y="6616"/>
                </a:cubicBezTo>
                <a:close/>
                <a:moveTo>
                  <a:pt x="10680" y="662"/>
                </a:moveTo>
                <a:cubicBezTo>
                  <a:pt x="10869" y="662"/>
                  <a:pt x="11027" y="819"/>
                  <a:pt x="11027" y="1008"/>
                </a:cubicBezTo>
                <a:lnTo>
                  <a:pt x="11027" y="7876"/>
                </a:lnTo>
                <a:cubicBezTo>
                  <a:pt x="11027" y="8065"/>
                  <a:pt x="10869" y="8223"/>
                  <a:pt x="10680" y="8223"/>
                </a:cubicBezTo>
                <a:cubicBezTo>
                  <a:pt x="10491" y="8223"/>
                  <a:pt x="10334" y="8065"/>
                  <a:pt x="10334" y="7876"/>
                </a:cubicBezTo>
                <a:lnTo>
                  <a:pt x="10334" y="1008"/>
                </a:lnTo>
                <a:cubicBezTo>
                  <a:pt x="10334" y="819"/>
                  <a:pt x="10491" y="662"/>
                  <a:pt x="10680" y="662"/>
                </a:cubicBezTo>
                <a:close/>
                <a:moveTo>
                  <a:pt x="10680" y="0"/>
                </a:moveTo>
                <a:cubicBezTo>
                  <a:pt x="10208" y="0"/>
                  <a:pt x="9798" y="315"/>
                  <a:pt x="9704" y="756"/>
                </a:cubicBezTo>
                <a:lnTo>
                  <a:pt x="1985" y="2678"/>
                </a:lnTo>
                <a:cubicBezTo>
                  <a:pt x="1827" y="2331"/>
                  <a:pt x="1449" y="2048"/>
                  <a:pt x="1040" y="2048"/>
                </a:cubicBezTo>
                <a:cubicBezTo>
                  <a:pt x="473" y="2048"/>
                  <a:pt x="0" y="2520"/>
                  <a:pt x="0" y="3056"/>
                </a:cubicBezTo>
                <a:lnTo>
                  <a:pt x="0" y="5828"/>
                </a:lnTo>
                <a:cubicBezTo>
                  <a:pt x="0" y="6364"/>
                  <a:pt x="473" y="6837"/>
                  <a:pt x="1040" y="6837"/>
                </a:cubicBezTo>
                <a:cubicBezTo>
                  <a:pt x="1449" y="6837"/>
                  <a:pt x="1827" y="6616"/>
                  <a:pt x="1985" y="6206"/>
                </a:cubicBezTo>
                <a:lnTo>
                  <a:pt x="2804" y="6427"/>
                </a:lnTo>
                <a:cubicBezTo>
                  <a:pt x="2772" y="6522"/>
                  <a:pt x="2772" y="6679"/>
                  <a:pt x="2772" y="6805"/>
                </a:cubicBezTo>
                <a:cubicBezTo>
                  <a:pt x="2772" y="7939"/>
                  <a:pt x="3655" y="8853"/>
                  <a:pt x="4820" y="8853"/>
                </a:cubicBezTo>
                <a:cubicBezTo>
                  <a:pt x="5324" y="8853"/>
                  <a:pt x="5828" y="8664"/>
                  <a:pt x="6175" y="8317"/>
                </a:cubicBezTo>
                <a:cubicBezTo>
                  <a:pt x="6459" y="8065"/>
                  <a:pt x="6648" y="7719"/>
                  <a:pt x="6774" y="7341"/>
                </a:cubicBezTo>
                <a:lnTo>
                  <a:pt x="9704" y="8065"/>
                </a:lnTo>
                <a:cubicBezTo>
                  <a:pt x="9798" y="8506"/>
                  <a:pt x="10208" y="8821"/>
                  <a:pt x="10680" y="8821"/>
                </a:cubicBezTo>
                <a:cubicBezTo>
                  <a:pt x="11216" y="8821"/>
                  <a:pt x="11688" y="8349"/>
                  <a:pt x="11688" y="7782"/>
                </a:cubicBezTo>
                <a:lnTo>
                  <a:pt x="11688" y="945"/>
                </a:lnTo>
                <a:cubicBezTo>
                  <a:pt x="11688" y="473"/>
                  <a:pt x="11279" y="0"/>
                  <a:pt x="10680" y="0"/>
                </a:cubicBezTo>
                <a:close/>
              </a:path>
            </a:pathLst>
          </a:custGeom>
          <a:solidFill>
            <a:srgbClr val="FF7210"/>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46" name="Google Shape;3646;p60"/>
          <p:cNvSpPr/>
          <p:nvPr/>
        </p:nvSpPr>
        <p:spPr>
          <a:xfrm>
            <a:off x="3513910" y="2297536"/>
            <a:ext cx="390140" cy="390160"/>
          </a:xfrm>
          <a:custGeom>
            <a:avLst/>
            <a:gdLst/>
            <a:ahLst/>
            <a:cxnLst/>
            <a:rect l="l" t="t" r="r" b="b"/>
            <a:pathLst>
              <a:path w="11689" h="11657" extrusionOk="0">
                <a:moveTo>
                  <a:pt x="5860" y="662"/>
                </a:moveTo>
                <a:cubicBezTo>
                  <a:pt x="6080" y="662"/>
                  <a:pt x="6238" y="851"/>
                  <a:pt x="6238" y="1040"/>
                </a:cubicBezTo>
                <a:lnTo>
                  <a:pt x="6238" y="1386"/>
                </a:lnTo>
                <a:lnTo>
                  <a:pt x="756" y="1386"/>
                </a:lnTo>
                <a:lnTo>
                  <a:pt x="756" y="1040"/>
                </a:lnTo>
                <a:cubicBezTo>
                  <a:pt x="725" y="851"/>
                  <a:pt x="882" y="662"/>
                  <a:pt x="1071" y="662"/>
                </a:cubicBezTo>
                <a:close/>
                <a:moveTo>
                  <a:pt x="6175" y="2048"/>
                </a:moveTo>
                <a:lnTo>
                  <a:pt x="6175" y="3686"/>
                </a:lnTo>
                <a:cubicBezTo>
                  <a:pt x="5639" y="3686"/>
                  <a:pt x="5198" y="4096"/>
                  <a:pt x="5198" y="4663"/>
                </a:cubicBezTo>
                <a:cubicBezTo>
                  <a:pt x="4820" y="4694"/>
                  <a:pt x="4505" y="4883"/>
                  <a:pt x="4348" y="5261"/>
                </a:cubicBezTo>
                <a:lnTo>
                  <a:pt x="3592" y="4505"/>
                </a:lnTo>
                <a:cubicBezTo>
                  <a:pt x="3403" y="4300"/>
                  <a:pt x="3135" y="4198"/>
                  <a:pt x="2867" y="4198"/>
                </a:cubicBezTo>
                <a:cubicBezTo>
                  <a:pt x="2599" y="4198"/>
                  <a:pt x="2331" y="4300"/>
                  <a:pt x="2142" y="4505"/>
                </a:cubicBezTo>
                <a:cubicBezTo>
                  <a:pt x="1733" y="4883"/>
                  <a:pt x="1733" y="5576"/>
                  <a:pt x="2142" y="5954"/>
                </a:cubicBezTo>
                <a:lnTo>
                  <a:pt x="4505" y="8317"/>
                </a:lnTo>
                <a:lnTo>
                  <a:pt x="4316" y="8317"/>
                </a:lnTo>
                <a:cubicBezTo>
                  <a:pt x="3875" y="8317"/>
                  <a:pt x="3466" y="8601"/>
                  <a:pt x="3308" y="9042"/>
                </a:cubicBezTo>
                <a:lnTo>
                  <a:pt x="725" y="9042"/>
                </a:lnTo>
                <a:lnTo>
                  <a:pt x="725" y="8979"/>
                </a:lnTo>
                <a:lnTo>
                  <a:pt x="725" y="2048"/>
                </a:lnTo>
                <a:close/>
                <a:moveTo>
                  <a:pt x="7640" y="3907"/>
                </a:moveTo>
                <a:cubicBezTo>
                  <a:pt x="7727" y="3907"/>
                  <a:pt x="7813" y="3938"/>
                  <a:pt x="7876" y="4001"/>
                </a:cubicBezTo>
                <a:lnTo>
                  <a:pt x="8664" y="4789"/>
                </a:lnTo>
                <a:cubicBezTo>
                  <a:pt x="9325" y="5450"/>
                  <a:pt x="9861" y="6238"/>
                  <a:pt x="10113" y="7026"/>
                </a:cubicBezTo>
                <a:lnTo>
                  <a:pt x="7530" y="9609"/>
                </a:lnTo>
                <a:lnTo>
                  <a:pt x="4222" y="9609"/>
                </a:lnTo>
                <a:cubicBezTo>
                  <a:pt x="4033" y="9609"/>
                  <a:pt x="3875" y="9451"/>
                  <a:pt x="3875" y="9262"/>
                </a:cubicBezTo>
                <a:cubicBezTo>
                  <a:pt x="3875" y="9073"/>
                  <a:pt x="4033" y="8916"/>
                  <a:pt x="4222" y="8916"/>
                </a:cubicBezTo>
                <a:lnTo>
                  <a:pt x="5230" y="8916"/>
                </a:lnTo>
                <a:cubicBezTo>
                  <a:pt x="5387" y="8916"/>
                  <a:pt x="5513" y="8821"/>
                  <a:pt x="5545" y="8695"/>
                </a:cubicBezTo>
                <a:cubicBezTo>
                  <a:pt x="5608" y="8601"/>
                  <a:pt x="5608" y="8443"/>
                  <a:pt x="5482" y="8349"/>
                </a:cubicBezTo>
                <a:lnTo>
                  <a:pt x="2520" y="5387"/>
                </a:lnTo>
                <a:cubicBezTo>
                  <a:pt x="2394" y="5293"/>
                  <a:pt x="2394" y="5041"/>
                  <a:pt x="2520" y="4915"/>
                </a:cubicBezTo>
                <a:cubicBezTo>
                  <a:pt x="2583" y="4868"/>
                  <a:pt x="2670" y="4844"/>
                  <a:pt x="2757" y="4844"/>
                </a:cubicBezTo>
                <a:cubicBezTo>
                  <a:pt x="2843" y="4844"/>
                  <a:pt x="2930" y="4868"/>
                  <a:pt x="2993" y="4915"/>
                </a:cubicBezTo>
                <a:lnTo>
                  <a:pt x="4442" y="6395"/>
                </a:lnTo>
                <a:lnTo>
                  <a:pt x="5450" y="7372"/>
                </a:lnTo>
                <a:cubicBezTo>
                  <a:pt x="5498" y="7435"/>
                  <a:pt x="5584" y="7467"/>
                  <a:pt x="5675" y="7467"/>
                </a:cubicBezTo>
                <a:cubicBezTo>
                  <a:pt x="5765" y="7467"/>
                  <a:pt x="5860" y="7435"/>
                  <a:pt x="5923" y="7372"/>
                </a:cubicBezTo>
                <a:cubicBezTo>
                  <a:pt x="6017" y="7246"/>
                  <a:pt x="6017" y="7026"/>
                  <a:pt x="5923" y="6900"/>
                </a:cubicBezTo>
                <a:lnTo>
                  <a:pt x="4915" y="5923"/>
                </a:lnTo>
                <a:cubicBezTo>
                  <a:pt x="4820" y="5797"/>
                  <a:pt x="4820" y="5545"/>
                  <a:pt x="4915" y="5450"/>
                </a:cubicBezTo>
                <a:cubicBezTo>
                  <a:pt x="4978" y="5387"/>
                  <a:pt x="5072" y="5356"/>
                  <a:pt x="5163" y="5356"/>
                </a:cubicBezTo>
                <a:cubicBezTo>
                  <a:pt x="5253" y="5356"/>
                  <a:pt x="5340" y="5387"/>
                  <a:pt x="5387" y="5450"/>
                </a:cubicBezTo>
                <a:lnTo>
                  <a:pt x="6396" y="6427"/>
                </a:lnTo>
                <a:cubicBezTo>
                  <a:pt x="6443" y="6490"/>
                  <a:pt x="6529" y="6522"/>
                  <a:pt x="6620" y="6522"/>
                </a:cubicBezTo>
                <a:cubicBezTo>
                  <a:pt x="6711" y="6522"/>
                  <a:pt x="6805" y="6490"/>
                  <a:pt x="6868" y="6427"/>
                </a:cubicBezTo>
                <a:cubicBezTo>
                  <a:pt x="6963" y="6301"/>
                  <a:pt x="6963" y="6080"/>
                  <a:pt x="6868" y="5954"/>
                </a:cubicBezTo>
                <a:lnTo>
                  <a:pt x="5860" y="4978"/>
                </a:lnTo>
                <a:cubicBezTo>
                  <a:pt x="5765" y="4852"/>
                  <a:pt x="5765" y="4631"/>
                  <a:pt x="5860" y="4505"/>
                </a:cubicBezTo>
                <a:cubicBezTo>
                  <a:pt x="5923" y="4442"/>
                  <a:pt x="6017" y="4411"/>
                  <a:pt x="6108" y="4411"/>
                </a:cubicBezTo>
                <a:cubicBezTo>
                  <a:pt x="6199" y="4411"/>
                  <a:pt x="6285" y="4442"/>
                  <a:pt x="6333" y="4505"/>
                </a:cubicBezTo>
                <a:lnTo>
                  <a:pt x="7341" y="5482"/>
                </a:lnTo>
                <a:cubicBezTo>
                  <a:pt x="7388" y="5545"/>
                  <a:pt x="7475" y="5576"/>
                  <a:pt x="7565" y="5576"/>
                </a:cubicBezTo>
                <a:cubicBezTo>
                  <a:pt x="7656" y="5576"/>
                  <a:pt x="7750" y="5545"/>
                  <a:pt x="7813" y="5482"/>
                </a:cubicBezTo>
                <a:cubicBezTo>
                  <a:pt x="7908" y="5356"/>
                  <a:pt x="7908" y="5135"/>
                  <a:pt x="7813" y="5009"/>
                </a:cubicBezTo>
                <a:lnTo>
                  <a:pt x="7341" y="4537"/>
                </a:lnTo>
                <a:cubicBezTo>
                  <a:pt x="7278" y="4348"/>
                  <a:pt x="7278" y="4096"/>
                  <a:pt x="7404" y="4001"/>
                </a:cubicBezTo>
                <a:cubicBezTo>
                  <a:pt x="7467" y="3938"/>
                  <a:pt x="7553" y="3907"/>
                  <a:pt x="7640" y="3907"/>
                </a:cubicBezTo>
                <a:close/>
                <a:moveTo>
                  <a:pt x="10554" y="7624"/>
                </a:moveTo>
                <a:lnTo>
                  <a:pt x="10806" y="7845"/>
                </a:lnTo>
                <a:cubicBezTo>
                  <a:pt x="10964" y="8002"/>
                  <a:pt x="10964" y="8191"/>
                  <a:pt x="10806" y="8317"/>
                </a:cubicBezTo>
                <a:lnTo>
                  <a:pt x="8853" y="10239"/>
                </a:lnTo>
                <a:cubicBezTo>
                  <a:pt x="8806" y="10302"/>
                  <a:pt x="8719" y="10334"/>
                  <a:pt x="8628" y="10334"/>
                </a:cubicBezTo>
                <a:cubicBezTo>
                  <a:pt x="8538" y="10334"/>
                  <a:pt x="8443" y="10302"/>
                  <a:pt x="8380" y="10239"/>
                </a:cubicBezTo>
                <a:lnTo>
                  <a:pt x="8160" y="10019"/>
                </a:lnTo>
                <a:lnTo>
                  <a:pt x="10554" y="7624"/>
                </a:lnTo>
                <a:close/>
                <a:moveTo>
                  <a:pt x="3277" y="9672"/>
                </a:moveTo>
                <a:cubicBezTo>
                  <a:pt x="3434" y="10050"/>
                  <a:pt x="3781" y="10334"/>
                  <a:pt x="4222" y="10334"/>
                </a:cubicBezTo>
                <a:lnTo>
                  <a:pt x="6143" y="10334"/>
                </a:lnTo>
                <a:lnTo>
                  <a:pt x="6143" y="10680"/>
                </a:lnTo>
                <a:lnTo>
                  <a:pt x="6175" y="10680"/>
                </a:lnTo>
                <a:cubicBezTo>
                  <a:pt x="6175" y="10869"/>
                  <a:pt x="6017" y="11027"/>
                  <a:pt x="5828" y="11027"/>
                </a:cubicBezTo>
                <a:lnTo>
                  <a:pt x="1040" y="11027"/>
                </a:lnTo>
                <a:cubicBezTo>
                  <a:pt x="819" y="11027"/>
                  <a:pt x="662" y="10869"/>
                  <a:pt x="662" y="10680"/>
                </a:cubicBezTo>
                <a:lnTo>
                  <a:pt x="662" y="9672"/>
                </a:lnTo>
                <a:close/>
                <a:moveTo>
                  <a:pt x="1040" y="0"/>
                </a:moveTo>
                <a:cubicBezTo>
                  <a:pt x="473" y="0"/>
                  <a:pt x="0" y="473"/>
                  <a:pt x="0" y="1040"/>
                </a:cubicBezTo>
                <a:lnTo>
                  <a:pt x="0" y="10649"/>
                </a:lnTo>
                <a:cubicBezTo>
                  <a:pt x="0" y="11184"/>
                  <a:pt x="473" y="11657"/>
                  <a:pt x="1040" y="11657"/>
                </a:cubicBezTo>
                <a:lnTo>
                  <a:pt x="5828" y="11657"/>
                </a:lnTo>
                <a:cubicBezTo>
                  <a:pt x="6396" y="11657"/>
                  <a:pt x="6868" y="11184"/>
                  <a:pt x="6868" y="10649"/>
                </a:cubicBezTo>
                <a:lnTo>
                  <a:pt x="6868" y="10334"/>
                </a:lnTo>
                <a:lnTo>
                  <a:pt x="7467" y="10334"/>
                </a:lnTo>
                <a:lnTo>
                  <a:pt x="7876" y="10775"/>
                </a:lnTo>
                <a:cubicBezTo>
                  <a:pt x="8081" y="10964"/>
                  <a:pt x="8349" y="11058"/>
                  <a:pt x="8613" y="11058"/>
                </a:cubicBezTo>
                <a:cubicBezTo>
                  <a:pt x="8877" y="11058"/>
                  <a:pt x="9136" y="10964"/>
                  <a:pt x="9325" y="10775"/>
                </a:cubicBezTo>
                <a:lnTo>
                  <a:pt x="11279" y="8821"/>
                </a:lnTo>
                <a:cubicBezTo>
                  <a:pt x="11688" y="8443"/>
                  <a:pt x="11688" y="7782"/>
                  <a:pt x="11310" y="7372"/>
                </a:cubicBezTo>
                <a:lnTo>
                  <a:pt x="10869" y="6931"/>
                </a:lnTo>
                <a:cubicBezTo>
                  <a:pt x="10554" y="6080"/>
                  <a:pt x="10082" y="5261"/>
                  <a:pt x="9420" y="4505"/>
                </a:cubicBezTo>
                <a:lnTo>
                  <a:pt x="8380" y="3466"/>
                </a:lnTo>
                <a:cubicBezTo>
                  <a:pt x="8191" y="3277"/>
                  <a:pt x="7931" y="3182"/>
                  <a:pt x="7668" y="3182"/>
                </a:cubicBezTo>
                <a:cubicBezTo>
                  <a:pt x="7404" y="3182"/>
                  <a:pt x="7136" y="3277"/>
                  <a:pt x="6931" y="3466"/>
                </a:cubicBezTo>
                <a:lnTo>
                  <a:pt x="6868" y="3560"/>
                </a:lnTo>
                <a:lnTo>
                  <a:pt x="6868" y="1040"/>
                </a:lnTo>
                <a:cubicBezTo>
                  <a:pt x="6868" y="473"/>
                  <a:pt x="6396" y="0"/>
                  <a:pt x="5828" y="0"/>
                </a:cubicBezTo>
                <a:close/>
              </a:path>
            </a:pathLst>
          </a:custGeom>
          <a:solidFill>
            <a:srgbClr val="FF7210"/>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47" name="Google Shape;3647;p60"/>
          <p:cNvSpPr/>
          <p:nvPr/>
        </p:nvSpPr>
        <p:spPr>
          <a:xfrm>
            <a:off x="3085918" y="1155792"/>
            <a:ext cx="416147" cy="390145"/>
          </a:xfrm>
          <a:custGeom>
            <a:avLst/>
            <a:gdLst/>
            <a:ahLst/>
            <a:cxnLst/>
            <a:rect l="l" t="t" r="r" b="b"/>
            <a:pathLst>
              <a:path w="12193" h="11674" extrusionOk="0">
                <a:moveTo>
                  <a:pt x="9483" y="1174"/>
                </a:moveTo>
                <a:lnTo>
                  <a:pt x="9483" y="2308"/>
                </a:lnTo>
                <a:cubicBezTo>
                  <a:pt x="9483" y="2497"/>
                  <a:pt x="9641" y="2655"/>
                  <a:pt x="9830" y="2655"/>
                </a:cubicBezTo>
                <a:lnTo>
                  <a:pt x="10901" y="2655"/>
                </a:lnTo>
                <a:lnTo>
                  <a:pt x="9515" y="4041"/>
                </a:lnTo>
                <a:lnTo>
                  <a:pt x="8097" y="4041"/>
                </a:lnTo>
                <a:lnTo>
                  <a:pt x="8097" y="2560"/>
                </a:lnTo>
                <a:lnTo>
                  <a:pt x="9483" y="1174"/>
                </a:lnTo>
                <a:close/>
                <a:moveTo>
                  <a:pt x="4885" y="6181"/>
                </a:moveTo>
                <a:cubicBezTo>
                  <a:pt x="5033" y="6181"/>
                  <a:pt x="5183" y="6212"/>
                  <a:pt x="5325" y="6278"/>
                </a:cubicBezTo>
                <a:lnTo>
                  <a:pt x="4600" y="7003"/>
                </a:lnTo>
                <a:cubicBezTo>
                  <a:pt x="4474" y="7129"/>
                  <a:pt x="4474" y="7349"/>
                  <a:pt x="4600" y="7475"/>
                </a:cubicBezTo>
                <a:cubicBezTo>
                  <a:pt x="4663" y="7538"/>
                  <a:pt x="4750" y="7570"/>
                  <a:pt x="4836" y="7570"/>
                </a:cubicBezTo>
                <a:cubicBezTo>
                  <a:pt x="4923" y="7570"/>
                  <a:pt x="5010" y="7538"/>
                  <a:pt x="5073" y="7475"/>
                </a:cubicBezTo>
                <a:lnTo>
                  <a:pt x="5797" y="6751"/>
                </a:lnTo>
                <a:lnTo>
                  <a:pt x="5797" y="6751"/>
                </a:lnTo>
                <a:cubicBezTo>
                  <a:pt x="5986" y="7160"/>
                  <a:pt x="5892" y="7633"/>
                  <a:pt x="5577" y="7948"/>
                </a:cubicBezTo>
                <a:cubicBezTo>
                  <a:pt x="5388" y="8137"/>
                  <a:pt x="5128" y="8231"/>
                  <a:pt x="4864" y="8231"/>
                </a:cubicBezTo>
                <a:cubicBezTo>
                  <a:pt x="4600" y="8231"/>
                  <a:pt x="4332" y="8137"/>
                  <a:pt x="4127" y="7948"/>
                </a:cubicBezTo>
                <a:cubicBezTo>
                  <a:pt x="3749" y="7538"/>
                  <a:pt x="3749" y="6877"/>
                  <a:pt x="4127" y="6499"/>
                </a:cubicBezTo>
                <a:cubicBezTo>
                  <a:pt x="4333" y="6293"/>
                  <a:pt x="4606" y="6181"/>
                  <a:pt x="4885" y="6181"/>
                </a:cubicBezTo>
                <a:close/>
                <a:moveTo>
                  <a:pt x="4897" y="4831"/>
                </a:moveTo>
                <a:cubicBezTo>
                  <a:pt x="5396" y="4831"/>
                  <a:pt x="5890" y="4990"/>
                  <a:pt x="6301" y="5301"/>
                </a:cubicBezTo>
                <a:lnTo>
                  <a:pt x="5829" y="5774"/>
                </a:lnTo>
                <a:cubicBezTo>
                  <a:pt x="5553" y="5590"/>
                  <a:pt x="5233" y="5499"/>
                  <a:pt x="4911" y="5499"/>
                </a:cubicBezTo>
                <a:cubicBezTo>
                  <a:pt x="4460" y="5499"/>
                  <a:pt x="4004" y="5677"/>
                  <a:pt x="3655" y="6026"/>
                </a:cubicBezTo>
                <a:cubicBezTo>
                  <a:pt x="2993" y="6688"/>
                  <a:pt x="2993" y="7790"/>
                  <a:pt x="3655" y="8420"/>
                </a:cubicBezTo>
                <a:cubicBezTo>
                  <a:pt x="3986" y="8751"/>
                  <a:pt x="4427" y="8917"/>
                  <a:pt x="4864" y="8917"/>
                </a:cubicBezTo>
                <a:cubicBezTo>
                  <a:pt x="5301" y="8917"/>
                  <a:pt x="5734" y="8751"/>
                  <a:pt x="6049" y="8420"/>
                </a:cubicBezTo>
                <a:cubicBezTo>
                  <a:pt x="6648" y="7822"/>
                  <a:pt x="6742" y="6908"/>
                  <a:pt x="6301" y="6246"/>
                </a:cubicBezTo>
                <a:lnTo>
                  <a:pt x="6774" y="5774"/>
                </a:lnTo>
                <a:lnTo>
                  <a:pt x="6774" y="5774"/>
                </a:lnTo>
                <a:cubicBezTo>
                  <a:pt x="7467" y="6719"/>
                  <a:pt x="7404" y="8074"/>
                  <a:pt x="6585" y="8924"/>
                </a:cubicBezTo>
                <a:cubicBezTo>
                  <a:pt x="6112" y="9397"/>
                  <a:pt x="5498" y="9633"/>
                  <a:pt x="4883" y="9633"/>
                </a:cubicBezTo>
                <a:cubicBezTo>
                  <a:pt x="4269" y="9633"/>
                  <a:pt x="3655" y="9397"/>
                  <a:pt x="3182" y="8924"/>
                </a:cubicBezTo>
                <a:cubicBezTo>
                  <a:pt x="2237" y="7979"/>
                  <a:pt x="2237" y="6499"/>
                  <a:pt x="3182" y="5553"/>
                </a:cubicBezTo>
                <a:cubicBezTo>
                  <a:pt x="3667" y="5068"/>
                  <a:pt x="4286" y="4831"/>
                  <a:pt x="4897" y="4831"/>
                </a:cubicBezTo>
                <a:close/>
                <a:moveTo>
                  <a:pt x="4873" y="3463"/>
                </a:moveTo>
                <a:cubicBezTo>
                  <a:pt x="5728" y="3463"/>
                  <a:pt x="6583" y="3748"/>
                  <a:pt x="7278" y="4325"/>
                </a:cubicBezTo>
                <a:lnTo>
                  <a:pt x="6805" y="4797"/>
                </a:lnTo>
                <a:cubicBezTo>
                  <a:pt x="6228" y="4353"/>
                  <a:pt x="5533" y="4125"/>
                  <a:pt x="4844" y="4125"/>
                </a:cubicBezTo>
                <a:cubicBezTo>
                  <a:pt x="4065" y="4125"/>
                  <a:pt x="3294" y="4416"/>
                  <a:pt x="2710" y="5018"/>
                </a:cubicBezTo>
                <a:cubicBezTo>
                  <a:pt x="1481" y="6246"/>
                  <a:pt x="1481" y="8168"/>
                  <a:pt x="2710" y="9397"/>
                </a:cubicBezTo>
                <a:cubicBezTo>
                  <a:pt x="3324" y="10011"/>
                  <a:pt x="4112" y="10318"/>
                  <a:pt x="4899" y="10318"/>
                </a:cubicBezTo>
                <a:cubicBezTo>
                  <a:pt x="5687" y="10318"/>
                  <a:pt x="6474" y="10011"/>
                  <a:pt x="7089" y="9397"/>
                </a:cubicBezTo>
                <a:cubicBezTo>
                  <a:pt x="8223" y="8263"/>
                  <a:pt x="8255" y="6467"/>
                  <a:pt x="7309" y="5301"/>
                </a:cubicBezTo>
                <a:lnTo>
                  <a:pt x="7782" y="4829"/>
                </a:lnTo>
                <a:lnTo>
                  <a:pt x="7782" y="4829"/>
                </a:lnTo>
                <a:cubicBezTo>
                  <a:pt x="8979" y="6278"/>
                  <a:pt x="8885" y="8483"/>
                  <a:pt x="7530" y="9870"/>
                </a:cubicBezTo>
                <a:cubicBezTo>
                  <a:pt x="6790" y="10594"/>
                  <a:pt x="5821" y="10956"/>
                  <a:pt x="4856" y="10956"/>
                </a:cubicBezTo>
                <a:cubicBezTo>
                  <a:pt x="3891" y="10956"/>
                  <a:pt x="2930" y="10594"/>
                  <a:pt x="2206" y="9870"/>
                </a:cubicBezTo>
                <a:cubicBezTo>
                  <a:pt x="756" y="8420"/>
                  <a:pt x="756" y="6026"/>
                  <a:pt x="2206" y="4545"/>
                </a:cubicBezTo>
                <a:cubicBezTo>
                  <a:pt x="2941" y="3827"/>
                  <a:pt x="3907" y="3463"/>
                  <a:pt x="4873" y="3463"/>
                </a:cubicBezTo>
                <a:close/>
                <a:moveTo>
                  <a:pt x="9899" y="0"/>
                </a:moveTo>
                <a:cubicBezTo>
                  <a:pt x="9813" y="0"/>
                  <a:pt x="9722" y="32"/>
                  <a:pt x="9641" y="103"/>
                </a:cubicBezTo>
                <a:lnTo>
                  <a:pt x="7561" y="2182"/>
                </a:lnTo>
                <a:cubicBezTo>
                  <a:pt x="7467" y="2277"/>
                  <a:pt x="7435" y="2340"/>
                  <a:pt x="7435" y="2434"/>
                </a:cubicBezTo>
                <a:lnTo>
                  <a:pt x="7435" y="3600"/>
                </a:lnTo>
                <a:cubicBezTo>
                  <a:pt x="6670" y="3071"/>
                  <a:pt x="5769" y="2807"/>
                  <a:pt x="4868" y="2807"/>
                </a:cubicBezTo>
                <a:cubicBezTo>
                  <a:pt x="3731" y="2807"/>
                  <a:pt x="2595" y="3229"/>
                  <a:pt x="1733" y="4073"/>
                </a:cubicBezTo>
                <a:cubicBezTo>
                  <a:pt x="0" y="5805"/>
                  <a:pt x="0" y="8641"/>
                  <a:pt x="1733" y="10374"/>
                </a:cubicBezTo>
                <a:cubicBezTo>
                  <a:pt x="2599" y="11240"/>
                  <a:pt x="3741" y="11673"/>
                  <a:pt x="4883" y="11673"/>
                </a:cubicBezTo>
                <a:cubicBezTo>
                  <a:pt x="6026" y="11673"/>
                  <a:pt x="7168" y="11240"/>
                  <a:pt x="8034" y="10374"/>
                </a:cubicBezTo>
                <a:cubicBezTo>
                  <a:pt x="9578" y="8861"/>
                  <a:pt x="9735" y="6436"/>
                  <a:pt x="8538" y="4703"/>
                </a:cubicBezTo>
                <a:lnTo>
                  <a:pt x="9672" y="4703"/>
                </a:lnTo>
                <a:cubicBezTo>
                  <a:pt x="9767" y="4703"/>
                  <a:pt x="9893" y="4671"/>
                  <a:pt x="9924" y="4608"/>
                </a:cubicBezTo>
                <a:lnTo>
                  <a:pt x="12004" y="2497"/>
                </a:lnTo>
                <a:cubicBezTo>
                  <a:pt x="12193" y="2308"/>
                  <a:pt x="12035" y="1962"/>
                  <a:pt x="11783" y="1962"/>
                </a:cubicBezTo>
                <a:lnTo>
                  <a:pt x="10239" y="1962"/>
                </a:lnTo>
                <a:lnTo>
                  <a:pt x="10239" y="355"/>
                </a:lnTo>
                <a:cubicBezTo>
                  <a:pt x="10239" y="141"/>
                  <a:pt x="10080" y="0"/>
                  <a:pt x="9899" y="0"/>
                </a:cubicBezTo>
                <a:close/>
              </a:path>
            </a:pathLst>
          </a:custGeom>
          <a:solidFill>
            <a:srgbClr val="FF7210"/>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3648" name="Google Shape;3648;p60"/>
          <p:cNvCxnSpPr>
            <a:cxnSpLocks/>
            <a:stCxn id="3638" idx="5"/>
            <a:endCxn id="3637" idx="0"/>
          </p:cNvCxnSpPr>
          <p:nvPr/>
        </p:nvCxnSpPr>
        <p:spPr>
          <a:xfrm>
            <a:off x="3531863" y="1659094"/>
            <a:ext cx="162027" cy="468522"/>
          </a:xfrm>
          <a:prstGeom prst="straightConnector1">
            <a:avLst/>
          </a:prstGeom>
          <a:noFill/>
          <a:ln w="19050" cap="flat" cmpd="sng">
            <a:solidFill>
              <a:schemeClr val="accent2"/>
            </a:solidFill>
            <a:prstDash val="dot"/>
            <a:round/>
            <a:headEnd type="none" w="med" len="med"/>
            <a:tailEnd type="none" w="med" len="med"/>
          </a:ln>
        </p:spPr>
      </p:cxnSp>
      <p:cxnSp>
        <p:nvCxnSpPr>
          <p:cNvPr id="3649" name="Google Shape;3649;p60"/>
          <p:cNvCxnSpPr>
            <a:cxnSpLocks/>
            <a:stCxn id="3637" idx="5"/>
          </p:cNvCxnSpPr>
          <p:nvPr/>
        </p:nvCxnSpPr>
        <p:spPr>
          <a:xfrm>
            <a:off x="3951843" y="2750710"/>
            <a:ext cx="210596" cy="560657"/>
          </a:xfrm>
          <a:prstGeom prst="straightConnector1">
            <a:avLst/>
          </a:prstGeom>
          <a:noFill/>
          <a:ln w="19050" cap="flat" cmpd="sng">
            <a:solidFill>
              <a:schemeClr val="accent2"/>
            </a:solidFill>
            <a:prstDash val="dot"/>
            <a:round/>
            <a:headEnd type="none" w="med" len="med"/>
            <a:tailEnd type="none" w="med" len="med"/>
          </a:ln>
        </p:spPr>
      </p:cxnSp>
      <p:cxnSp>
        <p:nvCxnSpPr>
          <p:cNvPr id="3650" name="Google Shape;3650;p60"/>
          <p:cNvCxnSpPr>
            <a:cxnSpLocks/>
          </p:cNvCxnSpPr>
          <p:nvPr/>
        </p:nvCxnSpPr>
        <p:spPr>
          <a:xfrm>
            <a:off x="4499517" y="3980142"/>
            <a:ext cx="198797" cy="387488"/>
          </a:xfrm>
          <a:prstGeom prst="straightConnector1">
            <a:avLst/>
          </a:prstGeom>
          <a:noFill/>
          <a:ln w="19050" cap="flat" cmpd="sng">
            <a:solidFill>
              <a:schemeClr val="accent2"/>
            </a:solidFill>
            <a:prstDash val="dot"/>
            <a:round/>
            <a:headEnd type="none" w="med" len="med"/>
            <a:tailEnd type="none" w="med" len="med"/>
          </a:ln>
        </p:spPr>
      </p:cxnSp>
      <p:sp>
        <p:nvSpPr>
          <p:cNvPr id="29" name="Google Shape;3643;p60">
            <a:extLst>
              <a:ext uri="{FF2B5EF4-FFF2-40B4-BE49-F238E27FC236}">
                <a16:creationId xmlns:a16="http://schemas.microsoft.com/office/drawing/2014/main" id="{EA786C60-10B4-497E-ACC7-F7D450852955}"/>
              </a:ext>
            </a:extLst>
          </p:cNvPr>
          <p:cNvSpPr txBox="1">
            <a:spLocks/>
          </p:cNvSpPr>
          <p:nvPr/>
        </p:nvSpPr>
        <p:spPr>
          <a:xfrm>
            <a:off x="6046891" y="5276804"/>
            <a:ext cx="5812438" cy="95175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marR="0" lvl="0" indent="-304800" algn="l" defTabSz="914400" rtl="0" eaLnBrk="1" fontAlgn="auto" latinLnBrk="0" hangingPunct="1">
              <a:lnSpc>
                <a:spcPct val="107000"/>
              </a:lnSpc>
              <a:spcBef>
                <a:spcPts val="0"/>
              </a:spcBef>
              <a:spcAft>
                <a:spcPts val="800"/>
              </a:spcAft>
              <a:buClr>
                <a:srgbClr val="343434"/>
              </a:buClr>
              <a:buSzPts val="1200"/>
              <a:buFont typeface="Muli"/>
              <a:buNone/>
              <a:tabLst/>
              <a:defRPr/>
            </a:pPr>
            <a:r>
              <a:rPr kumimoji="0" lang="ro-RO" sz="1900" b="0" i="0" u="none" strike="noStrike" kern="1200" cap="none" spc="0" normalizeH="0" baseline="0" noProof="0" dirty="0">
                <a:ln>
                  <a:noFill/>
                </a:ln>
                <a:solidFill>
                  <a:srgbClr val="343434"/>
                </a:solidFill>
                <a:effectLst/>
                <a:uLnTx/>
                <a:uFillTx/>
                <a:latin typeface="Calibri" panose="020F0502020204030204" pitchFamily="34" charset="0"/>
                <a:ea typeface="Calibri" panose="020F0502020204030204" pitchFamily="34" charset="0"/>
                <a:cs typeface="Times New Roman" panose="02020603050405020304" pitchFamily="18" charset="0"/>
                <a:sym typeface="Muli"/>
              </a:rPr>
              <a:t>Cerințele pot fi: a) </a:t>
            </a:r>
            <a:r>
              <a:rPr kumimoji="0" lang="ro-RO" sz="1900" b="1" i="0" u="none" strike="noStrike" kern="1200" cap="none" spc="0" normalizeH="0" baseline="0" noProof="0" dirty="0">
                <a:ln>
                  <a:noFill/>
                </a:ln>
                <a:solidFill>
                  <a:srgbClr val="343434"/>
                </a:solidFill>
                <a:effectLst/>
                <a:uLnTx/>
                <a:uFillTx/>
                <a:latin typeface="Calibri" panose="020F0502020204030204" pitchFamily="34" charset="0"/>
                <a:ea typeface="Calibri" panose="020F0502020204030204" pitchFamily="34" charset="0"/>
                <a:cs typeface="Times New Roman" panose="02020603050405020304" pitchFamily="18" charset="0"/>
                <a:sym typeface="Muli"/>
              </a:rPr>
              <a:t>explicite </a:t>
            </a:r>
            <a:r>
              <a:rPr kumimoji="0" lang="ro-RO" sz="1900" b="0" i="0" u="none" strike="noStrike" kern="1200" cap="none" spc="0" normalizeH="0" baseline="0" noProof="0" dirty="0">
                <a:ln>
                  <a:noFill/>
                </a:ln>
                <a:solidFill>
                  <a:srgbClr val="343434"/>
                </a:solidFill>
                <a:effectLst/>
                <a:uLnTx/>
                <a:uFillTx/>
                <a:latin typeface="Calibri" panose="020F0502020204030204" pitchFamily="34" charset="0"/>
                <a:ea typeface="Calibri" panose="020F0502020204030204" pitchFamily="34" charset="0"/>
                <a:cs typeface="Times New Roman" panose="02020603050405020304" pitchFamily="18" charset="0"/>
                <a:sym typeface="Muli"/>
              </a:rPr>
              <a:t>– furnizate de beneficiar</a:t>
            </a:r>
          </a:p>
          <a:p>
            <a:pPr marL="0" marR="0" lvl="0" indent="-304800" algn="l" defTabSz="914400" rtl="0" eaLnBrk="1" fontAlgn="auto" latinLnBrk="0" hangingPunct="1">
              <a:lnSpc>
                <a:spcPct val="107000"/>
              </a:lnSpc>
              <a:spcBef>
                <a:spcPts val="0"/>
              </a:spcBef>
              <a:spcAft>
                <a:spcPts val="800"/>
              </a:spcAft>
              <a:buClr>
                <a:srgbClr val="343434"/>
              </a:buClr>
              <a:buSzPts val="1200"/>
              <a:buFont typeface="Muli"/>
              <a:buNone/>
              <a:tabLst/>
              <a:defRPr/>
            </a:pPr>
            <a:r>
              <a:rPr kumimoji="0" lang="ro-RO" sz="1900" b="0" i="0" u="none" strike="noStrike" kern="1200" cap="none" spc="0" normalizeH="0" baseline="0" noProof="0" dirty="0">
                <a:ln>
                  <a:noFill/>
                </a:ln>
                <a:solidFill>
                  <a:srgbClr val="343434"/>
                </a:solidFill>
                <a:effectLst/>
                <a:uLnTx/>
                <a:uFillTx/>
                <a:latin typeface="Calibri" panose="020F0502020204030204" pitchFamily="34" charset="0"/>
                <a:ea typeface="Calibri" panose="020F0502020204030204" pitchFamily="34" charset="0"/>
                <a:cs typeface="Times New Roman" panose="02020603050405020304" pitchFamily="18" charset="0"/>
                <a:sym typeface="Muli"/>
              </a:rPr>
              <a:t>b) </a:t>
            </a:r>
            <a:r>
              <a:rPr kumimoji="0" lang="ro-RO" sz="1900" b="1" i="0" u="none" strike="noStrike" kern="1200" cap="none" spc="0" normalizeH="0" baseline="0" noProof="0" dirty="0">
                <a:ln>
                  <a:noFill/>
                </a:ln>
                <a:solidFill>
                  <a:srgbClr val="343434"/>
                </a:solidFill>
                <a:effectLst/>
                <a:uLnTx/>
                <a:uFillTx/>
                <a:latin typeface="Calibri" panose="020F0502020204030204" pitchFamily="34" charset="0"/>
                <a:ea typeface="Calibri" panose="020F0502020204030204" pitchFamily="34" charset="0"/>
                <a:cs typeface="Times New Roman" panose="02020603050405020304" pitchFamily="18" charset="0"/>
                <a:sym typeface="Muli"/>
              </a:rPr>
              <a:t>implicite</a:t>
            </a:r>
            <a:r>
              <a:rPr kumimoji="0" lang="ro-RO" sz="1900" b="0" i="0" u="none" strike="noStrike" kern="1200" cap="none" spc="0" normalizeH="0" baseline="0" noProof="0" dirty="0">
                <a:ln>
                  <a:noFill/>
                </a:ln>
                <a:solidFill>
                  <a:srgbClr val="343434"/>
                </a:solidFill>
                <a:effectLst/>
                <a:uLnTx/>
                <a:uFillTx/>
                <a:latin typeface="Calibri" panose="020F0502020204030204" pitchFamily="34" charset="0"/>
                <a:ea typeface="Calibri" panose="020F0502020204030204" pitchFamily="34" charset="0"/>
                <a:cs typeface="Times New Roman" panose="02020603050405020304" pitchFamily="18" charset="0"/>
                <a:sym typeface="Muli"/>
              </a:rPr>
              <a:t> – le descoperă analistul.</a:t>
            </a:r>
          </a:p>
        </p:txBody>
      </p:sp>
      <p:sp>
        <p:nvSpPr>
          <p:cNvPr id="31" name="Google Shape;3573;p58">
            <a:extLst>
              <a:ext uri="{FF2B5EF4-FFF2-40B4-BE49-F238E27FC236}">
                <a16:creationId xmlns:a16="http://schemas.microsoft.com/office/drawing/2014/main" id="{924978CA-1610-4AC6-8928-8884091AF56D}"/>
              </a:ext>
            </a:extLst>
          </p:cNvPr>
          <p:cNvSpPr/>
          <p:nvPr/>
        </p:nvSpPr>
        <p:spPr>
          <a:xfrm>
            <a:off x="4499517" y="4325196"/>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43434"/>
              </a:solidFill>
              <a:effectLst/>
              <a:uLnTx/>
              <a:uFillTx/>
              <a:latin typeface="Arial"/>
              <a:ea typeface="+mn-ea"/>
              <a:cs typeface="+mn-cs"/>
            </a:endParaRPr>
          </a:p>
        </p:txBody>
      </p:sp>
      <p:grpSp>
        <p:nvGrpSpPr>
          <p:cNvPr id="32" name="Google Shape;3597;p58">
            <a:extLst>
              <a:ext uri="{FF2B5EF4-FFF2-40B4-BE49-F238E27FC236}">
                <a16:creationId xmlns:a16="http://schemas.microsoft.com/office/drawing/2014/main" id="{19244117-31D3-41A5-B823-8DADC5508977}"/>
              </a:ext>
            </a:extLst>
          </p:cNvPr>
          <p:cNvGrpSpPr/>
          <p:nvPr/>
        </p:nvGrpSpPr>
        <p:grpSpPr>
          <a:xfrm>
            <a:off x="4677458" y="4503373"/>
            <a:ext cx="373718" cy="373646"/>
            <a:chOff x="-44914800" y="2342000"/>
            <a:chExt cx="300900" cy="300875"/>
          </a:xfrm>
        </p:grpSpPr>
        <p:sp>
          <p:nvSpPr>
            <p:cNvPr id="33" name="Google Shape;3598;p58">
              <a:extLst>
                <a:ext uri="{FF2B5EF4-FFF2-40B4-BE49-F238E27FC236}">
                  <a16:creationId xmlns:a16="http://schemas.microsoft.com/office/drawing/2014/main" id="{7D15DF4F-4251-4C7B-AACD-6A0D5AA10BC2}"/>
                </a:ext>
              </a:extLst>
            </p:cNvPr>
            <p:cNvSpPr/>
            <p:nvPr/>
          </p:nvSpPr>
          <p:spPr>
            <a:xfrm>
              <a:off x="-44914800" y="2342000"/>
              <a:ext cx="300900" cy="300875"/>
            </a:xfrm>
            <a:custGeom>
              <a:avLst/>
              <a:gdLst/>
              <a:ahLst/>
              <a:cxnLst/>
              <a:rect l="l" t="t" r="r" b="b"/>
              <a:pathLst>
                <a:path w="12036" h="12035" extrusionOk="0">
                  <a:moveTo>
                    <a:pt x="1450" y="725"/>
                  </a:moveTo>
                  <a:lnTo>
                    <a:pt x="1450" y="1418"/>
                  </a:lnTo>
                  <a:lnTo>
                    <a:pt x="725" y="1418"/>
                  </a:lnTo>
                  <a:lnTo>
                    <a:pt x="725" y="725"/>
                  </a:lnTo>
                  <a:close/>
                  <a:moveTo>
                    <a:pt x="11311" y="725"/>
                  </a:moveTo>
                  <a:lnTo>
                    <a:pt x="11311" y="1418"/>
                  </a:lnTo>
                  <a:lnTo>
                    <a:pt x="10618" y="1418"/>
                  </a:lnTo>
                  <a:lnTo>
                    <a:pt x="10618" y="725"/>
                  </a:lnTo>
                  <a:close/>
                  <a:moveTo>
                    <a:pt x="9893" y="1418"/>
                  </a:moveTo>
                  <a:lnTo>
                    <a:pt x="9893" y="1796"/>
                  </a:lnTo>
                  <a:cubicBezTo>
                    <a:pt x="9893" y="1985"/>
                    <a:pt x="10051" y="2142"/>
                    <a:pt x="10240" y="2142"/>
                  </a:cubicBezTo>
                  <a:lnTo>
                    <a:pt x="10618" y="2142"/>
                  </a:lnTo>
                  <a:lnTo>
                    <a:pt x="10618" y="9893"/>
                  </a:lnTo>
                  <a:lnTo>
                    <a:pt x="10240" y="9893"/>
                  </a:lnTo>
                  <a:cubicBezTo>
                    <a:pt x="10051" y="9893"/>
                    <a:pt x="9893" y="10050"/>
                    <a:pt x="9893" y="10239"/>
                  </a:cubicBezTo>
                  <a:lnTo>
                    <a:pt x="9893" y="10617"/>
                  </a:lnTo>
                  <a:lnTo>
                    <a:pt x="2143" y="10617"/>
                  </a:lnTo>
                  <a:lnTo>
                    <a:pt x="2143" y="10239"/>
                  </a:lnTo>
                  <a:cubicBezTo>
                    <a:pt x="2143" y="10050"/>
                    <a:pt x="1985" y="9893"/>
                    <a:pt x="1796" y="9893"/>
                  </a:cubicBezTo>
                  <a:lnTo>
                    <a:pt x="1450" y="9893"/>
                  </a:lnTo>
                  <a:lnTo>
                    <a:pt x="1450" y="2142"/>
                  </a:lnTo>
                  <a:lnTo>
                    <a:pt x="1796" y="2142"/>
                  </a:lnTo>
                  <a:cubicBezTo>
                    <a:pt x="1985" y="2142"/>
                    <a:pt x="2143" y="1985"/>
                    <a:pt x="2143" y="1796"/>
                  </a:cubicBezTo>
                  <a:lnTo>
                    <a:pt x="2143" y="1418"/>
                  </a:lnTo>
                  <a:close/>
                  <a:moveTo>
                    <a:pt x="1418" y="10617"/>
                  </a:moveTo>
                  <a:lnTo>
                    <a:pt x="1418" y="11310"/>
                  </a:lnTo>
                  <a:lnTo>
                    <a:pt x="725" y="11310"/>
                  </a:lnTo>
                  <a:lnTo>
                    <a:pt x="725" y="10617"/>
                  </a:lnTo>
                  <a:close/>
                  <a:moveTo>
                    <a:pt x="11311" y="10617"/>
                  </a:moveTo>
                  <a:lnTo>
                    <a:pt x="11311" y="11310"/>
                  </a:lnTo>
                  <a:lnTo>
                    <a:pt x="10618" y="11310"/>
                  </a:lnTo>
                  <a:lnTo>
                    <a:pt x="10618" y="10617"/>
                  </a:lnTo>
                  <a:close/>
                  <a:moveTo>
                    <a:pt x="379" y="0"/>
                  </a:moveTo>
                  <a:cubicBezTo>
                    <a:pt x="158" y="0"/>
                    <a:pt x="1" y="158"/>
                    <a:pt x="1" y="378"/>
                  </a:cubicBezTo>
                  <a:lnTo>
                    <a:pt x="1" y="1764"/>
                  </a:lnTo>
                  <a:cubicBezTo>
                    <a:pt x="1" y="1985"/>
                    <a:pt x="158" y="2142"/>
                    <a:pt x="379" y="2142"/>
                  </a:cubicBezTo>
                  <a:lnTo>
                    <a:pt x="725" y="2142"/>
                  </a:lnTo>
                  <a:lnTo>
                    <a:pt x="725" y="9893"/>
                  </a:lnTo>
                  <a:lnTo>
                    <a:pt x="379" y="9893"/>
                  </a:lnTo>
                  <a:cubicBezTo>
                    <a:pt x="158" y="9893"/>
                    <a:pt x="1" y="10050"/>
                    <a:pt x="1" y="10239"/>
                  </a:cubicBezTo>
                  <a:lnTo>
                    <a:pt x="1" y="11657"/>
                  </a:lnTo>
                  <a:cubicBezTo>
                    <a:pt x="1" y="11877"/>
                    <a:pt x="158" y="12035"/>
                    <a:pt x="379" y="12035"/>
                  </a:cubicBezTo>
                  <a:lnTo>
                    <a:pt x="1796" y="12035"/>
                  </a:lnTo>
                  <a:cubicBezTo>
                    <a:pt x="1985" y="12035"/>
                    <a:pt x="2143" y="11877"/>
                    <a:pt x="2143" y="11657"/>
                  </a:cubicBezTo>
                  <a:lnTo>
                    <a:pt x="2143" y="11310"/>
                  </a:lnTo>
                  <a:lnTo>
                    <a:pt x="9893" y="11310"/>
                  </a:lnTo>
                  <a:lnTo>
                    <a:pt x="9893" y="11657"/>
                  </a:lnTo>
                  <a:cubicBezTo>
                    <a:pt x="9893" y="11877"/>
                    <a:pt x="10051" y="12035"/>
                    <a:pt x="10240" y="12035"/>
                  </a:cubicBezTo>
                  <a:lnTo>
                    <a:pt x="11657" y="12035"/>
                  </a:lnTo>
                  <a:cubicBezTo>
                    <a:pt x="11878" y="12035"/>
                    <a:pt x="12036" y="11877"/>
                    <a:pt x="12036" y="11657"/>
                  </a:cubicBezTo>
                  <a:lnTo>
                    <a:pt x="12036" y="10239"/>
                  </a:lnTo>
                  <a:cubicBezTo>
                    <a:pt x="12036" y="10050"/>
                    <a:pt x="11878" y="9893"/>
                    <a:pt x="11657" y="9893"/>
                  </a:cubicBezTo>
                  <a:lnTo>
                    <a:pt x="11311" y="9893"/>
                  </a:lnTo>
                  <a:lnTo>
                    <a:pt x="11311" y="2142"/>
                  </a:lnTo>
                  <a:lnTo>
                    <a:pt x="11657" y="2142"/>
                  </a:lnTo>
                  <a:cubicBezTo>
                    <a:pt x="11878" y="2142"/>
                    <a:pt x="12036" y="1985"/>
                    <a:pt x="12036" y="1764"/>
                  </a:cubicBezTo>
                  <a:lnTo>
                    <a:pt x="12036" y="378"/>
                  </a:lnTo>
                  <a:cubicBezTo>
                    <a:pt x="12036" y="158"/>
                    <a:pt x="11878" y="0"/>
                    <a:pt x="11657" y="0"/>
                  </a:cubicBezTo>
                  <a:lnTo>
                    <a:pt x="10240" y="0"/>
                  </a:lnTo>
                  <a:cubicBezTo>
                    <a:pt x="10051" y="0"/>
                    <a:pt x="9893" y="158"/>
                    <a:pt x="9893" y="378"/>
                  </a:cubicBezTo>
                  <a:lnTo>
                    <a:pt x="9893" y="725"/>
                  </a:lnTo>
                  <a:lnTo>
                    <a:pt x="2143" y="725"/>
                  </a:lnTo>
                  <a:lnTo>
                    <a:pt x="2143" y="378"/>
                  </a:lnTo>
                  <a:cubicBezTo>
                    <a:pt x="2143" y="158"/>
                    <a:pt x="1985" y="0"/>
                    <a:pt x="1796" y="0"/>
                  </a:cubicBezTo>
                  <a:close/>
                </a:path>
              </a:pathLst>
            </a:custGeom>
            <a:solidFill>
              <a:srgbClr val="FF721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43434"/>
                </a:solidFill>
                <a:effectLst/>
                <a:uLnTx/>
                <a:uFillTx/>
                <a:latin typeface="Arial"/>
                <a:ea typeface="+mn-ea"/>
                <a:cs typeface="+mn-cs"/>
              </a:endParaRPr>
            </a:p>
          </p:txBody>
        </p:sp>
        <p:sp>
          <p:nvSpPr>
            <p:cNvPr id="34" name="Google Shape;3599;p58">
              <a:extLst>
                <a:ext uri="{FF2B5EF4-FFF2-40B4-BE49-F238E27FC236}">
                  <a16:creationId xmlns:a16="http://schemas.microsoft.com/office/drawing/2014/main" id="{9670D05C-ABD0-4350-97EE-AEA4F5A456BA}"/>
                </a:ext>
              </a:extLst>
            </p:cNvPr>
            <p:cNvSpPr/>
            <p:nvPr/>
          </p:nvSpPr>
          <p:spPr>
            <a:xfrm>
              <a:off x="-44860450" y="2412875"/>
              <a:ext cx="193000" cy="159125"/>
            </a:xfrm>
            <a:custGeom>
              <a:avLst/>
              <a:gdLst/>
              <a:ahLst/>
              <a:cxnLst/>
              <a:rect l="l" t="t" r="r" b="b"/>
              <a:pathLst>
                <a:path w="7720" h="6365" extrusionOk="0">
                  <a:moveTo>
                    <a:pt x="7026" y="694"/>
                  </a:moveTo>
                  <a:lnTo>
                    <a:pt x="7026" y="725"/>
                  </a:lnTo>
                  <a:lnTo>
                    <a:pt x="7026" y="5136"/>
                  </a:lnTo>
                  <a:lnTo>
                    <a:pt x="5514" y="3624"/>
                  </a:lnTo>
                  <a:cubicBezTo>
                    <a:pt x="5451" y="3561"/>
                    <a:pt x="5356" y="3498"/>
                    <a:pt x="5262" y="3498"/>
                  </a:cubicBezTo>
                  <a:cubicBezTo>
                    <a:pt x="5167" y="3498"/>
                    <a:pt x="5041" y="3561"/>
                    <a:pt x="5010" y="3624"/>
                  </a:cubicBezTo>
                  <a:lnTo>
                    <a:pt x="3907" y="4821"/>
                  </a:lnTo>
                  <a:lnTo>
                    <a:pt x="2678" y="3592"/>
                  </a:lnTo>
                  <a:cubicBezTo>
                    <a:pt x="2615" y="3529"/>
                    <a:pt x="2529" y="3498"/>
                    <a:pt x="2438" y="3498"/>
                  </a:cubicBezTo>
                  <a:cubicBezTo>
                    <a:pt x="2348" y="3498"/>
                    <a:pt x="2253" y="3529"/>
                    <a:pt x="2174" y="3592"/>
                  </a:cubicBezTo>
                  <a:lnTo>
                    <a:pt x="662" y="5104"/>
                  </a:lnTo>
                  <a:lnTo>
                    <a:pt x="662" y="694"/>
                  </a:lnTo>
                  <a:close/>
                  <a:moveTo>
                    <a:pt x="2458" y="4380"/>
                  </a:moveTo>
                  <a:lnTo>
                    <a:pt x="3718" y="5640"/>
                  </a:lnTo>
                  <a:lnTo>
                    <a:pt x="1198" y="5640"/>
                  </a:lnTo>
                  <a:lnTo>
                    <a:pt x="2458" y="4380"/>
                  </a:lnTo>
                  <a:close/>
                  <a:moveTo>
                    <a:pt x="5293" y="4411"/>
                  </a:moveTo>
                  <a:lnTo>
                    <a:pt x="6554" y="5671"/>
                  </a:lnTo>
                  <a:lnTo>
                    <a:pt x="4695" y="5671"/>
                  </a:lnTo>
                  <a:lnTo>
                    <a:pt x="4695" y="5640"/>
                  </a:lnTo>
                  <a:lnTo>
                    <a:pt x="4411" y="5356"/>
                  </a:lnTo>
                  <a:lnTo>
                    <a:pt x="5293" y="4411"/>
                  </a:lnTo>
                  <a:close/>
                  <a:moveTo>
                    <a:pt x="347" y="1"/>
                  </a:moveTo>
                  <a:cubicBezTo>
                    <a:pt x="158" y="1"/>
                    <a:pt x="0" y="158"/>
                    <a:pt x="0" y="379"/>
                  </a:cubicBezTo>
                  <a:lnTo>
                    <a:pt x="0" y="5986"/>
                  </a:lnTo>
                  <a:cubicBezTo>
                    <a:pt x="0" y="6207"/>
                    <a:pt x="158" y="6365"/>
                    <a:pt x="347" y="6365"/>
                  </a:cubicBezTo>
                  <a:lnTo>
                    <a:pt x="7373" y="6365"/>
                  </a:lnTo>
                  <a:cubicBezTo>
                    <a:pt x="7562" y="6365"/>
                    <a:pt x="7719" y="6207"/>
                    <a:pt x="7719" y="5986"/>
                  </a:cubicBezTo>
                  <a:lnTo>
                    <a:pt x="7719" y="379"/>
                  </a:lnTo>
                  <a:cubicBezTo>
                    <a:pt x="7719" y="158"/>
                    <a:pt x="7562" y="1"/>
                    <a:pt x="7373" y="1"/>
                  </a:cubicBezTo>
                  <a:close/>
                </a:path>
              </a:pathLst>
            </a:custGeom>
            <a:solidFill>
              <a:srgbClr val="FF721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43434"/>
                </a:solidFill>
                <a:effectLst/>
                <a:uLnTx/>
                <a:uFillTx/>
                <a:latin typeface="Arial"/>
                <a:ea typeface="+mn-ea"/>
                <a:cs typeface="+mn-cs"/>
              </a:endParaRPr>
            </a:p>
          </p:txBody>
        </p:sp>
        <p:sp>
          <p:nvSpPr>
            <p:cNvPr id="35" name="Google Shape;3600;p58">
              <a:extLst>
                <a:ext uri="{FF2B5EF4-FFF2-40B4-BE49-F238E27FC236}">
                  <a16:creationId xmlns:a16="http://schemas.microsoft.com/office/drawing/2014/main" id="{FB4EE6D3-F5D6-4606-9DA0-9D4007AAE4AF}"/>
                </a:ext>
              </a:extLst>
            </p:cNvPr>
            <p:cNvSpPr/>
            <p:nvPr/>
          </p:nvSpPr>
          <p:spPr>
            <a:xfrm>
              <a:off x="-44791150" y="2439650"/>
              <a:ext cx="52800" cy="53600"/>
            </a:xfrm>
            <a:custGeom>
              <a:avLst/>
              <a:gdLst/>
              <a:ahLst/>
              <a:cxnLst/>
              <a:rect l="l" t="t" r="r" b="b"/>
              <a:pathLst>
                <a:path w="2112" h="2144" extrusionOk="0">
                  <a:moveTo>
                    <a:pt x="1041" y="725"/>
                  </a:moveTo>
                  <a:cubicBezTo>
                    <a:pt x="1261" y="725"/>
                    <a:pt x="1419" y="883"/>
                    <a:pt x="1419" y="1072"/>
                  </a:cubicBezTo>
                  <a:cubicBezTo>
                    <a:pt x="1419" y="1261"/>
                    <a:pt x="1261" y="1418"/>
                    <a:pt x="1041" y="1418"/>
                  </a:cubicBezTo>
                  <a:cubicBezTo>
                    <a:pt x="852" y="1418"/>
                    <a:pt x="694" y="1261"/>
                    <a:pt x="694" y="1072"/>
                  </a:cubicBezTo>
                  <a:cubicBezTo>
                    <a:pt x="694" y="883"/>
                    <a:pt x="852" y="725"/>
                    <a:pt x="1041" y="725"/>
                  </a:cubicBezTo>
                  <a:close/>
                  <a:moveTo>
                    <a:pt x="1041" y="1"/>
                  </a:moveTo>
                  <a:cubicBezTo>
                    <a:pt x="473" y="1"/>
                    <a:pt x="1" y="473"/>
                    <a:pt x="1" y="1072"/>
                  </a:cubicBezTo>
                  <a:cubicBezTo>
                    <a:pt x="32" y="1670"/>
                    <a:pt x="505" y="2143"/>
                    <a:pt x="1041" y="2143"/>
                  </a:cubicBezTo>
                  <a:cubicBezTo>
                    <a:pt x="1639" y="2143"/>
                    <a:pt x="2112" y="1670"/>
                    <a:pt x="2112" y="1072"/>
                  </a:cubicBezTo>
                  <a:cubicBezTo>
                    <a:pt x="2112" y="473"/>
                    <a:pt x="1639" y="1"/>
                    <a:pt x="1041" y="1"/>
                  </a:cubicBezTo>
                  <a:close/>
                </a:path>
              </a:pathLst>
            </a:custGeom>
            <a:solidFill>
              <a:srgbClr val="FF721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43434"/>
                </a:solidFill>
                <a:effectLst/>
                <a:uLnTx/>
                <a:uFillTx/>
                <a:latin typeface="Arial"/>
                <a:ea typeface="+mn-ea"/>
                <a:cs typeface="+mn-cs"/>
              </a:endParaRPr>
            </a:p>
          </p:txBody>
        </p:sp>
      </p:grpSp>
      <p:cxnSp>
        <p:nvCxnSpPr>
          <p:cNvPr id="41" name="Google Shape;3650;p60">
            <a:extLst>
              <a:ext uri="{FF2B5EF4-FFF2-40B4-BE49-F238E27FC236}">
                <a16:creationId xmlns:a16="http://schemas.microsoft.com/office/drawing/2014/main" id="{E2936AD4-E9FB-49C8-8F50-F896988C72AE}"/>
              </a:ext>
            </a:extLst>
          </p:cNvPr>
          <p:cNvCxnSpPr>
            <a:cxnSpLocks/>
          </p:cNvCxnSpPr>
          <p:nvPr/>
        </p:nvCxnSpPr>
        <p:spPr>
          <a:xfrm>
            <a:off x="5020978" y="5055196"/>
            <a:ext cx="208139" cy="443217"/>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48"/>
          <p:cNvSpPr txBox="1">
            <a:spLocks noGrp="1"/>
          </p:cNvSpPr>
          <p:nvPr>
            <p:ph type="title"/>
          </p:nvPr>
        </p:nvSpPr>
        <p:spPr>
          <a:xfrm>
            <a:off x="1432200" y="512133"/>
            <a:ext cx="9327600" cy="746400"/>
          </a:xfrm>
          <a:prstGeom prst="rect">
            <a:avLst/>
          </a:prstGeom>
        </p:spPr>
        <p:txBody>
          <a:bodyPr spcFirstLastPara="1" wrap="square" lIns="121900" tIns="121900" rIns="121900" bIns="121900" anchor="t" anchorCtr="0">
            <a:noAutofit/>
          </a:bodyPr>
          <a:lstStyle/>
          <a:p>
            <a:r>
              <a:rPr lang="en-US" dirty="0" err="1"/>
              <a:t>Surse</a:t>
            </a:r>
            <a:r>
              <a:rPr lang="en-US" dirty="0"/>
              <a:t> </a:t>
            </a:r>
            <a:r>
              <a:rPr lang="en-US" dirty="0" err="1"/>
              <a:t>pentru</a:t>
            </a:r>
            <a:r>
              <a:rPr lang="en-US" dirty="0"/>
              <a:t> </a:t>
            </a:r>
            <a:r>
              <a:rPr lang="en-US" dirty="0" err="1"/>
              <a:t>identificarea</a:t>
            </a:r>
            <a:r>
              <a:rPr lang="en-US" dirty="0"/>
              <a:t> </a:t>
            </a:r>
            <a:r>
              <a:rPr lang="en-US" dirty="0" err="1"/>
              <a:t>cerințelor</a:t>
            </a:r>
            <a:endParaRPr dirty="0"/>
          </a:p>
        </p:txBody>
      </p:sp>
      <p:sp>
        <p:nvSpPr>
          <p:cNvPr id="1122" name="Google Shape;1122;p48"/>
          <p:cNvSpPr txBox="1">
            <a:spLocks noGrp="1"/>
          </p:cNvSpPr>
          <p:nvPr>
            <p:ph type="subTitle" idx="3"/>
          </p:nvPr>
        </p:nvSpPr>
        <p:spPr>
          <a:xfrm>
            <a:off x="2149000" y="4147456"/>
            <a:ext cx="3659600" cy="1379600"/>
          </a:xfrm>
          <a:prstGeom prst="rect">
            <a:avLst/>
          </a:prstGeom>
        </p:spPr>
        <p:txBody>
          <a:bodyPr spcFirstLastPara="1" wrap="square" lIns="121900" tIns="121900" rIns="121900" bIns="121900" anchor="t" anchorCtr="0">
            <a:noAutofit/>
          </a:bodyPr>
          <a:lstStyle/>
          <a:p>
            <a:pPr marL="0" indent="0">
              <a:spcBef>
                <a:spcPts val="600"/>
              </a:spcBef>
            </a:pPr>
            <a:r>
              <a:rPr lang="en-US" dirty="0" err="1"/>
              <a:t>Interviuri</a:t>
            </a:r>
            <a:endParaRPr lang="en-US" dirty="0"/>
          </a:p>
          <a:p>
            <a:pPr marL="0" indent="0">
              <a:spcBef>
                <a:spcPts val="600"/>
              </a:spcBef>
            </a:pPr>
            <a:r>
              <a:rPr lang="en-US" dirty="0" err="1"/>
              <a:t>Ședințe</a:t>
            </a:r>
            <a:r>
              <a:rPr lang="en-US" dirty="0"/>
              <a:t> </a:t>
            </a:r>
            <a:r>
              <a:rPr lang="en-US" dirty="0" err="1"/>
              <a:t>comune</a:t>
            </a:r>
            <a:endParaRPr lang="en-US" dirty="0"/>
          </a:p>
          <a:p>
            <a:pPr marL="0" indent="0">
              <a:spcBef>
                <a:spcPts val="600"/>
              </a:spcBef>
            </a:pPr>
            <a:r>
              <a:rPr lang="en-US" dirty="0" err="1"/>
              <a:t>Observații</a:t>
            </a:r>
            <a:r>
              <a:rPr lang="en-US" dirty="0"/>
              <a:t> </a:t>
            </a:r>
            <a:r>
              <a:rPr lang="en-US" dirty="0" err="1"/>
              <a:t>directe</a:t>
            </a:r>
            <a:endParaRPr lang="en-US" dirty="0"/>
          </a:p>
          <a:p>
            <a:pPr marL="0" indent="0">
              <a:spcBef>
                <a:spcPts val="600"/>
              </a:spcBef>
            </a:pPr>
            <a:r>
              <a:rPr lang="en-US" dirty="0" err="1"/>
              <a:t>Prototipizare</a:t>
            </a:r>
            <a:r>
              <a:rPr lang="en-US" dirty="0"/>
              <a:t> </a:t>
            </a:r>
          </a:p>
        </p:txBody>
      </p:sp>
      <p:sp>
        <p:nvSpPr>
          <p:cNvPr id="1123" name="Google Shape;1123;p48"/>
          <p:cNvSpPr txBox="1">
            <a:spLocks noGrp="1"/>
          </p:cNvSpPr>
          <p:nvPr>
            <p:ph type="subTitle" idx="4"/>
          </p:nvPr>
        </p:nvSpPr>
        <p:spPr>
          <a:xfrm>
            <a:off x="6383333" y="4208312"/>
            <a:ext cx="3659600" cy="1379600"/>
          </a:xfrm>
          <a:prstGeom prst="rect">
            <a:avLst/>
          </a:prstGeom>
        </p:spPr>
        <p:txBody>
          <a:bodyPr spcFirstLastPara="1" wrap="square" lIns="121900" tIns="121900" rIns="121900" bIns="121900" anchor="t" anchorCtr="0">
            <a:noAutofit/>
          </a:bodyPr>
          <a:lstStyle/>
          <a:p>
            <a:pPr marL="0" indent="0"/>
            <a:r>
              <a:rPr lang="en-US" dirty="0" err="1"/>
              <a:t>Documente</a:t>
            </a:r>
            <a:r>
              <a:rPr lang="en-US" dirty="0"/>
              <a:t> de </a:t>
            </a:r>
            <a:r>
              <a:rPr lang="en-US" dirty="0" err="1"/>
              <a:t>intrare</a:t>
            </a:r>
            <a:endParaRPr lang="en-US" dirty="0"/>
          </a:p>
          <a:p>
            <a:pPr marL="0" indent="0"/>
            <a:r>
              <a:rPr lang="en-US" dirty="0" err="1"/>
              <a:t>Rapoarte</a:t>
            </a:r>
            <a:r>
              <a:rPr lang="en-US" dirty="0"/>
              <a:t> de </a:t>
            </a:r>
            <a:r>
              <a:rPr lang="en-US" dirty="0" err="1"/>
              <a:t>ieșire</a:t>
            </a:r>
            <a:endParaRPr lang="en-US" dirty="0"/>
          </a:p>
          <a:p>
            <a:pPr marL="0" indent="0"/>
            <a:r>
              <a:rPr lang="en-US" dirty="0" err="1"/>
              <a:t>Legislație</a:t>
            </a:r>
            <a:endParaRPr lang="en-US" dirty="0"/>
          </a:p>
          <a:p>
            <a:pPr marL="0" indent="0"/>
            <a:r>
              <a:rPr lang="en-US" dirty="0"/>
              <a:t>....</a:t>
            </a:r>
          </a:p>
        </p:txBody>
      </p:sp>
      <p:sp>
        <p:nvSpPr>
          <p:cNvPr id="1124" name="Google Shape;1124;p48"/>
          <p:cNvSpPr/>
          <p:nvPr/>
        </p:nvSpPr>
        <p:spPr>
          <a:xfrm>
            <a:off x="3235265" y="1948500"/>
            <a:ext cx="1661200" cy="16612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25" name="Google Shape;1125;p48"/>
          <p:cNvSpPr/>
          <p:nvPr/>
        </p:nvSpPr>
        <p:spPr>
          <a:xfrm>
            <a:off x="7382517" y="1948500"/>
            <a:ext cx="1661200" cy="16612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30" name="Google Shape;1130;p48"/>
          <p:cNvSpPr txBox="1">
            <a:spLocks noGrp="1"/>
          </p:cNvSpPr>
          <p:nvPr>
            <p:ph type="subTitle" idx="1"/>
          </p:nvPr>
        </p:nvSpPr>
        <p:spPr>
          <a:xfrm>
            <a:off x="2149000" y="3700223"/>
            <a:ext cx="3659600" cy="492000"/>
          </a:xfrm>
          <a:prstGeom prst="rect">
            <a:avLst/>
          </a:prstGeom>
        </p:spPr>
        <p:txBody>
          <a:bodyPr spcFirstLastPara="1" wrap="square" lIns="121900" tIns="121900" rIns="121900" bIns="121900" anchor="t" anchorCtr="0">
            <a:noAutofit/>
          </a:bodyPr>
          <a:lstStyle/>
          <a:p>
            <a:pPr marL="0" indent="0"/>
            <a:r>
              <a:rPr lang="ro-RO" dirty="0"/>
              <a:t>Beneficiar</a:t>
            </a:r>
            <a:endParaRPr dirty="0"/>
          </a:p>
        </p:txBody>
      </p:sp>
      <p:sp>
        <p:nvSpPr>
          <p:cNvPr id="1131" name="Google Shape;1131;p48"/>
          <p:cNvSpPr txBox="1">
            <a:spLocks noGrp="1"/>
          </p:cNvSpPr>
          <p:nvPr>
            <p:ph type="subTitle" idx="2"/>
          </p:nvPr>
        </p:nvSpPr>
        <p:spPr>
          <a:xfrm>
            <a:off x="6383333" y="3700223"/>
            <a:ext cx="3659600" cy="492000"/>
          </a:xfrm>
          <a:prstGeom prst="rect">
            <a:avLst/>
          </a:prstGeom>
        </p:spPr>
        <p:txBody>
          <a:bodyPr spcFirstLastPara="1" wrap="square" lIns="121900" tIns="121900" rIns="121900" bIns="121900" anchor="t" anchorCtr="0">
            <a:noAutofit/>
          </a:bodyPr>
          <a:lstStyle/>
          <a:p>
            <a:pPr marL="0" indent="0"/>
            <a:r>
              <a:rPr lang="ro-RO" dirty="0"/>
              <a:t>Artefacte</a:t>
            </a:r>
            <a:endParaRPr dirty="0"/>
          </a:p>
        </p:txBody>
      </p:sp>
      <p:grpSp>
        <p:nvGrpSpPr>
          <p:cNvPr id="13" name="Google Shape;13217;p87">
            <a:extLst>
              <a:ext uri="{FF2B5EF4-FFF2-40B4-BE49-F238E27FC236}">
                <a16:creationId xmlns:a16="http://schemas.microsoft.com/office/drawing/2014/main" id="{9B7B7944-10FE-4D81-A95D-FCADA6E745E6}"/>
              </a:ext>
            </a:extLst>
          </p:cNvPr>
          <p:cNvGrpSpPr/>
          <p:nvPr/>
        </p:nvGrpSpPr>
        <p:grpSpPr>
          <a:xfrm>
            <a:off x="3838885" y="2516762"/>
            <a:ext cx="453960" cy="475503"/>
            <a:chOff x="-64401400" y="1914474"/>
            <a:chExt cx="392462" cy="411086"/>
          </a:xfrm>
          <a:solidFill>
            <a:schemeClr val="accent2"/>
          </a:solidFill>
        </p:grpSpPr>
        <p:sp>
          <p:nvSpPr>
            <p:cNvPr id="14" name="Google Shape;13218;p87">
              <a:extLst>
                <a:ext uri="{FF2B5EF4-FFF2-40B4-BE49-F238E27FC236}">
                  <a16:creationId xmlns:a16="http://schemas.microsoft.com/office/drawing/2014/main" id="{BE6E8A74-1100-4B44-9174-444171A20038}"/>
                </a:ext>
              </a:extLst>
            </p:cNvPr>
            <p:cNvSpPr/>
            <p:nvPr/>
          </p:nvSpPr>
          <p:spPr>
            <a:xfrm>
              <a:off x="-64401400" y="1914474"/>
              <a:ext cx="392462" cy="411086"/>
            </a:xfrm>
            <a:custGeom>
              <a:avLst/>
              <a:gdLst/>
              <a:ahLst/>
              <a:cxnLst/>
              <a:rect l="l" t="t" r="r" b="b"/>
              <a:pathLst>
                <a:path w="12760" h="12691" extrusionOk="0">
                  <a:moveTo>
                    <a:pt x="4726" y="1317"/>
                  </a:moveTo>
                  <a:lnTo>
                    <a:pt x="4726" y="2703"/>
                  </a:lnTo>
                  <a:cubicBezTo>
                    <a:pt x="4663" y="2735"/>
                    <a:pt x="4600" y="2829"/>
                    <a:pt x="4569" y="2861"/>
                  </a:cubicBezTo>
                  <a:lnTo>
                    <a:pt x="4065" y="3554"/>
                  </a:lnTo>
                  <a:cubicBezTo>
                    <a:pt x="3970" y="3176"/>
                    <a:pt x="3907" y="2703"/>
                    <a:pt x="3907" y="2388"/>
                  </a:cubicBezTo>
                  <a:cubicBezTo>
                    <a:pt x="3876" y="1947"/>
                    <a:pt x="3970" y="1632"/>
                    <a:pt x="4222" y="1475"/>
                  </a:cubicBezTo>
                  <a:cubicBezTo>
                    <a:pt x="4348" y="1349"/>
                    <a:pt x="4537" y="1317"/>
                    <a:pt x="4726" y="1317"/>
                  </a:cubicBezTo>
                  <a:close/>
                  <a:moveTo>
                    <a:pt x="7046" y="813"/>
                  </a:moveTo>
                  <a:cubicBezTo>
                    <a:pt x="7507" y="813"/>
                    <a:pt x="7937" y="916"/>
                    <a:pt x="8286" y="1128"/>
                  </a:cubicBezTo>
                  <a:cubicBezTo>
                    <a:pt x="8759" y="1412"/>
                    <a:pt x="8979" y="1821"/>
                    <a:pt x="8948" y="2420"/>
                  </a:cubicBezTo>
                  <a:cubicBezTo>
                    <a:pt x="8948" y="2703"/>
                    <a:pt x="8853" y="3113"/>
                    <a:pt x="8790" y="3554"/>
                  </a:cubicBezTo>
                  <a:lnTo>
                    <a:pt x="8286" y="2861"/>
                  </a:lnTo>
                  <a:cubicBezTo>
                    <a:pt x="8066" y="2609"/>
                    <a:pt x="7814" y="2451"/>
                    <a:pt x="7499" y="2451"/>
                  </a:cubicBezTo>
                  <a:lnTo>
                    <a:pt x="5514" y="2451"/>
                  </a:lnTo>
                  <a:lnTo>
                    <a:pt x="5514" y="1160"/>
                  </a:lnTo>
                  <a:cubicBezTo>
                    <a:pt x="6020" y="931"/>
                    <a:pt x="6551" y="813"/>
                    <a:pt x="7046" y="813"/>
                  </a:cubicBezTo>
                  <a:close/>
                  <a:moveTo>
                    <a:pt x="7530" y="3334"/>
                  </a:moveTo>
                  <a:cubicBezTo>
                    <a:pt x="7562" y="3334"/>
                    <a:pt x="7593" y="3365"/>
                    <a:pt x="7656" y="3365"/>
                  </a:cubicBezTo>
                  <a:lnTo>
                    <a:pt x="8601" y="4657"/>
                  </a:lnTo>
                  <a:cubicBezTo>
                    <a:pt x="8444" y="5917"/>
                    <a:pt x="7688" y="7177"/>
                    <a:pt x="6427" y="7177"/>
                  </a:cubicBezTo>
                  <a:cubicBezTo>
                    <a:pt x="5167" y="7177"/>
                    <a:pt x="4411" y="5980"/>
                    <a:pt x="4254" y="4657"/>
                  </a:cubicBezTo>
                  <a:lnTo>
                    <a:pt x="5199" y="3365"/>
                  </a:lnTo>
                  <a:cubicBezTo>
                    <a:pt x="5230" y="3334"/>
                    <a:pt x="5293" y="3334"/>
                    <a:pt x="5325" y="3334"/>
                  </a:cubicBezTo>
                  <a:close/>
                  <a:moveTo>
                    <a:pt x="5199" y="7681"/>
                  </a:moveTo>
                  <a:cubicBezTo>
                    <a:pt x="5608" y="7902"/>
                    <a:pt x="5986" y="8028"/>
                    <a:pt x="6427" y="8028"/>
                  </a:cubicBezTo>
                  <a:cubicBezTo>
                    <a:pt x="6869" y="8028"/>
                    <a:pt x="7310" y="7902"/>
                    <a:pt x="7688" y="7713"/>
                  </a:cubicBezTo>
                  <a:lnTo>
                    <a:pt x="7688" y="7807"/>
                  </a:lnTo>
                  <a:cubicBezTo>
                    <a:pt x="7688" y="8028"/>
                    <a:pt x="7719" y="8185"/>
                    <a:pt x="7814" y="8343"/>
                  </a:cubicBezTo>
                  <a:lnTo>
                    <a:pt x="6427" y="9634"/>
                  </a:lnTo>
                  <a:lnTo>
                    <a:pt x="5073" y="8280"/>
                  </a:lnTo>
                  <a:cubicBezTo>
                    <a:pt x="5167" y="8122"/>
                    <a:pt x="5199" y="7965"/>
                    <a:pt x="5199" y="7776"/>
                  </a:cubicBezTo>
                  <a:lnTo>
                    <a:pt x="5199" y="7681"/>
                  </a:lnTo>
                  <a:close/>
                  <a:moveTo>
                    <a:pt x="4537" y="8878"/>
                  </a:moveTo>
                  <a:lnTo>
                    <a:pt x="5829" y="10170"/>
                  </a:lnTo>
                  <a:lnTo>
                    <a:pt x="5230" y="10769"/>
                  </a:lnTo>
                  <a:lnTo>
                    <a:pt x="4065" y="9036"/>
                  </a:lnTo>
                  <a:cubicBezTo>
                    <a:pt x="4222" y="9036"/>
                    <a:pt x="4380" y="9004"/>
                    <a:pt x="4537" y="8878"/>
                  </a:cubicBezTo>
                  <a:close/>
                  <a:moveTo>
                    <a:pt x="8318" y="8878"/>
                  </a:moveTo>
                  <a:cubicBezTo>
                    <a:pt x="8475" y="8973"/>
                    <a:pt x="8633" y="9036"/>
                    <a:pt x="8790" y="9036"/>
                  </a:cubicBezTo>
                  <a:lnTo>
                    <a:pt x="7593" y="10769"/>
                  </a:lnTo>
                  <a:lnTo>
                    <a:pt x="7026" y="10170"/>
                  </a:lnTo>
                  <a:lnTo>
                    <a:pt x="8318" y="8878"/>
                  </a:lnTo>
                  <a:close/>
                  <a:moveTo>
                    <a:pt x="10460" y="9067"/>
                  </a:moveTo>
                  <a:cubicBezTo>
                    <a:pt x="11279" y="9067"/>
                    <a:pt x="11941" y="9760"/>
                    <a:pt x="11941" y="10580"/>
                  </a:cubicBezTo>
                  <a:lnTo>
                    <a:pt x="11941" y="11840"/>
                  </a:lnTo>
                  <a:lnTo>
                    <a:pt x="7814" y="11840"/>
                  </a:lnTo>
                  <a:cubicBezTo>
                    <a:pt x="7908" y="11808"/>
                    <a:pt x="8003" y="11745"/>
                    <a:pt x="8034" y="11682"/>
                  </a:cubicBezTo>
                  <a:lnTo>
                    <a:pt x="9798" y="9067"/>
                  </a:lnTo>
                  <a:close/>
                  <a:moveTo>
                    <a:pt x="3088" y="9067"/>
                  </a:moveTo>
                  <a:lnTo>
                    <a:pt x="4852" y="11651"/>
                  </a:lnTo>
                  <a:cubicBezTo>
                    <a:pt x="4915" y="11745"/>
                    <a:pt x="5041" y="11808"/>
                    <a:pt x="5167" y="11840"/>
                  </a:cubicBezTo>
                  <a:lnTo>
                    <a:pt x="5199" y="11840"/>
                  </a:lnTo>
                  <a:cubicBezTo>
                    <a:pt x="5325" y="11840"/>
                    <a:pt x="5419" y="11808"/>
                    <a:pt x="5482" y="11714"/>
                  </a:cubicBezTo>
                  <a:lnTo>
                    <a:pt x="6427" y="10769"/>
                  </a:lnTo>
                  <a:lnTo>
                    <a:pt x="7404" y="11745"/>
                  </a:lnTo>
                  <a:cubicBezTo>
                    <a:pt x="7436" y="11777"/>
                    <a:pt x="7530" y="11840"/>
                    <a:pt x="7593" y="11871"/>
                  </a:cubicBezTo>
                  <a:lnTo>
                    <a:pt x="914" y="11871"/>
                  </a:lnTo>
                  <a:lnTo>
                    <a:pt x="914" y="11840"/>
                  </a:lnTo>
                  <a:lnTo>
                    <a:pt x="914" y="10580"/>
                  </a:lnTo>
                  <a:cubicBezTo>
                    <a:pt x="914" y="9760"/>
                    <a:pt x="1576" y="9067"/>
                    <a:pt x="2395" y="9067"/>
                  </a:cubicBezTo>
                  <a:close/>
                  <a:moveTo>
                    <a:pt x="7043" y="1"/>
                  </a:moveTo>
                  <a:cubicBezTo>
                    <a:pt x="6380" y="1"/>
                    <a:pt x="5673" y="166"/>
                    <a:pt x="5010" y="498"/>
                  </a:cubicBezTo>
                  <a:cubicBezTo>
                    <a:pt x="4898" y="477"/>
                    <a:pt x="4788" y="467"/>
                    <a:pt x="4680" y="467"/>
                  </a:cubicBezTo>
                  <a:cubicBezTo>
                    <a:pt x="4300" y="467"/>
                    <a:pt x="3942" y="592"/>
                    <a:pt x="3624" y="813"/>
                  </a:cubicBezTo>
                  <a:cubicBezTo>
                    <a:pt x="3308" y="1034"/>
                    <a:pt x="2962" y="1506"/>
                    <a:pt x="2962" y="2388"/>
                  </a:cubicBezTo>
                  <a:cubicBezTo>
                    <a:pt x="2962" y="3144"/>
                    <a:pt x="3277" y="4405"/>
                    <a:pt x="3340" y="4625"/>
                  </a:cubicBezTo>
                  <a:cubicBezTo>
                    <a:pt x="3466" y="5570"/>
                    <a:pt x="3781" y="6389"/>
                    <a:pt x="4285" y="6988"/>
                  </a:cubicBezTo>
                  <a:lnTo>
                    <a:pt x="4285" y="7744"/>
                  </a:lnTo>
                  <a:cubicBezTo>
                    <a:pt x="4285" y="8028"/>
                    <a:pt x="4065" y="8248"/>
                    <a:pt x="3781" y="8248"/>
                  </a:cubicBezTo>
                  <a:lnTo>
                    <a:pt x="2332" y="8248"/>
                  </a:lnTo>
                  <a:cubicBezTo>
                    <a:pt x="1072" y="8248"/>
                    <a:pt x="0" y="9288"/>
                    <a:pt x="0" y="10580"/>
                  </a:cubicBezTo>
                  <a:lnTo>
                    <a:pt x="0" y="12281"/>
                  </a:lnTo>
                  <a:cubicBezTo>
                    <a:pt x="0" y="12501"/>
                    <a:pt x="189" y="12690"/>
                    <a:pt x="410" y="12690"/>
                  </a:cubicBezTo>
                  <a:lnTo>
                    <a:pt x="12256" y="12690"/>
                  </a:lnTo>
                  <a:cubicBezTo>
                    <a:pt x="12508" y="12690"/>
                    <a:pt x="12697" y="12501"/>
                    <a:pt x="12697" y="12281"/>
                  </a:cubicBezTo>
                  <a:lnTo>
                    <a:pt x="12697" y="10580"/>
                  </a:lnTo>
                  <a:cubicBezTo>
                    <a:pt x="12760" y="9319"/>
                    <a:pt x="11689" y="8248"/>
                    <a:pt x="10429" y="8248"/>
                  </a:cubicBezTo>
                  <a:lnTo>
                    <a:pt x="8979" y="8248"/>
                  </a:lnTo>
                  <a:cubicBezTo>
                    <a:pt x="8696" y="8248"/>
                    <a:pt x="8475" y="8028"/>
                    <a:pt x="8475" y="7744"/>
                  </a:cubicBezTo>
                  <a:lnTo>
                    <a:pt x="8475" y="6957"/>
                  </a:lnTo>
                  <a:cubicBezTo>
                    <a:pt x="8979" y="6358"/>
                    <a:pt x="9294" y="5539"/>
                    <a:pt x="9389" y="4625"/>
                  </a:cubicBezTo>
                  <a:cubicBezTo>
                    <a:pt x="9546" y="4121"/>
                    <a:pt x="9735" y="3050"/>
                    <a:pt x="9767" y="2420"/>
                  </a:cubicBezTo>
                  <a:cubicBezTo>
                    <a:pt x="9767" y="1538"/>
                    <a:pt x="9420" y="845"/>
                    <a:pt x="8664" y="404"/>
                  </a:cubicBezTo>
                  <a:cubicBezTo>
                    <a:pt x="8202" y="135"/>
                    <a:pt x="7640" y="1"/>
                    <a:pt x="70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3219;p87">
              <a:extLst>
                <a:ext uri="{FF2B5EF4-FFF2-40B4-BE49-F238E27FC236}">
                  <a16:creationId xmlns:a16="http://schemas.microsoft.com/office/drawing/2014/main" id="{4DDBA954-2484-4348-B9C5-516DA7E387DD}"/>
                </a:ext>
              </a:extLst>
            </p:cNvPr>
            <p:cNvSpPr/>
            <p:nvPr/>
          </p:nvSpPr>
          <p:spPr>
            <a:xfrm>
              <a:off x="-64303726" y="2130596"/>
              <a:ext cx="48850" cy="22075"/>
            </a:xfrm>
            <a:custGeom>
              <a:avLst/>
              <a:gdLst/>
              <a:ahLst/>
              <a:cxnLst/>
              <a:rect l="l" t="t" r="r" b="b"/>
              <a:pathLst>
                <a:path w="1954" h="883" extrusionOk="0">
                  <a:moveTo>
                    <a:pt x="410" y="1"/>
                  </a:moveTo>
                  <a:cubicBezTo>
                    <a:pt x="158" y="1"/>
                    <a:pt x="0" y="190"/>
                    <a:pt x="0" y="442"/>
                  </a:cubicBezTo>
                  <a:cubicBezTo>
                    <a:pt x="0" y="662"/>
                    <a:pt x="221" y="883"/>
                    <a:pt x="410" y="883"/>
                  </a:cubicBezTo>
                  <a:lnTo>
                    <a:pt x="1513" y="883"/>
                  </a:lnTo>
                  <a:cubicBezTo>
                    <a:pt x="1765" y="883"/>
                    <a:pt x="1891" y="662"/>
                    <a:pt x="1891" y="442"/>
                  </a:cubicBezTo>
                  <a:cubicBezTo>
                    <a:pt x="1954" y="190"/>
                    <a:pt x="1733" y="1"/>
                    <a:pt x="151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220;p87">
              <a:extLst>
                <a:ext uri="{FF2B5EF4-FFF2-40B4-BE49-F238E27FC236}">
                  <a16:creationId xmlns:a16="http://schemas.microsoft.com/office/drawing/2014/main" id="{F63DA6FF-3BE5-4E21-A1F0-9BD1692071EC}"/>
                </a:ext>
              </a:extLst>
            </p:cNvPr>
            <p:cNvSpPr/>
            <p:nvPr/>
          </p:nvSpPr>
          <p:spPr>
            <a:xfrm>
              <a:off x="-64212375" y="2210450"/>
              <a:ext cx="5525" cy="25"/>
            </a:xfrm>
            <a:custGeom>
              <a:avLst/>
              <a:gdLst/>
              <a:ahLst/>
              <a:cxnLst/>
              <a:rect l="l" t="t" r="r" b="b"/>
              <a:pathLst>
                <a:path w="221" h="1" extrusionOk="0">
                  <a:moveTo>
                    <a:pt x="1" y="1"/>
                  </a:moveTo>
                  <a:lnTo>
                    <a:pt x="221" y="1"/>
                  </a:lnTo>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2884;p86">
            <a:extLst>
              <a:ext uri="{FF2B5EF4-FFF2-40B4-BE49-F238E27FC236}">
                <a16:creationId xmlns:a16="http://schemas.microsoft.com/office/drawing/2014/main" id="{CF9494C3-DEA1-46DC-B47B-19D68B6D6D94}"/>
              </a:ext>
            </a:extLst>
          </p:cNvPr>
          <p:cNvSpPr/>
          <p:nvPr/>
        </p:nvSpPr>
        <p:spPr>
          <a:xfrm>
            <a:off x="7964587" y="2563964"/>
            <a:ext cx="497060" cy="456639"/>
          </a:xfrm>
          <a:custGeom>
            <a:avLst/>
            <a:gdLst/>
            <a:ahLst/>
            <a:cxnLst/>
            <a:rect l="l" t="t" r="r" b="b"/>
            <a:pathLst>
              <a:path w="12918" h="10807" extrusionOk="0">
                <a:moveTo>
                  <a:pt x="10807" y="851"/>
                </a:moveTo>
                <a:cubicBezTo>
                  <a:pt x="10366" y="1608"/>
                  <a:pt x="10366" y="2584"/>
                  <a:pt x="10807" y="3340"/>
                </a:cubicBezTo>
                <a:lnTo>
                  <a:pt x="2332" y="3340"/>
                </a:lnTo>
                <a:cubicBezTo>
                  <a:pt x="1765" y="3340"/>
                  <a:pt x="1293" y="2962"/>
                  <a:pt x="1135" y="2458"/>
                </a:cubicBezTo>
                <a:cubicBezTo>
                  <a:pt x="915" y="1671"/>
                  <a:pt x="1513" y="851"/>
                  <a:pt x="2332" y="851"/>
                </a:cubicBezTo>
                <a:close/>
                <a:moveTo>
                  <a:pt x="8822" y="4159"/>
                </a:moveTo>
                <a:lnTo>
                  <a:pt x="8822" y="6648"/>
                </a:lnTo>
                <a:lnTo>
                  <a:pt x="1891" y="6648"/>
                </a:lnTo>
                <a:lnTo>
                  <a:pt x="1891" y="4159"/>
                </a:lnTo>
                <a:close/>
                <a:moveTo>
                  <a:pt x="10524" y="4159"/>
                </a:moveTo>
                <a:lnTo>
                  <a:pt x="10524" y="6648"/>
                </a:lnTo>
                <a:lnTo>
                  <a:pt x="9704" y="6648"/>
                </a:lnTo>
                <a:lnTo>
                  <a:pt x="9704" y="4159"/>
                </a:lnTo>
                <a:close/>
                <a:moveTo>
                  <a:pt x="12130" y="4159"/>
                </a:moveTo>
                <a:lnTo>
                  <a:pt x="12130" y="6648"/>
                </a:lnTo>
                <a:lnTo>
                  <a:pt x="11343" y="6648"/>
                </a:lnTo>
                <a:lnTo>
                  <a:pt x="11343" y="4159"/>
                </a:lnTo>
                <a:close/>
                <a:moveTo>
                  <a:pt x="1986" y="7467"/>
                </a:moveTo>
                <a:lnTo>
                  <a:pt x="1986" y="9956"/>
                </a:lnTo>
                <a:lnTo>
                  <a:pt x="1104" y="9956"/>
                </a:lnTo>
                <a:lnTo>
                  <a:pt x="1104" y="7467"/>
                </a:lnTo>
                <a:close/>
                <a:moveTo>
                  <a:pt x="3624" y="7467"/>
                </a:moveTo>
                <a:lnTo>
                  <a:pt x="3624" y="9956"/>
                </a:lnTo>
                <a:lnTo>
                  <a:pt x="2805" y="9956"/>
                </a:lnTo>
                <a:lnTo>
                  <a:pt x="2805" y="7467"/>
                </a:lnTo>
                <a:close/>
                <a:moveTo>
                  <a:pt x="11311" y="7467"/>
                </a:moveTo>
                <a:lnTo>
                  <a:pt x="11311" y="9956"/>
                </a:lnTo>
                <a:lnTo>
                  <a:pt x="4443" y="9956"/>
                </a:lnTo>
                <a:lnTo>
                  <a:pt x="4443" y="7467"/>
                </a:lnTo>
                <a:close/>
                <a:moveTo>
                  <a:pt x="2364" y="1"/>
                </a:moveTo>
                <a:cubicBezTo>
                  <a:pt x="1671" y="1"/>
                  <a:pt x="1041" y="379"/>
                  <a:pt x="631" y="914"/>
                </a:cubicBezTo>
                <a:cubicBezTo>
                  <a:pt x="1" y="1828"/>
                  <a:pt x="253" y="3088"/>
                  <a:pt x="1104" y="3718"/>
                </a:cubicBezTo>
                <a:lnTo>
                  <a:pt x="1104" y="6648"/>
                </a:lnTo>
                <a:lnTo>
                  <a:pt x="694" y="6648"/>
                </a:lnTo>
                <a:cubicBezTo>
                  <a:pt x="442" y="6648"/>
                  <a:pt x="284" y="6837"/>
                  <a:pt x="284" y="7058"/>
                </a:cubicBezTo>
                <a:lnTo>
                  <a:pt x="284" y="10366"/>
                </a:lnTo>
                <a:cubicBezTo>
                  <a:pt x="284" y="10618"/>
                  <a:pt x="473" y="10807"/>
                  <a:pt x="694" y="10807"/>
                </a:cubicBezTo>
                <a:lnTo>
                  <a:pt x="11721" y="10807"/>
                </a:lnTo>
                <a:cubicBezTo>
                  <a:pt x="11941" y="10807"/>
                  <a:pt x="12130" y="10618"/>
                  <a:pt x="12130" y="10366"/>
                </a:cubicBezTo>
                <a:lnTo>
                  <a:pt x="12130" y="7499"/>
                </a:lnTo>
                <a:lnTo>
                  <a:pt x="12540" y="7499"/>
                </a:lnTo>
                <a:cubicBezTo>
                  <a:pt x="12760" y="7499"/>
                  <a:pt x="12918" y="7310"/>
                  <a:pt x="12918" y="7058"/>
                </a:cubicBezTo>
                <a:lnTo>
                  <a:pt x="12918" y="3750"/>
                </a:lnTo>
                <a:cubicBezTo>
                  <a:pt x="12918" y="3529"/>
                  <a:pt x="12760" y="3340"/>
                  <a:pt x="12540" y="3340"/>
                </a:cubicBezTo>
                <a:lnTo>
                  <a:pt x="11878" y="3340"/>
                </a:lnTo>
                <a:cubicBezTo>
                  <a:pt x="11091" y="2647"/>
                  <a:pt x="11122" y="1387"/>
                  <a:pt x="11973" y="757"/>
                </a:cubicBezTo>
                <a:cubicBezTo>
                  <a:pt x="12256" y="536"/>
                  <a:pt x="12130" y="64"/>
                  <a:pt x="117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536897" y="1103617"/>
            <a:ext cx="8937633" cy="5099826"/>
          </a:xfrm>
          <a:prstGeom prst="rect">
            <a:avLst/>
          </a:prstGeom>
        </p:spPr>
        <p:txBody>
          <a:bodyPr spcFirstLastPara="1" wrap="square" lIns="121900" tIns="121900" rIns="121900" bIns="121900" anchor="t" anchorCtr="0">
            <a:noAutofit/>
          </a:bodyPr>
          <a:lstStyle/>
          <a:p>
            <a:pPr marL="38100" marR="0" indent="-342900" algn="just">
              <a:spcBef>
                <a:spcPts val="600"/>
              </a:spcBef>
              <a:buClr>
                <a:schemeClr val="accent5"/>
              </a:buClr>
              <a:buSzPct val="120000"/>
              <a:buFont typeface="Arial" panose="020B0604020202020204" pitchFamily="34" charset="0"/>
              <a:buChar char="•"/>
            </a:pPr>
            <a:r>
              <a:rPr lang="en-US" sz="2000" b="1" dirty="0" err="1">
                <a:solidFill>
                  <a:srgbClr val="000000"/>
                </a:solidFill>
                <a:effectLst/>
                <a:latin typeface="Calibri" panose="020F0502020204030204" pitchFamily="34" charset="0"/>
                <a:ea typeface="Calibri" panose="020F0502020204030204" pitchFamily="34" charset="0"/>
              </a:rPr>
              <a:t>Artefactele</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conțin</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orice</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informații</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existente</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despre</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sistem</a:t>
            </a:r>
            <a:r>
              <a:rPr lang="en-US" sz="2000" dirty="0">
                <a:solidFill>
                  <a:srgbClr val="000000"/>
                </a:solidFill>
                <a:effectLst/>
                <a:latin typeface="Calibri" panose="020F0502020204030204" pitchFamily="34" charset="0"/>
                <a:ea typeface="Calibri" panose="020F0502020204030204" pitchFamily="34" charset="0"/>
              </a:rPr>
              <a:t> care pot fi </a:t>
            </a:r>
            <a:r>
              <a:rPr lang="en-US" sz="2000" dirty="0" err="1">
                <a:solidFill>
                  <a:srgbClr val="000000"/>
                </a:solidFill>
                <a:effectLst/>
                <a:latin typeface="Calibri" panose="020F0502020204030204" pitchFamily="34" charset="0"/>
                <a:ea typeface="Calibri" panose="020F0502020204030204" pitchFamily="34" charset="0"/>
              </a:rPr>
              <a:t>culese</a:t>
            </a:r>
            <a:r>
              <a:rPr lang="en-US" sz="2000" dirty="0">
                <a:solidFill>
                  <a:srgbClr val="000000"/>
                </a:solidFill>
                <a:effectLst/>
                <a:latin typeface="Calibri" panose="020F0502020204030204" pitchFamily="34" charset="0"/>
                <a:ea typeface="Calibri" panose="020F0502020204030204" pitchFamily="34" charset="0"/>
              </a:rPr>
              <a:t> din diverse </a:t>
            </a:r>
            <a:r>
              <a:rPr lang="en-US" sz="2000" dirty="0" err="1">
                <a:solidFill>
                  <a:srgbClr val="000000"/>
                </a:solidFill>
                <a:effectLst/>
                <a:latin typeface="Calibri" panose="020F0502020204030204" pitchFamily="34" charset="0"/>
                <a:ea typeface="Calibri" panose="020F0502020204030204" pitchFamily="34" charset="0"/>
              </a:rPr>
              <a:t>surse</a:t>
            </a:r>
            <a:r>
              <a:rPr lang="en-US" sz="2000" dirty="0">
                <a:solidFill>
                  <a:srgbClr val="000000"/>
                </a:solidFill>
                <a:effectLst/>
                <a:latin typeface="Calibri" panose="020F0502020204030204" pitchFamily="34" charset="0"/>
                <a:ea typeface="Calibri" panose="020F0502020204030204" pitchFamily="34" charset="0"/>
              </a:rPr>
              <a:t>:</a:t>
            </a:r>
          </a:p>
          <a:p>
            <a:pPr marL="495300" lvl="1" indent="-342900" algn="just">
              <a:spcBef>
                <a:spcPts val="600"/>
              </a:spcBef>
              <a:buClr>
                <a:schemeClr val="accent5"/>
              </a:buClr>
              <a:buSzPct val="120000"/>
              <a:buFont typeface="Wingdings" panose="05000000000000000000" pitchFamily="2" charset="2"/>
              <a:buChar char="ü"/>
            </a:pPr>
            <a:r>
              <a:rPr lang="en-US" sz="2000" dirty="0" err="1">
                <a:solidFill>
                  <a:srgbClr val="000000"/>
                </a:solidFill>
                <a:effectLst/>
                <a:latin typeface="Calibri" panose="020F0502020204030204" pitchFamily="34" charset="0"/>
                <a:ea typeface="Calibri" panose="020F0502020204030204" pitchFamily="34" charset="0"/>
              </a:rPr>
              <a:t>Documente</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preexistente</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despre</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funcționarea</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sistemului</a:t>
            </a:r>
            <a:endParaRPr lang="en-US" sz="2000" dirty="0">
              <a:solidFill>
                <a:srgbClr val="000000"/>
              </a:solidFill>
              <a:effectLst/>
              <a:latin typeface="Calibri" panose="020F0502020204030204" pitchFamily="34" charset="0"/>
              <a:ea typeface="Calibri" panose="020F0502020204030204" pitchFamily="34" charset="0"/>
            </a:endParaRPr>
          </a:p>
          <a:p>
            <a:pPr marL="495300" lvl="1" indent="-342900" algn="just">
              <a:spcBef>
                <a:spcPts val="600"/>
              </a:spcBef>
              <a:buClr>
                <a:schemeClr val="accent5"/>
              </a:buClr>
              <a:buSzPct val="120000"/>
              <a:buFont typeface="Wingdings" panose="05000000000000000000" pitchFamily="2" charset="2"/>
              <a:buChar char="ü"/>
            </a:pPr>
            <a:r>
              <a:rPr lang="en-US" sz="2000" dirty="0" err="1">
                <a:solidFill>
                  <a:srgbClr val="000000"/>
                </a:solidFill>
                <a:effectLst/>
                <a:latin typeface="Calibri" panose="020F0502020204030204" pitchFamily="34" charset="0"/>
                <a:ea typeface="Calibri" panose="020F0502020204030204" pitchFamily="34" charset="0"/>
              </a:rPr>
              <a:t>Eșantioane</a:t>
            </a:r>
            <a:r>
              <a:rPr lang="en-US" sz="2000" dirty="0">
                <a:solidFill>
                  <a:srgbClr val="000000"/>
                </a:solidFill>
                <a:effectLst/>
                <a:latin typeface="Calibri" panose="020F0502020204030204" pitchFamily="34" charset="0"/>
                <a:ea typeface="Calibri" panose="020F0502020204030204" pitchFamily="34" charset="0"/>
              </a:rPr>
              <a:t> de date</a:t>
            </a:r>
          </a:p>
          <a:p>
            <a:pPr marL="495300" lvl="1" indent="-342900" algn="just">
              <a:spcBef>
                <a:spcPts val="600"/>
              </a:spcBef>
              <a:buClr>
                <a:schemeClr val="accent5"/>
              </a:buClr>
              <a:buSzPct val="120000"/>
              <a:buFont typeface="Wingdings" panose="05000000000000000000" pitchFamily="2" charset="2"/>
              <a:buChar char="ü"/>
            </a:pPr>
            <a:r>
              <a:rPr lang="en-US" sz="2000" dirty="0" err="1">
                <a:solidFill>
                  <a:srgbClr val="000000"/>
                </a:solidFill>
                <a:effectLst/>
                <a:latin typeface="Calibri" panose="020F0502020204030204" pitchFamily="34" charset="0"/>
                <a:ea typeface="Calibri" panose="020F0502020204030204" pitchFamily="34" charset="0"/>
              </a:rPr>
              <a:t>Chestionare</a:t>
            </a:r>
            <a:r>
              <a:rPr lang="en-US" sz="2000" dirty="0">
                <a:solidFill>
                  <a:srgbClr val="000000"/>
                </a:solidFill>
                <a:effectLst/>
                <a:latin typeface="Calibri" panose="020F0502020204030204" pitchFamily="34" charset="0"/>
                <a:ea typeface="Calibri" panose="020F0502020204030204" pitchFamily="34" charset="0"/>
              </a:rPr>
              <a:t> </a:t>
            </a:r>
          </a:p>
          <a:p>
            <a:pPr marL="495300" lvl="1" indent="-342900" algn="just">
              <a:spcBef>
                <a:spcPts val="600"/>
              </a:spcBef>
              <a:buClr>
                <a:schemeClr val="accent5"/>
              </a:buClr>
              <a:buSzPct val="120000"/>
              <a:buFont typeface="Wingdings" panose="05000000000000000000" pitchFamily="2" charset="2"/>
              <a:buChar char="ü"/>
            </a:pPr>
            <a:r>
              <a:rPr lang="en-US" sz="2000" dirty="0" err="1">
                <a:solidFill>
                  <a:srgbClr val="000000"/>
                </a:solidFill>
                <a:effectLst/>
                <a:latin typeface="Calibri" panose="020F0502020204030204" pitchFamily="34" charset="0"/>
                <a:ea typeface="Calibri" panose="020F0502020204030204" pitchFamily="34" charset="0"/>
              </a:rPr>
              <a:t>Scenarii</a:t>
            </a:r>
            <a:endParaRPr lang="en-US" sz="2000" dirty="0">
              <a:solidFill>
                <a:srgbClr val="000000"/>
              </a:solidFill>
              <a:effectLst/>
              <a:latin typeface="Calibri" panose="020F0502020204030204" pitchFamily="34" charset="0"/>
              <a:ea typeface="Calibri" panose="020F0502020204030204" pitchFamily="34" charset="0"/>
            </a:endParaRPr>
          </a:p>
          <a:p>
            <a:pPr marL="495300" lvl="1" indent="-342900" algn="just">
              <a:spcBef>
                <a:spcPts val="600"/>
              </a:spcBef>
              <a:buClr>
                <a:schemeClr val="accent5"/>
              </a:buClr>
              <a:buSzPct val="120000"/>
              <a:buFont typeface="Wingdings" panose="05000000000000000000" pitchFamily="2" charset="2"/>
              <a:buChar char="ü"/>
            </a:pPr>
            <a:r>
              <a:rPr lang="en-US" sz="2000" dirty="0" err="1">
                <a:solidFill>
                  <a:srgbClr val="000000"/>
                </a:solidFill>
                <a:effectLst/>
                <a:latin typeface="Calibri" panose="020F0502020204030204" pitchFamily="34" charset="0"/>
                <a:ea typeface="Calibri" panose="020F0502020204030204" pitchFamily="34" charset="0"/>
              </a:rPr>
              <a:t>Prototipuri</a:t>
            </a:r>
            <a:r>
              <a:rPr lang="en-US" sz="2000" dirty="0">
                <a:solidFill>
                  <a:srgbClr val="000000"/>
                </a:solidFill>
                <a:effectLst/>
                <a:latin typeface="Calibri" panose="020F0502020204030204" pitchFamily="34" charset="0"/>
                <a:ea typeface="Calibri" panose="020F0502020204030204" pitchFamily="34" charset="0"/>
              </a:rPr>
              <a:t> de </a:t>
            </a:r>
            <a:r>
              <a:rPr lang="en-US" sz="2000" dirty="0" err="1">
                <a:solidFill>
                  <a:srgbClr val="000000"/>
                </a:solidFill>
                <a:effectLst/>
                <a:latin typeface="Calibri" panose="020F0502020204030204" pitchFamily="34" charset="0"/>
                <a:ea typeface="Calibri" panose="020F0502020204030204" pitchFamily="34" charset="0"/>
              </a:rPr>
              <a:t>interfețe</a:t>
            </a:r>
            <a:endParaRPr lang="en-US" sz="2000" dirty="0">
              <a:solidFill>
                <a:srgbClr val="000000"/>
              </a:solidFill>
              <a:effectLst/>
              <a:latin typeface="Calibri" panose="020F0502020204030204" pitchFamily="34" charset="0"/>
              <a:ea typeface="Calibri" panose="020F0502020204030204" pitchFamily="34" charset="0"/>
            </a:endParaRPr>
          </a:p>
          <a:p>
            <a:pPr marL="495300" lvl="1" indent="-342900" algn="just">
              <a:spcBef>
                <a:spcPts val="600"/>
              </a:spcBef>
              <a:buClr>
                <a:schemeClr val="accent5"/>
              </a:buClr>
              <a:buSzPct val="120000"/>
              <a:buFont typeface="Wingdings" panose="05000000000000000000" pitchFamily="2" charset="2"/>
              <a:buChar char="ü"/>
            </a:pPr>
            <a:r>
              <a:rPr lang="en-US" sz="2000" dirty="0">
                <a:solidFill>
                  <a:srgbClr val="000000"/>
                </a:solidFill>
                <a:effectLst/>
                <a:latin typeface="Calibri" panose="020F0502020204030204" pitchFamily="34" charset="0"/>
                <a:ea typeface="Calibri" panose="020F0502020204030204" pitchFamily="34" charset="0"/>
              </a:rPr>
              <a:t>Scheme </a:t>
            </a:r>
            <a:r>
              <a:rPr lang="en-US" sz="2000" dirty="0" err="1">
                <a:solidFill>
                  <a:srgbClr val="000000"/>
                </a:solidFill>
                <a:effectLst/>
                <a:latin typeface="Calibri" panose="020F0502020204030204" pitchFamily="34" charset="0"/>
                <a:ea typeface="Calibri" panose="020F0502020204030204" pitchFamily="34" charset="0"/>
              </a:rPr>
              <a:t>conceptuale</a:t>
            </a:r>
            <a:endParaRPr lang="en-US" sz="2000" dirty="0">
              <a:solidFill>
                <a:srgbClr val="000000"/>
              </a:solidFill>
              <a:effectLst/>
              <a:latin typeface="Calibri" panose="020F0502020204030204" pitchFamily="34" charset="0"/>
              <a:ea typeface="Calibri" panose="020F0502020204030204" pitchFamily="34" charset="0"/>
            </a:endParaRPr>
          </a:p>
          <a:p>
            <a:pPr marL="495300" lvl="1" indent="-342900" algn="just">
              <a:spcBef>
                <a:spcPts val="600"/>
              </a:spcBef>
              <a:buClr>
                <a:schemeClr val="accent5"/>
              </a:buClr>
              <a:buSzPct val="120000"/>
              <a:buFont typeface="Wingdings" panose="05000000000000000000" pitchFamily="2" charset="2"/>
              <a:buChar char="ü"/>
            </a:pPr>
            <a:r>
              <a:rPr lang="en-US" sz="2000" dirty="0">
                <a:solidFill>
                  <a:srgbClr val="000000"/>
                </a:solidFill>
                <a:effectLst/>
                <a:latin typeface="Calibri" panose="020F0502020204030204" pitchFamily="34" charset="0"/>
                <a:ea typeface="Calibri" panose="020F0502020204030204" pitchFamily="34" charset="0"/>
              </a:rPr>
              <a:t>......</a:t>
            </a:r>
          </a:p>
          <a:p>
            <a:pPr marL="38100" marR="0" indent="-342900" algn="just">
              <a:spcBef>
                <a:spcPts val="600"/>
              </a:spcBef>
              <a:buClr>
                <a:schemeClr val="accent5"/>
              </a:buClr>
              <a:buSzPct val="120000"/>
              <a:buFont typeface="Arial" panose="020B0604020202020204" pitchFamily="34" charset="0"/>
              <a:buChar char="•"/>
            </a:pPr>
            <a:r>
              <a:rPr lang="en-US" sz="2000" dirty="0" err="1">
                <a:solidFill>
                  <a:srgbClr val="000000"/>
                </a:solidFill>
                <a:effectLst/>
                <a:latin typeface="Calibri" panose="020F0502020204030204" pitchFamily="34" charset="0"/>
                <a:ea typeface="Calibri" panose="020F0502020204030204" pitchFamily="34" charset="0"/>
              </a:rPr>
              <a:t>În</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primul</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rând</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trebuie</a:t>
            </a:r>
            <a:r>
              <a:rPr lang="en-US" sz="2000" dirty="0">
                <a:solidFill>
                  <a:srgbClr val="000000"/>
                </a:solidFill>
                <a:effectLst/>
                <a:latin typeface="Calibri" panose="020F0502020204030204" pitchFamily="34" charset="0"/>
                <a:ea typeface="Calibri" panose="020F0502020204030204" pitchFamily="34" charset="0"/>
              </a:rPr>
              <a:t> </a:t>
            </a:r>
            <a:r>
              <a:rPr lang="en-US" sz="2000" b="1" dirty="0" err="1">
                <a:solidFill>
                  <a:srgbClr val="000000"/>
                </a:solidFill>
                <a:effectLst/>
                <a:latin typeface="Calibri" panose="020F0502020204030204" pitchFamily="34" charset="0"/>
                <a:ea typeface="Calibri" panose="020F0502020204030204" pitchFamily="34" charset="0"/>
              </a:rPr>
              <a:t>înțeleasă</a:t>
            </a:r>
            <a:r>
              <a:rPr lang="en-US" sz="2000" b="1" dirty="0">
                <a:solidFill>
                  <a:srgbClr val="000000"/>
                </a:solidFill>
                <a:effectLst/>
                <a:latin typeface="Calibri" panose="020F0502020204030204" pitchFamily="34" charset="0"/>
                <a:ea typeface="Calibri" panose="020F0502020204030204" pitchFamily="34" charset="0"/>
              </a:rPr>
              <a:t> </a:t>
            </a:r>
            <a:r>
              <a:rPr lang="en-US" sz="2000" b="1" dirty="0" err="1">
                <a:solidFill>
                  <a:srgbClr val="000000"/>
                </a:solidFill>
                <a:effectLst/>
                <a:latin typeface="Calibri" panose="020F0502020204030204" pitchFamily="34" charset="0"/>
                <a:ea typeface="Calibri" panose="020F0502020204030204" pitchFamily="34" charset="0"/>
              </a:rPr>
              <a:t>organizația</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chiar</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și</a:t>
            </a:r>
            <a:r>
              <a:rPr lang="en-US" sz="2000" dirty="0">
                <a:solidFill>
                  <a:srgbClr val="000000"/>
                </a:solidFill>
                <a:effectLst/>
                <a:latin typeface="Calibri" panose="020F0502020204030204" pitchFamily="34" charset="0"/>
                <a:ea typeface="Calibri" panose="020F0502020204030204" pitchFamily="34" charset="0"/>
              </a:rPr>
              <a:t> la </a:t>
            </a:r>
            <a:r>
              <a:rPr lang="en-US" sz="2000" dirty="0" err="1">
                <a:solidFill>
                  <a:srgbClr val="000000"/>
                </a:solidFill>
                <a:effectLst/>
                <a:latin typeface="Calibri" panose="020F0502020204030204" pitchFamily="34" charset="0"/>
                <a:ea typeface="Calibri" panose="020F0502020204030204" pitchFamily="34" charset="0"/>
              </a:rPr>
              <a:t>nivel</a:t>
            </a:r>
            <a:r>
              <a:rPr lang="en-US" sz="2000" dirty="0">
                <a:solidFill>
                  <a:srgbClr val="000000"/>
                </a:solidFill>
                <a:effectLst/>
                <a:latin typeface="Calibri" panose="020F0502020204030204" pitchFamily="34" charset="0"/>
                <a:ea typeface="Calibri" panose="020F0502020204030204" pitchFamily="34" charset="0"/>
              </a:rPr>
              <a:t> de </a:t>
            </a:r>
            <a:r>
              <a:rPr lang="en-US" sz="2000" dirty="0" err="1">
                <a:solidFill>
                  <a:srgbClr val="000000"/>
                </a:solidFill>
                <a:effectLst/>
                <a:latin typeface="Calibri" panose="020F0502020204030204" pitchFamily="34" charset="0"/>
                <a:ea typeface="Calibri" panose="020F0502020204030204" pitchFamily="34" charset="0"/>
              </a:rPr>
              <a:t>bază</a:t>
            </a:r>
            <a:r>
              <a:rPr lang="en-US" sz="2000" dirty="0">
                <a:solidFill>
                  <a:srgbClr val="000000"/>
                </a:solidFill>
                <a:effectLst/>
                <a:latin typeface="Calibri" panose="020F0502020204030204" pitchFamily="34" charset="0"/>
                <a:ea typeface="Calibri" panose="020F0502020204030204" pitchFamily="34" charset="0"/>
              </a:rPr>
              <a:t>:</a:t>
            </a:r>
          </a:p>
          <a:p>
            <a:pPr marL="495300" lvl="1" indent="-342900" algn="just">
              <a:spcBef>
                <a:spcPts val="600"/>
              </a:spcBef>
              <a:buClr>
                <a:schemeClr val="accent5"/>
              </a:buClr>
              <a:buSzPct val="120000"/>
              <a:buFont typeface="Wingdings" panose="05000000000000000000" pitchFamily="2" charset="2"/>
              <a:buChar char="ü"/>
            </a:pPr>
            <a:r>
              <a:rPr lang="en-US" sz="2000" dirty="0">
                <a:solidFill>
                  <a:srgbClr val="000000"/>
                </a:solidFill>
                <a:effectLst/>
                <a:latin typeface="Calibri" panose="020F0502020204030204" pitchFamily="34" charset="0"/>
                <a:ea typeface="Calibri" panose="020F0502020204030204" pitchFamily="34" charset="0"/>
              </a:rPr>
              <a:t>Cu </a:t>
            </a:r>
            <a:r>
              <a:rPr lang="en-US" sz="2000" dirty="0" err="1">
                <a:solidFill>
                  <a:srgbClr val="000000"/>
                </a:solidFill>
                <a:effectLst/>
                <a:latin typeface="Calibri" panose="020F0502020204030204" pitchFamily="34" charset="0"/>
                <a:ea typeface="Calibri" panose="020F0502020204030204" pitchFamily="34" charset="0"/>
              </a:rPr>
              <a:t>ce</a:t>
            </a:r>
            <a:r>
              <a:rPr lang="en-US" sz="2000" dirty="0">
                <a:solidFill>
                  <a:srgbClr val="000000"/>
                </a:solidFill>
                <a:effectLst/>
                <a:latin typeface="Calibri" panose="020F0502020204030204" pitchFamily="34" charset="0"/>
                <a:ea typeface="Calibri" panose="020F0502020204030204" pitchFamily="34" charset="0"/>
              </a:rPr>
              <a:t> se </a:t>
            </a:r>
            <a:r>
              <a:rPr lang="en-US" sz="2000" dirty="0" err="1">
                <a:solidFill>
                  <a:srgbClr val="000000"/>
                </a:solidFill>
                <a:effectLst/>
                <a:latin typeface="Calibri" panose="020F0502020204030204" pitchFamily="34" charset="0"/>
                <a:ea typeface="Calibri" panose="020F0502020204030204" pitchFamily="34" charset="0"/>
              </a:rPr>
              <a:t>ocupă</a:t>
            </a:r>
            <a:endParaRPr lang="en-US" sz="2000" dirty="0">
              <a:solidFill>
                <a:srgbClr val="000000"/>
              </a:solidFill>
              <a:effectLst/>
              <a:latin typeface="Calibri" panose="020F0502020204030204" pitchFamily="34" charset="0"/>
              <a:ea typeface="Calibri" panose="020F0502020204030204" pitchFamily="34" charset="0"/>
            </a:endParaRPr>
          </a:p>
          <a:p>
            <a:pPr marL="495300" lvl="1" indent="-342900" algn="just">
              <a:spcBef>
                <a:spcPts val="600"/>
              </a:spcBef>
              <a:buClr>
                <a:schemeClr val="accent5"/>
              </a:buClr>
              <a:buSzPct val="120000"/>
              <a:buFont typeface="Wingdings" panose="05000000000000000000" pitchFamily="2" charset="2"/>
              <a:buChar char="ü"/>
            </a:pPr>
            <a:r>
              <a:rPr lang="en-US" sz="2000" dirty="0">
                <a:solidFill>
                  <a:srgbClr val="000000"/>
                </a:solidFill>
                <a:effectLst/>
                <a:latin typeface="Calibri" panose="020F0502020204030204" pitchFamily="34" charset="0"/>
                <a:ea typeface="Calibri" panose="020F0502020204030204" pitchFamily="34" charset="0"/>
              </a:rPr>
              <a:t>Care sunt </a:t>
            </a:r>
            <a:r>
              <a:rPr lang="en-US" sz="2000" dirty="0" err="1">
                <a:solidFill>
                  <a:srgbClr val="000000"/>
                </a:solidFill>
                <a:effectLst/>
                <a:latin typeface="Calibri" panose="020F0502020204030204" pitchFamily="34" charset="0"/>
                <a:ea typeface="Calibri" panose="020F0502020204030204" pitchFamily="34" charset="0"/>
              </a:rPr>
              <a:t>fluxurile</a:t>
            </a:r>
            <a:r>
              <a:rPr lang="en-US" sz="2000" dirty="0">
                <a:solidFill>
                  <a:srgbClr val="000000"/>
                </a:solidFill>
                <a:effectLst/>
                <a:latin typeface="Calibri" panose="020F0502020204030204" pitchFamily="34" charset="0"/>
                <a:ea typeface="Calibri" panose="020F0502020204030204" pitchFamily="34" charset="0"/>
              </a:rPr>
              <a:t> de </a:t>
            </a:r>
            <a:r>
              <a:rPr lang="en-US" sz="2000" dirty="0" err="1">
                <a:solidFill>
                  <a:srgbClr val="000000"/>
                </a:solidFill>
                <a:effectLst/>
                <a:latin typeface="Calibri" panose="020F0502020204030204" pitchFamily="34" charset="0"/>
                <a:ea typeface="Calibri" panose="020F0502020204030204" pitchFamily="34" charset="0"/>
              </a:rPr>
              <a:t>lucru</a:t>
            </a:r>
            <a:endParaRPr lang="en-US" sz="2000" dirty="0">
              <a:solidFill>
                <a:srgbClr val="000000"/>
              </a:solidFill>
              <a:effectLst/>
              <a:latin typeface="Calibri" panose="020F0502020204030204" pitchFamily="34" charset="0"/>
              <a:ea typeface="Calibri" panose="020F0502020204030204" pitchFamily="34" charset="0"/>
            </a:endParaRPr>
          </a:p>
          <a:p>
            <a:pPr marL="495300" lvl="1" indent="-342900" algn="just">
              <a:spcBef>
                <a:spcPts val="600"/>
              </a:spcBef>
              <a:buClr>
                <a:schemeClr val="accent5"/>
              </a:buClr>
              <a:buSzPct val="120000"/>
              <a:buFont typeface="Wingdings" panose="05000000000000000000" pitchFamily="2" charset="2"/>
              <a:buChar char="ü"/>
            </a:pPr>
            <a:r>
              <a:rPr lang="en-US" sz="2000" dirty="0">
                <a:solidFill>
                  <a:srgbClr val="000000"/>
                </a:solidFill>
                <a:effectLst/>
                <a:latin typeface="Calibri" panose="020F0502020204030204" pitchFamily="34" charset="0"/>
                <a:ea typeface="Calibri" panose="020F0502020204030204" pitchFamily="34" charset="0"/>
              </a:rPr>
              <a:t>Ce </a:t>
            </a:r>
            <a:r>
              <a:rPr lang="en-US" sz="2000" dirty="0" err="1">
                <a:solidFill>
                  <a:srgbClr val="000000"/>
                </a:solidFill>
                <a:effectLst/>
                <a:latin typeface="Calibri" panose="020F0502020204030204" pitchFamily="34" charset="0"/>
                <a:ea typeface="Calibri" panose="020F0502020204030204" pitchFamily="34" charset="0"/>
              </a:rPr>
              <a:t>politici</a:t>
            </a:r>
            <a:r>
              <a:rPr lang="en-US" sz="2000" dirty="0">
                <a:solidFill>
                  <a:srgbClr val="000000"/>
                </a:solidFill>
                <a:effectLst/>
                <a:latin typeface="Calibri" panose="020F0502020204030204" pitchFamily="34" charset="0"/>
                <a:ea typeface="Calibri" panose="020F0502020204030204" pitchFamily="34" charset="0"/>
              </a:rPr>
              <a:t> a </a:t>
            </a:r>
            <a:r>
              <a:rPr lang="en-US" sz="2000" dirty="0" err="1">
                <a:solidFill>
                  <a:srgbClr val="000000"/>
                </a:solidFill>
                <a:effectLst/>
                <a:latin typeface="Calibri" panose="020F0502020204030204" pitchFamily="34" charset="0"/>
                <a:ea typeface="Calibri" panose="020F0502020204030204" pitchFamily="34" charset="0"/>
              </a:rPr>
              <a:t>adoptat</a:t>
            </a:r>
            <a:endParaRPr lang="en-US" sz="2000" dirty="0">
              <a:solidFill>
                <a:srgbClr val="000000"/>
              </a:solidFill>
              <a:effectLst/>
              <a:latin typeface="Calibri" panose="020F0502020204030204" pitchFamily="34" charset="0"/>
              <a:ea typeface="Calibri" panose="020F0502020204030204" pitchFamily="34" charset="0"/>
            </a:endParaRPr>
          </a:p>
          <a:p>
            <a:pPr marL="495300" lvl="1" indent="-342900" algn="just">
              <a:spcBef>
                <a:spcPts val="600"/>
              </a:spcBef>
              <a:buClr>
                <a:schemeClr val="accent5"/>
              </a:buClr>
              <a:buSzPct val="120000"/>
              <a:buFont typeface="Wingdings" panose="05000000000000000000" pitchFamily="2" charset="2"/>
              <a:buChar char="ü"/>
            </a:pPr>
            <a:r>
              <a:rPr lang="en-US" sz="2000" dirty="0">
                <a:solidFill>
                  <a:srgbClr val="000000"/>
                </a:solidFill>
                <a:effectLst/>
                <a:latin typeface="Calibri" panose="020F0502020204030204" pitchFamily="34" charset="0"/>
                <a:ea typeface="Calibri" panose="020F0502020204030204" pitchFamily="34" charset="0"/>
              </a:rPr>
              <a:t>Cine sunt </a:t>
            </a:r>
            <a:r>
              <a:rPr lang="en-US" sz="2000" dirty="0" err="1">
                <a:solidFill>
                  <a:srgbClr val="000000"/>
                </a:solidFill>
                <a:effectLst/>
                <a:latin typeface="Calibri" panose="020F0502020204030204" pitchFamily="34" charset="0"/>
                <a:ea typeface="Calibri" panose="020F0502020204030204" pitchFamily="34" charset="0"/>
              </a:rPr>
              <a:t>beneficiarii</a:t>
            </a:r>
            <a:r>
              <a:rPr lang="en-US" sz="2000" dirty="0">
                <a:solidFill>
                  <a:srgbClr val="000000"/>
                </a:solidFill>
                <a:effectLst/>
                <a:latin typeface="Calibri" panose="020F0502020204030204" pitchFamily="34" charset="0"/>
                <a:ea typeface="Calibri" panose="020F0502020204030204" pitchFamily="34" charset="0"/>
              </a:rPr>
              <a:t> </a:t>
            </a:r>
            <a:r>
              <a:rPr lang="en-US" sz="2000" dirty="0" err="1">
                <a:solidFill>
                  <a:srgbClr val="000000"/>
                </a:solidFill>
                <a:effectLst/>
                <a:latin typeface="Calibri" panose="020F0502020204030204" pitchFamily="34" charset="0"/>
                <a:ea typeface="Calibri" panose="020F0502020204030204" pitchFamily="34" charset="0"/>
              </a:rPr>
              <a:t>sistemului</a:t>
            </a:r>
            <a:endParaRPr lang="en-US" sz="2000" dirty="0">
              <a:solidFill>
                <a:srgbClr val="000000"/>
              </a:solidFill>
              <a:effectLst/>
              <a:latin typeface="Calibri" panose="020F0502020204030204" pitchFamily="34" charset="0"/>
              <a:ea typeface="Calibri" panose="020F0502020204030204" pitchFamily="34" charset="0"/>
            </a:endParaRPr>
          </a:p>
          <a:p>
            <a:pPr marL="342900" indent="-342900" algn="just">
              <a:spcBef>
                <a:spcPts val="600"/>
              </a:spcBef>
              <a:buClr>
                <a:schemeClr val="accent5"/>
              </a:buClr>
              <a:buSzPct val="120000"/>
              <a:buFont typeface="Arial" panose="020B0604020202020204" pitchFamily="34" charset="0"/>
              <a:buChar char="•"/>
            </a:pPr>
            <a:endParaRPr sz="2000" dirty="0"/>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pPr marL="0" marR="0" lvl="0" indent="0" algn="l" defTabSz="914400" rtl="0" eaLnBrk="1" fontAlgn="auto" latinLnBrk="0" hangingPunct="1">
              <a:lnSpc>
                <a:spcPct val="100000"/>
              </a:lnSpc>
              <a:spcBef>
                <a:spcPts val="0"/>
              </a:spcBef>
              <a:spcAft>
                <a:spcPts val="0"/>
              </a:spcAft>
              <a:buClr>
                <a:srgbClr val="00BBC1"/>
              </a:buClr>
              <a:buSzPts val="2700"/>
              <a:buFont typeface="Roboto"/>
              <a:buNone/>
              <a:tabLst/>
              <a:defRPr/>
            </a:pPr>
            <a:r>
              <a:rPr kumimoji="0" lang="ro-RO" sz="3600" b="1" i="0" u="none" strike="noStrike" kern="0" cap="none" spc="0" normalizeH="0" baseline="0" noProof="0" dirty="0">
                <a:ln>
                  <a:noFill/>
                </a:ln>
                <a:solidFill>
                  <a:srgbClr val="00BBC1"/>
                </a:solidFill>
                <a:effectLst/>
                <a:uLnTx/>
                <a:uFillTx/>
                <a:latin typeface="Roboto"/>
                <a:ea typeface="Roboto"/>
                <a:sym typeface="Roboto"/>
              </a:rPr>
              <a:t>Artefacte</a:t>
            </a:r>
          </a:p>
        </p:txBody>
      </p:sp>
    </p:spTree>
    <p:extLst>
      <p:ext uri="{BB962C8B-B14F-4D97-AF65-F5344CB8AC3E}">
        <p14:creationId xmlns:p14="http://schemas.microsoft.com/office/powerpoint/2010/main" val="3781568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35" name="Google Shape;3635;p60"/>
          <p:cNvSpPr txBox="1">
            <a:spLocks noGrp="1"/>
          </p:cNvSpPr>
          <p:nvPr>
            <p:ph type="title"/>
          </p:nvPr>
        </p:nvSpPr>
        <p:spPr>
          <a:xfrm>
            <a:off x="916970" y="2588400"/>
            <a:ext cx="4392000" cy="1681200"/>
          </a:xfrm>
          <a:prstGeom prst="rect">
            <a:avLst/>
          </a:prstGeom>
        </p:spPr>
        <p:txBody>
          <a:bodyPr spcFirstLastPara="1" wrap="square" lIns="121900" tIns="121900" rIns="121900" bIns="121900" anchor="b" anchorCtr="0">
            <a:noAutofit/>
          </a:bodyPr>
          <a:lstStyle/>
          <a:p>
            <a:r>
              <a:rPr lang="ro-RO" dirty="0"/>
              <a:t>Necesitatea implicării active a  beneficiarului</a:t>
            </a:r>
            <a:endParaRPr dirty="0"/>
          </a:p>
        </p:txBody>
      </p:sp>
      <p:sp>
        <p:nvSpPr>
          <p:cNvPr id="3636" name="Google Shape;3636;p60"/>
          <p:cNvSpPr/>
          <p:nvPr/>
        </p:nvSpPr>
        <p:spPr>
          <a:xfrm>
            <a:off x="5933851" y="1330200"/>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37" name="Google Shape;3637;p60"/>
          <p:cNvSpPr/>
          <p:nvPr/>
        </p:nvSpPr>
        <p:spPr>
          <a:xfrm>
            <a:off x="5933851" y="2521417"/>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38" name="Google Shape;3638;p60"/>
          <p:cNvSpPr/>
          <p:nvPr/>
        </p:nvSpPr>
        <p:spPr>
          <a:xfrm>
            <a:off x="5933851" y="3712651"/>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39" name="Google Shape;3639;p60"/>
          <p:cNvSpPr/>
          <p:nvPr/>
        </p:nvSpPr>
        <p:spPr>
          <a:xfrm>
            <a:off x="5933851" y="4973517"/>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40" name="Google Shape;3640;p60"/>
          <p:cNvSpPr txBox="1">
            <a:spLocks noGrp="1"/>
          </p:cNvSpPr>
          <p:nvPr>
            <p:ph type="subTitle" idx="1"/>
          </p:nvPr>
        </p:nvSpPr>
        <p:spPr>
          <a:xfrm>
            <a:off x="6785367" y="1319600"/>
            <a:ext cx="3184400" cy="751200"/>
          </a:xfrm>
          <a:prstGeom prst="rect">
            <a:avLst/>
          </a:prstGeom>
        </p:spPr>
        <p:txBody>
          <a:bodyPr spcFirstLastPara="1" wrap="square" lIns="121900" tIns="121900" rIns="121900" bIns="121900" anchor="t" anchorCtr="0">
            <a:noAutofit/>
          </a:bodyPr>
          <a:lstStyle/>
          <a:p>
            <a:pPr marL="0" indent="0"/>
            <a:r>
              <a:rPr lang="en-US" dirty="0" err="1"/>
              <a:t>Cerințele</a:t>
            </a:r>
            <a:r>
              <a:rPr lang="en-US" dirty="0"/>
              <a:t> se </a:t>
            </a:r>
            <a:r>
              <a:rPr lang="en-US" dirty="0" err="1"/>
              <a:t>schimbă</a:t>
            </a:r>
            <a:endParaRPr lang="en-US" dirty="0"/>
          </a:p>
        </p:txBody>
      </p:sp>
      <p:sp>
        <p:nvSpPr>
          <p:cNvPr id="3641" name="Google Shape;3641;p60"/>
          <p:cNvSpPr txBox="1">
            <a:spLocks noGrp="1"/>
          </p:cNvSpPr>
          <p:nvPr>
            <p:ph type="subTitle" idx="2"/>
          </p:nvPr>
        </p:nvSpPr>
        <p:spPr>
          <a:xfrm>
            <a:off x="6785367" y="2508367"/>
            <a:ext cx="3671066" cy="751200"/>
          </a:xfrm>
          <a:prstGeom prst="rect">
            <a:avLst/>
          </a:prstGeom>
        </p:spPr>
        <p:txBody>
          <a:bodyPr spcFirstLastPara="1" wrap="square" lIns="121900" tIns="121900" rIns="121900" bIns="121900" anchor="t" anchorCtr="0">
            <a:noAutofit/>
          </a:bodyPr>
          <a:lstStyle/>
          <a:p>
            <a:pPr marL="0" indent="0"/>
            <a:r>
              <a:rPr lang="en-US" dirty="0" err="1"/>
              <a:t>Obținem</a:t>
            </a:r>
            <a:r>
              <a:rPr lang="en-US" dirty="0"/>
              <a:t> feedback </a:t>
            </a:r>
            <a:r>
              <a:rPr lang="en-US" dirty="0" err="1"/>
              <a:t>în</a:t>
            </a:r>
            <a:r>
              <a:rPr lang="en-US" dirty="0"/>
              <a:t> mod </a:t>
            </a:r>
            <a:r>
              <a:rPr lang="en-US" dirty="0" err="1"/>
              <a:t>frecvent</a:t>
            </a:r>
            <a:endParaRPr lang="en-US" dirty="0"/>
          </a:p>
        </p:txBody>
      </p:sp>
      <p:sp>
        <p:nvSpPr>
          <p:cNvPr id="3642" name="Google Shape;3642;p60"/>
          <p:cNvSpPr txBox="1">
            <a:spLocks noGrp="1"/>
          </p:cNvSpPr>
          <p:nvPr>
            <p:ph type="subTitle" idx="3"/>
          </p:nvPr>
        </p:nvSpPr>
        <p:spPr>
          <a:xfrm>
            <a:off x="6785367" y="3676017"/>
            <a:ext cx="3184400" cy="751200"/>
          </a:xfrm>
          <a:prstGeom prst="rect">
            <a:avLst/>
          </a:prstGeom>
        </p:spPr>
        <p:txBody>
          <a:bodyPr spcFirstLastPara="1" wrap="square" lIns="121900" tIns="121900" rIns="121900" bIns="121900" anchor="t" anchorCtr="0">
            <a:noAutofit/>
          </a:bodyPr>
          <a:lstStyle/>
          <a:p>
            <a:pPr marL="0" indent="0"/>
            <a:r>
              <a:rPr lang="en-US" dirty="0" err="1"/>
              <a:t>Rezolvăm</a:t>
            </a:r>
            <a:r>
              <a:rPr lang="en-US" dirty="0"/>
              <a:t> </a:t>
            </a:r>
            <a:r>
              <a:rPr lang="en-US" dirty="0" err="1"/>
              <a:t>aspecte</a:t>
            </a:r>
            <a:r>
              <a:rPr lang="en-US" dirty="0"/>
              <a:t> </a:t>
            </a:r>
            <a:r>
              <a:rPr lang="en-US" dirty="0" err="1"/>
              <a:t>neînțelese</a:t>
            </a:r>
            <a:endParaRPr lang="en-US" dirty="0"/>
          </a:p>
        </p:txBody>
      </p:sp>
      <p:sp>
        <p:nvSpPr>
          <p:cNvPr id="3643" name="Google Shape;3643;p60"/>
          <p:cNvSpPr txBox="1">
            <a:spLocks noGrp="1"/>
          </p:cNvSpPr>
          <p:nvPr>
            <p:ph type="subTitle" idx="4"/>
          </p:nvPr>
        </p:nvSpPr>
        <p:spPr>
          <a:xfrm>
            <a:off x="6785367" y="4987932"/>
            <a:ext cx="3778642" cy="751200"/>
          </a:xfrm>
          <a:prstGeom prst="rect">
            <a:avLst/>
          </a:prstGeom>
        </p:spPr>
        <p:txBody>
          <a:bodyPr spcFirstLastPara="1" wrap="square" lIns="121900" tIns="121900" rIns="121900" bIns="121900" anchor="t" anchorCtr="0">
            <a:noAutofit/>
          </a:bodyPr>
          <a:lstStyle/>
          <a:p>
            <a:pPr marL="0" indent="0"/>
            <a:r>
              <a:rPr lang="en-US" dirty="0" err="1"/>
              <a:t>Încercăm</a:t>
            </a:r>
            <a:r>
              <a:rPr lang="en-US" dirty="0"/>
              <a:t> </a:t>
            </a:r>
            <a:r>
              <a:rPr lang="en-US" dirty="0" err="1"/>
              <a:t>să</a:t>
            </a:r>
            <a:r>
              <a:rPr lang="en-US" dirty="0"/>
              <a:t> </a:t>
            </a:r>
            <a:r>
              <a:rPr lang="en-US" dirty="0" err="1"/>
              <a:t>eliminăm</a:t>
            </a:r>
            <a:r>
              <a:rPr lang="en-US" dirty="0"/>
              <a:t> </a:t>
            </a:r>
            <a:r>
              <a:rPr lang="en-US" dirty="0" err="1"/>
              <a:t>ambiguități</a:t>
            </a:r>
            <a:endParaRPr lang="en-US" dirty="0"/>
          </a:p>
        </p:txBody>
      </p:sp>
      <p:cxnSp>
        <p:nvCxnSpPr>
          <p:cNvPr id="3648" name="Google Shape;3648;p60"/>
          <p:cNvCxnSpPr>
            <a:endCxn id="3637" idx="0"/>
          </p:cNvCxnSpPr>
          <p:nvPr/>
        </p:nvCxnSpPr>
        <p:spPr>
          <a:xfrm flipH="1">
            <a:off x="6298651" y="2073417"/>
            <a:ext cx="12800" cy="448000"/>
          </a:xfrm>
          <a:prstGeom prst="straightConnector1">
            <a:avLst/>
          </a:prstGeom>
          <a:noFill/>
          <a:ln w="19050" cap="flat" cmpd="sng">
            <a:solidFill>
              <a:schemeClr val="accent2"/>
            </a:solidFill>
            <a:prstDash val="dot"/>
            <a:round/>
            <a:headEnd type="none" w="med" len="med"/>
            <a:tailEnd type="none" w="med" len="med"/>
          </a:ln>
        </p:spPr>
      </p:cxnSp>
      <p:cxnSp>
        <p:nvCxnSpPr>
          <p:cNvPr id="3649" name="Google Shape;3649;p60"/>
          <p:cNvCxnSpPr/>
          <p:nvPr/>
        </p:nvCxnSpPr>
        <p:spPr>
          <a:xfrm flipH="1">
            <a:off x="6298651" y="3266700"/>
            <a:ext cx="12800" cy="448000"/>
          </a:xfrm>
          <a:prstGeom prst="straightConnector1">
            <a:avLst/>
          </a:prstGeom>
          <a:noFill/>
          <a:ln w="19050" cap="flat" cmpd="sng">
            <a:solidFill>
              <a:schemeClr val="accent2"/>
            </a:solidFill>
            <a:prstDash val="dot"/>
            <a:round/>
            <a:headEnd type="none" w="med" len="med"/>
            <a:tailEnd type="none" w="med" len="med"/>
          </a:ln>
        </p:spPr>
      </p:cxnSp>
      <p:cxnSp>
        <p:nvCxnSpPr>
          <p:cNvPr id="3650" name="Google Shape;3650;p60"/>
          <p:cNvCxnSpPr/>
          <p:nvPr/>
        </p:nvCxnSpPr>
        <p:spPr>
          <a:xfrm flipH="1">
            <a:off x="6298651" y="4484084"/>
            <a:ext cx="12800" cy="448000"/>
          </a:xfrm>
          <a:prstGeom prst="straightConnector1">
            <a:avLst/>
          </a:prstGeom>
          <a:noFill/>
          <a:ln w="19050" cap="flat" cmpd="sng">
            <a:solidFill>
              <a:schemeClr val="accent2"/>
            </a:solidFill>
            <a:prstDash val="dot"/>
            <a:round/>
            <a:headEnd type="none" w="med" len="med"/>
            <a:tailEnd type="none" w="med" len="med"/>
          </a:ln>
        </p:spPr>
      </p:cxnSp>
      <p:sp>
        <p:nvSpPr>
          <p:cNvPr id="18" name="Google Shape;12683;p85">
            <a:extLst>
              <a:ext uri="{FF2B5EF4-FFF2-40B4-BE49-F238E27FC236}">
                <a16:creationId xmlns:a16="http://schemas.microsoft.com/office/drawing/2014/main" id="{D4631B14-06F0-4EA2-A4B2-9CD71B34C624}"/>
              </a:ext>
            </a:extLst>
          </p:cNvPr>
          <p:cNvSpPr/>
          <p:nvPr/>
        </p:nvSpPr>
        <p:spPr>
          <a:xfrm>
            <a:off x="6163294" y="1513423"/>
            <a:ext cx="330434" cy="316687"/>
          </a:xfrm>
          <a:custGeom>
            <a:avLst/>
            <a:gdLst/>
            <a:ahLst/>
            <a:cxnLst/>
            <a:rect l="l" t="t" r="r" b="b"/>
            <a:pathLst>
              <a:path w="18772" h="17991" extrusionOk="0">
                <a:moveTo>
                  <a:pt x="17492" y="6197"/>
                </a:moveTo>
                <a:lnTo>
                  <a:pt x="17217" y="8063"/>
                </a:lnTo>
                <a:lnTo>
                  <a:pt x="15626" y="6472"/>
                </a:lnTo>
                <a:lnTo>
                  <a:pt x="17492" y="6197"/>
                </a:lnTo>
                <a:close/>
                <a:moveTo>
                  <a:pt x="6055" y="9391"/>
                </a:moveTo>
                <a:lnTo>
                  <a:pt x="6055" y="16858"/>
                </a:lnTo>
                <a:lnTo>
                  <a:pt x="1133" y="16858"/>
                </a:lnTo>
                <a:lnTo>
                  <a:pt x="1133" y="13332"/>
                </a:lnTo>
                <a:lnTo>
                  <a:pt x="6055" y="9391"/>
                </a:lnTo>
                <a:close/>
                <a:moveTo>
                  <a:pt x="7187" y="9141"/>
                </a:moveTo>
                <a:lnTo>
                  <a:pt x="11903" y="11568"/>
                </a:lnTo>
                <a:lnTo>
                  <a:pt x="11903" y="16858"/>
                </a:lnTo>
                <a:lnTo>
                  <a:pt x="7187" y="16858"/>
                </a:lnTo>
                <a:lnTo>
                  <a:pt x="7187" y="9141"/>
                </a:lnTo>
                <a:close/>
                <a:moveTo>
                  <a:pt x="565" y="1"/>
                </a:moveTo>
                <a:cubicBezTo>
                  <a:pt x="254" y="1"/>
                  <a:pt x="1" y="255"/>
                  <a:pt x="1" y="569"/>
                </a:cubicBezTo>
                <a:lnTo>
                  <a:pt x="1" y="17423"/>
                </a:lnTo>
                <a:cubicBezTo>
                  <a:pt x="1" y="17737"/>
                  <a:pt x="254" y="17991"/>
                  <a:pt x="565" y="17991"/>
                </a:cubicBezTo>
                <a:lnTo>
                  <a:pt x="18141" y="17991"/>
                </a:lnTo>
                <a:cubicBezTo>
                  <a:pt x="18455" y="17991"/>
                  <a:pt x="18706" y="17737"/>
                  <a:pt x="18706" y="17423"/>
                </a:cubicBezTo>
                <a:cubicBezTo>
                  <a:pt x="18706" y="17112"/>
                  <a:pt x="18455" y="16858"/>
                  <a:pt x="18141" y="16858"/>
                </a:cubicBezTo>
                <a:lnTo>
                  <a:pt x="13033" y="16858"/>
                </a:lnTo>
                <a:lnTo>
                  <a:pt x="13033" y="11457"/>
                </a:lnTo>
                <a:lnTo>
                  <a:pt x="16022" y="8467"/>
                </a:lnTo>
                <a:lnTo>
                  <a:pt x="17214" y="9660"/>
                </a:lnTo>
                <a:cubicBezTo>
                  <a:pt x="17329" y="9774"/>
                  <a:pt x="17471" y="9826"/>
                  <a:pt x="17611" y="9826"/>
                </a:cubicBezTo>
                <a:cubicBezTo>
                  <a:pt x="17874" y="9826"/>
                  <a:pt x="18129" y="9643"/>
                  <a:pt x="18175" y="9343"/>
                </a:cubicBezTo>
                <a:lnTo>
                  <a:pt x="18721" y="5608"/>
                </a:lnTo>
                <a:cubicBezTo>
                  <a:pt x="18771" y="5262"/>
                  <a:pt x="18501" y="4962"/>
                  <a:pt x="18164" y="4962"/>
                </a:cubicBezTo>
                <a:cubicBezTo>
                  <a:pt x="18137" y="4962"/>
                  <a:pt x="18109" y="4964"/>
                  <a:pt x="18081" y="4968"/>
                </a:cubicBezTo>
                <a:lnTo>
                  <a:pt x="14346" y="5514"/>
                </a:lnTo>
                <a:cubicBezTo>
                  <a:pt x="13887" y="5584"/>
                  <a:pt x="13700" y="6145"/>
                  <a:pt x="14029" y="6475"/>
                </a:cubicBezTo>
                <a:lnTo>
                  <a:pt x="15222" y="7667"/>
                </a:lnTo>
                <a:lnTo>
                  <a:pt x="12359" y="10530"/>
                </a:lnTo>
                <a:lnTo>
                  <a:pt x="6879" y="7710"/>
                </a:lnTo>
                <a:cubicBezTo>
                  <a:pt x="6867" y="7703"/>
                  <a:pt x="6855" y="7697"/>
                  <a:pt x="6846" y="7694"/>
                </a:cubicBezTo>
                <a:lnTo>
                  <a:pt x="6831" y="7688"/>
                </a:lnTo>
                <a:lnTo>
                  <a:pt x="6794" y="7673"/>
                </a:lnTo>
                <a:lnTo>
                  <a:pt x="6776" y="7670"/>
                </a:lnTo>
                <a:cubicBezTo>
                  <a:pt x="6767" y="7667"/>
                  <a:pt x="6755" y="7664"/>
                  <a:pt x="6743" y="7661"/>
                </a:cubicBezTo>
                <a:lnTo>
                  <a:pt x="6728" y="7658"/>
                </a:lnTo>
                <a:cubicBezTo>
                  <a:pt x="6713" y="7655"/>
                  <a:pt x="6695" y="7652"/>
                  <a:pt x="6680" y="7649"/>
                </a:cubicBezTo>
                <a:lnTo>
                  <a:pt x="6553" y="7649"/>
                </a:lnTo>
                <a:cubicBezTo>
                  <a:pt x="6541" y="7649"/>
                  <a:pt x="6526" y="7655"/>
                  <a:pt x="6514" y="7655"/>
                </a:cubicBezTo>
                <a:lnTo>
                  <a:pt x="6495" y="7661"/>
                </a:lnTo>
                <a:cubicBezTo>
                  <a:pt x="6483" y="7661"/>
                  <a:pt x="6474" y="7664"/>
                  <a:pt x="6465" y="7667"/>
                </a:cubicBezTo>
                <a:lnTo>
                  <a:pt x="6447" y="7673"/>
                </a:lnTo>
                <a:cubicBezTo>
                  <a:pt x="6432" y="7679"/>
                  <a:pt x="6417" y="7682"/>
                  <a:pt x="6405" y="7688"/>
                </a:cubicBezTo>
                <a:lnTo>
                  <a:pt x="6387" y="7697"/>
                </a:lnTo>
                <a:lnTo>
                  <a:pt x="6360" y="7710"/>
                </a:lnTo>
                <a:lnTo>
                  <a:pt x="6341" y="7719"/>
                </a:lnTo>
                <a:cubicBezTo>
                  <a:pt x="6332" y="7725"/>
                  <a:pt x="6323" y="7731"/>
                  <a:pt x="6314" y="7737"/>
                </a:cubicBezTo>
                <a:lnTo>
                  <a:pt x="6299" y="7746"/>
                </a:lnTo>
                <a:cubicBezTo>
                  <a:pt x="6287" y="7752"/>
                  <a:pt x="6275" y="7761"/>
                  <a:pt x="6266" y="7770"/>
                </a:cubicBezTo>
                <a:lnTo>
                  <a:pt x="6260" y="7776"/>
                </a:lnTo>
                <a:lnTo>
                  <a:pt x="1133" y="11879"/>
                </a:lnTo>
                <a:lnTo>
                  <a:pt x="1133" y="569"/>
                </a:lnTo>
                <a:cubicBezTo>
                  <a:pt x="1133" y="255"/>
                  <a:pt x="879" y="1"/>
                  <a:pt x="56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grpSp>
        <p:nvGrpSpPr>
          <p:cNvPr id="19" name="Google Shape;13605;p88">
            <a:extLst>
              <a:ext uri="{FF2B5EF4-FFF2-40B4-BE49-F238E27FC236}">
                <a16:creationId xmlns:a16="http://schemas.microsoft.com/office/drawing/2014/main" id="{3FBE3D01-7ABD-4696-9A9A-4008A0EB892B}"/>
              </a:ext>
            </a:extLst>
          </p:cNvPr>
          <p:cNvGrpSpPr/>
          <p:nvPr/>
        </p:nvGrpSpPr>
        <p:grpSpPr>
          <a:xfrm>
            <a:off x="6175125" y="2684787"/>
            <a:ext cx="331598" cy="353557"/>
            <a:chOff x="-34767825" y="1914325"/>
            <a:chExt cx="273325" cy="291425"/>
          </a:xfrm>
        </p:grpSpPr>
        <p:sp>
          <p:nvSpPr>
            <p:cNvPr id="20" name="Google Shape;13606;p88">
              <a:extLst>
                <a:ext uri="{FF2B5EF4-FFF2-40B4-BE49-F238E27FC236}">
                  <a16:creationId xmlns:a16="http://schemas.microsoft.com/office/drawing/2014/main" id="{8742C670-D495-4907-B889-969E5272CEE8}"/>
                </a:ext>
              </a:extLst>
            </p:cNvPr>
            <p:cNvSpPr/>
            <p:nvPr/>
          </p:nvSpPr>
          <p:spPr>
            <a:xfrm>
              <a:off x="-34767825" y="1914325"/>
              <a:ext cx="273325" cy="291425"/>
            </a:xfrm>
            <a:custGeom>
              <a:avLst/>
              <a:gdLst/>
              <a:ahLst/>
              <a:cxnLst/>
              <a:rect l="l" t="t" r="r" b="b"/>
              <a:pathLst>
                <a:path w="10933" h="11657" extrusionOk="0">
                  <a:moveTo>
                    <a:pt x="5954" y="662"/>
                  </a:moveTo>
                  <a:cubicBezTo>
                    <a:pt x="5702" y="851"/>
                    <a:pt x="5482" y="1103"/>
                    <a:pt x="5324" y="1355"/>
                  </a:cubicBezTo>
                  <a:lnTo>
                    <a:pt x="693" y="1355"/>
                  </a:lnTo>
                  <a:lnTo>
                    <a:pt x="693" y="1008"/>
                  </a:lnTo>
                  <a:cubicBezTo>
                    <a:pt x="662" y="819"/>
                    <a:pt x="819" y="662"/>
                    <a:pt x="1008" y="662"/>
                  </a:cubicBezTo>
                  <a:close/>
                  <a:moveTo>
                    <a:pt x="7902" y="692"/>
                  </a:moveTo>
                  <a:cubicBezTo>
                    <a:pt x="9199" y="692"/>
                    <a:pt x="10239" y="1752"/>
                    <a:pt x="10239" y="3056"/>
                  </a:cubicBezTo>
                  <a:cubicBezTo>
                    <a:pt x="10239" y="4411"/>
                    <a:pt x="9168" y="5450"/>
                    <a:pt x="7845" y="5450"/>
                  </a:cubicBezTo>
                  <a:cubicBezTo>
                    <a:pt x="7404" y="5450"/>
                    <a:pt x="6963" y="5356"/>
                    <a:pt x="6585" y="5104"/>
                  </a:cubicBezTo>
                  <a:cubicBezTo>
                    <a:pt x="6519" y="5082"/>
                    <a:pt x="6454" y="5045"/>
                    <a:pt x="6389" y="5045"/>
                  </a:cubicBezTo>
                  <a:cubicBezTo>
                    <a:pt x="6360" y="5045"/>
                    <a:pt x="6330" y="5053"/>
                    <a:pt x="6301" y="5072"/>
                  </a:cubicBezTo>
                  <a:lnTo>
                    <a:pt x="5671" y="5261"/>
                  </a:lnTo>
                  <a:lnTo>
                    <a:pt x="5860" y="4631"/>
                  </a:lnTo>
                  <a:cubicBezTo>
                    <a:pt x="5923" y="4568"/>
                    <a:pt x="5860" y="4442"/>
                    <a:pt x="5828" y="4348"/>
                  </a:cubicBezTo>
                  <a:cubicBezTo>
                    <a:pt x="5608" y="3970"/>
                    <a:pt x="5482" y="3529"/>
                    <a:pt x="5482" y="3087"/>
                  </a:cubicBezTo>
                  <a:cubicBezTo>
                    <a:pt x="5482" y="2678"/>
                    <a:pt x="5608" y="2268"/>
                    <a:pt x="5765" y="1953"/>
                  </a:cubicBezTo>
                  <a:cubicBezTo>
                    <a:pt x="5797" y="1922"/>
                    <a:pt x="5797" y="1922"/>
                    <a:pt x="5797" y="1859"/>
                  </a:cubicBezTo>
                  <a:cubicBezTo>
                    <a:pt x="6207" y="1166"/>
                    <a:pt x="6963" y="693"/>
                    <a:pt x="7845" y="693"/>
                  </a:cubicBezTo>
                  <a:cubicBezTo>
                    <a:pt x="7864" y="693"/>
                    <a:pt x="7883" y="692"/>
                    <a:pt x="7902" y="692"/>
                  </a:cubicBezTo>
                  <a:close/>
                  <a:moveTo>
                    <a:pt x="3749" y="5450"/>
                  </a:moveTo>
                  <a:cubicBezTo>
                    <a:pt x="4127" y="5450"/>
                    <a:pt x="4411" y="5765"/>
                    <a:pt x="4411" y="6143"/>
                  </a:cubicBezTo>
                  <a:cubicBezTo>
                    <a:pt x="4411" y="6521"/>
                    <a:pt x="4096" y="6805"/>
                    <a:pt x="3749" y="6805"/>
                  </a:cubicBezTo>
                  <a:cubicBezTo>
                    <a:pt x="3732" y="6806"/>
                    <a:pt x="3714" y="6807"/>
                    <a:pt x="3697" y="6807"/>
                  </a:cubicBezTo>
                  <a:cubicBezTo>
                    <a:pt x="3343" y="6807"/>
                    <a:pt x="3056" y="6504"/>
                    <a:pt x="3056" y="6143"/>
                  </a:cubicBezTo>
                  <a:cubicBezTo>
                    <a:pt x="3056" y="5734"/>
                    <a:pt x="3371" y="5450"/>
                    <a:pt x="3749" y="5450"/>
                  </a:cubicBezTo>
                  <a:close/>
                  <a:moveTo>
                    <a:pt x="4946" y="1985"/>
                  </a:moveTo>
                  <a:cubicBezTo>
                    <a:pt x="4852" y="2300"/>
                    <a:pt x="4789" y="2646"/>
                    <a:pt x="4789" y="3024"/>
                  </a:cubicBezTo>
                  <a:cubicBezTo>
                    <a:pt x="4757" y="3560"/>
                    <a:pt x="4915" y="4096"/>
                    <a:pt x="5167" y="4568"/>
                  </a:cubicBezTo>
                  <a:lnTo>
                    <a:pt x="4883" y="5387"/>
                  </a:lnTo>
                  <a:cubicBezTo>
                    <a:pt x="4631" y="5009"/>
                    <a:pt x="4222" y="4757"/>
                    <a:pt x="3749" y="4757"/>
                  </a:cubicBezTo>
                  <a:cubicBezTo>
                    <a:pt x="2993" y="4757"/>
                    <a:pt x="2363" y="5387"/>
                    <a:pt x="2363" y="6143"/>
                  </a:cubicBezTo>
                  <a:cubicBezTo>
                    <a:pt x="2363" y="6490"/>
                    <a:pt x="2489" y="6805"/>
                    <a:pt x="2709" y="7026"/>
                  </a:cubicBezTo>
                  <a:cubicBezTo>
                    <a:pt x="2016" y="7404"/>
                    <a:pt x="1481" y="8065"/>
                    <a:pt x="1386" y="8853"/>
                  </a:cubicBezTo>
                  <a:lnTo>
                    <a:pt x="662" y="8853"/>
                  </a:lnTo>
                  <a:lnTo>
                    <a:pt x="662" y="1985"/>
                  </a:lnTo>
                  <a:close/>
                  <a:moveTo>
                    <a:pt x="3749" y="7498"/>
                  </a:moveTo>
                  <a:cubicBezTo>
                    <a:pt x="4568" y="7498"/>
                    <a:pt x="5261" y="8097"/>
                    <a:pt x="5419" y="8884"/>
                  </a:cubicBezTo>
                  <a:lnTo>
                    <a:pt x="2079" y="8884"/>
                  </a:lnTo>
                  <a:cubicBezTo>
                    <a:pt x="2237" y="8097"/>
                    <a:pt x="2899" y="7498"/>
                    <a:pt x="3749" y="7498"/>
                  </a:cubicBezTo>
                  <a:close/>
                  <a:moveTo>
                    <a:pt x="6364" y="5765"/>
                  </a:moveTo>
                  <a:cubicBezTo>
                    <a:pt x="6522" y="5860"/>
                    <a:pt x="6679" y="5923"/>
                    <a:pt x="6837" y="5986"/>
                  </a:cubicBezTo>
                  <a:lnTo>
                    <a:pt x="6837" y="8884"/>
                  </a:lnTo>
                  <a:lnTo>
                    <a:pt x="6112" y="8884"/>
                  </a:lnTo>
                  <a:cubicBezTo>
                    <a:pt x="5986" y="8065"/>
                    <a:pt x="5482" y="7404"/>
                    <a:pt x="4757" y="7089"/>
                  </a:cubicBezTo>
                  <a:cubicBezTo>
                    <a:pt x="5009" y="6837"/>
                    <a:pt x="5104" y="6521"/>
                    <a:pt x="5104" y="6175"/>
                  </a:cubicBezTo>
                  <a:lnTo>
                    <a:pt x="5230" y="6175"/>
                  </a:lnTo>
                  <a:lnTo>
                    <a:pt x="6364" y="5765"/>
                  </a:lnTo>
                  <a:close/>
                  <a:moveTo>
                    <a:pt x="6805" y="9514"/>
                  </a:moveTo>
                  <a:lnTo>
                    <a:pt x="6805" y="10586"/>
                  </a:lnTo>
                  <a:cubicBezTo>
                    <a:pt x="6805" y="10775"/>
                    <a:pt x="6648" y="10932"/>
                    <a:pt x="6490" y="10932"/>
                  </a:cubicBezTo>
                  <a:lnTo>
                    <a:pt x="1008" y="10932"/>
                  </a:lnTo>
                  <a:cubicBezTo>
                    <a:pt x="819" y="10932"/>
                    <a:pt x="662" y="10775"/>
                    <a:pt x="662" y="10586"/>
                  </a:cubicBezTo>
                  <a:lnTo>
                    <a:pt x="662" y="9514"/>
                  </a:lnTo>
                  <a:close/>
                  <a:moveTo>
                    <a:pt x="1008" y="0"/>
                  </a:moveTo>
                  <a:cubicBezTo>
                    <a:pt x="473" y="0"/>
                    <a:pt x="0" y="473"/>
                    <a:pt x="0" y="1040"/>
                  </a:cubicBezTo>
                  <a:lnTo>
                    <a:pt x="0" y="10649"/>
                  </a:lnTo>
                  <a:cubicBezTo>
                    <a:pt x="0" y="11184"/>
                    <a:pt x="441" y="11657"/>
                    <a:pt x="1008" y="11657"/>
                  </a:cubicBezTo>
                  <a:lnTo>
                    <a:pt x="6490" y="11657"/>
                  </a:lnTo>
                  <a:cubicBezTo>
                    <a:pt x="7057" y="11657"/>
                    <a:pt x="7530" y="11184"/>
                    <a:pt x="7530" y="10617"/>
                  </a:cubicBezTo>
                  <a:lnTo>
                    <a:pt x="7530" y="6143"/>
                  </a:lnTo>
                  <a:cubicBezTo>
                    <a:pt x="7624" y="6143"/>
                    <a:pt x="7750" y="6175"/>
                    <a:pt x="7876" y="6175"/>
                  </a:cubicBezTo>
                  <a:cubicBezTo>
                    <a:pt x="9578" y="6175"/>
                    <a:pt x="10932" y="4789"/>
                    <a:pt x="10932" y="3087"/>
                  </a:cubicBezTo>
                  <a:cubicBezTo>
                    <a:pt x="10932" y="1418"/>
                    <a:pt x="9578" y="0"/>
                    <a:pt x="78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3607;p88">
              <a:extLst>
                <a:ext uri="{FF2B5EF4-FFF2-40B4-BE49-F238E27FC236}">
                  <a16:creationId xmlns:a16="http://schemas.microsoft.com/office/drawing/2014/main" id="{B5FD2EF2-9249-4180-912C-09D6A4C203C8}"/>
                </a:ext>
              </a:extLst>
            </p:cNvPr>
            <p:cNvSpPr/>
            <p:nvPr/>
          </p:nvSpPr>
          <p:spPr>
            <a:xfrm>
              <a:off x="-34579600" y="1947400"/>
              <a:ext cx="17350" cy="18125"/>
            </a:xfrm>
            <a:custGeom>
              <a:avLst/>
              <a:gdLst/>
              <a:ahLst/>
              <a:cxnLst/>
              <a:rect l="l" t="t" r="r" b="b"/>
              <a:pathLst>
                <a:path w="694" h="725" extrusionOk="0">
                  <a:moveTo>
                    <a:pt x="347" y="0"/>
                  </a:moveTo>
                  <a:cubicBezTo>
                    <a:pt x="158" y="0"/>
                    <a:pt x="1" y="189"/>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608;p88">
              <a:extLst>
                <a:ext uri="{FF2B5EF4-FFF2-40B4-BE49-F238E27FC236}">
                  <a16:creationId xmlns:a16="http://schemas.microsoft.com/office/drawing/2014/main" id="{BF0E1257-4303-47F1-ADBA-D10575CD83CC}"/>
                </a:ext>
              </a:extLst>
            </p:cNvPr>
            <p:cNvSpPr/>
            <p:nvPr/>
          </p:nvSpPr>
          <p:spPr>
            <a:xfrm>
              <a:off x="-34581175" y="1982050"/>
              <a:ext cx="18150" cy="52000"/>
            </a:xfrm>
            <a:custGeom>
              <a:avLst/>
              <a:gdLst/>
              <a:ahLst/>
              <a:cxnLst/>
              <a:rect l="l" t="t" r="r" b="b"/>
              <a:pathLst>
                <a:path w="726" h="2080" extrusionOk="0">
                  <a:moveTo>
                    <a:pt x="379" y="0"/>
                  </a:moveTo>
                  <a:cubicBezTo>
                    <a:pt x="158" y="0"/>
                    <a:pt x="1" y="158"/>
                    <a:pt x="1" y="347"/>
                  </a:cubicBezTo>
                  <a:lnTo>
                    <a:pt x="1" y="1733"/>
                  </a:lnTo>
                  <a:cubicBezTo>
                    <a:pt x="1" y="1922"/>
                    <a:pt x="158" y="2080"/>
                    <a:pt x="379" y="2080"/>
                  </a:cubicBezTo>
                  <a:cubicBezTo>
                    <a:pt x="568" y="2080"/>
                    <a:pt x="725" y="1922"/>
                    <a:pt x="725" y="1733"/>
                  </a:cubicBezTo>
                  <a:lnTo>
                    <a:pt x="725" y="347"/>
                  </a:lnTo>
                  <a:cubicBezTo>
                    <a:pt x="725" y="158"/>
                    <a:pt x="568" y="0"/>
                    <a:pt x="3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13664;p88">
            <a:extLst>
              <a:ext uri="{FF2B5EF4-FFF2-40B4-BE49-F238E27FC236}">
                <a16:creationId xmlns:a16="http://schemas.microsoft.com/office/drawing/2014/main" id="{3B8B3A25-6FD5-4CDB-9109-FCF959795E25}"/>
              </a:ext>
            </a:extLst>
          </p:cNvPr>
          <p:cNvGrpSpPr/>
          <p:nvPr/>
        </p:nvGrpSpPr>
        <p:grpSpPr>
          <a:xfrm>
            <a:off x="6141111" y="3906527"/>
            <a:ext cx="352617" cy="353193"/>
            <a:chOff x="-30805300" y="2298675"/>
            <a:chExt cx="290650" cy="291125"/>
          </a:xfrm>
          <a:solidFill>
            <a:schemeClr val="accent2"/>
          </a:solidFill>
        </p:grpSpPr>
        <p:sp>
          <p:nvSpPr>
            <p:cNvPr id="24" name="Google Shape;13665;p88">
              <a:extLst>
                <a:ext uri="{FF2B5EF4-FFF2-40B4-BE49-F238E27FC236}">
                  <a16:creationId xmlns:a16="http://schemas.microsoft.com/office/drawing/2014/main" id="{4D0EFC7F-36AC-44F4-8FD7-7F54F21A33B7}"/>
                </a:ext>
              </a:extLst>
            </p:cNvPr>
            <p:cNvSpPr/>
            <p:nvPr/>
          </p:nvSpPr>
          <p:spPr>
            <a:xfrm>
              <a:off x="-30720225" y="2419175"/>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666;p88">
              <a:extLst>
                <a:ext uri="{FF2B5EF4-FFF2-40B4-BE49-F238E27FC236}">
                  <a16:creationId xmlns:a16="http://schemas.microsoft.com/office/drawing/2014/main" id="{A181432A-811A-46F2-897F-CE6E53E6325E}"/>
                </a:ext>
              </a:extLst>
            </p:cNvPr>
            <p:cNvSpPr/>
            <p:nvPr/>
          </p:nvSpPr>
          <p:spPr>
            <a:xfrm>
              <a:off x="-30635175" y="2453250"/>
              <a:ext cx="87450" cy="69125"/>
            </a:xfrm>
            <a:custGeom>
              <a:avLst/>
              <a:gdLst/>
              <a:ahLst/>
              <a:cxnLst/>
              <a:rect l="l" t="t" r="r" b="b"/>
              <a:pathLst>
                <a:path w="3498" h="2765" extrusionOk="0">
                  <a:moveTo>
                    <a:pt x="3124" y="0"/>
                  </a:moveTo>
                  <a:cubicBezTo>
                    <a:pt x="3033" y="0"/>
                    <a:pt x="2946" y="40"/>
                    <a:pt x="2899" y="118"/>
                  </a:cubicBezTo>
                  <a:lnTo>
                    <a:pt x="1040" y="1946"/>
                  </a:lnTo>
                  <a:lnTo>
                    <a:pt x="599" y="1505"/>
                  </a:lnTo>
                  <a:cubicBezTo>
                    <a:pt x="536" y="1442"/>
                    <a:pt x="450" y="1410"/>
                    <a:pt x="363" y="1410"/>
                  </a:cubicBezTo>
                  <a:cubicBezTo>
                    <a:pt x="276" y="1410"/>
                    <a:pt x="190" y="1442"/>
                    <a:pt x="127" y="1505"/>
                  </a:cubicBezTo>
                  <a:cubicBezTo>
                    <a:pt x="1" y="1631"/>
                    <a:pt x="1" y="1851"/>
                    <a:pt x="127" y="1977"/>
                  </a:cubicBezTo>
                  <a:lnTo>
                    <a:pt x="788" y="2639"/>
                  </a:lnTo>
                  <a:cubicBezTo>
                    <a:pt x="883" y="2733"/>
                    <a:pt x="977" y="2765"/>
                    <a:pt x="1040" y="2765"/>
                  </a:cubicBezTo>
                  <a:cubicBezTo>
                    <a:pt x="1103" y="2765"/>
                    <a:pt x="1198" y="2733"/>
                    <a:pt x="1261" y="2639"/>
                  </a:cubicBezTo>
                  <a:lnTo>
                    <a:pt x="3372" y="591"/>
                  </a:lnTo>
                  <a:cubicBezTo>
                    <a:pt x="3498" y="496"/>
                    <a:pt x="3498" y="244"/>
                    <a:pt x="3372" y="118"/>
                  </a:cubicBezTo>
                  <a:cubicBezTo>
                    <a:pt x="3309" y="40"/>
                    <a:pt x="3214" y="0"/>
                    <a:pt x="31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667;p88">
              <a:extLst>
                <a:ext uri="{FF2B5EF4-FFF2-40B4-BE49-F238E27FC236}">
                  <a16:creationId xmlns:a16="http://schemas.microsoft.com/office/drawing/2014/main" id="{A255BDD9-3F97-44C2-A59E-6B7A4E8963D2}"/>
                </a:ext>
              </a:extLst>
            </p:cNvPr>
            <p:cNvSpPr/>
            <p:nvPr/>
          </p:nvSpPr>
          <p:spPr>
            <a:xfrm>
              <a:off x="-30805300" y="2298675"/>
              <a:ext cx="290650" cy="291125"/>
            </a:xfrm>
            <a:custGeom>
              <a:avLst/>
              <a:gdLst/>
              <a:ahLst/>
              <a:cxnLst/>
              <a:rect l="l" t="t" r="r" b="b"/>
              <a:pathLst>
                <a:path w="11626" h="11645" extrusionOk="0">
                  <a:moveTo>
                    <a:pt x="5797" y="630"/>
                  </a:moveTo>
                  <a:cubicBezTo>
                    <a:pt x="6333" y="630"/>
                    <a:pt x="6806" y="1103"/>
                    <a:pt x="6806" y="1670"/>
                  </a:cubicBezTo>
                  <a:lnTo>
                    <a:pt x="6806" y="4096"/>
                  </a:lnTo>
                  <a:lnTo>
                    <a:pt x="6459" y="4096"/>
                  </a:lnTo>
                  <a:cubicBezTo>
                    <a:pt x="5514" y="4096"/>
                    <a:pt x="4758" y="4852"/>
                    <a:pt x="4758" y="5797"/>
                  </a:cubicBezTo>
                  <a:lnTo>
                    <a:pt x="4758" y="6144"/>
                  </a:lnTo>
                  <a:lnTo>
                    <a:pt x="3088" y="6144"/>
                  </a:lnTo>
                  <a:lnTo>
                    <a:pt x="3088" y="6207"/>
                  </a:lnTo>
                  <a:cubicBezTo>
                    <a:pt x="2993" y="6207"/>
                    <a:pt x="2930" y="6238"/>
                    <a:pt x="2836" y="6270"/>
                  </a:cubicBezTo>
                  <a:lnTo>
                    <a:pt x="2017" y="7057"/>
                  </a:lnTo>
                  <a:lnTo>
                    <a:pt x="2017" y="6490"/>
                  </a:lnTo>
                  <a:cubicBezTo>
                    <a:pt x="2017" y="6301"/>
                    <a:pt x="1859" y="6144"/>
                    <a:pt x="1670" y="6144"/>
                  </a:cubicBezTo>
                  <a:cubicBezTo>
                    <a:pt x="1103" y="6144"/>
                    <a:pt x="631" y="5671"/>
                    <a:pt x="631" y="5136"/>
                  </a:cubicBezTo>
                  <a:lnTo>
                    <a:pt x="631" y="1670"/>
                  </a:lnTo>
                  <a:cubicBezTo>
                    <a:pt x="631" y="1103"/>
                    <a:pt x="1103" y="630"/>
                    <a:pt x="1670" y="630"/>
                  </a:cubicBezTo>
                  <a:close/>
                  <a:moveTo>
                    <a:pt x="9925" y="4852"/>
                  </a:moveTo>
                  <a:cubicBezTo>
                    <a:pt x="10492" y="4852"/>
                    <a:pt x="10964" y="5325"/>
                    <a:pt x="10964" y="5860"/>
                  </a:cubicBezTo>
                  <a:lnTo>
                    <a:pt x="10964" y="8601"/>
                  </a:lnTo>
                  <a:cubicBezTo>
                    <a:pt x="10964" y="9137"/>
                    <a:pt x="10492" y="9609"/>
                    <a:pt x="9925" y="9609"/>
                  </a:cubicBezTo>
                  <a:lnTo>
                    <a:pt x="8538" y="9609"/>
                  </a:lnTo>
                  <a:cubicBezTo>
                    <a:pt x="8475" y="9609"/>
                    <a:pt x="8349" y="9672"/>
                    <a:pt x="8318" y="9735"/>
                  </a:cubicBezTo>
                  <a:lnTo>
                    <a:pt x="7530" y="10523"/>
                  </a:lnTo>
                  <a:lnTo>
                    <a:pt x="7530" y="9987"/>
                  </a:lnTo>
                  <a:cubicBezTo>
                    <a:pt x="7530" y="9767"/>
                    <a:pt x="7373" y="9609"/>
                    <a:pt x="7184" y="9609"/>
                  </a:cubicBezTo>
                  <a:lnTo>
                    <a:pt x="6491" y="9609"/>
                  </a:lnTo>
                  <a:cubicBezTo>
                    <a:pt x="5955" y="9609"/>
                    <a:pt x="5482" y="9137"/>
                    <a:pt x="5482" y="8601"/>
                  </a:cubicBezTo>
                  <a:lnTo>
                    <a:pt x="5482" y="5860"/>
                  </a:lnTo>
                  <a:cubicBezTo>
                    <a:pt x="5482" y="5325"/>
                    <a:pt x="5955" y="4852"/>
                    <a:pt x="6491" y="4852"/>
                  </a:cubicBezTo>
                  <a:close/>
                  <a:moveTo>
                    <a:pt x="1702" y="0"/>
                  </a:moveTo>
                  <a:cubicBezTo>
                    <a:pt x="757" y="0"/>
                    <a:pt x="1" y="756"/>
                    <a:pt x="1" y="1702"/>
                  </a:cubicBezTo>
                  <a:lnTo>
                    <a:pt x="1" y="5167"/>
                  </a:lnTo>
                  <a:cubicBezTo>
                    <a:pt x="1" y="5986"/>
                    <a:pt x="599" y="6711"/>
                    <a:pt x="1387" y="6868"/>
                  </a:cubicBezTo>
                  <a:lnTo>
                    <a:pt x="1387" y="7940"/>
                  </a:lnTo>
                  <a:cubicBezTo>
                    <a:pt x="1387" y="8034"/>
                    <a:pt x="1450" y="8192"/>
                    <a:pt x="1576" y="8255"/>
                  </a:cubicBezTo>
                  <a:cubicBezTo>
                    <a:pt x="1618" y="8265"/>
                    <a:pt x="1663" y="8272"/>
                    <a:pt x="1708" y="8272"/>
                  </a:cubicBezTo>
                  <a:cubicBezTo>
                    <a:pt x="1796" y="8272"/>
                    <a:pt x="1880" y="8244"/>
                    <a:pt x="1922" y="8160"/>
                  </a:cubicBezTo>
                  <a:lnTo>
                    <a:pt x="3246" y="6900"/>
                  </a:lnTo>
                  <a:lnTo>
                    <a:pt x="4821" y="6900"/>
                  </a:lnTo>
                  <a:lnTo>
                    <a:pt x="4821" y="8601"/>
                  </a:lnTo>
                  <a:cubicBezTo>
                    <a:pt x="4821" y="9546"/>
                    <a:pt x="5545" y="10302"/>
                    <a:pt x="6491" y="10302"/>
                  </a:cubicBezTo>
                  <a:lnTo>
                    <a:pt x="6869" y="10302"/>
                  </a:lnTo>
                  <a:lnTo>
                    <a:pt x="6869" y="11311"/>
                  </a:lnTo>
                  <a:cubicBezTo>
                    <a:pt x="6869" y="11468"/>
                    <a:pt x="6932" y="11594"/>
                    <a:pt x="7058" y="11626"/>
                  </a:cubicBezTo>
                  <a:cubicBezTo>
                    <a:pt x="7104" y="11637"/>
                    <a:pt x="7154" y="11644"/>
                    <a:pt x="7202" y="11644"/>
                  </a:cubicBezTo>
                  <a:cubicBezTo>
                    <a:pt x="7286" y="11644"/>
                    <a:pt x="7364" y="11623"/>
                    <a:pt x="7404" y="11563"/>
                  </a:cubicBezTo>
                  <a:lnTo>
                    <a:pt x="8664" y="10302"/>
                  </a:lnTo>
                  <a:lnTo>
                    <a:pt x="9925" y="10302"/>
                  </a:lnTo>
                  <a:cubicBezTo>
                    <a:pt x="10870" y="10302"/>
                    <a:pt x="11626" y="9546"/>
                    <a:pt x="11626" y="8601"/>
                  </a:cubicBezTo>
                  <a:lnTo>
                    <a:pt x="11626" y="5892"/>
                  </a:lnTo>
                  <a:cubicBezTo>
                    <a:pt x="11626" y="4884"/>
                    <a:pt x="10870" y="4159"/>
                    <a:pt x="9925" y="4159"/>
                  </a:cubicBezTo>
                  <a:lnTo>
                    <a:pt x="7530" y="4159"/>
                  </a:lnTo>
                  <a:lnTo>
                    <a:pt x="7530" y="1702"/>
                  </a:lnTo>
                  <a:cubicBezTo>
                    <a:pt x="7530" y="756"/>
                    <a:pt x="6774" y="0"/>
                    <a:pt x="58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668;p88">
              <a:extLst>
                <a:ext uri="{FF2B5EF4-FFF2-40B4-BE49-F238E27FC236}">
                  <a16:creationId xmlns:a16="http://schemas.microsoft.com/office/drawing/2014/main" id="{A29DC642-115F-4C2C-AE58-86B745B5F109}"/>
                </a:ext>
              </a:extLst>
            </p:cNvPr>
            <p:cNvSpPr/>
            <p:nvPr/>
          </p:nvSpPr>
          <p:spPr>
            <a:xfrm>
              <a:off x="-30737575" y="2332550"/>
              <a:ext cx="53600" cy="69325"/>
            </a:xfrm>
            <a:custGeom>
              <a:avLst/>
              <a:gdLst/>
              <a:ahLst/>
              <a:cxnLst/>
              <a:rect l="l" t="t" r="r" b="b"/>
              <a:pathLst>
                <a:path w="2144" h="2773" extrusionOk="0">
                  <a:moveTo>
                    <a:pt x="1041" y="0"/>
                  </a:moveTo>
                  <a:cubicBezTo>
                    <a:pt x="474" y="0"/>
                    <a:pt x="1" y="473"/>
                    <a:pt x="1" y="1008"/>
                  </a:cubicBezTo>
                  <a:cubicBezTo>
                    <a:pt x="1" y="1197"/>
                    <a:pt x="158" y="1355"/>
                    <a:pt x="379" y="1355"/>
                  </a:cubicBezTo>
                  <a:cubicBezTo>
                    <a:pt x="568" y="1355"/>
                    <a:pt x="726" y="1197"/>
                    <a:pt x="726" y="1008"/>
                  </a:cubicBezTo>
                  <a:cubicBezTo>
                    <a:pt x="726" y="819"/>
                    <a:pt x="883" y="662"/>
                    <a:pt x="1072" y="662"/>
                  </a:cubicBezTo>
                  <a:cubicBezTo>
                    <a:pt x="1293" y="662"/>
                    <a:pt x="1450" y="819"/>
                    <a:pt x="1450" y="1008"/>
                  </a:cubicBezTo>
                  <a:cubicBezTo>
                    <a:pt x="1450" y="1103"/>
                    <a:pt x="1324" y="1292"/>
                    <a:pt x="1198" y="1323"/>
                  </a:cubicBezTo>
                  <a:cubicBezTo>
                    <a:pt x="915" y="1449"/>
                    <a:pt x="757" y="1701"/>
                    <a:pt x="757" y="1953"/>
                  </a:cubicBezTo>
                  <a:lnTo>
                    <a:pt x="757" y="2426"/>
                  </a:lnTo>
                  <a:cubicBezTo>
                    <a:pt x="757" y="2615"/>
                    <a:pt x="915" y="2772"/>
                    <a:pt x="1135" y="2772"/>
                  </a:cubicBezTo>
                  <a:cubicBezTo>
                    <a:pt x="1324" y="2772"/>
                    <a:pt x="1482" y="2615"/>
                    <a:pt x="1482" y="2426"/>
                  </a:cubicBezTo>
                  <a:lnTo>
                    <a:pt x="1482" y="1953"/>
                  </a:lnTo>
                  <a:cubicBezTo>
                    <a:pt x="1860" y="1796"/>
                    <a:pt x="2143" y="1418"/>
                    <a:pt x="2143" y="1008"/>
                  </a:cubicBezTo>
                  <a:cubicBezTo>
                    <a:pt x="2049" y="473"/>
                    <a:pt x="1576" y="0"/>
                    <a:pt x="10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3509;p88">
            <a:extLst>
              <a:ext uri="{FF2B5EF4-FFF2-40B4-BE49-F238E27FC236}">
                <a16:creationId xmlns:a16="http://schemas.microsoft.com/office/drawing/2014/main" id="{6E11B769-E2F1-4048-AD0D-C6D1A7C96DA0}"/>
              </a:ext>
            </a:extLst>
          </p:cNvPr>
          <p:cNvGrpSpPr/>
          <p:nvPr/>
        </p:nvGrpSpPr>
        <p:grpSpPr>
          <a:xfrm>
            <a:off x="6133717" y="5109363"/>
            <a:ext cx="355468" cy="353587"/>
            <a:chOff x="-35854750" y="2272675"/>
            <a:chExt cx="293000" cy="291450"/>
          </a:xfrm>
          <a:solidFill>
            <a:schemeClr val="accent2"/>
          </a:solidFill>
        </p:grpSpPr>
        <p:sp>
          <p:nvSpPr>
            <p:cNvPr id="29" name="Google Shape;13510;p88">
              <a:extLst>
                <a:ext uri="{FF2B5EF4-FFF2-40B4-BE49-F238E27FC236}">
                  <a16:creationId xmlns:a16="http://schemas.microsoft.com/office/drawing/2014/main" id="{02C402FA-C843-4A15-990E-8B45497E40D4}"/>
                </a:ext>
              </a:extLst>
            </p:cNvPr>
            <p:cNvSpPr/>
            <p:nvPr/>
          </p:nvSpPr>
          <p:spPr>
            <a:xfrm>
              <a:off x="-35854750" y="2272675"/>
              <a:ext cx="293000" cy="291450"/>
            </a:xfrm>
            <a:custGeom>
              <a:avLst/>
              <a:gdLst/>
              <a:ahLst/>
              <a:cxnLst/>
              <a:rect l="l" t="t" r="r" b="b"/>
              <a:pathLst>
                <a:path w="11720" h="11658" extrusionOk="0">
                  <a:moveTo>
                    <a:pt x="5844" y="654"/>
                  </a:moveTo>
                  <a:cubicBezTo>
                    <a:pt x="6144" y="654"/>
                    <a:pt x="6443" y="773"/>
                    <a:pt x="6679" y="1009"/>
                  </a:cubicBezTo>
                  <a:lnTo>
                    <a:pt x="7057" y="1355"/>
                  </a:lnTo>
                  <a:lnTo>
                    <a:pt x="4600" y="1355"/>
                  </a:lnTo>
                  <a:lnTo>
                    <a:pt x="5009" y="1009"/>
                  </a:lnTo>
                  <a:cubicBezTo>
                    <a:pt x="5246" y="773"/>
                    <a:pt x="5545" y="654"/>
                    <a:pt x="5844" y="654"/>
                  </a:cubicBezTo>
                  <a:close/>
                  <a:moveTo>
                    <a:pt x="2080" y="3939"/>
                  </a:moveTo>
                  <a:lnTo>
                    <a:pt x="2080" y="6365"/>
                  </a:lnTo>
                  <a:lnTo>
                    <a:pt x="819" y="5136"/>
                  </a:lnTo>
                  <a:lnTo>
                    <a:pt x="2080" y="3939"/>
                  </a:lnTo>
                  <a:close/>
                  <a:moveTo>
                    <a:pt x="9609" y="3876"/>
                  </a:moveTo>
                  <a:lnTo>
                    <a:pt x="10869" y="5136"/>
                  </a:lnTo>
                  <a:lnTo>
                    <a:pt x="9609" y="6365"/>
                  </a:lnTo>
                  <a:lnTo>
                    <a:pt x="9609" y="3876"/>
                  </a:lnTo>
                  <a:close/>
                  <a:moveTo>
                    <a:pt x="8570" y="2080"/>
                  </a:moveTo>
                  <a:cubicBezTo>
                    <a:pt x="8790" y="2080"/>
                    <a:pt x="8948" y="2238"/>
                    <a:pt x="8948" y="2427"/>
                  </a:cubicBezTo>
                  <a:lnTo>
                    <a:pt x="8948" y="7089"/>
                  </a:lnTo>
                  <a:lnTo>
                    <a:pt x="8286" y="7751"/>
                  </a:lnTo>
                  <a:cubicBezTo>
                    <a:pt x="7593" y="7152"/>
                    <a:pt x="6774" y="6837"/>
                    <a:pt x="5860" y="6837"/>
                  </a:cubicBezTo>
                  <a:cubicBezTo>
                    <a:pt x="4978" y="6837"/>
                    <a:pt x="4127" y="7152"/>
                    <a:pt x="3466" y="7751"/>
                  </a:cubicBezTo>
                  <a:lnTo>
                    <a:pt x="2804" y="7089"/>
                  </a:lnTo>
                  <a:lnTo>
                    <a:pt x="2804" y="2427"/>
                  </a:lnTo>
                  <a:cubicBezTo>
                    <a:pt x="2804" y="2238"/>
                    <a:pt x="2962" y="2080"/>
                    <a:pt x="3119" y="2080"/>
                  </a:cubicBezTo>
                  <a:close/>
                  <a:moveTo>
                    <a:pt x="693" y="5987"/>
                  </a:moveTo>
                  <a:lnTo>
                    <a:pt x="2993" y="8223"/>
                  </a:lnTo>
                  <a:lnTo>
                    <a:pt x="693" y="10492"/>
                  </a:lnTo>
                  <a:lnTo>
                    <a:pt x="693" y="5987"/>
                  </a:lnTo>
                  <a:close/>
                  <a:moveTo>
                    <a:pt x="11027" y="5987"/>
                  </a:moveTo>
                  <a:lnTo>
                    <a:pt x="11027" y="10492"/>
                  </a:lnTo>
                  <a:lnTo>
                    <a:pt x="8727" y="8223"/>
                  </a:lnTo>
                  <a:lnTo>
                    <a:pt x="11027" y="5987"/>
                  </a:lnTo>
                  <a:close/>
                  <a:moveTo>
                    <a:pt x="5829" y="7499"/>
                  </a:moveTo>
                  <a:cubicBezTo>
                    <a:pt x="6616" y="7499"/>
                    <a:pt x="7309" y="7814"/>
                    <a:pt x="7876" y="8381"/>
                  </a:cubicBezTo>
                  <a:lnTo>
                    <a:pt x="10523" y="10964"/>
                  </a:lnTo>
                  <a:lnTo>
                    <a:pt x="1166" y="10964"/>
                  </a:lnTo>
                  <a:lnTo>
                    <a:pt x="3781" y="8381"/>
                  </a:lnTo>
                  <a:cubicBezTo>
                    <a:pt x="4316" y="7814"/>
                    <a:pt x="5041" y="7499"/>
                    <a:pt x="5829" y="7499"/>
                  </a:cubicBezTo>
                  <a:close/>
                  <a:moveTo>
                    <a:pt x="5864" y="1"/>
                  </a:moveTo>
                  <a:cubicBezTo>
                    <a:pt x="5380" y="1"/>
                    <a:pt x="4899" y="190"/>
                    <a:pt x="4537" y="568"/>
                  </a:cubicBezTo>
                  <a:lnTo>
                    <a:pt x="3655" y="1387"/>
                  </a:lnTo>
                  <a:lnTo>
                    <a:pt x="3119" y="1387"/>
                  </a:lnTo>
                  <a:cubicBezTo>
                    <a:pt x="2552" y="1387"/>
                    <a:pt x="2080" y="1859"/>
                    <a:pt x="2080" y="2427"/>
                  </a:cubicBezTo>
                  <a:lnTo>
                    <a:pt x="2080" y="2962"/>
                  </a:lnTo>
                  <a:lnTo>
                    <a:pt x="315" y="4726"/>
                  </a:lnTo>
                  <a:cubicBezTo>
                    <a:pt x="126" y="4915"/>
                    <a:pt x="0" y="5136"/>
                    <a:pt x="0" y="5420"/>
                  </a:cubicBezTo>
                  <a:lnTo>
                    <a:pt x="0" y="10618"/>
                  </a:lnTo>
                  <a:cubicBezTo>
                    <a:pt x="32" y="11216"/>
                    <a:pt x="473" y="11657"/>
                    <a:pt x="1071" y="11657"/>
                  </a:cubicBezTo>
                  <a:lnTo>
                    <a:pt x="10680" y="11657"/>
                  </a:lnTo>
                  <a:cubicBezTo>
                    <a:pt x="11216" y="11657"/>
                    <a:pt x="11720" y="11185"/>
                    <a:pt x="11720" y="10618"/>
                  </a:cubicBezTo>
                  <a:lnTo>
                    <a:pt x="11720" y="5420"/>
                  </a:lnTo>
                  <a:cubicBezTo>
                    <a:pt x="11720" y="5136"/>
                    <a:pt x="11626" y="4915"/>
                    <a:pt x="11405" y="4726"/>
                  </a:cubicBezTo>
                  <a:lnTo>
                    <a:pt x="9641" y="2962"/>
                  </a:lnTo>
                  <a:lnTo>
                    <a:pt x="9641" y="2427"/>
                  </a:lnTo>
                  <a:cubicBezTo>
                    <a:pt x="9641" y="1859"/>
                    <a:pt x="9168" y="1387"/>
                    <a:pt x="8633" y="1387"/>
                  </a:cubicBezTo>
                  <a:lnTo>
                    <a:pt x="8065" y="1387"/>
                  </a:lnTo>
                  <a:lnTo>
                    <a:pt x="7215" y="568"/>
                  </a:lnTo>
                  <a:cubicBezTo>
                    <a:pt x="6837" y="190"/>
                    <a:pt x="6348" y="1"/>
                    <a:pt x="58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511;p88">
              <a:extLst>
                <a:ext uri="{FF2B5EF4-FFF2-40B4-BE49-F238E27FC236}">
                  <a16:creationId xmlns:a16="http://schemas.microsoft.com/office/drawing/2014/main" id="{AE027A7E-E726-46C7-A387-55CC374A7D60}"/>
                </a:ext>
              </a:extLst>
            </p:cNvPr>
            <p:cNvSpPr/>
            <p:nvPr/>
          </p:nvSpPr>
          <p:spPr>
            <a:xfrm>
              <a:off x="-35733475" y="2340425"/>
              <a:ext cx="51225" cy="68550"/>
            </a:xfrm>
            <a:custGeom>
              <a:avLst/>
              <a:gdLst/>
              <a:ahLst/>
              <a:cxnLst/>
              <a:rect l="l" t="t" r="r" b="b"/>
              <a:pathLst>
                <a:path w="2049" h="2742" extrusionOk="0">
                  <a:moveTo>
                    <a:pt x="1009" y="0"/>
                  </a:moveTo>
                  <a:cubicBezTo>
                    <a:pt x="474" y="0"/>
                    <a:pt x="1" y="473"/>
                    <a:pt x="1" y="1008"/>
                  </a:cubicBezTo>
                  <a:cubicBezTo>
                    <a:pt x="1" y="1260"/>
                    <a:pt x="158" y="1418"/>
                    <a:pt x="316" y="1418"/>
                  </a:cubicBezTo>
                  <a:cubicBezTo>
                    <a:pt x="505" y="1418"/>
                    <a:pt x="663" y="1260"/>
                    <a:pt x="663" y="1040"/>
                  </a:cubicBezTo>
                  <a:cubicBezTo>
                    <a:pt x="663" y="851"/>
                    <a:pt x="820" y="693"/>
                    <a:pt x="1009" y="693"/>
                  </a:cubicBezTo>
                  <a:cubicBezTo>
                    <a:pt x="1198" y="693"/>
                    <a:pt x="1356" y="851"/>
                    <a:pt x="1356" y="1040"/>
                  </a:cubicBezTo>
                  <a:cubicBezTo>
                    <a:pt x="1356" y="1229"/>
                    <a:pt x="1293" y="1323"/>
                    <a:pt x="1135" y="1386"/>
                  </a:cubicBezTo>
                  <a:cubicBezTo>
                    <a:pt x="852" y="1449"/>
                    <a:pt x="663" y="1733"/>
                    <a:pt x="663" y="2016"/>
                  </a:cubicBezTo>
                  <a:lnTo>
                    <a:pt x="663" y="2394"/>
                  </a:lnTo>
                  <a:cubicBezTo>
                    <a:pt x="663" y="2583"/>
                    <a:pt x="820" y="2741"/>
                    <a:pt x="1009" y="2741"/>
                  </a:cubicBezTo>
                  <a:cubicBezTo>
                    <a:pt x="1230" y="2741"/>
                    <a:pt x="1387" y="2583"/>
                    <a:pt x="1387" y="2394"/>
                  </a:cubicBezTo>
                  <a:lnTo>
                    <a:pt x="1387" y="2016"/>
                  </a:lnTo>
                  <a:cubicBezTo>
                    <a:pt x="1765" y="1827"/>
                    <a:pt x="2049" y="1449"/>
                    <a:pt x="2049" y="1008"/>
                  </a:cubicBezTo>
                  <a:cubicBezTo>
                    <a:pt x="2049" y="473"/>
                    <a:pt x="1576" y="0"/>
                    <a:pt x="10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512;p88">
              <a:extLst>
                <a:ext uri="{FF2B5EF4-FFF2-40B4-BE49-F238E27FC236}">
                  <a16:creationId xmlns:a16="http://schemas.microsoft.com/office/drawing/2014/main" id="{95F9FE23-88FF-4DA2-B542-6215771CAAC4}"/>
                </a:ext>
              </a:extLst>
            </p:cNvPr>
            <p:cNvSpPr/>
            <p:nvPr/>
          </p:nvSpPr>
          <p:spPr>
            <a:xfrm>
              <a:off x="-35716925" y="24184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62" y="158"/>
                    <a:pt x="536"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47"/>
          <p:cNvSpPr txBox="1">
            <a:spLocks noGrp="1"/>
          </p:cNvSpPr>
          <p:nvPr>
            <p:ph type="title"/>
          </p:nvPr>
        </p:nvSpPr>
        <p:spPr>
          <a:xfrm>
            <a:off x="729229" y="-7748"/>
            <a:ext cx="5951262" cy="1122400"/>
          </a:xfrm>
          <a:prstGeom prst="rect">
            <a:avLst/>
          </a:prstGeom>
        </p:spPr>
        <p:txBody>
          <a:bodyPr spcFirstLastPara="1" wrap="square" lIns="121900" tIns="121900" rIns="121900" bIns="121900" anchor="t" anchorCtr="0">
            <a:noAutofit/>
          </a:bodyPr>
          <a:lstStyle/>
          <a:p>
            <a:r>
              <a:rPr lang="ro-RO" dirty="0"/>
              <a:t>Bune practici</a:t>
            </a:r>
            <a:endParaRPr dirty="0"/>
          </a:p>
        </p:txBody>
      </p:sp>
      <p:grpSp>
        <p:nvGrpSpPr>
          <p:cNvPr id="1078" name="Google Shape;1078;p47"/>
          <p:cNvGrpSpPr/>
          <p:nvPr/>
        </p:nvGrpSpPr>
        <p:grpSpPr>
          <a:xfrm>
            <a:off x="9625119" y="2583317"/>
            <a:ext cx="873613" cy="873824"/>
            <a:chOff x="1347125" y="349025"/>
            <a:chExt cx="4978800" cy="4980000"/>
          </a:xfrm>
        </p:grpSpPr>
        <p:sp>
          <p:nvSpPr>
            <p:cNvPr id="1079" name="Google Shape;1079;p47"/>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80" name="Google Shape;1080;p47"/>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81" name="Google Shape;1081;p47"/>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82" name="Google Shape;1082;p47"/>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83" name="Google Shape;1083;p47"/>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84" name="Google Shape;1084;p47"/>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85" name="Google Shape;1085;p47"/>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86" name="Google Shape;1086;p47"/>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87" name="Google Shape;1087;p47"/>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88" name="Google Shape;1088;p47"/>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89" name="Google Shape;1089;p47"/>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90" name="Google Shape;1090;p47"/>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91" name="Google Shape;1091;p47"/>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92" name="Google Shape;1092;p47"/>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93" name="Google Shape;1093;p47"/>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94" name="Google Shape;1094;p47"/>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95" name="Google Shape;1095;p47"/>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96" name="Google Shape;1096;p47"/>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97" name="Google Shape;1097;p47"/>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98" name="Google Shape;1098;p47"/>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099" name="Google Shape;1099;p47"/>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00" name="Google Shape;1100;p47"/>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1101" name="Google Shape;1101;p47"/>
          <p:cNvGrpSpPr/>
          <p:nvPr/>
        </p:nvGrpSpPr>
        <p:grpSpPr>
          <a:xfrm rot="-1799928">
            <a:off x="7173321" y="707569"/>
            <a:ext cx="4184476" cy="7638323"/>
            <a:chOff x="4695550" y="1608975"/>
            <a:chExt cx="539625" cy="985050"/>
          </a:xfrm>
        </p:grpSpPr>
        <p:sp>
          <p:nvSpPr>
            <p:cNvPr id="1102" name="Google Shape;1102;p47"/>
            <p:cNvSpPr/>
            <p:nvPr/>
          </p:nvSpPr>
          <p:spPr>
            <a:xfrm>
              <a:off x="4695550" y="2300650"/>
              <a:ext cx="539625" cy="293375"/>
            </a:xfrm>
            <a:custGeom>
              <a:avLst/>
              <a:gdLst/>
              <a:ahLst/>
              <a:cxnLst/>
              <a:rect l="l" t="t" r="r" b="b"/>
              <a:pathLst>
                <a:path w="21585" h="11735" extrusionOk="0">
                  <a:moveTo>
                    <a:pt x="0" y="10471"/>
                  </a:moveTo>
                  <a:lnTo>
                    <a:pt x="0" y="6679"/>
                  </a:lnTo>
                  <a:cubicBezTo>
                    <a:pt x="525" y="6058"/>
                    <a:pt x="1312" y="5653"/>
                    <a:pt x="2195" y="5653"/>
                  </a:cubicBezTo>
                  <a:cubicBezTo>
                    <a:pt x="2815" y="5653"/>
                    <a:pt x="3387" y="5868"/>
                    <a:pt x="3864" y="6202"/>
                  </a:cubicBezTo>
                  <a:cubicBezTo>
                    <a:pt x="4007" y="5844"/>
                    <a:pt x="4365" y="5605"/>
                    <a:pt x="4794" y="5605"/>
                  </a:cubicBezTo>
                  <a:cubicBezTo>
                    <a:pt x="5200" y="5605"/>
                    <a:pt x="5605" y="5868"/>
                    <a:pt x="5748" y="6225"/>
                  </a:cubicBezTo>
                  <a:cubicBezTo>
                    <a:pt x="6035" y="6106"/>
                    <a:pt x="6345" y="6011"/>
                    <a:pt x="6679" y="6011"/>
                  </a:cubicBezTo>
                  <a:cubicBezTo>
                    <a:pt x="7108" y="6011"/>
                    <a:pt x="7561" y="6178"/>
                    <a:pt x="7919" y="6369"/>
                  </a:cubicBezTo>
                  <a:cubicBezTo>
                    <a:pt x="7990" y="5725"/>
                    <a:pt x="8515" y="5224"/>
                    <a:pt x="9183" y="5224"/>
                  </a:cubicBezTo>
                  <a:cubicBezTo>
                    <a:pt x="9302" y="5224"/>
                    <a:pt x="9421" y="5248"/>
                    <a:pt x="9493" y="5271"/>
                  </a:cubicBezTo>
                  <a:lnTo>
                    <a:pt x="9493" y="3721"/>
                  </a:lnTo>
                  <a:cubicBezTo>
                    <a:pt x="9493" y="3721"/>
                    <a:pt x="7752" y="3721"/>
                    <a:pt x="7466" y="2362"/>
                  </a:cubicBezTo>
                  <a:cubicBezTo>
                    <a:pt x="7179" y="978"/>
                    <a:pt x="11592" y="0"/>
                    <a:pt x="11592" y="0"/>
                  </a:cubicBezTo>
                  <a:cubicBezTo>
                    <a:pt x="11592" y="0"/>
                    <a:pt x="13428" y="382"/>
                    <a:pt x="13595" y="740"/>
                  </a:cubicBezTo>
                  <a:cubicBezTo>
                    <a:pt x="13738" y="1098"/>
                    <a:pt x="14096" y="2314"/>
                    <a:pt x="14096" y="2314"/>
                  </a:cubicBezTo>
                  <a:cubicBezTo>
                    <a:pt x="14096" y="2314"/>
                    <a:pt x="13977" y="3697"/>
                    <a:pt x="12689" y="3697"/>
                  </a:cubicBezTo>
                  <a:lnTo>
                    <a:pt x="12689" y="5605"/>
                  </a:lnTo>
                  <a:cubicBezTo>
                    <a:pt x="13261" y="5772"/>
                    <a:pt x="13786" y="6130"/>
                    <a:pt x="14144" y="6583"/>
                  </a:cubicBezTo>
                  <a:cubicBezTo>
                    <a:pt x="14382" y="6416"/>
                    <a:pt x="14692" y="6297"/>
                    <a:pt x="15026" y="6297"/>
                  </a:cubicBezTo>
                  <a:cubicBezTo>
                    <a:pt x="15312" y="6297"/>
                    <a:pt x="15551" y="6369"/>
                    <a:pt x="15789" y="6535"/>
                  </a:cubicBezTo>
                  <a:cubicBezTo>
                    <a:pt x="16147" y="5772"/>
                    <a:pt x="16886" y="5271"/>
                    <a:pt x="17769" y="5271"/>
                  </a:cubicBezTo>
                  <a:cubicBezTo>
                    <a:pt x="18604" y="5271"/>
                    <a:pt x="19343" y="5748"/>
                    <a:pt x="19701" y="6464"/>
                  </a:cubicBezTo>
                  <a:cubicBezTo>
                    <a:pt x="19987" y="6249"/>
                    <a:pt x="20345" y="6130"/>
                    <a:pt x="20750" y="6130"/>
                  </a:cubicBezTo>
                  <a:cubicBezTo>
                    <a:pt x="21036" y="6130"/>
                    <a:pt x="21346" y="6225"/>
                    <a:pt x="21585" y="6345"/>
                  </a:cubicBezTo>
                  <a:lnTo>
                    <a:pt x="21585" y="9421"/>
                  </a:lnTo>
                  <a:cubicBezTo>
                    <a:pt x="21346" y="9565"/>
                    <a:pt x="21036" y="9636"/>
                    <a:pt x="20750" y="9636"/>
                  </a:cubicBezTo>
                  <a:cubicBezTo>
                    <a:pt x="20178" y="9636"/>
                    <a:pt x="19677" y="9350"/>
                    <a:pt x="19343" y="8944"/>
                  </a:cubicBezTo>
                  <a:cubicBezTo>
                    <a:pt x="18961" y="9350"/>
                    <a:pt x="18389" y="9636"/>
                    <a:pt x="17769" y="9636"/>
                  </a:cubicBezTo>
                  <a:cubicBezTo>
                    <a:pt x="17006" y="9636"/>
                    <a:pt x="16386" y="9278"/>
                    <a:pt x="15980" y="8706"/>
                  </a:cubicBezTo>
                  <a:cubicBezTo>
                    <a:pt x="15742" y="8944"/>
                    <a:pt x="15384" y="9087"/>
                    <a:pt x="15026" y="9087"/>
                  </a:cubicBezTo>
                  <a:lnTo>
                    <a:pt x="14835" y="9087"/>
                  </a:lnTo>
                  <a:cubicBezTo>
                    <a:pt x="14597" y="10590"/>
                    <a:pt x="13309" y="11735"/>
                    <a:pt x="11735" y="11735"/>
                  </a:cubicBezTo>
                  <a:cubicBezTo>
                    <a:pt x="10256" y="11735"/>
                    <a:pt x="8992" y="10709"/>
                    <a:pt x="8658" y="9326"/>
                  </a:cubicBezTo>
                  <a:cubicBezTo>
                    <a:pt x="8276" y="10065"/>
                    <a:pt x="7537" y="10542"/>
                    <a:pt x="6631" y="10542"/>
                  </a:cubicBezTo>
                  <a:cubicBezTo>
                    <a:pt x="5891" y="10542"/>
                    <a:pt x="5247" y="10185"/>
                    <a:pt x="4818" y="9660"/>
                  </a:cubicBezTo>
                  <a:cubicBezTo>
                    <a:pt x="4365" y="10709"/>
                    <a:pt x="3363" y="11449"/>
                    <a:pt x="2147" y="11449"/>
                  </a:cubicBezTo>
                  <a:cubicBezTo>
                    <a:pt x="1312" y="11473"/>
                    <a:pt x="525" y="11091"/>
                    <a:pt x="0" y="1047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03" name="Google Shape;1103;p47"/>
            <p:cNvSpPr/>
            <p:nvPr/>
          </p:nvSpPr>
          <p:spPr>
            <a:xfrm>
              <a:off x="4854750" y="2289925"/>
              <a:ext cx="221225" cy="85875"/>
            </a:xfrm>
            <a:custGeom>
              <a:avLst/>
              <a:gdLst/>
              <a:ahLst/>
              <a:cxnLst/>
              <a:rect l="l" t="t" r="r" b="b"/>
              <a:pathLst>
                <a:path w="8849" h="3435" extrusionOk="0">
                  <a:moveTo>
                    <a:pt x="1098" y="2815"/>
                  </a:moveTo>
                  <a:cubicBezTo>
                    <a:pt x="0" y="2361"/>
                    <a:pt x="1455" y="0"/>
                    <a:pt x="1455" y="0"/>
                  </a:cubicBezTo>
                  <a:lnTo>
                    <a:pt x="7394" y="0"/>
                  </a:lnTo>
                  <a:cubicBezTo>
                    <a:pt x="7394" y="0"/>
                    <a:pt x="8849" y="2338"/>
                    <a:pt x="7752" y="2815"/>
                  </a:cubicBezTo>
                  <a:cubicBezTo>
                    <a:pt x="6202" y="3435"/>
                    <a:pt x="2648" y="3435"/>
                    <a:pt x="1098" y="2815"/>
                  </a:cubicBezTo>
                  <a:close/>
                </a:path>
              </a:pathLst>
            </a:custGeom>
            <a:solidFill>
              <a:srgbClr val="34343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04" name="Google Shape;1104;p47"/>
            <p:cNvSpPr/>
            <p:nvPr/>
          </p:nvSpPr>
          <p:spPr>
            <a:xfrm>
              <a:off x="5078350" y="2064525"/>
              <a:ext cx="110325" cy="245100"/>
            </a:xfrm>
            <a:custGeom>
              <a:avLst/>
              <a:gdLst/>
              <a:ahLst/>
              <a:cxnLst/>
              <a:rect l="l" t="t" r="r" b="b"/>
              <a:pathLst>
                <a:path w="4413" h="9804" extrusionOk="0">
                  <a:moveTo>
                    <a:pt x="1145" y="1"/>
                  </a:moveTo>
                  <a:cubicBezTo>
                    <a:pt x="1145" y="1"/>
                    <a:pt x="3316" y="2219"/>
                    <a:pt x="3482" y="2410"/>
                  </a:cubicBezTo>
                  <a:cubicBezTo>
                    <a:pt x="3673" y="2577"/>
                    <a:pt x="3816" y="2887"/>
                    <a:pt x="3840" y="3292"/>
                  </a:cubicBezTo>
                  <a:cubicBezTo>
                    <a:pt x="3888" y="3721"/>
                    <a:pt x="4341" y="9064"/>
                    <a:pt x="4389" y="9326"/>
                  </a:cubicBezTo>
                  <a:cubicBezTo>
                    <a:pt x="4413" y="9612"/>
                    <a:pt x="4198" y="9803"/>
                    <a:pt x="3793" y="9684"/>
                  </a:cubicBezTo>
                  <a:cubicBezTo>
                    <a:pt x="3363" y="9541"/>
                    <a:pt x="0" y="8181"/>
                    <a:pt x="0" y="8181"/>
                  </a:cubicBezTo>
                  <a:close/>
                </a:path>
              </a:pathLst>
            </a:custGeom>
            <a:solidFill>
              <a:srgbClr val="34343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05" name="Google Shape;1105;p47"/>
            <p:cNvSpPr/>
            <p:nvPr/>
          </p:nvSpPr>
          <p:spPr>
            <a:xfrm>
              <a:off x="4741450" y="2064525"/>
              <a:ext cx="110350" cy="245100"/>
            </a:xfrm>
            <a:custGeom>
              <a:avLst/>
              <a:gdLst/>
              <a:ahLst/>
              <a:cxnLst/>
              <a:rect l="l" t="t" r="r" b="b"/>
              <a:pathLst>
                <a:path w="4414" h="9804" extrusionOk="0">
                  <a:moveTo>
                    <a:pt x="3292" y="1"/>
                  </a:moveTo>
                  <a:cubicBezTo>
                    <a:pt x="3292" y="1"/>
                    <a:pt x="1098" y="2219"/>
                    <a:pt x="931" y="2410"/>
                  </a:cubicBezTo>
                  <a:cubicBezTo>
                    <a:pt x="740" y="2577"/>
                    <a:pt x="597" y="2887"/>
                    <a:pt x="573" y="3292"/>
                  </a:cubicBezTo>
                  <a:cubicBezTo>
                    <a:pt x="549" y="3721"/>
                    <a:pt x="72" y="9064"/>
                    <a:pt x="25" y="9326"/>
                  </a:cubicBezTo>
                  <a:cubicBezTo>
                    <a:pt x="1" y="9612"/>
                    <a:pt x="216" y="9803"/>
                    <a:pt x="621" y="9684"/>
                  </a:cubicBezTo>
                  <a:cubicBezTo>
                    <a:pt x="1050" y="9541"/>
                    <a:pt x="4413" y="8181"/>
                    <a:pt x="4413" y="8181"/>
                  </a:cubicBezTo>
                  <a:close/>
                </a:path>
              </a:pathLst>
            </a:custGeom>
            <a:solidFill>
              <a:srgbClr val="34343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06" name="Google Shape;1106;p47"/>
            <p:cNvSpPr/>
            <p:nvPr/>
          </p:nvSpPr>
          <p:spPr>
            <a:xfrm>
              <a:off x="4771275" y="1609575"/>
              <a:ext cx="387000" cy="724500"/>
            </a:xfrm>
            <a:custGeom>
              <a:avLst/>
              <a:gdLst/>
              <a:ahLst/>
              <a:cxnLst/>
              <a:rect l="l" t="t" r="r" b="b"/>
              <a:pathLst>
                <a:path w="15480" h="28980" extrusionOk="0">
                  <a:moveTo>
                    <a:pt x="11759" y="28240"/>
                  </a:moveTo>
                  <a:cubicBezTo>
                    <a:pt x="14215" y="27000"/>
                    <a:pt x="15479" y="9875"/>
                    <a:pt x="10638" y="3054"/>
                  </a:cubicBezTo>
                  <a:cubicBezTo>
                    <a:pt x="8658" y="239"/>
                    <a:pt x="7156" y="1"/>
                    <a:pt x="5033" y="2791"/>
                  </a:cubicBezTo>
                  <a:cubicBezTo>
                    <a:pt x="0" y="9446"/>
                    <a:pt x="1264" y="27000"/>
                    <a:pt x="3769" y="28264"/>
                  </a:cubicBezTo>
                  <a:cubicBezTo>
                    <a:pt x="5319" y="28979"/>
                    <a:pt x="10232" y="28979"/>
                    <a:pt x="11759" y="28240"/>
                  </a:cubicBezTo>
                  <a:close/>
                </a:path>
              </a:pathLst>
            </a:custGeom>
            <a:solidFill>
              <a:srgbClr val="FF7210"/>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07" name="Google Shape;1107;p47"/>
            <p:cNvSpPr/>
            <p:nvPr/>
          </p:nvSpPr>
          <p:spPr>
            <a:xfrm>
              <a:off x="4938825" y="1617925"/>
              <a:ext cx="219450" cy="713150"/>
            </a:xfrm>
            <a:custGeom>
              <a:avLst/>
              <a:gdLst/>
              <a:ahLst/>
              <a:cxnLst/>
              <a:rect l="l" t="t" r="r" b="b"/>
              <a:pathLst>
                <a:path w="8778" h="28526" extrusionOk="0">
                  <a:moveTo>
                    <a:pt x="5057" y="27906"/>
                  </a:moveTo>
                  <a:cubicBezTo>
                    <a:pt x="7513" y="26666"/>
                    <a:pt x="8777" y="9541"/>
                    <a:pt x="3936" y="2720"/>
                  </a:cubicBezTo>
                  <a:cubicBezTo>
                    <a:pt x="2505" y="669"/>
                    <a:pt x="1360" y="1"/>
                    <a:pt x="0" y="812"/>
                  </a:cubicBezTo>
                  <a:cubicBezTo>
                    <a:pt x="573" y="1146"/>
                    <a:pt x="1169" y="1789"/>
                    <a:pt x="1837" y="2720"/>
                  </a:cubicBezTo>
                  <a:cubicBezTo>
                    <a:pt x="6655" y="9541"/>
                    <a:pt x="5414" y="26689"/>
                    <a:pt x="2934" y="27906"/>
                  </a:cubicBezTo>
                  <a:cubicBezTo>
                    <a:pt x="2338" y="28192"/>
                    <a:pt x="1241" y="28383"/>
                    <a:pt x="0" y="28430"/>
                  </a:cubicBezTo>
                  <a:cubicBezTo>
                    <a:pt x="1908" y="28526"/>
                    <a:pt x="4126" y="28359"/>
                    <a:pt x="5057" y="27906"/>
                  </a:cubicBezTo>
                  <a:close/>
                </a:path>
              </a:pathLst>
            </a:custGeom>
            <a:solidFill>
              <a:srgbClr val="FF7210"/>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08" name="Google Shape;1108;p47"/>
            <p:cNvSpPr/>
            <p:nvPr/>
          </p:nvSpPr>
          <p:spPr>
            <a:xfrm>
              <a:off x="4801075" y="1608975"/>
              <a:ext cx="327975" cy="551575"/>
            </a:xfrm>
            <a:custGeom>
              <a:avLst/>
              <a:gdLst/>
              <a:ahLst/>
              <a:cxnLst/>
              <a:rect l="l" t="t" r="r" b="b"/>
              <a:pathLst>
                <a:path w="13119" h="22063" extrusionOk="0">
                  <a:moveTo>
                    <a:pt x="12594" y="21371"/>
                  </a:moveTo>
                  <a:cubicBezTo>
                    <a:pt x="13119" y="15480"/>
                    <a:pt x="12475" y="7275"/>
                    <a:pt x="9446" y="3030"/>
                  </a:cubicBezTo>
                  <a:cubicBezTo>
                    <a:pt x="7466" y="239"/>
                    <a:pt x="5964" y="1"/>
                    <a:pt x="3841" y="2791"/>
                  </a:cubicBezTo>
                  <a:cubicBezTo>
                    <a:pt x="716" y="6941"/>
                    <a:pt x="1" y="15361"/>
                    <a:pt x="549" y="21371"/>
                  </a:cubicBezTo>
                  <a:cubicBezTo>
                    <a:pt x="3889" y="22063"/>
                    <a:pt x="9255" y="22063"/>
                    <a:pt x="12594" y="2137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09" name="Google Shape;1109;p47"/>
            <p:cNvSpPr/>
            <p:nvPr/>
          </p:nvSpPr>
          <p:spPr>
            <a:xfrm>
              <a:off x="4892900" y="1862400"/>
              <a:ext cx="144325" cy="144325"/>
            </a:xfrm>
            <a:custGeom>
              <a:avLst/>
              <a:gdLst/>
              <a:ahLst/>
              <a:cxnLst/>
              <a:rect l="l" t="t" r="r" b="b"/>
              <a:pathLst>
                <a:path w="5773" h="5773" extrusionOk="0">
                  <a:moveTo>
                    <a:pt x="2887" y="5772"/>
                  </a:moveTo>
                  <a:cubicBezTo>
                    <a:pt x="4485" y="5772"/>
                    <a:pt x="5773" y="4460"/>
                    <a:pt x="5773" y="2886"/>
                  </a:cubicBezTo>
                  <a:cubicBezTo>
                    <a:pt x="5773" y="1288"/>
                    <a:pt x="4461" y="0"/>
                    <a:pt x="2887" y="0"/>
                  </a:cubicBezTo>
                  <a:cubicBezTo>
                    <a:pt x="1289" y="0"/>
                    <a:pt x="1" y="1312"/>
                    <a:pt x="1" y="2886"/>
                  </a:cubicBezTo>
                  <a:cubicBezTo>
                    <a:pt x="1" y="4460"/>
                    <a:pt x="1313" y="5772"/>
                    <a:pt x="2887" y="5772"/>
                  </a:cubicBezTo>
                  <a:close/>
                </a:path>
              </a:pathLst>
            </a:custGeom>
            <a:solidFill>
              <a:srgbClr val="34343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10" name="Google Shape;1110;p47"/>
            <p:cNvSpPr/>
            <p:nvPr/>
          </p:nvSpPr>
          <p:spPr>
            <a:xfrm>
              <a:off x="4941200" y="2114025"/>
              <a:ext cx="48325" cy="168175"/>
            </a:xfrm>
            <a:custGeom>
              <a:avLst/>
              <a:gdLst/>
              <a:ahLst/>
              <a:cxnLst/>
              <a:rect l="l" t="t" r="r" b="b"/>
              <a:pathLst>
                <a:path w="1933" h="6727" extrusionOk="0">
                  <a:moveTo>
                    <a:pt x="1575" y="6249"/>
                  </a:moveTo>
                  <a:cubicBezTo>
                    <a:pt x="1885" y="5915"/>
                    <a:pt x="1933" y="5200"/>
                    <a:pt x="1933" y="4484"/>
                  </a:cubicBezTo>
                  <a:cubicBezTo>
                    <a:pt x="1933" y="3793"/>
                    <a:pt x="1265" y="453"/>
                    <a:pt x="1217" y="358"/>
                  </a:cubicBezTo>
                  <a:cubicBezTo>
                    <a:pt x="1169" y="0"/>
                    <a:pt x="788" y="48"/>
                    <a:pt x="716" y="358"/>
                  </a:cubicBezTo>
                  <a:cubicBezTo>
                    <a:pt x="692" y="453"/>
                    <a:pt x="1" y="3793"/>
                    <a:pt x="1" y="4484"/>
                  </a:cubicBezTo>
                  <a:cubicBezTo>
                    <a:pt x="1" y="5176"/>
                    <a:pt x="72" y="5891"/>
                    <a:pt x="359" y="6249"/>
                  </a:cubicBezTo>
                  <a:cubicBezTo>
                    <a:pt x="788" y="6726"/>
                    <a:pt x="1169" y="6726"/>
                    <a:pt x="1575" y="6249"/>
                  </a:cubicBezTo>
                  <a:close/>
                </a:path>
              </a:pathLst>
            </a:custGeom>
            <a:solidFill>
              <a:srgbClr val="34343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11" name="Google Shape;1111;p47"/>
            <p:cNvSpPr/>
            <p:nvPr/>
          </p:nvSpPr>
          <p:spPr>
            <a:xfrm>
              <a:off x="4840450" y="1608975"/>
              <a:ext cx="250450" cy="211700"/>
            </a:xfrm>
            <a:custGeom>
              <a:avLst/>
              <a:gdLst/>
              <a:ahLst/>
              <a:cxnLst/>
              <a:rect l="l" t="t" r="r" b="b"/>
              <a:pathLst>
                <a:path w="10018" h="8468" extrusionOk="0">
                  <a:moveTo>
                    <a:pt x="10017" y="7895"/>
                  </a:moveTo>
                  <a:cubicBezTo>
                    <a:pt x="9516" y="6011"/>
                    <a:pt x="8801" y="4342"/>
                    <a:pt x="7871" y="3030"/>
                  </a:cubicBezTo>
                  <a:cubicBezTo>
                    <a:pt x="5891" y="239"/>
                    <a:pt x="4389" y="1"/>
                    <a:pt x="2266" y="2791"/>
                  </a:cubicBezTo>
                  <a:cubicBezTo>
                    <a:pt x="1288" y="4103"/>
                    <a:pt x="549" y="5844"/>
                    <a:pt x="0" y="7776"/>
                  </a:cubicBezTo>
                  <a:cubicBezTo>
                    <a:pt x="1646" y="8229"/>
                    <a:pt x="3434" y="8468"/>
                    <a:pt x="5247" y="8468"/>
                  </a:cubicBezTo>
                  <a:cubicBezTo>
                    <a:pt x="6917" y="8468"/>
                    <a:pt x="8538" y="8253"/>
                    <a:pt x="10017" y="7895"/>
                  </a:cubicBezTo>
                  <a:close/>
                </a:path>
              </a:pathLst>
            </a:custGeom>
            <a:solidFill>
              <a:srgbClr val="FF7210"/>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12" name="Google Shape;1112;p47"/>
            <p:cNvSpPr/>
            <p:nvPr/>
          </p:nvSpPr>
          <p:spPr>
            <a:xfrm>
              <a:off x="4938825" y="1629850"/>
              <a:ext cx="152075" cy="186075"/>
            </a:xfrm>
            <a:custGeom>
              <a:avLst/>
              <a:gdLst/>
              <a:ahLst/>
              <a:cxnLst/>
              <a:rect l="l" t="t" r="r" b="b"/>
              <a:pathLst>
                <a:path w="6083" h="7443" extrusionOk="0">
                  <a:moveTo>
                    <a:pt x="2481" y="573"/>
                  </a:moveTo>
                  <a:lnTo>
                    <a:pt x="2481" y="573"/>
                  </a:lnTo>
                  <a:cubicBezTo>
                    <a:pt x="2433" y="502"/>
                    <a:pt x="2362" y="478"/>
                    <a:pt x="2314" y="406"/>
                  </a:cubicBezTo>
                  <a:lnTo>
                    <a:pt x="2314" y="406"/>
                  </a:lnTo>
                  <a:cubicBezTo>
                    <a:pt x="2266" y="406"/>
                    <a:pt x="2266" y="382"/>
                    <a:pt x="2242" y="382"/>
                  </a:cubicBezTo>
                  <a:lnTo>
                    <a:pt x="2218" y="382"/>
                  </a:lnTo>
                  <a:cubicBezTo>
                    <a:pt x="2147" y="358"/>
                    <a:pt x="2099" y="335"/>
                    <a:pt x="2051" y="287"/>
                  </a:cubicBezTo>
                  <a:lnTo>
                    <a:pt x="2028" y="287"/>
                  </a:lnTo>
                  <a:cubicBezTo>
                    <a:pt x="2004" y="287"/>
                    <a:pt x="2004" y="263"/>
                    <a:pt x="1980" y="263"/>
                  </a:cubicBezTo>
                  <a:lnTo>
                    <a:pt x="1932" y="263"/>
                  </a:lnTo>
                  <a:cubicBezTo>
                    <a:pt x="1908" y="239"/>
                    <a:pt x="1885" y="239"/>
                    <a:pt x="1861" y="239"/>
                  </a:cubicBezTo>
                  <a:lnTo>
                    <a:pt x="1813" y="239"/>
                  </a:lnTo>
                  <a:cubicBezTo>
                    <a:pt x="1813" y="239"/>
                    <a:pt x="1789" y="239"/>
                    <a:pt x="1789" y="215"/>
                  </a:cubicBezTo>
                  <a:lnTo>
                    <a:pt x="1765" y="215"/>
                  </a:lnTo>
                  <a:cubicBezTo>
                    <a:pt x="1765" y="215"/>
                    <a:pt x="1741" y="215"/>
                    <a:pt x="1741" y="168"/>
                  </a:cubicBezTo>
                  <a:lnTo>
                    <a:pt x="1741" y="168"/>
                  </a:lnTo>
                  <a:cubicBezTo>
                    <a:pt x="1741" y="120"/>
                    <a:pt x="1741" y="120"/>
                    <a:pt x="2481" y="573"/>
                  </a:cubicBezTo>
                  <a:close/>
                  <a:moveTo>
                    <a:pt x="2481" y="573"/>
                  </a:moveTo>
                  <a:cubicBezTo>
                    <a:pt x="2958" y="955"/>
                    <a:pt x="3435" y="1479"/>
                    <a:pt x="3936" y="2195"/>
                  </a:cubicBezTo>
                  <a:cubicBezTo>
                    <a:pt x="4866" y="3507"/>
                    <a:pt x="5557" y="5176"/>
                    <a:pt x="6082" y="7060"/>
                  </a:cubicBezTo>
                  <a:cubicBezTo>
                    <a:pt x="5438" y="7204"/>
                    <a:pt x="4747" y="7371"/>
                    <a:pt x="4055" y="7442"/>
                  </a:cubicBezTo>
                  <a:cubicBezTo>
                    <a:pt x="3554" y="5415"/>
                    <a:pt x="2815" y="3602"/>
                    <a:pt x="1813" y="2195"/>
                  </a:cubicBezTo>
                  <a:cubicBezTo>
                    <a:pt x="1193" y="1312"/>
                    <a:pt x="597" y="645"/>
                    <a:pt x="0" y="287"/>
                  </a:cubicBezTo>
                  <a:cubicBezTo>
                    <a:pt x="24" y="263"/>
                    <a:pt x="72" y="263"/>
                    <a:pt x="96" y="239"/>
                  </a:cubicBezTo>
                  <a:lnTo>
                    <a:pt x="96" y="239"/>
                  </a:lnTo>
                  <a:cubicBezTo>
                    <a:pt x="191" y="168"/>
                    <a:pt x="263" y="144"/>
                    <a:pt x="334" y="120"/>
                  </a:cubicBezTo>
                  <a:lnTo>
                    <a:pt x="334" y="120"/>
                  </a:lnTo>
                  <a:cubicBezTo>
                    <a:pt x="382" y="96"/>
                    <a:pt x="454" y="96"/>
                    <a:pt x="477" y="48"/>
                  </a:cubicBezTo>
                  <a:lnTo>
                    <a:pt x="477" y="48"/>
                  </a:lnTo>
                  <a:cubicBezTo>
                    <a:pt x="525" y="48"/>
                    <a:pt x="549" y="48"/>
                    <a:pt x="549" y="25"/>
                  </a:cubicBezTo>
                  <a:lnTo>
                    <a:pt x="549" y="25"/>
                  </a:lnTo>
                  <a:cubicBezTo>
                    <a:pt x="573" y="25"/>
                    <a:pt x="597" y="25"/>
                    <a:pt x="620" y="1"/>
                  </a:cubicBezTo>
                  <a:lnTo>
                    <a:pt x="620" y="1"/>
                  </a:lnTo>
                  <a:lnTo>
                    <a:pt x="692" y="1"/>
                  </a:lnTo>
                  <a:lnTo>
                    <a:pt x="716" y="1"/>
                  </a:lnTo>
                  <a:lnTo>
                    <a:pt x="787" y="1"/>
                  </a:lnTo>
                  <a:lnTo>
                    <a:pt x="787" y="1"/>
                  </a:lnTo>
                  <a:lnTo>
                    <a:pt x="859" y="1"/>
                  </a:lnTo>
                  <a:lnTo>
                    <a:pt x="907" y="1"/>
                  </a:lnTo>
                  <a:lnTo>
                    <a:pt x="954" y="1"/>
                  </a:lnTo>
                  <a:lnTo>
                    <a:pt x="1002" y="1"/>
                  </a:lnTo>
                  <a:lnTo>
                    <a:pt x="1050" y="1"/>
                  </a:lnTo>
                  <a:lnTo>
                    <a:pt x="1074" y="1"/>
                  </a:lnTo>
                  <a:lnTo>
                    <a:pt x="1145" y="1"/>
                  </a:lnTo>
                  <a:lnTo>
                    <a:pt x="1169" y="1"/>
                  </a:lnTo>
                  <a:lnTo>
                    <a:pt x="1241" y="1"/>
                  </a:lnTo>
                  <a:lnTo>
                    <a:pt x="1264" y="1"/>
                  </a:lnTo>
                  <a:lnTo>
                    <a:pt x="1312" y="1"/>
                  </a:lnTo>
                  <a:lnTo>
                    <a:pt x="1360" y="1"/>
                  </a:lnTo>
                  <a:lnTo>
                    <a:pt x="1384" y="1"/>
                  </a:lnTo>
                  <a:lnTo>
                    <a:pt x="1408" y="1"/>
                  </a:lnTo>
                  <a:lnTo>
                    <a:pt x="1479" y="1"/>
                  </a:lnTo>
                  <a:lnTo>
                    <a:pt x="1527" y="1"/>
                  </a:lnTo>
                  <a:lnTo>
                    <a:pt x="1551" y="1"/>
                  </a:lnTo>
                  <a:lnTo>
                    <a:pt x="1598" y="1"/>
                  </a:lnTo>
                  <a:lnTo>
                    <a:pt x="1622" y="1"/>
                  </a:lnTo>
                  <a:close/>
                </a:path>
              </a:pathLst>
            </a:custGeom>
            <a:solidFill>
              <a:srgbClr val="FF7210"/>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13" name="Google Shape;1113;p47"/>
            <p:cNvSpPr/>
            <p:nvPr/>
          </p:nvSpPr>
          <p:spPr>
            <a:xfrm>
              <a:off x="4913175" y="1881475"/>
              <a:ext cx="104375" cy="104375"/>
            </a:xfrm>
            <a:custGeom>
              <a:avLst/>
              <a:gdLst/>
              <a:ahLst/>
              <a:cxnLst/>
              <a:rect l="l" t="t" r="r" b="b"/>
              <a:pathLst>
                <a:path w="4175" h="4175" extrusionOk="0">
                  <a:moveTo>
                    <a:pt x="2076" y="4174"/>
                  </a:moveTo>
                  <a:cubicBezTo>
                    <a:pt x="3244" y="4174"/>
                    <a:pt x="4175" y="3268"/>
                    <a:pt x="4175" y="2099"/>
                  </a:cubicBezTo>
                  <a:cubicBezTo>
                    <a:pt x="4175" y="931"/>
                    <a:pt x="3244" y="1"/>
                    <a:pt x="2076" y="1"/>
                  </a:cubicBezTo>
                  <a:cubicBezTo>
                    <a:pt x="907" y="1"/>
                    <a:pt x="1" y="931"/>
                    <a:pt x="1" y="2099"/>
                  </a:cubicBezTo>
                  <a:cubicBezTo>
                    <a:pt x="1" y="3268"/>
                    <a:pt x="955" y="4174"/>
                    <a:pt x="2076" y="4174"/>
                  </a:cubicBezTo>
                  <a:close/>
                </a:path>
              </a:pathLst>
            </a:custGeom>
            <a:solidFill>
              <a:srgbClr val="00BBC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14" name="Google Shape;1114;p47"/>
            <p:cNvSpPr/>
            <p:nvPr/>
          </p:nvSpPr>
          <p:spPr>
            <a:xfrm>
              <a:off x="4923325" y="1891625"/>
              <a:ext cx="85875" cy="86475"/>
            </a:xfrm>
            <a:custGeom>
              <a:avLst/>
              <a:gdLst/>
              <a:ahLst/>
              <a:cxnLst/>
              <a:rect l="l" t="t" r="r" b="b"/>
              <a:pathLst>
                <a:path w="3435" h="3459" extrusionOk="0">
                  <a:moveTo>
                    <a:pt x="2695" y="239"/>
                  </a:moveTo>
                  <a:lnTo>
                    <a:pt x="239" y="2671"/>
                  </a:lnTo>
                  <a:cubicBezTo>
                    <a:pt x="119" y="2528"/>
                    <a:pt x="72" y="2337"/>
                    <a:pt x="0" y="2170"/>
                  </a:cubicBezTo>
                  <a:lnTo>
                    <a:pt x="2171" y="0"/>
                  </a:lnTo>
                  <a:cubicBezTo>
                    <a:pt x="2361" y="48"/>
                    <a:pt x="2528" y="143"/>
                    <a:pt x="2695" y="239"/>
                  </a:cubicBezTo>
                  <a:close/>
                  <a:moveTo>
                    <a:pt x="3101" y="644"/>
                  </a:moveTo>
                  <a:lnTo>
                    <a:pt x="620" y="3124"/>
                  </a:lnTo>
                  <a:cubicBezTo>
                    <a:pt x="859" y="3291"/>
                    <a:pt x="1169" y="3411"/>
                    <a:pt x="1479" y="3458"/>
                  </a:cubicBezTo>
                  <a:lnTo>
                    <a:pt x="3435" y="1503"/>
                  </a:lnTo>
                  <a:cubicBezTo>
                    <a:pt x="3411" y="1193"/>
                    <a:pt x="3292" y="883"/>
                    <a:pt x="3101" y="644"/>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1115" name="Google Shape;1115;p47"/>
          <p:cNvSpPr/>
          <p:nvPr/>
        </p:nvSpPr>
        <p:spPr>
          <a:xfrm>
            <a:off x="11411800" y="393367"/>
            <a:ext cx="1162400" cy="1162400"/>
          </a:xfrm>
          <a:prstGeom prst="ellipse">
            <a:avLst/>
          </a:prstGeom>
          <a:solidFill>
            <a:srgbClr val="00BBC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16" name="Google Shape;1116;p47"/>
          <p:cNvSpPr/>
          <p:nvPr/>
        </p:nvSpPr>
        <p:spPr>
          <a:xfrm>
            <a:off x="10962000" y="1304600"/>
            <a:ext cx="371600" cy="371600"/>
          </a:xfrm>
          <a:prstGeom prst="ellipse">
            <a:avLst/>
          </a:prstGeom>
          <a:solidFill>
            <a:srgbClr val="00BBC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6" name="Google Shape;3643;p60">
            <a:extLst>
              <a:ext uri="{FF2B5EF4-FFF2-40B4-BE49-F238E27FC236}">
                <a16:creationId xmlns:a16="http://schemas.microsoft.com/office/drawing/2014/main" id="{464DD31E-7DEB-478C-AEFD-1772A21C1A05}"/>
              </a:ext>
            </a:extLst>
          </p:cNvPr>
          <p:cNvSpPr txBox="1">
            <a:spLocks/>
          </p:cNvSpPr>
          <p:nvPr/>
        </p:nvSpPr>
        <p:spPr>
          <a:xfrm>
            <a:off x="662510" y="842207"/>
            <a:ext cx="6389593" cy="5838292"/>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8100" marR="0" lvl="0" indent="-342900" algn="just" defTabSz="914400" rtl="0" eaLnBrk="1" fontAlgn="auto" latinLnBrk="0" hangingPunct="1">
              <a:lnSpc>
                <a:spcPct val="100000"/>
              </a:lnSpc>
              <a:spcBef>
                <a:spcPts val="0"/>
              </a:spcBef>
              <a:spcAft>
                <a:spcPts val="1200"/>
              </a:spcAft>
              <a:buClr>
                <a:srgbClr val="00BBC1"/>
              </a:buClr>
              <a:buSzPct val="120000"/>
              <a:buFont typeface="Wingdings" panose="05000000000000000000" pitchFamily="2" charset="2"/>
              <a:buChar char="ü"/>
              <a:tabLst/>
              <a:defRPr/>
            </a:pP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Evită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jargonul</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tehnic</a:t>
            </a:r>
            <a:endPar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endParaRPr>
          </a:p>
          <a:p>
            <a:pPr marL="38100" marR="0" lvl="0" indent="-342900" algn="just" defTabSz="914400" rtl="0" eaLnBrk="1" fontAlgn="auto" latinLnBrk="0" hangingPunct="1">
              <a:lnSpc>
                <a:spcPct val="100000"/>
              </a:lnSpc>
              <a:spcBef>
                <a:spcPts val="0"/>
              </a:spcBef>
              <a:spcAft>
                <a:spcPts val="1200"/>
              </a:spcAft>
              <a:buClr>
                <a:srgbClr val="00BBC1"/>
              </a:buClr>
              <a:buSzPct val="120000"/>
              <a:buFont typeface="Wingdings" panose="05000000000000000000" pitchFamily="2" charset="2"/>
              <a:buChar char="ü"/>
              <a:tabLst/>
              <a:defRPr/>
            </a:pP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Încearcă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să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înțelegi</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vocabularul</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afacerii</a:t>
            </a:r>
            <a:endPar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endParaRPr>
          </a:p>
          <a:p>
            <a:pPr marL="38100" marR="0" lvl="0" indent="-342900" algn="just" defTabSz="914400" rtl="0" eaLnBrk="1" fontAlgn="auto" latinLnBrk="0" hangingPunct="1">
              <a:lnSpc>
                <a:spcPct val="100000"/>
              </a:lnSpc>
              <a:spcBef>
                <a:spcPts val="0"/>
              </a:spcBef>
              <a:spcAft>
                <a:spcPts val="1200"/>
              </a:spcAft>
              <a:buClr>
                <a:srgbClr val="00BBC1"/>
              </a:buClr>
              <a:buSzPct val="120000"/>
              <a:buFont typeface="Wingdings" panose="05000000000000000000" pitchFamily="2" charset="2"/>
              <a:buChar char="ü"/>
              <a:tabLst/>
              <a:defRPr/>
            </a:pP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Fii</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respectuos</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p>
          <a:p>
            <a:pPr marL="38100" marR="0" lvl="0" indent="-342900" algn="just" defTabSz="914400" rtl="0" eaLnBrk="1" fontAlgn="auto" latinLnBrk="0" hangingPunct="1">
              <a:lnSpc>
                <a:spcPct val="100000"/>
              </a:lnSpc>
              <a:spcBef>
                <a:spcPts val="0"/>
              </a:spcBef>
              <a:spcAft>
                <a:spcPts val="1200"/>
              </a:spcAft>
              <a:buClr>
                <a:srgbClr val="00BBC1"/>
              </a:buClr>
              <a:buSzPct val="120000"/>
              <a:buFont typeface="Wingdings" panose="05000000000000000000" pitchFamily="2" charset="2"/>
              <a:buChar char="ü"/>
              <a:tabLst/>
              <a:defRPr/>
            </a:pPr>
            <a:r>
              <a:rPr kumimoji="0" lang="ro-RO"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I</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a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în</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considerare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faptul</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persoana</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cu care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discuți</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poate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nu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știe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să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îți</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răspundă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la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toate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întrebările</a:t>
            </a:r>
            <a:endPar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endParaRPr>
          </a:p>
          <a:p>
            <a:pPr marL="38100" marR="0" lvl="0" indent="-342900" algn="just" defTabSz="914400" rtl="0" eaLnBrk="1" fontAlgn="auto" latinLnBrk="0" hangingPunct="1">
              <a:lnSpc>
                <a:spcPct val="100000"/>
              </a:lnSpc>
              <a:spcBef>
                <a:spcPts val="0"/>
              </a:spcBef>
              <a:spcAft>
                <a:spcPts val="1200"/>
              </a:spcAft>
              <a:buClr>
                <a:srgbClr val="00BBC1"/>
              </a:buClr>
              <a:buSzPct val="120000"/>
              <a:buFont typeface="Wingdings" panose="05000000000000000000" pitchFamily="2" charset="2"/>
              <a:buChar char="ü"/>
              <a:tabLst/>
              <a:defRPr/>
            </a:pP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Explică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tipurile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de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documente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modelele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care se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vor</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crea</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pe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baza</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cerințelor</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și</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care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trebuie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validate de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beneficiar</a:t>
            </a:r>
            <a:endPar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endParaRPr>
          </a:p>
          <a:p>
            <a:pPr marL="38100" marR="0" lvl="0" indent="-342900" algn="just" defTabSz="914400" rtl="0" eaLnBrk="1" fontAlgn="auto" latinLnBrk="0" hangingPunct="1">
              <a:lnSpc>
                <a:spcPct val="100000"/>
              </a:lnSpc>
              <a:spcBef>
                <a:spcPts val="0"/>
              </a:spcBef>
              <a:spcAft>
                <a:spcPts val="1200"/>
              </a:spcAft>
              <a:buClr>
                <a:srgbClr val="00BBC1"/>
              </a:buClr>
              <a:buSzPct val="120000"/>
              <a:buFont typeface="Wingdings" panose="05000000000000000000" pitchFamily="2" charset="2"/>
              <a:buChar char="ü"/>
              <a:tabLst/>
              <a:defRPr/>
            </a:pP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Oferă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idei</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și</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alternative</a:t>
            </a:r>
          </a:p>
          <a:p>
            <a:pPr marL="38100" marR="0" lvl="0" indent="-342900" algn="just" defTabSz="914400" rtl="0" eaLnBrk="1" fontAlgn="auto" latinLnBrk="0" hangingPunct="1">
              <a:lnSpc>
                <a:spcPct val="100000"/>
              </a:lnSpc>
              <a:spcBef>
                <a:spcPts val="0"/>
              </a:spcBef>
              <a:spcAft>
                <a:spcPts val="1200"/>
              </a:spcAft>
              <a:buClr>
                <a:srgbClr val="00BBC1"/>
              </a:buClr>
              <a:buSzPct val="120000"/>
              <a:buFont typeface="Wingdings" panose="05000000000000000000" pitchFamily="2" charset="2"/>
              <a:buChar char="ü"/>
              <a:tabLst/>
              <a:defRPr/>
            </a:pP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Verifică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pe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cât</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posibil</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informațiile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culese</a:t>
            </a:r>
            <a:endPar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endParaRPr>
          </a:p>
          <a:p>
            <a:pPr marL="38100" marR="0" lvl="0" indent="-342900" algn="just" defTabSz="914400" rtl="0" eaLnBrk="1" fontAlgn="auto" latinLnBrk="0" hangingPunct="1">
              <a:lnSpc>
                <a:spcPct val="100000"/>
              </a:lnSpc>
              <a:spcBef>
                <a:spcPts val="0"/>
              </a:spcBef>
              <a:spcAft>
                <a:spcPts val="1200"/>
              </a:spcAft>
              <a:buClr>
                <a:srgbClr val="00BBC1"/>
              </a:buClr>
              <a:buSzPct val="120000"/>
              <a:buFont typeface="Wingdings" panose="05000000000000000000" pitchFamily="2" charset="2"/>
              <a:buChar char="ü"/>
              <a:tabLst/>
              <a:defRPr/>
            </a:pP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Atunci</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când</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cerințele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se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modifică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informează</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beneficiarul</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cât</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mai</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corect</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referitor</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la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costurile</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acestor</a:t>
            </a:r>
            <a:r>
              <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rPr>
              <a:t> </a:t>
            </a:r>
            <a:r>
              <a:rPr kumimoji="0" lang="en-US" sz="2200" b="0" i="0" u="none" strike="noStrike" kern="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Arial"/>
                <a:sym typeface="Arial"/>
              </a:rPr>
              <a:t>schimbări</a:t>
            </a:r>
            <a:endParaRPr kumimoji="0" lang="en-US" sz="22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a:sym typeface="Arial"/>
            </a:endParaRPr>
          </a:p>
          <a:p>
            <a:pPr marL="342900" marR="0" lvl="0" indent="-342900" algn="just" defTabSz="914400" rtl="0" eaLnBrk="1" fontAlgn="auto" latinLnBrk="0" hangingPunct="1">
              <a:lnSpc>
                <a:spcPct val="100000"/>
              </a:lnSpc>
              <a:spcBef>
                <a:spcPts val="0"/>
              </a:spcBef>
              <a:spcAft>
                <a:spcPts val="1200"/>
              </a:spcAft>
              <a:buClr>
                <a:srgbClr val="00BBC1"/>
              </a:buClr>
              <a:buSzPct val="120000"/>
              <a:buFont typeface="Wingdings" panose="05000000000000000000" pitchFamily="2" charset="2"/>
              <a:buChar char="ü"/>
              <a:tabLst/>
              <a:defRPr/>
            </a:pPr>
            <a:endParaRPr kumimoji="0" lang="en-US" sz="22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303788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pic>
        <p:nvPicPr>
          <p:cNvPr id="11" name="Picture 10" descr="Graphical user interface, diagram, application, website&#10;&#10;Description automatically generated">
            <a:extLst>
              <a:ext uri="{FF2B5EF4-FFF2-40B4-BE49-F238E27FC236}">
                <a16:creationId xmlns:a16="http://schemas.microsoft.com/office/drawing/2014/main" id="{2DEBCCE6-6853-43A9-960E-F883B3A42A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6807" y="851383"/>
            <a:ext cx="7821116" cy="539190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27044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40"/>
        <p:cNvGrpSpPr/>
        <p:nvPr/>
      </p:nvGrpSpPr>
      <p:grpSpPr>
        <a:xfrm>
          <a:off x="0" y="0"/>
          <a:ext cx="0" cy="0"/>
          <a:chOff x="0" y="0"/>
          <a:chExt cx="0" cy="0"/>
        </a:xfrm>
      </p:grpSpPr>
      <p:sp>
        <p:nvSpPr>
          <p:cNvPr id="3541" name="Google Shape;3541;p56"/>
          <p:cNvSpPr txBox="1">
            <a:spLocks noGrp="1"/>
          </p:cNvSpPr>
          <p:nvPr>
            <p:ph type="title"/>
          </p:nvPr>
        </p:nvSpPr>
        <p:spPr>
          <a:xfrm>
            <a:off x="1677714" y="133901"/>
            <a:ext cx="9382945" cy="685200"/>
          </a:xfrm>
          <a:prstGeom prst="rect">
            <a:avLst/>
          </a:prstGeom>
        </p:spPr>
        <p:txBody>
          <a:bodyPr spcFirstLastPara="1" wrap="square" lIns="121900" tIns="121900" rIns="121900" bIns="121900" anchor="t" anchorCtr="0">
            <a:noAutofit/>
          </a:bodyPr>
          <a:lstStyle/>
          <a:p>
            <a:r>
              <a:rPr lang="en-US" sz="3000" dirty="0" err="1"/>
              <a:t>Analiza</a:t>
            </a:r>
            <a:r>
              <a:rPr lang="en-US" sz="3000" dirty="0"/>
              <a:t> </a:t>
            </a:r>
            <a:r>
              <a:rPr lang="en-US" sz="3000" dirty="0" err="1"/>
              <a:t>cerințelor</a:t>
            </a:r>
            <a:r>
              <a:rPr lang="en-US" sz="3000" dirty="0"/>
              <a:t> </a:t>
            </a:r>
            <a:r>
              <a:rPr lang="en-US" sz="3000" dirty="0" err="1"/>
              <a:t>textuale</a:t>
            </a:r>
            <a:r>
              <a:rPr lang="en-US" sz="3000" dirty="0"/>
              <a:t> -1</a:t>
            </a:r>
            <a:br>
              <a:rPr lang="ro-RO" sz="3000" dirty="0"/>
            </a:br>
            <a:endParaRPr lang="en-US" sz="3000" dirty="0"/>
          </a:p>
        </p:txBody>
      </p:sp>
      <p:sp>
        <p:nvSpPr>
          <p:cNvPr id="15" name="Google Shape;3643;p60">
            <a:extLst>
              <a:ext uri="{FF2B5EF4-FFF2-40B4-BE49-F238E27FC236}">
                <a16:creationId xmlns:a16="http://schemas.microsoft.com/office/drawing/2014/main" id="{8CAE4417-FD95-4C67-BEFF-B5F4541E3784}"/>
              </a:ext>
            </a:extLst>
          </p:cNvPr>
          <p:cNvSpPr txBox="1">
            <a:spLocks/>
          </p:cNvSpPr>
          <p:nvPr/>
        </p:nvSpPr>
        <p:spPr>
          <a:xfrm>
            <a:off x="294290" y="1395566"/>
            <a:ext cx="11340662" cy="498421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gn="just">
              <a:buClr>
                <a:schemeClr val="accent5"/>
              </a:buClr>
              <a:buSzPct val="120000"/>
              <a:buFont typeface="Arial" panose="020B0604020202020204" pitchFamily="34" charset="0"/>
              <a:buChar char="•"/>
            </a:pPr>
            <a:endParaRPr lang="en-US" sz="2400" kern="0" dirty="0"/>
          </a:p>
        </p:txBody>
      </p:sp>
      <p:sp>
        <p:nvSpPr>
          <p:cNvPr id="17" name="TextBox 16">
            <a:extLst>
              <a:ext uri="{FF2B5EF4-FFF2-40B4-BE49-F238E27FC236}">
                <a16:creationId xmlns:a16="http://schemas.microsoft.com/office/drawing/2014/main" id="{7F55CA15-7D17-4A94-B896-ABB55AD15967}"/>
              </a:ext>
            </a:extLst>
          </p:cNvPr>
          <p:cNvSpPr txBox="1"/>
          <p:nvPr/>
        </p:nvSpPr>
        <p:spPr>
          <a:xfrm>
            <a:off x="472967" y="1279265"/>
            <a:ext cx="10815144" cy="5216813"/>
          </a:xfrm>
          <a:prstGeom prst="rect">
            <a:avLst/>
          </a:prstGeom>
          <a:noFill/>
        </p:spPr>
        <p:txBody>
          <a:bodyPr wrap="square">
            <a:spAutoFit/>
          </a:bodyPr>
          <a:lstStyle/>
          <a:p>
            <a:pPr>
              <a:spcBef>
                <a:spcPts val="600"/>
              </a:spcBef>
            </a:pPr>
            <a:r>
              <a:rPr lang="en-US" b="1" dirty="0"/>
              <a:t>ABCTV</a:t>
            </a:r>
            <a:r>
              <a:rPr lang="en-US" dirty="0"/>
              <a:t> </a:t>
            </a:r>
            <a:r>
              <a:rPr lang="en-US" dirty="0" err="1"/>
              <a:t>este</a:t>
            </a:r>
            <a:r>
              <a:rPr lang="en-US" dirty="0"/>
              <a:t> o </a:t>
            </a:r>
            <a:r>
              <a:rPr lang="en-US" dirty="0" err="1"/>
              <a:t>companie</a:t>
            </a:r>
            <a:r>
              <a:rPr lang="en-US" dirty="0"/>
              <a:t> care </a:t>
            </a:r>
            <a:r>
              <a:rPr lang="en-US" dirty="0" err="1"/>
              <a:t>oferă</a:t>
            </a:r>
            <a:r>
              <a:rPr lang="en-US" dirty="0"/>
              <a:t> </a:t>
            </a:r>
            <a:r>
              <a:rPr lang="en-US" dirty="0" err="1"/>
              <a:t>servicii</a:t>
            </a:r>
            <a:r>
              <a:rPr lang="en-US" dirty="0"/>
              <a:t> de </a:t>
            </a:r>
            <a:r>
              <a:rPr lang="en-US" dirty="0" err="1"/>
              <a:t>transmisie</a:t>
            </a:r>
            <a:r>
              <a:rPr lang="en-US" dirty="0"/>
              <a:t> TV online. </a:t>
            </a:r>
            <a:r>
              <a:rPr lang="en-US" dirty="0" err="1"/>
              <a:t>Aceasta</a:t>
            </a:r>
            <a:r>
              <a:rPr lang="en-US" dirty="0"/>
              <a:t> </a:t>
            </a:r>
            <a:r>
              <a:rPr lang="en-US" dirty="0" err="1"/>
              <a:t>intenționează</a:t>
            </a:r>
            <a:r>
              <a:rPr lang="en-US" dirty="0"/>
              <a:t> </a:t>
            </a:r>
            <a:r>
              <a:rPr lang="en-US" dirty="0" err="1"/>
              <a:t>să</a:t>
            </a:r>
            <a:r>
              <a:rPr lang="en-US" dirty="0"/>
              <a:t> </a:t>
            </a:r>
            <a:r>
              <a:rPr lang="en-US" dirty="0" err="1"/>
              <a:t>își</a:t>
            </a:r>
            <a:r>
              <a:rPr lang="en-US" dirty="0"/>
              <a:t> </a:t>
            </a:r>
            <a:r>
              <a:rPr lang="en-US" dirty="0" err="1"/>
              <a:t>perfecționeze</a:t>
            </a:r>
            <a:r>
              <a:rPr lang="en-US" dirty="0"/>
              <a:t> </a:t>
            </a:r>
            <a:r>
              <a:rPr lang="en-US" dirty="0" err="1"/>
              <a:t>serviciile</a:t>
            </a:r>
            <a:r>
              <a:rPr lang="en-US" dirty="0"/>
              <a:t> </a:t>
            </a:r>
            <a:r>
              <a:rPr lang="en-US" dirty="0" err="1"/>
              <a:t>prin</a:t>
            </a:r>
            <a:r>
              <a:rPr lang="en-US" dirty="0"/>
              <a:t> </a:t>
            </a:r>
            <a:r>
              <a:rPr lang="en-US" dirty="0" err="1"/>
              <a:t>restructurarea</a:t>
            </a:r>
            <a:r>
              <a:rPr lang="en-US" dirty="0"/>
              <a:t>  </a:t>
            </a:r>
            <a:r>
              <a:rPr lang="en-US" dirty="0" err="1"/>
              <a:t>sistemului</a:t>
            </a:r>
            <a:r>
              <a:rPr lang="en-US" dirty="0"/>
              <a:t> </a:t>
            </a:r>
            <a:r>
              <a:rPr lang="en-US" dirty="0" err="1"/>
              <a:t>său</a:t>
            </a:r>
            <a:r>
              <a:rPr lang="en-US" dirty="0"/>
              <a:t> informatic.  </a:t>
            </a:r>
          </a:p>
          <a:p>
            <a:pPr>
              <a:spcBef>
                <a:spcPts val="600"/>
              </a:spcBef>
            </a:pPr>
            <a:r>
              <a:rPr lang="en-US" dirty="0" err="1"/>
              <a:t>Vom</a:t>
            </a:r>
            <a:r>
              <a:rPr lang="en-US" dirty="0"/>
              <a:t> </a:t>
            </a:r>
            <a:r>
              <a:rPr lang="en-US" dirty="0" err="1"/>
              <a:t>folosi</a:t>
            </a:r>
            <a:r>
              <a:rPr lang="en-US" dirty="0"/>
              <a:t> </a:t>
            </a:r>
            <a:r>
              <a:rPr lang="en-US" dirty="0" err="1"/>
              <a:t>analiza</a:t>
            </a:r>
            <a:r>
              <a:rPr lang="en-US" dirty="0"/>
              <a:t> </a:t>
            </a:r>
            <a:r>
              <a:rPr lang="en-US" dirty="0" err="1"/>
              <a:t>textuală</a:t>
            </a:r>
            <a:r>
              <a:rPr lang="en-US" dirty="0"/>
              <a:t> </a:t>
            </a:r>
            <a:r>
              <a:rPr lang="en-US" dirty="0" err="1"/>
              <a:t>pentru</a:t>
            </a:r>
            <a:r>
              <a:rPr lang="en-US" dirty="0"/>
              <a:t> a </a:t>
            </a:r>
            <a:r>
              <a:rPr lang="en-US" dirty="0" err="1"/>
              <a:t>identifica</a:t>
            </a:r>
            <a:r>
              <a:rPr lang="en-US" dirty="0"/>
              <a:t> </a:t>
            </a:r>
            <a:r>
              <a:rPr lang="en-US" dirty="0" err="1"/>
              <a:t>principalele</a:t>
            </a:r>
            <a:r>
              <a:rPr lang="en-US" dirty="0"/>
              <a:t> </a:t>
            </a:r>
            <a:r>
              <a:rPr lang="en-US" dirty="0" err="1"/>
              <a:t>cazuri</a:t>
            </a:r>
            <a:r>
              <a:rPr lang="en-US" dirty="0"/>
              <a:t> de </a:t>
            </a:r>
            <a:r>
              <a:rPr lang="en-US" dirty="0" err="1"/>
              <a:t>utilizare</a:t>
            </a:r>
            <a:r>
              <a:rPr lang="en-US" dirty="0"/>
              <a:t> ale </a:t>
            </a:r>
            <a:r>
              <a:rPr lang="en-US" dirty="0" err="1"/>
              <a:t>sistemului</a:t>
            </a:r>
            <a:r>
              <a:rPr lang="en-US" dirty="0"/>
              <a:t> </a:t>
            </a:r>
            <a:r>
              <a:rPr lang="en-US" dirty="0" err="1"/>
              <a:t>și</a:t>
            </a:r>
            <a:r>
              <a:rPr lang="en-US" dirty="0"/>
              <a:t> </a:t>
            </a:r>
            <a:r>
              <a:rPr lang="en-US" dirty="0" err="1"/>
              <a:t>pentru</a:t>
            </a:r>
            <a:r>
              <a:rPr lang="en-US" dirty="0"/>
              <a:t> a </a:t>
            </a:r>
            <a:r>
              <a:rPr lang="en-US" dirty="0" err="1"/>
              <a:t>crea</a:t>
            </a:r>
            <a:r>
              <a:rPr lang="en-US" dirty="0"/>
              <a:t> o </a:t>
            </a:r>
            <a:r>
              <a:rPr lang="en-US" dirty="0" err="1"/>
              <a:t>diagramă</a:t>
            </a:r>
            <a:r>
              <a:rPr lang="en-US" dirty="0"/>
              <a:t> de </a:t>
            </a:r>
            <a:r>
              <a:rPr lang="en-US" dirty="0" err="1"/>
              <a:t>cazuri</a:t>
            </a:r>
            <a:r>
              <a:rPr lang="en-US" dirty="0"/>
              <a:t> de </a:t>
            </a:r>
            <a:r>
              <a:rPr lang="en-US" dirty="0" err="1"/>
              <a:t>utilizare</a:t>
            </a:r>
            <a:r>
              <a:rPr lang="en-US" dirty="0"/>
              <a:t>.</a:t>
            </a:r>
          </a:p>
          <a:p>
            <a:pPr marL="342900" indent="-342900">
              <a:spcBef>
                <a:spcPts val="600"/>
              </a:spcBef>
              <a:buAutoNum type="arabicPeriod"/>
            </a:pPr>
            <a:r>
              <a:rPr lang="en-US" dirty="0" err="1"/>
              <a:t>Descărcați</a:t>
            </a:r>
            <a:r>
              <a:rPr lang="en-US" dirty="0"/>
              <a:t> </a:t>
            </a:r>
            <a:r>
              <a:rPr lang="en-US" dirty="0" err="1"/>
              <a:t>fișierul</a:t>
            </a:r>
            <a:r>
              <a:rPr lang="en-US" dirty="0"/>
              <a:t> </a:t>
            </a:r>
            <a:r>
              <a:rPr lang="en-US" b="1" dirty="0"/>
              <a:t>ABCTV.txt </a:t>
            </a:r>
            <a:r>
              <a:rPr lang="en-US" dirty="0"/>
              <a:t>din </a:t>
            </a:r>
            <a:r>
              <a:rPr lang="en-US" dirty="0" err="1"/>
              <a:t>materialele</a:t>
            </a:r>
            <a:r>
              <a:rPr lang="en-US" dirty="0"/>
              <a:t> </a:t>
            </a:r>
            <a:r>
              <a:rPr lang="en-US" dirty="0" err="1"/>
              <a:t>disponibile</a:t>
            </a:r>
            <a:r>
              <a:rPr lang="en-US" dirty="0"/>
              <a:t> </a:t>
            </a:r>
            <a:r>
              <a:rPr lang="en-US" dirty="0" err="1"/>
              <a:t>pentru</a:t>
            </a:r>
            <a:r>
              <a:rPr lang="en-US" dirty="0"/>
              <a:t> seminar. </a:t>
            </a:r>
            <a:r>
              <a:rPr lang="en-US" dirty="0" err="1"/>
              <a:t>Acesta</a:t>
            </a:r>
            <a:r>
              <a:rPr lang="en-US" dirty="0"/>
              <a:t> </a:t>
            </a:r>
            <a:r>
              <a:rPr lang="en-US" dirty="0" err="1"/>
              <a:t>conține</a:t>
            </a:r>
            <a:r>
              <a:rPr lang="en-US" dirty="0"/>
              <a:t> o </a:t>
            </a:r>
            <a:r>
              <a:rPr lang="en-US" dirty="0" err="1"/>
              <a:t>descriere</a:t>
            </a:r>
            <a:r>
              <a:rPr lang="en-US" dirty="0"/>
              <a:t> </a:t>
            </a:r>
            <a:r>
              <a:rPr lang="en-US" dirty="0" err="1"/>
              <a:t>generală</a:t>
            </a:r>
            <a:r>
              <a:rPr lang="en-US" dirty="0"/>
              <a:t> a </a:t>
            </a:r>
            <a:r>
              <a:rPr lang="en-US" dirty="0" err="1"/>
              <a:t>principalelor</a:t>
            </a:r>
            <a:r>
              <a:rPr lang="en-US" dirty="0"/>
              <a:t> </a:t>
            </a:r>
            <a:r>
              <a:rPr lang="en-US" dirty="0" err="1"/>
              <a:t>cerințe</a:t>
            </a:r>
            <a:r>
              <a:rPr lang="en-US" dirty="0"/>
              <a:t> ale </a:t>
            </a:r>
            <a:r>
              <a:rPr lang="en-US" dirty="0" err="1"/>
              <a:t>sistemului</a:t>
            </a:r>
            <a:r>
              <a:rPr lang="en-US" dirty="0"/>
              <a:t>.</a:t>
            </a:r>
            <a:endParaRPr lang="ro-RO" dirty="0"/>
          </a:p>
          <a:p>
            <a:pPr marL="342900" indent="-342900">
              <a:spcBef>
                <a:spcPts val="600"/>
              </a:spcBef>
              <a:buAutoNum type="arabicPeriod"/>
            </a:pPr>
            <a:r>
              <a:rPr lang="en-US" dirty="0" err="1"/>
              <a:t>Deschideți</a:t>
            </a:r>
            <a:r>
              <a:rPr lang="en-US" dirty="0"/>
              <a:t> </a:t>
            </a:r>
            <a:r>
              <a:rPr lang="en-US" b="1" dirty="0"/>
              <a:t>Visual Paradigm Enterprise Edition </a:t>
            </a:r>
            <a:endParaRPr lang="ro-RO" b="1" dirty="0"/>
          </a:p>
          <a:p>
            <a:pPr marL="342900" indent="-342900">
              <a:spcBef>
                <a:spcPts val="600"/>
              </a:spcBef>
              <a:buAutoNum type="arabicPeriod"/>
            </a:pPr>
            <a:r>
              <a:rPr lang="en-US" dirty="0" err="1"/>
              <a:t>Creați</a:t>
            </a:r>
            <a:r>
              <a:rPr lang="en-US" dirty="0"/>
              <a:t> un </a:t>
            </a:r>
            <a:r>
              <a:rPr lang="en-US" dirty="0" err="1"/>
              <a:t>nou</a:t>
            </a:r>
            <a:r>
              <a:rPr lang="en-US" dirty="0"/>
              <a:t> </a:t>
            </a:r>
            <a:r>
              <a:rPr lang="en-US" dirty="0" err="1"/>
              <a:t>proiect</a:t>
            </a:r>
            <a:r>
              <a:rPr lang="en-US" dirty="0"/>
              <a:t> </a:t>
            </a:r>
            <a:r>
              <a:rPr lang="en-US" dirty="0" err="1"/>
              <a:t>selectând</a:t>
            </a:r>
            <a:r>
              <a:rPr lang="en-US" dirty="0"/>
              <a:t> </a:t>
            </a:r>
            <a:r>
              <a:rPr lang="en-US" b="1" dirty="0"/>
              <a:t>Project &gt; New </a:t>
            </a:r>
            <a:r>
              <a:rPr lang="en-US" dirty="0"/>
              <a:t>din bara de </a:t>
            </a:r>
            <a:r>
              <a:rPr lang="en-US" dirty="0" err="1"/>
              <a:t>meniu</a:t>
            </a:r>
            <a:r>
              <a:rPr lang="en-US" dirty="0"/>
              <a:t> a </a:t>
            </a:r>
            <a:r>
              <a:rPr lang="en-US" dirty="0" err="1"/>
              <a:t>aplicației</a:t>
            </a:r>
            <a:r>
              <a:rPr lang="en-US" dirty="0"/>
              <a:t>. </a:t>
            </a:r>
            <a:r>
              <a:rPr lang="en-US" dirty="0" err="1"/>
              <a:t>În</a:t>
            </a:r>
            <a:r>
              <a:rPr lang="en-US" dirty="0"/>
              <a:t> </a:t>
            </a:r>
            <a:r>
              <a:rPr lang="en-US" dirty="0" err="1"/>
              <a:t>fereastra</a:t>
            </a:r>
            <a:r>
              <a:rPr lang="en-US" dirty="0"/>
              <a:t> </a:t>
            </a:r>
            <a:r>
              <a:rPr lang="en-US" b="1" dirty="0"/>
              <a:t>New Project</a:t>
            </a:r>
            <a:r>
              <a:rPr lang="en-US" dirty="0"/>
              <a:t> </a:t>
            </a:r>
            <a:r>
              <a:rPr lang="en-US" dirty="0" err="1"/>
              <a:t>introduceți</a:t>
            </a:r>
            <a:r>
              <a:rPr lang="en-US" dirty="0"/>
              <a:t> </a:t>
            </a:r>
            <a:r>
              <a:rPr lang="en-US" b="1" dirty="0"/>
              <a:t>ABCTV</a:t>
            </a:r>
            <a:r>
              <a:rPr lang="en-US" dirty="0"/>
              <a:t> ca </a:t>
            </a:r>
            <a:r>
              <a:rPr lang="en-US" dirty="0" err="1"/>
              <a:t>nume</a:t>
            </a:r>
            <a:r>
              <a:rPr lang="en-US" dirty="0"/>
              <a:t> al </a:t>
            </a:r>
            <a:r>
              <a:rPr lang="en-US" dirty="0" err="1"/>
              <a:t>proiectului</a:t>
            </a:r>
            <a:r>
              <a:rPr lang="en-US" dirty="0"/>
              <a:t> </a:t>
            </a:r>
            <a:r>
              <a:rPr lang="en-US" dirty="0" err="1"/>
              <a:t>și</a:t>
            </a:r>
            <a:r>
              <a:rPr lang="en-US" dirty="0"/>
              <a:t> </a:t>
            </a:r>
            <a:r>
              <a:rPr lang="en-US" dirty="0" err="1"/>
              <a:t>apoi</a:t>
            </a:r>
            <a:r>
              <a:rPr lang="en-US" dirty="0"/>
              <a:t> </a:t>
            </a:r>
            <a:r>
              <a:rPr lang="en-US" dirty="0" err="1"/>
              <a:t>selectați</a:t>
            </a:r>
            <a:r>
              <a:rPr lang="en-US" dirty="0"/>
              <a:t> </a:t>
            </a:r>
            <a:r>
              <a:rPr lang="en-US" b="1" dirty="0"/>
              <a:t>Create Blank Project</a:t>
            </a:r>
            <a:r>
              <a:rPr lang="en-US" dirty="0"/>
              <a:t>.</a:t>
            </a:r>
          </a:p>
          <a:p>
            <a:pPr marL="342900" indent="-342900">
              <a:spcBef>
                <a:spcPts val="600"/>
              </a:spcBef>
              <a:buFont typeface="+mj-lt"/>
              <a:buAutoNum type="arabicPeriod"/>
            </a:pPr>
            <a:r>
              <a:rPr lang="en-US" dirty="0" err="1"/>
              <a:t>Selectați</a:t>
            </a:r>
            <a:r>
              <a:rPr lang="en-US" dirty="0"/>
              <a:t> </a:t>
            </a:r>
            <a:r>
              <a:rPr lang="en-US" b="1" dirty="0"/>
              <a:t>Diagram &gt; New </a:t>
            </a:r>
            <a:r>
              <a:rPr lang="en-US" dirty="0"/>
              <a:t>din bara de </a:t>
            </a:r>
            <a:r>
              <a:rPr lang="en-US" dirty="0" err="1"/>
              <a:t>meniu</a:t>
            </a:r>
            <a:r>
              <a:rPr lang="en-US" dirty="0"/>
              <a:t>. </a:t>
            </a:r>
          </a:p>
          <a:p>
            <a:pPr marL="342900" indent="-342900">
              <a:spcBef>
                <a:spcPts val="600"/>
              </a:spcBef>
              <a:buFont typeface="+mj-lt"/>
              <a:buAutoNum type="arabicPeriod"/>
            </a:pPr>
            <a:r>
              <a:rPr lang="en-US" dirty="0" err="1"/>
              <a:t>În</a:t>
            </a:r>
            <a:r>
              <a:rPr lang="en-US" dirty="0"/>
              <a:t> </a:t>
            </a:r>
            <a:r>
              <a:rPr lang="en-US" dirty="0" err="1"/>
              <a:t>fereastra</a:t>
            </a:r>
            <a:r>
              <a:rPr lang="en-US" dirty="0"/>
              <a:t> </a:t>
            </a:r>
            <a:r>
              <a:rPr lang="en-US" b="1" dirty="0"/>
              <a:t>New Diagram</a:t>
            </a:r>
            <a:r>
              <a:rPr lang="en-US" dirty="0"/>
              <a:t>, </a:t>
            </a:r>
            <a:r>
              <a:rPr lang="en-US" dirty="0" err="1"/>
              <a:t>selectați</a:t>
            </a:r>
            <a:r>
              <a:rPr lang="en-US" dirty="0"/>
              <a:t> </a:t>
            </a:r>
            <a:r>
              <a:rPr lang="en-US" b="1" dirty="0"/>
              <a:t>Textual Analysis </a:t>
            </a:r>
            <a:r>
              <a:rPr lang="en-US" dirty="0" err="1"/>
              <a:t>și</a:t>
            </a:r>
            <a:r>
              <a:rPr lang="en-US" dirty="0"/>
              <a:t> </a:t>
            </a:r>
            <a:r>
              <a:rPr lang="en-US" dirty="0" err="1"/>
              <a:t>apăsați</a:t>
            </a:r>
            <a:r>
              <a:rPr lang="en-US" dirty="0"/>
              <a:t> </a:t>
            </a:r>
            <a:r>
              <a:rPr lang="en-US" b="1" dirty="0"/>
              <a:t>Next</a:t>
            </a:r>
            <a:r>
              <a:rPr lang="en-US" dirty="0"/>
              <a:t>.</a:t>
            </a:r>
          </a:p>
          <a:p>
            <a:pPr marL="342900" indent="-342900">
              <a:spcBef>
                <a:spcPts val="600"/>
              </a:spcBef>
              <a:buFont typeface="+mj-lt"/>
              <a:buAutoNum type="arabicPeriod"/>
            </a:pPr>
            <a:r>
              <a:rPr lang="en-US" dirty="0" err="1"/>
              <a:t>Apăsați</a:t>
            </a:r>
            <a:r>
              <a:rPr lang="en-US" dirty="0"/>
              <a:t> </a:t>
            </a:r>
            <a:r>
              <a:rPr lang="en-US" b="1" dirty="0"/>
              <a:t>OK</a:t>
            </a:r>
            <a:r>
              <a:rPr lang="en-US" dirty="0"/>
              <a:t> </a:t>
            </a:r>
            <a:r>
              <a:rPr lang="en-US" dirty="0" err="1"/>
              <a:t>pentru</a:t>
            </a:r>
            <a:r>
              <a:rPr lang="en-US" dirty="0"/>
              <a:t> a </a:t>
            </a:r>
            <a:r>
              <a:rPr lang="en-US" dirty="0" err="1"/>
              <a:t>crea</a:t>
            </a:r>
            <a:r>
              <a:rPr lang="en-US" dirty="0"/>
              <a:t> o </a:t>
            </a:r>
            <a:r>
              <a:rPr lang="en-US" dirty="0" err="1"/>
              <a:t>descriere</a:t>
            </a:r>
            <a:r>
              <a:rPr lang="en-US" dirty="0"/>
              <a:t> a </a:t>
            </a:r>
            <a:r>
              <a:rPr lang="en-US" dirty="0" err="1"/>
              <a:t>cerințelor</a:t>
            </a:r>
            <a:r>
              <a:rPr lang="en-US" dirty="0"/>
              <a:t> </a:t>
            </a:r>
            <a:r>
              <a:rPr lang="en-US" dirty="0" err="1"/>
              <a:t>sistemului</a:t>
            </a:r>
            <a:r>
              <a:rPr lang="en-US" dirty="0"/>
              <a:t>.</a:t>
            </a:r>
          </a:p>
          <a:p>
            <a:pPr marL="342900" indent="-342900">
              <a:spcBef>
                <a:spcPts val="600"/>
              </a:spcBef>
              <a:buFont typeface="+mj-lt"/>
              <a:buAutoNum type="arabicPeriod"/>
            </a:pPr>
            <a:r>
              <a:rPr lang="en-US" dirty="0" err="1"/>
              <a:t>Cerințele</a:t>
            </a:r>
            <a:r>
              <a:rPr lang="en-US" dirty="0"/>
              <a:t> se pot introduce direct </a:t>
            </a:r>
            <a:r>
              <a:rPr lang="en-US" dirty="0" err="1"/>
              <a:t>prin</a:t>
            </a:r>
            <a:r>
              <a:rPr lang="en-US" dirty="0"/>
              <a:t> </a:t>
            </a:r>
            <a:r>
              <a:rPr lang="en-US" dirty="0" err="1"/>
              <a:t>intermediul</a:t>
            </a:r>
            <a:r>
              <a:rPr lang="en-US" dirty="0"/>
              <a:t> </a:t>
            </a:r>
            <a:r>
              <a:rPr lang="en-US" dirty="0" err="1"/>
              <a:t>unui</a:t>
            </a:r>
            <a:r>
              <a:rPr lang="en-US" dirty="0"/>
              <a:t> editor </a:t>
            </a:r>
            <a:r>
              <a:rPr lang="en-US" dirty="0" err="1"/>
              <a:t>sau</a:t>
            </a:r>
            <a:r>
              <a:rPr lang="en-US" dirty="0"/>
              <a:t> se pot </a:t>
            </a:r>
            <a:r>
              <a:rPr lang="en-US" dirty="0" err="1"/>
              <a:t>importa</a:t>
            </a:r>
            <a:r>
              <a:rPr lang="en-US" dirty="0"/>
              <a:t> </a:t>
            </a:r>
            <a:r>
              <a:rPr lang="en-US" dirty="0" err="1"/>
              <a:t>dintr</a:t>
            </a:r>
            <a:r>
              <a:rPr lang="en-US" dirty="0"/>
              <a:t>-un </a:t>
            </a:r>
            <a:r>
              <a:rPr lang="en-US" dirty="0" err="1"/>
              <a:t>fișier</a:t>
            </a:r>
            <a:r>
              <a:rPr lang="en-US" dirty="0"/>
              <a:t> existent. </a:t>
            </a:r>
            <a:r>
              <a:rPr lang="en-US" dirty="0" err="1"/>
              <a:t>În</a:t>
            </a:r>
            <a:r>
              <a:rPr lang="en-US" dirty="0"/>
              <a:t> </a:t>
            </a:r>
            <a:r>
              <a:rPr lang="en-US" dirty="0" err="1"/>
              <a:t>acest</a:t>
            </a:r>
            <a:r>
              <a:rPr lang="en-US" dirty="0"/>
              <a:t> </a:t>
            </a:r>
            <a:r>
              <a:rPr lang="en-US" dirty="0" err="1"/>
              <a:t>caz</a:t>
            </a:r>
            <a:r>
              <a:rPr lang="en-US" dirty="0"/>
              <a:t> </a:t>
            </a:r>
            <a:r>
              <a:rPr lang="en-US" dirty="0" err="1"/>
              <a:t>vom</a:t>
            </a:r>
            <a:r>
              <a:rPr lang="en-US" dirty="0"/>
              <a:t> </a:t>
            </a:r>
            <a:r>
              <a:rPr lang="en-US" dirty="0" err="1"/>
              <a:t>importa</a:t>
            </a:r>
            <a:r>
              <a:rPr lang="en-US" dirty="0"/>
              <a:t> </a:t>
            </a:r>
            <a:r>
              <a:rPr lang="en-US" dirty="0" err="1"/>
              <a:t>cerințele</a:t>
            </a:r>
            <a:r>
              <a:rPr lang="en-US" dirty="0"/>
              <a:t>, </a:t>
            </a:r>
            <a:r>
              <a:rPr lang="en-US" dirty="0" err="1"/>
              <a:t>apăsând</a:t>
            </a:r>
            <a:r>
              <a:rPr lang="en-US" dirty="0"/>
              <a:t> </a:t>
            </a:r>
            <a:r>
              <a:rPr lang="en-US" dirty="0" err="1"/>
              <a:t>butonul</a:t>
            </a:r>
            <a:r>
              <a:rPr lang="en-US" dirty="0"/>
              <a:t>  </a:t>
            </a:r>
            <a:r>
              <a:rPr lang="en-US" b="1" dirty="0"/>
              <a:t>Import File ( )</a:t>
            </a:r>
            <a:r>
              <a:rPr lang="en-US" dirty="0"/>
              <a:t>, </a:t>
            </a:r>
            <a:r>
              <a:rPr lang="en-US" dirty="0" err="1"/>
              <a:t>selectând</a:t>
            </a:r>
            <a:r>
              <a:rPr lang="en-US" dirty="0"/>
              <a:t> </a:t>
            </a:r>
            <a:r>
              <a:rPr lang="en-US" dirty="0" err="1"/>
              <a:t>fișierul</a:t>
            </a:r>
            <a:r>
              <a:rPr lang="en-US" dirty="0"/>
              <a:t> ABCTV.txt </a:t>
            </a:r>
            <a:r>
              <a:rPr lang="en-US" dirty="0" err="1"/>
              <a:t>și</a:t>
            </a:r>
            <a:r>
              <a:rPr lang="en-US" dirty="0"/>
              <a:t> </a:t>
            </a:r>
            <a:r>
              <a:rPr lang="en-US" dirty="0" err="1"/>
              <a:t>apoi</a:t>
            </a:r>
            <a:r>
              <a:rPr lang="en-US" dirty="0"/>
              <a:t> </a:t>
            </a:r>
            <a:r>
              <a:rPr lang="en-US" b="1" dirty="0"/>
              <a:t>Open</a:t>
            </a:r>
            <a:r>
              <a:rPr lang="en-US" dirty="0"/>
              <a:t>. </a:t>
            </a:r>
          </a:p>
          <a:p>
            <a:pPr marL="342900" indent="-342900">
              <a:spcBef>
                <a:spcPts val="600"/>
              </a:spcBef>
              <a:buFont typeface="+mj-lt"/>
              <a:buAutoNum type="arabicPeriod"/>
            </a:pPr>
            <a:r>
              <a:rPr lang="en-US" dirty="0" err="1"/>
              <a:t>Textul</a:t>
            </a:r>
            <a:r>
              <a:rPr lang="en-US" dirty="0"/>
              <a:t> a </a:t>
            </a:r>
            <a:r>
              <a:rPr lang="en-US" dirty="0" err="1"/>
              <a:t>fost</a:t>
            </a:r>
            <a:r>
              <a:rPr lang="en-US" dirty="0"/>
              <a:t> </a:t>
            </a:r>
            <a:r>
              <a:rPr lang="en-US" dirty="0" err="1"/>
              <a:t>importat</a:t>
            </a:r>
            <a:r>
              <a:rPr lang="en-US" dirty="0"/>
              <a:t>. </a:t>
            </a:r>
            <a:r>
              <a:rPr lang="en-US" dirty="0" err="1"/>
              <a:t>Studiați</a:t>
            </a:r>
            <a:r>
              <a:rPr lang="en-US" dirty="0"/>
              <a:t> </a:t>
            </a:r>
            <a:r>
              <a:rPr lang="en-US" dirty="0" err="1"/>
              <a:t>descrierea</a:t>
            </a:r>
            <a:r>
              <a:rPr lang="en-US" dirty="0"/>
              <a:t> </a:t>
            </a:r>
            <a:r>
              <a:rPr lang="en-US" dirty="0" err="1"/>
              <a:t>cerințelor</a:t>
            </a:r>
            <a:r>
              <a:rPr lang="en-US" dirty="0"/>
              <a:t>. </a:t>
            </a:r>
          </a:p>
        </p:txBody>
      </p:sp>
      <p:pic>
        <p:nvPicPr>
          <p:cNvPr id="9" name="Picture 8">
            <a:extLst>
              <a:ext uri="{FF2B5EF4-FFF2-40B4-BE49-F238E27FC236}">
                <a16:creationId xmlns:a16="http://schemas.microsoft.com/office/drawing/2014/main" id="{D044ECAC-A0D9-4C8B-AEB6-5B2A57FD343A}"/>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190511" y="735598"/>
            <a:ext cx="2224782" cy="543835"/>
          </a:xfrm>
          <a:prstGeom prst="rect">
            <a:avLst/>
          </a:prstGeom>
        </p:spPr>
      </p:pic>
      <p:sp>
        <p:nvSpPr>
          <p:cNvPr id="27" name="Google Shape;3541;p56">
            <a:extLst>
              <a:ext uri="{FF2B5EF4-FFF2-40B4-BE49-F238E27FC236}">
                <a16:creationId xmlns:a16="http://schemas.microsoft.com/office/drawing/2014/main" id="{CC9D5253-2286-4A70-9FFB-D3A2EA3354BB}"/>
              </a:ext>
            </a:extLst>
          </p:cNvPr>
          <p:cNvSpPr txBox="1">
            <a:spLocks/>
          </p:cNvSpPr>
          <p:nvPr/>
        </p:nvSpPr>
        <p:spPr>
          <a:xfrm>
            <a:off x="3476811" y="664916"/>
            <a:ext cx="3378745"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ctr"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ctr"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ctr"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ctr"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ctr"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ctr"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ctr"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ctr"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sz="2200" kern="0" dirty="0"/>
              <a:t> cu a</a:t>
            </a:r>
            <a:r>
              <a:rPr lang="en-US" sz="2200" kern="0" dirty="0" err="1"/>
              <a:t>plicații</a:t>
            </a:r>
            <a:r>
              <a:rPr lang="ro-RO" sz="2200" kern="0" dirty="0"/>
              <a:t> în</a:t>
            </a:r>
            <a:endParaRPr lang="en-US" sz="2200" kern="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40"/>
        <p:cNvGrpSpPr/>
        <p:nvPr/>
      </p:nvGrpSpPr>
      <p:grpSpPr>
        <a:xfrm>
          <a:off x="0" y="0"/>
          <a:ext cx="0" cy="0"/>
          <a:chOff x="0" y="0"/>
          <a:chExt cx="0" cy="0"/>
        </a:xfrm>
      </p:grpSpPr>
      <p:sp>
        <p:nvSpPr>
          <p:cNvPr id="15" name="Google Shape;3643;p60">
            <a:extLst>
              <a:ext uri="{FF2B5EF4-FFF2-40B4-BE49-F238E27FC236}">
                <a16:creationId xmlns:a16="http://schemas.microsoft.com/office/drawing/2014/main" id="{8CAE4417-FD95-4C67-BEFF-B5F4541E3784}"/>
              </a:ext>
            </a:extLst>
          </p:cNvPr>
          <p:cNvSpPr txBox="1">
            <a:spLocks/>
          </p:cNvSpPr>
          <p:nvPr/>
        </p:nvSpPr>
        <p:spPr>
          <a:xfrm>
            <a:off x="294290" y="1395566"/>
            <a:ext cx="11340662" cy="498421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gn="just">
              <a:buClr>
                <a:schemeClr val="accent5"/>
              </a:buClr>
              <a:buSzPct val="120000"/>
              <a:buFont typeface="Arial" panose="020B0604020202020204" pitchFamily="34" charset="0"/>
              <a:buChar char="•"/>
            </a:pPr>
            <a:endParaRPr lang="en-US" sz="2400" kern="0" dirty="0"/>
          </a:p>
        </p:txBody>
      </p:sp>
      <p:sp>
        <p:nvSpPr>
          <p:cNvPr id="17" name="TextBox 16">
            <a:extLst>
              <a:ext uri="{FF2B5EF4-FFF2-40B4-BE49-F238E27FC236}">
                <a16:creationId xmlns:a16="http://schemas.microsoft.com/office/drawing/2014/main" id="{7F55CA15-7D17-4A94-B896-ABB55AD15967}"/>
              </a:ext>
            </a:extLst>
          </p:cNvPr>
          <p:cNvSpPr txBox="1"/>
          <p:nvPr/>
        </p:nvSpPr>
        <p:spPr>
          <a:xfrm>
            <a:off x="557048" y="795999"/>
            <a:ext cx="10815144" cy="2456057"/>
          </a:xfrm>
          <a:prstGeom prst="rect">
            <a:avLst/>
          </a:prstGeom>
          <a:noFill/>
        </p:spPr>
        <p:txBody>
          <a:bodyPr wrap="square">
            <a:spAutoFit/>
          </a:bodyPr>
          <a:lstStyle/>
          <a:p>
            <a:pPr marR="0" lvl="0" algn="just">
              <a:lnSpc>
                <a:spcPct val="114000"/>
              </a:lnSpc>
              <a:spcBef>
                <a:spcPts val="0"/>
              </a:spcBef>
              <a:spcAft>
                <a:spcPts val="800"/>
              </a:spcAft>
              <a:buClr>
                <a:srgbClr val="000000"/>
              </a:buClr>
              <a:buSzPts val="1200"/>
              <a:tabLst>
                <a:tab pos="228600" algn="l"/>
              </a:tabLst>
            </a:pPr>
            <a:r>
              <a:rPr lang="ro-RO" sz="1800" spc="10" dirty="0">
                <a:solidFill>
                  <a:srgbClr val="000000"/>
                </a:solidFill>
                <a:effectLst/>
                <a:latin typeface="+mj-lt"/>
                <a:ea typeface="SimSun" panose="02010600030101010101" pitchFamily="2" charset="-122"/>
                <a:cs typeface="Calibri" panose="020F0502020204030204" pitchFamily="34" charset="0"/>
              </a:rPr>
              <a:t>9. Identificați toți actorii implicați în utilizarea sistemului. Actorii (concept al diagramei de cazuri de utilizare din limbajul UML) reprezintă </a:t>
            </a:r>
            <a:r>
              <a:rPr lang="ro-RO" sz="1800" spc="10" dirty="0">
                <a:solidFill>
                  <a:srgbClr val="FF0000"/>
                </a:solidFill>
                <a:effectLst/>
                <a:latin typeface="+mj-lt"/>
                <a:ea typeface="SimSun" panose="02010600030101010101" pitchFamily="2" charset="-122"/>
                <a:cs typeface="Calibri" panose="020F0502020204030204" pitchFamily="34" charset="0"/>
              </a:rPr>
              <a:t>diferite categorii de utilizatori ai sistemului sau alte sisteme </a:t>
            </a:r>
            <a:r>
              <a:rPr lang="ro-RO" sz="1800" spc="10" dirty="0">
                <a:solidFill>
                  <a:srgbClr val="000000"/>
                </a:solidFill>
                <a:effectLst/>
                <a:latin typeface="+mj-lt"/>
                <a:ea typeface="SimSun" panose="02010600030101010101" pitchFamily="2" charset="-122"/>
                <a:cs typeface="Calibri" panose="020F0502020204030204" pitchFamily="34" charset="0"/>
              </a:rPr>
              <a:t>cu care acesta interacționează pentru implementarea funcționalităților. Parcurgând descrierea cerințelor, putem identifica primul actor candidat, </a:t>
            </a:r>
            <a:r>
              <a:rPr lang="ro-RO" sz="1800" i="1" spc="10" dirty="0">
                <a:solidFill>
                  <a:srgbClr val="000000"/>
                </a:solidFill>
                <a:effectLst/>
                <a:latin typeface="+mj-lt"/>
                <a:ea typeface="SimSun" panose="02010600030101010101" pitchFamily="2" charset="-122"/>
                <a:cs typeface="Calibri" panose="020F0502020204030204" pitchFamily="34" charset="0"/>
              </a:rPr>
              <a:t>membru general</a:t>
            </a:r>
            <a:r>
              <a:rPr lang="ro-RO" sz="1800" spc="10" dirty="0">
                <a:solidFill>
                  <a:srgbClr val="000000"/>
                </a:solidFill>
                <a:effectLst/>
                <a:latin typeface="+mj-lt"/>
                <a:ea typeface="SimSun" panose="02010600030101010101" pitchFamily="2" charset="-122"/>
                <a:cs typeface="Calibri" panose="020F0502020204030204" pitchFamily="34" charset="0"/>
              </a:rPr>
              <a:t>, în cel de-al doilea paragraf. Selectați textul “membru general”, faceți click dreapta și selectați din lista </a:t>
            </a:r>
            <a:r>
              <a:rPr lang="ro-RO" sz="1800" i="1" spc="10" dirty="0" err="1">
                <a:solidFill>
                  <a:srgbClr val="000000"/>
                </a:solidFill>
                <a:effectLst/>
                <a:latin typeface="+mj-lt"/>
                <a:ea typeface="SimSun" panose="02010600030101010101" pitchFamily="2" charset="-122"/>
                <a:cs typeface="Calibri" panose="020F0502020204030204" pitchFamily="34" charset="0"/>
              </a:rPr>
              <a:t>Add</a:t>
            </a:r>
            <a:r>
              <a:rPr lang="ro-RO" sz="1800" i="1" spc="10" dirty="0">
                <a:solidFill>
                  <a:srgbClr val="000000"/>
                </a:solidFill>
                <a:effectLst/>
                <a:latin typeface="+mj-lt"/>
                <a:ea typeface="SimSun" panose="02010600030101010101" pitchFamily="2" charset="-122"/>
                <a:cs typeface="Calibri" panose="020F0502020204030204" pitchFamily="34" charset="0"/>
              </a:rPr>
              <a:t> text as</a:t>
            </a:r>
            <a:r>
              <a:rPr lang="ro-RO" sz="1800" spc="10" dirty="0">
                <a:solidFill>
                  <a:srgbClr val="000000"/>
                </a:solidFill>
                <a:effectLst/>
                <a:latin typeface="+mj-lt"/>
                <a:ea typeface="SimSun" panose="02010600030101010101" pitchFamily="2" charset="-122"/>
                <a:cs typeface="Calibri" panose="020F0502020204030204" pitchFamily="34" charset="0"/>
              </a:rPr>
              <a:t> opțiunea</a:t>
            </a:r>
            <a:r>
              <a:rPr lang="ro-RO" sz="1800" b="1" spc="10" dirty="0">
                <a:solidFill>
                  <a:srgbClr val="000000"/>
                </a:solidFill>
                <a:effectLst/>
                <a:latin typeface="+mj-lt"/>
                <a:ea typeface="SimSun" panose="02010600030101010101" pitchFamily="2" charset="-122"/>
                <a:cs typeface="Calibri" panose="020F0502020204030204" pitchFamily="34" charset="0"/>
              </a:rPr>
              <a:t> Actor </a:t>
            </a:r>
            <a:r>
              <a:rPr lang="ro-RO" sz="1800" spc="10" dirty="0">
                <a:solidFill>
                  <a:srgbClr val="000000"/>
                </a:solidFill>
                <a:effectLst/>
                <a:latin typeface="+mj-lt"/>
                <a:ea typeface="SimSun" panose="02010600030101010101" pitchFamily="2" charset="-122"/>
                <a:cs typeface="Calibri" panose="020F0502020204030204" pitchFamily="34" charset="0"/>
              </a:rPr>
              <a:t> din meniul care apare.   </a:t>
            </a:r>
            <a:endParaRPr lang="en-US" sz="1600" dirty="0">
              <a:effectLst/>
              <a:latin typeface="+mj-lt"/>
              <a:ea typeface="Calibri" panose="020F0502020204030204" pitchFamily="34" charset="0"/>
              <a:cs typeface="Calibri" panose="020F0502020204030204" pitchFamily="34" charset="0"/>
            </a:endParaRPr>
          </a:p>
          <a:p>
            <a:pPr marL="342900" indent="-342900">
              <a:lnSpc>
                <a:spcPct val="114000"/>
              </a:lnSpc>
              <a:spcBef>
                <a:spcPts val="600"/>
              </a:spcBef>
              <a:buFont typeface="+mj-lt"/>
              <a:buAutoNum type="arabicPeriod"/>
            </a:pPr>
            <a:endParaRPr lang="en-US" dirty="0">
              <a:latin typeface="+mj-lt"/>
            </a:endParaRPr>
          </a:p>
        </p:txBody>
      </p:sp>
      <p:pic>
        <p:nvPicPr>
          <p:cNvPr id="7" name="Picture 6">
            <a:extLst>
              <a:ext uri="{FF2B5EF4-FFF2-40B4-BE49-F238E27FC236}">
                <a16:creationId xmlns:a16="http://schemas.microsoft.com/office/drawing/2014/main" id="{0FDD11CE-673F-4722-AEC1-280EE96D928E}"/>
              </a:ext>
            </a:extLst>
          </p:cNvPr>
          <p:cNvPicPr/>
          <p:nvPr/>
        </p:nvPicPr>
        <p:blipFill>
          <a:blip r:embed="rId3"/>
          <a:stretch>
            <a:fillRect/>
          </a:stretch>
        </p:blipFill>
        <p:spPr>
          <a:xfrm>
            <a:off x="2161791" y="2523479"/>
            <a:ext cx="7605658" cy="4013956"/>
          </a:xfrm>
          <a:prstGeom prst="rect">
            <a:avLst/>
          </a:prstGeom>
        </p:spPr>
      </p:pic>
      <p:sp>
        <p:nvSpPr>
          <p:cNvPr id="8" name="Google Shape;3541;p56">
            <a:extLst>
              <a:ext uri="{FF2B5EF4-FFF2-40B4-BE49-F238E27FC236}">
                <a16:creationId xmlns:a16="http://schemas.microsoft.com/office/drawing/2014/main" id="{EE9B3CDC-B830-4559-9F1F-9E28C2525394}"/>
              </a:ext>
            </a:extLst>
          </p:cNvPr>
          <p:cNvSpPr txBox="1">
            <a:spLocks noGrp="1"/>
          </p:cNvSpPr>
          <p:nvPr>
            <p:ph type="title"/>
          </p:nvPr>
        </p:nvSpPr>
        <p:spPr>
          <a:xfrm>
            <a:off x="1600364" y="110799"/>
            <a:ext cx="9382945" cy="685200"/>
          </a:xfrm>
          <a:prstGeom prst="rect">
            <a:avLst/>
          </a:prstGeom>
        </p:spPr>
        <p:txBody>
          <a:bodyPr spcFirstLastPara="1" wrap="square" lIns="121900" tIns="121900" rIns="121900" bIns="121900" anchor="t" anchorCtr="0">
            <a:noAutofit/>
          </a:bodyPr>
          <a:lstStyle/>
          <a:p>
            <a:r>
              <a:rPr lang="en-US" sz="3000" dirty="0" err="1"/>
              <a:t>Analiza</a:t>
            </a:r>
            <a:r>
              <a:rPr lang="en-US" sz="3000" dirty="0"/>
              <a:t> </a:t>
            </a:r>
            <a:r>
              <a:rPr lang="en-US" sz="3000" dirty="0" err="1"/>
              <a:t>cerințelor</a:t>
            </a:r>
            <a:r>
              <a:rPr lang="en-US" sz="3000" dirty="0"/>
              <a:t> </a:t>
            </a:r>
            <a:r>
              <a:rPr lang="en-US" sz="3000" dirty="0" err="1"/>
              <a:t>textuale</a:t>
            </a:r>
            <a:r>
              <a:rPr lang="ro-RO" sz="3000" dirty="0"/>
              <a:t> - 2</a:t>
            </a:r>
            <a:br>
              <a:rPr lang="en-US" sz="3000" dirty="0"/>
            </a:br>
            <a:endParaRPr lang="en-US" sz="3000" dirty="0"/>
          </a:p>
        </p:txBody>
      </p:sp>
    </p:spTree>
    <p:extLst>
      <p:ext uri="{BB962C8B-B14F-4D97-AF65-F5344CB8AC3E}">
        <p14:creationId xmlns:p14="http://schemas.microsoft.com/office/powerpoint/2010/main" val="1979854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40"/>
        <p:cNvGrpSpPr/>
        <p:nvPr/>
      </p:nvGrpSpPr>
      <p:grpSpPr>
        <a:xfrm>
          <a:off x="0" y="0"/>
          <a:ext cx="0" cy="0"/>
          <a:chOff x="0" y="0"/>
          <a:chExt cx="0" cy="0"/>
        </a:xfrm>
      </p:grpSpPr>
      <p:sp>
        <p:nvSpPr>
          <p:cNvPr id="15" name="Google Shape;3643;p60">
            <a:extLst>
              <a:ext uri="{FF2B5EF4-FFF2-40B4-BE49-F238E27FC236}">
                <a16:creationId xmlns:a16="http://schemas.microsoft.com/office/drawing/2014/main" id="{8CAE4417-FD95-4C67-BEFF-B5F4541E3784}"/>
              </a:ext>
            </a:extLst>
          </p:cNvPr>
          <p:cNvSpPr txBox="1">
            <a:spLocks/>
          </p:cNvSpPr>
          <p:nvPr/>
        </p:nvSpPr>
        <p:spPr>
          <a:xfrm>
            <a:off x="294290" y="1395566"/>
            <a:ext cx="11340662" cy="498421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gn="just">
              <a:buClr>
                <a:schemeClr val="accent5"/>
              </a:buClr>
              <a:buSzPct val="120000"/>
              <a:buFont typeface="Arial" panose="020B0604020202020204" pitchFamily="34" charset="0"/>
              <a:buChar char="•"/>
            </a:pPr>
            <a:endParaRPr lang="en-US" sz="2400" kern="0" dirty="0"/>
          </a:p>
        </p:txBody>
      </p:sp>
      <p:sp>
        <p:nvSpPr>
          <p:cNvPr id="17" name="TextBox 16">
            <a:extLst>
              <a:ext uri="{FF2B5EF4-FFF2-40B4-BE49-F238E27FC236}">
                <a16:creationId xmlns:a16="http://schemas.microsoft.com/office/drawing/2014/main" id="{7F55CA15-7D17-4A94-B896-ABB55AD15967}"/>
              </a:ext>
            </a:extLst>
          </p:cNvPr>
          <p:cNvSpPr txBox="1"/>
          <p:nvPr/>
        </p:nvSpPr>
        <p:spPr>
          <a:xfrm>
            <a:off x="557048" y="872032"/>
            <a:ext cx="10716324" cy="4317144"/>
          </a:xfrm>
          <a:prstGeom prst="rect">
            <a:avLst/>
          </a:prstGeom>
          <a:noFill/>
        </p:spPr>
        <p:txBody>
          <a:bodyPr wrap="square">
            <a:spAutoFit/>
          </a:bodyPr>
          <a:lstStyle/>
          <a:p>
            <a:pPr marR="0" lvl="0" algn="just">
              <a:lnSpc>
                <a:spcPct val="114000"/>
              </a:lnSpc>
              <a:spcBef>
                <a:spcPts val="1200"/>
              </a:spcBef>
              <a:spcAft>
                <a:spcPts val="0"/>
              </a:spcAft>
              <a:buClr>
                <a:srgbClr val="000000"/>
              </a:buClr>
              <a:buSzPts val="1200"/>
              <a:tabLst>
                <a:tab pos="228600" algn="l"/>
              </a:tabLst>
            </a:pPr>
            <a:r>
              <a:rPr lang="ro-RO" spc="10" dirty="0">
                <a:solidFill>
                  <a:srgbClr val="000000"/>
                </a:solidFill>
                <a:effectLst/>
                <a:latin typeface="+mj-lt"/>
                <a:ea typeface="SimSun" panose="02010600030101010101" pitchFamily="2" charset="-122"/>
                <a:cs typeface="Calibri" panose="020F0502020204030204" pitchFamily="34" charset="0"/>
              </a:rPr>
              <a:t>10. Verificați grila din partea de jos a ferestrei. Acesta listează proprietățile obiectului candidat extras: </a:t>
            </a:r>
            <a:r>
              <a:rPr lang="ro-RO" b="1" spc="10" dirty="0">
                <a:solidFill>
                  <a:srgbClr val="000000"/>
                </a:solidFill>
                <a:effectLst/>
                <a:latin typeface="+mj-lt"/>
                <a:ea typeface="SimSun" panose="02010600030101010101" pitchFamily="2" charset="-122"/>
                <a:cs typeface="Calibri" panose="020F0502020204030204" pitchFamily="34" charset="0"/>
              </a:rPr>
              <a:t>Candidate </a:t>
            </a:r>
            <a:r>
              <a:rPr lang="ro-RO" b="1" spc="10" dirty="0" err="1">
                <a:solidFill>
                  <a:srgbClr val="000000"/>
                </a:solidFill>
                <a:effectLst/>
                <a:latin typeface="+mj-lt"/>
                <a:ea typeface="SimSun" panose="02010600030101010101" pitchFamily="2" charset="-122"/>
                <a:cs typeface="Calibri" panose="020F0502020204030204" pitchFamily="34" charset="0"/>
              </a:rPr>
              <a:t>Class</a:t>
            </a:r>
            <a:r>
              <a:rPr lang="ro-RO" spc="10" dirty="0">
                <a:solidFill>
                  <a:srgbClr val="000000"/>
                </a:solidFill>
                <a:effectLst/>
                <a:latin typeface="+mj-lt"/>
                <a:ea typeface="SimSun" panose="02010600030101010101" pitchFamily="2" charset="-122"/>
                <a:cs typeface="Calibri" panose="020F0502020204030204" pitchFamily="34" charset="0"/>
              </a:rPr>
              <a:t> (numele obiectului candidat), </a:t>
            </a:r>
            <a:r>
              <a:rPr lang="ro-RO" b="1" spc="10" dirty="0" err="1">
                <a:solidFill>
                  <a:srgbClr val="000000"/>
                </a:solidFill>
                <a:effectLst/>
                <a:latin typeface="+mj-lt"/>
                <a:ea typeface="SimSun" panose="02010600030101010101" pitchFamily="2" charset="-122"/>
                <a:cs typeface="Calibri" panose="020F0502020204030204" pitchFamily="34" charset="0"/>
              </a:rPr>
              <a:t>Extracted</a:t>
            </a:r>
            <a:r>
              <a:rPr lang="ro-RO" b="1" spc="10" dirty="0">
                <a:solidFill>
                  <a:srgbClr val="000000"/>
                </a:solidFill>
                <a:effectLst/>
                <a:latin typeface="+mj-lt"/>
                <a:ea typeface="SimSun" panose="02010600030101010101" pitchFamily="2" charset="-122"/>
                <a:cs typeface="Calibri" panose="020F0502020204030204" pitchFamily="34" charset="0"/>
              </a:rPr>
              <a:t> Text</a:t>
            </a:r>
            <a:r>
              <a:rPr lang="ro-RO" spc="10" dirty="0">
                <a:solidFill>
                  <a:srgbClr val="000000"/>
                </a:solidFill>
                <a:effectLst/>
                <a:latin typeface="+mj-lt"/>
                <a:ea typeface="SimSun" panose="02010600030101010101" pitchFamily="2" charset="-122"/>
                <a:cs typeface="Calibri" panose="020F0502020204030204" pitchFamily="34" charset="0"/>
              </a:rPr>
              <a:t> (cuvânt / expresie din care a fost extras),</a:t>
            </a:r>
            <a:r>
              <a:rPr lang="ro-RO" b="1" spc="10" dirty="0">
                <a:solidFill>
                  <a:srgbClr val="000000"/>
                </a:solidFill>
                <a:effectLst/>
                <a:latin typeface="+mj-lt"/>
                <a:ea typeface="SimSun" panose="02010600030101010101" pitchFamily="2" charset="-122"/>
                <a:cs typeface="Calibri" panose="020F0502020204030204" pitchFamily="34" charset="0"/>
              </a:rPr>
              <a:t> </a:t>
            </a:r>
            <a:r>
              <a:rPr lang="ro-RO" b="1" spc="10" dirty="0" err="1">
                <a:solidFill>
                  <a:srgbClr val="000000"/>
                </a:solidFill>
                <a:effectLst/>
                <a:latin typeface="+mj-lt"/>
                <a:ea typeface="SimSun" panose="02010600030101010101" pitchFamily="2" charset="-122"/>
                <a:cs typeface="Calibri" panose="020F0502020204030204" pitchFamily="34" charset="0"/>
              </a:rPr>
              <a:t>Type</a:t>
            </a:r>
            <a:r>
              <a:rPr lang="ro-RO" spc="10" dirty="0">
                <a:solidFill>
                  <a:srgbClr val="000000"/>
                </a:solidFill>
                <a:effectLst/>
                <a:latin typeface="+mj-lt"/>
                <a:ea typeface="SimSun" panose="02010600030101010101" pitchFamily="2" charset="-122"/>
                <a:cs typeface="Calibri" panose="020F0502020204030204" pitchFamily="34" charset="0"/>
              </a:rPr>
              <a:t> (tip candidat), </a:t>
            </a:r>
            <a:r>
              <a:rPr lang="ro-RO" b="1" spc="10" dirty="0" err="1">
                <a:solidFill>
                  <a:srgbClr val="000000"/>
                </a:solidFill>
                <a:effectLst/>
                <a:latin typeface="+mj-lt"/>
                <a:ea typeface="SimSun" panose="02010600030101010101" pitchFamily="2" charset="-122"/>
                <a:cs typeface="Calibri" panose="020F0502020204030204" pitchFamily="34" charset="0"/>
              </a:rPr>
              <a:t>Description</a:t>
            </a:r>
            <a:r>
              <a:rPr lang="ro-RO" spc="10" dirty="0">
                <a:solidFill>
                  <a:srgbClr val="000000"/>
                </a:solidFill>
                <a:effectLst/>
                <a:latin typeface="+mj-lt"/>
                <a:ea typeface="SimSun" panose="02010600030101010101" pitchFamily="2" charset="-122"/>
                <a:cs typeface="Calibri" panose="020F0502020204030204" pitchFamily="34" charset="0"/>
              </a:rPr>
              <a:t>, </a:t>
            </a:r>
            <a:r>
              <a:rPr lang="ro-RO" b="1" spc="10" dirty="0" err="1">
                <a:solidFill>
                  <a:srgbClr val="000000"/>
                </a:solidFill>
                <a:effectLst/>
                <a:latin typeface="+mj-lt"/>
                <a:ea typeface="SimSun" panose="02010600030101010101" pitchFamily="2" charset="-122"/>
                <a:cs typeface="Calibri" panose="020F0502020204030204" pitchFamily="34" charset="0"/>
              </a:rPr>
              <a:t>Occurrence</a:t>
            </a:r>
            <a:r>
              <a:rPr lang="ro-RO" spc="10" dirty="0">
                <a:solidFill>
                  <a:srgbClr val="000000"/>
                </a:solidFill>
                <a:effectLst/>
                <a:latin typeface="+mj-lt"/>
                <a:ea typeface="SimSun" panose="02010600030101010101" pitchFamily="2" charset="-122"/>
                <a:cs typeface="Calibri" panose="020F0502020204030204" pitchFamily="34" charset="0"/>
              </a:rPr>
              <a:t> (de câte ori cuvântul / expresia apare în cerințele textuale) și </a:t>
            </a:r>
            <a:r>
              <a:rPr lang="ro-RO" b="1" spc="10" dirty="0" err="1">
                <a:solidFill>
                  <a:srgbClr val="000000"/>
                </a:solidFill>
                <a:effectLst/>
                <a:latin typeface="+mj-lt"/>
                <a:ea typeface="SimSun" panose="02010600030101010101" pitchFamily="2" charset="-122"/>
                <a:cs typeface="Calibri" panose="020F0502020204030204" pitchFamily="34" charset="0"/>
              </a:rPr>
              <a:t>Highlight</a:t>
            </a:r>
            <a:r>
              <a:rPr lang="ro-RO" spc="10" dirty="0">
                <a:solidFill>
                  <a:srgbClr val="000000"/>
                </a:solidFill>
                <a:effectLst/>
                <a:latin typeface="+mj-lt"/>
                <a:ea typeface="SimSun" panose="02010600030101010101" pitchFamily="2" charset="-122"/>
                <a:cs typeface="Calibri" panose="020F0502020204030204" pitchFamily="34" charset="0"/>
              </a:rPr>
              <a:t> (culoarea de evidențiere a obiectului candidat).</a:t>
            </a:r>
          </a:p>
          <a:p>
            <a:pPr marR="0" lvl="0" algn="just">
              <a:lnSpc>
                <a:spcPct val="114000"/>
              </a:lnSpc>
              <a:spcBef>
                <a:spcPts val="1200"/>
              </a:spcBef>
              <a:spcAft>
                <a:spcPts val="0"/>
              </a:spcAft>
              <a:buClr>
                <a:srgbClr val="000000"/>
              </a:buClr>
              <a:buSzPts val="1200"/>
              <a:tabLst>
                <a:tab pos="228600" algn="l"/>
              </a:tabLst>
            </a:pPr>
            <a:r>
              <a:rPr lang="ro-RO" spc="10" dirty="0">
                <a:solidFill>
                  <a:srgbClr val="000000"/>
                </a:solidFill>
                <a:latin typeface="+mj-lt"/>
                <a:ea typeface="SimSun" panose="02010600030101010101" pitchFamily="2" charset="-122"/>
                <a:cs typeface="Calibri" panose="020F0502020204030204" pitchFamily="34" charset="0"/>
              </a:rPr>
              <a:t>11. </a:t>
            </a:r>
            <a:r>
              <a:rPr lang="ro-RO" spc="10" dirty="0">
                <a:solidFill>
                  <a:srgbClr val="000000"/>
                </a:solidFill>
                <a:effectLst/>
                <a:latin typeface="+mj-lt"/>
                <a:ea typeface="SimSun" panose="02010600030101010101" pitchFamily="2" charset="-122"/>
                <a:cs typeface="Calibri" panose="020F0502020204030204" pitchFamily="34" charset="0"/>
              </a:rPr>
              <a:t>În mod similar, identificați și ceilalți doi actori candidați, “membru </a:t>
            </a:r>
            <a:r>
              <a:rPr lang="ro-RO" spc="10" dirty="0" err="1">
                <a:solidFill>
                  <a:srgbClr val="000000"/>
                </a:solidFill>
                <a:effectLst/>
                <a:latin typeface="+mj-lt"/>
                <a:ea typeface="SimSun" panose="02010600030101010101" pitchFamily="2" charset="-122"/>
                <a:cs typeface="Calibri" panose="020F0502020204030204" pitchFamily="34" charset="0"/>
              </a:rPr>
              <a:t>premium</a:t>
            </a:r>
            <a:r>
              <a:rPr lang="ro-RO" spc="10" dirty="0">
                <a:solidFill>
                  <a:srgbClr val="000000"/>
                </a:solidFill>
                <a:effectLst/>
                <a:latin typeface="+mj-lt"/>
                <a:ea typeface="SimSun" panose="02010600030101010101" pitchFamily="2" charset="-122"/>
                <a:cs typeface="Calibri" panose="020F0502020204030204" pitchFamily="34" charset="0"/>
              </a:rPr>
              <a:t>” și “administratorii”. Schimbați numele ultimului actor candidat în “administrator”. </a:t>
            </a:r>
          </a:p>
          <a:p>
            <a:pPr marR="0" lvl="0" algn="just">
              <a:lnSpc>
                <a:spcPct val="114000"/>
              </a:lnSpc>
              <a:spcBef>
                <a:spcPts val="1200"/>
              </a:spcBef>
              <a:spcAft>
                <a:spcPts val="0"/>
              </a:spcAft>
              <a:buClr>
                <a:srgbClr val="000000"/>
              </a:buClr>
              <a:buSzPts val="1200"/>
              <a:tabLst>
                <a:tab pos="228600" algn="l"/>
              </a:tabLst>
            </a:pPr>
            <a:r>
              <a:rPr lang="ro-RO" spc="10" dirty="0">
                <a:solidFill>
                  <a:srgbClr val="000000"/>
                </a:solidFill>
                <a:latin typeface="+mj-lt"/>
                <a:ea typeface="SimSun" panose="02010600030101010101" pitchFamily="2" charset="-122"/>
                <a:cs typeface="Calibri" panose="020F0502020204030204" pitchFamily="34" charset="0"/>
              </a:rPr>
              <a:t>12. </a:t>
            </a:r>
            <a:r>
              <a:rPr lang="ro-RO" spc="10" dirty="0">
                <a:solidFill>
                  <a:srgbClr val="000000"/>
                </a:solidFill>
                <a:effectLst/>
                <a:latin typeface="+mj-lt"/>
                <a:ea typeface="SimSun" panose="02010600030101010101" pitchFamily="2" charset="-122"/>
                <a:cs typeface="Calibri" panose="020F0502020204030204" pitchFamily="34" charset="0"/>
              </a:rPr>
              <a:t>Identificați cazurile de utilizare candidate. </a:t>
            </a:r>
            <a:r>
              <a:rPr lang="ro-RO" spc="10" dirty="0">
                <a:solidFill>
                  <a:srgbClr val="FF0000"/>
                </a:solidFill>
                <a:effectLst/>
                <a:latin typeface="+mj-lt"/>
                <a:ea typeface="SimSun" panose="02010600030101010101" pitchFamily="2" charset="-122"/>
                <a:cs typeface="Calibri" panose="020F0502020204030204" pitchFamily="34" charset="0"/>
              </a:rPr>
              <a:t>Cazurile de utilizare descriu modul în care utilizatorii folosesc sistemul. </a:t>
            </a:r>
            <a:r>
              <a:rPr lang="ro-RO" spc="10" dirty="0">
                <a:solidFill>
                  <a:srgbClr val="000000"/>
                </a:solidFill>
                <a:effectLst/>
                <a:latin typeface="+mj-lt"/>
                <a:ea typeface="SimSun" panose="02010600030101010101" pitchFamily="2" charset="-122"/>
                <a:cs typeface="Calibri" panose="020F0502020204030204" pitchFamily="34" charset="0"/>
              </a:rPr>
              <a:t>De obicei, cazurile de utilizare candidate sunt denumite prin intermediul unui </a:t>
            </a:r>
            <a:r>
              <a:rPr lang="ro-RO" spc="10" dirty="0">
                <a:solidFill>
                  <a:srgbClr val="FF0000"/>
                </a:solidFill>
                <a:effectLst/>
                <a:latin typeface="+mj-lt"/>
                <a:ea typeface="SimSun" panose="02010600030101010101" pitchFamily="2" charset="-122"/>
                <a:cs typeface="Calibri" panose="020F0502020204030204" pitchFamily="34" charset="0"/>
              </a:rPr>
              <a:t>verb</a:t>
            </a:r>
            <a:r>
              <a:rPr lang="ro-RO" spc="10" dirty="0">
                <a:solidFill>
                  <a:srgbClr val="000000"/>
                </a:solidFill>
                <a:effectLst/>
                <a:latin typeface="+mj-lt"/>
                <a:ea typeface="SimSun" panose="02010600030101010101" pitchFamily="2" charset="-122"/>
                <a:cs typeface="Calibri" panose="020F0502020204030204" pitchFamily="34" charset="0"/>
              </a:rPr>
              <a:t> sau al unei expresii verbale (spre exemplu, </a:t>
            </a:r>
            <a:r>
              <a:rPr lang="ro-RO" spc="10" dirty="0">
                <a:solidFill>
                  <a:srgbClr val="FF0000"/>
                </a:solidFill>
                <a:effectLst/>
                <a:latin typeface="+mj-lt"/>
                <a:ea typeface="SimSun" panose="02010600030101010101" pitchFamily="2" charset="-122"/>
                <a:cs typeface="Calibri" panose="020F0502020204030204" pitchFamily="34" charset="0"/>
              </a:rPr>
              <a:t>verb + substantiv</a:t>
            </a:r>
            <a:r>
              <a:rPr lang="ro-RO" spc="10" dirty="0">
                <a:solidFill>
                  <a:srgbClr val="000000"/>
                </a:solidFill>
                <a:effectLst/>
                <a:latin typeface="+mj-lt"/>
                <a:ea typeface="SimSun" panose="02010600030101010101" pitchFamily="2" charset="-122"/>
                <a:cs typeface="Calibri" panose="020F0502020204030204" pitchFamily="34" charset="0"/>
              </a:rPr>
              <a:t>). Selectați textul “se </a:t>
            </a:r>
            <a:r>
              <a:rPr lang="ro-RO" spc="10" dirty="0" err="1">
                <a:solidFill>
                  <a:srgbClr val="000000"/>
                </a:solidFill>
                <a:effectLst/>
                <a:latin typeface="+mj-lt"/>
                <a:ea typeface="SimSun" panose="02010600030101010101" pitchFamily="2" charset="-122"/>
                <a:cs typeface="Calibri" panose="020F0502020204030204" pitchFamily="34" charset="0"/>
              </a:rPr>
              <a:t>inregistreaza</a:t>
            </a:r>
            <a:r>
              <a:rPr lang="ro-RO" spc="10" dirty="0">
                <a:solidFill>
                  <a:srgbClr val="000000"/>
                </a:solidFill>
                <a:effectLst/>
                <a:latin typeface="+mj-lt"/>
                <a:ea typeface="SimSun" panose="02010600030101010101" pitchFamily="2" charset="-122"/>
                <a:cs typeface="Calibri" panose="020F0502020204030204" pitchFamily="34" charset="0"/>
              </a:rPr>
              <a:t> gratuit ca membru general”, faceți click dreapta și selectați opțiunea </a:t>
            </a:r>
            <a:r>
              <a:rPr lang="ro-RO" b="1" spc="10" dirty="0" err="1">
                <a:solidFill>
                  <a:srgbClr val="000000"/>
                </a:solidFill>
                <a:effectLst/>
                <a:latin typeface="+mj-lt"/>
                <a:ea typeface="SimSun" panose="02010600030101010101" pitchFamily="2" charset="-122"/>
                <a:cs typeface="Calibri" panose="020F0502020204030204" pitchFamily="34" charset="0"/>
              </a:rPr>
              <a:t>Use</a:t>
            </a:r>
            <a:r>
              <a:rPr lang="ro-RO" b="1" spc="10" dirty="0">
                <a:solidFill>
                  <a:srgbClr val="000000"/>
                </a:solidFill>
                <a:effectLst/>
                <a:latin typeface="+mj-lt"/>
                <a:ea typeface="SimSun" panose="02010600030101010101" pitchFamily="2" charset="-122"/>
                <a:cs typeface="Calibri" panose="020F0502020204030204" pitchFamily="34" charset="0"/>
              </a:rPr>
              <a:t> Case</a:t>
            </a:r>
            <a:r>
              <a:rPr lang="ro-RO" spc="10" dirty="0">
                <a:solidFill>
                  <a:srgbClr val="000000"/>
                </a:solidFill>
                <a:effectLst/>
                <a:latin typeface="+mj-lt"/>
                <a:ea typeface="SimSun" panose="02010600030101010101" pitchFamily="2" charset="-122"/>
                <a:cs typeface="Calibri" panose="020F0502020204030204" pitchFamily="34" charset="0"/>
              </a:rPr>
              <a:t>.  Schimbați denumirea (câmpul </a:t>
            </a:r>
            <a:r>
              <a:rPr lang="ro-RO" b="1" spc="10" dirty="0">
                <a:solidFill>
                  <a:srgbClr val="000000"/>
                </a:solidFill>
                <a:effectLst/>
                <a:latin typeface="+mj-lt"/>
                <a:ea typeface="SimSun" panose="02010600030101010101" pitchFamily="2" charset="-122"/>
                <a:cs typeface="Calibri" panose="020F0502020204030204" pitchFamily="34" charset="0"/>
              </a:rPr>
              <a:t>Candidate </a:t>
            </a:r>
            <a:r>
              <a:rPr lang="ro-RO" b="1" spc="10" dirty="0" err="1">
                <a:solidFill>
                  <a:srgbClr val="000000"/>
                </a:solidFill>
                <a:effectLst/>
                <a:latin typeface="+mj-lt"/>
                <a:ea typeface="SimSun" panose="02010600030101010101" pitchFamily="2" charset="-122"/>
                <a:cs typeface="Calibri" panose="020F0502020204030204" pitchFamily="34" charset="0"/>
              </a:rPr>
              <a:t>Class</a:t>
            </a:r>
            <a:r>
              <a:rPr lang="ro-RO" spc="10" dirty="0">
                <a:solidFill>
                  <a:srgbClr val="000000"/>
                </a:solidFill>
                <a:effectLst/>
                <a:latin typeface="+mj-lt"/>
                <a:ea typeface="SimSun" panose="02010600030101010101" pitchFamily="2" charset="-122"/>
                <a:cs typeface="Calibri" panose="020F0502020204030204" pitchFamily="34" charset="0"/>
              </a:rPr>
              <a:t>) în </a:t>
            </a:r>
            <a:r>
              <a:rPr lang="en-US" spc="10" dirty="0">
                <a:solidFill>
                  <a:srgbClr val="000000"/>
                </a:solidFill>
                <a:effectLst/>
                <a:latin typeface="+mj-lt"/>
                <a:ea typeface="SimSun" panose="02010600030101010101" pitchFamily="2" charset="-122"/>
                <a:cs typeface="Calibri" panose="020F0502020204030204" pitchFamily="34" charset="0"/>
              </a:rPr>
              <a:t>“se </a:t>
            </a:r>
            <a:r>
              <a:rPr lang="en-US" spc="10" dirty="0" err="1">
                <a:solidFill>
                  <a:srgbClr val="000000"/>
                </a:solidFill>
                <a:effectLst/>
                <a:latin typeface="+mj-lt"/>
                <a:ea typeface="SimSun" panose="02010600030101010101" pitchFamily="2" charset="-122"/>
                <a:cs typeface="Calibri" panose="020F0502020204030204" pitchFamily="34" charset="0"/>
              </a:rPr>
              <a:t>inregistreaza</a:t>
            </a:r>
            <a:r>
              <a:rPr lang="en-US" spc="10" dirty="0">
                <a:solidFill>
                  <a:srgbClr val="000000"/>
                </a:solidFill>
                <a:effectLst/>
                <a:latin typeface="+mj-lt"/>
                <a:ea typeface="SimSun" panose="02010600030101010101" pitchFamily="2" charset="-122"/>
                <a:cs typeface="Calibri" panose="020F0502020204030204" pitchFamily="34" charset="0"/>
              </a:rPr>
              <a:t> ca </a:t>
            </a:r>
            <a:r>
              <a:rPr lang="en-US" spc="10" dirty="0" err="1">
                <a:solidFill>
                  <a:srgbClr val="000000"/>
                </a:solidFill>
                <a:effectLst/>
                <a:latin typeface="+mj-lt"/>
                <a:ea typeface="SimSun" panose="02010600030101010101" pitchFamily="2" charset="-122"/>
                <a:cs typeface="Calibri" panose="020F0502020204030204" pitchFamily="34" charset="0"/>
              </a:rPr>
              <a:t>membru</a:t>
            </a:r>
            <a:r>
              <a:rPr lang="en-US" spc="10" dirty="0">
                <a:solidFill>
                  <a:srgbClr val="000000"/>
                </a:solidFill>
                <a:effectLst/>
                <a:latin typeface="+mj-lt"/>
                <a:ea typeface="SimSun" panose="02010600030101010101" pitchFamily="2" charset="-122"/>
                <a:cs typeface="Calibri" panose="020F0502020204030204" pitchFamily="34" charset="0"/>
              </a:rPr>
              <a:t> general”. </a:t>
            </a:r>
            <a:endParaRPr lang="ro-RO" dirty="0">
              <a:latin typeface="+mj-lt"/>
              <a:ea typeface="SimSun" panose="02010600030101010101" pitchFamily="2" charset="-122"/>
              <a:cs typeface="Calibri" panose="020F0502020204030204" pitchFamily="34" charset="0"/>
            </a:endParaRPr>
          </a:p>
          <a:p>
            <a:pPr marL="342900" indent="-342900">
              <a:lnSpc>
                <a:spcPct val="114000"/>
              </a:lnSpc>
              <a:spcBef>
                <a:spcPts val="1200"/>
              </a:spcBef>
              <a:buFont typeface="+mj-lt"/>
              <a:buAutoNum type="arabicPeriod"/>
            </a:pPr>
            <a:endParaRPr lang="en-US" dirty="0">
              <a:latin typeface="+mj-lt"/>
            </a:endParaRPr>
          </a:p>
        </p:txBody>
      </p:sp>
      <p:sp>
        <p:nvSpPr>
          <p:cNvPr id="8" name="Google Shape;3541;p56">
            <a:extLst>
              <a:ext uri="{FF2B5EF4-FFF2-40B4-BE49-F238E27FC236}">
                <a16:creationId xmlns:a16="http://schemas.microsoft.com/office/drawing/2014/main" id="{EE9B3CDC-B830-4559-9F1F-9E28C2525394}"/>
              </a:ext>
            </a:extLst>
          </p:cNvPr>
          <p:cNvSpPr txBox="1">
            <a:spLocks noGrp="1"/>
          </p:cNvSpPr>
          <p:nvPr>
            <p:ph type="title"/>
          </p:nvPr>
        </p:nvSpPr>
        <p:spPr>
          <a:xfrm>
            <a:off x="1600364" y="110799"/>
            <a:ext cx="9382945" cy="685200"/>
          </a:xfrm>
          <a:prstGeom prst="rect">
            <a:avLst/>
          </a:prstGeom>
        </p:spPr>
        <p:txBody>
          <a:bodyPr spcFirstLastPara="1" wrap="square" lIns="121900" tIns="121900" rIns="121900" bIns="121900" anchor="t" anchorCtr="0">
            <a:noAutofit/>
          </a:bodyPr>
          <a:lstStyle/>
          <a:p>
            <a:r>
              <a:rPr lang="en-US" sz="3000" dirty="0" err="1"/>
              <a:t>Analiza</a:t>
            </a:r>
            <a:r>
              <a:rPr lang="en-US" sz="3000" dirty="0"/>
              <a:t> </a:t>
            </a:r>
            <a:r>
              <a:rPr lang="en-US" sz="3000" dirty="0" err="1"/>
              <a:t>cerințelor</a:t>
            </a:r>
            <a:r>
              <a:rPr lang="en-US" sz="3000" dirty="0"/>
              <a:t> </a:t>
            </a:r>
            <a:r>
              <a:rPr lang="en-US" sz="3000" dirty="0" err="1"/>
              <a:t>textuale</a:t>
            </a:r>
            <a:r>
              <a:rPr lang="ro-RO" sz="3000" dirty="0"/>
              <a:t> - 3</a:t>
            </a:r>
            <a:br>
              <a:rPr lang="en-US" sz="3000" dirty="0"/>
            </a:br>
            <a:endParaRPr lang="en-US" sz="3000" dirty="0"/>
          </a:p>
        </p:txBody>
      </p:sp>
      <p:grpSp>
        <p:nvGrpSpPr>
          <p:cNvPr id="6" name="Google Shape;4115;p74">
            <a:extLst>
              <a:ext uri="{FF2B5EF4-FFF2-40B4-BE49-F238E27FC236}">
                <a16:creationId xmlns:a16="http://schemas.microsoft.com/office/drawing/2014/main" id="{C4871227-EC58-4B9F-A9FD-6CBF0297B4DC}"/>
              </a:ext>
            </a:extLst>
          </p:cNvPr>
          <p:cNvGrpSpPr/>
          <p:nvPr/>
        </p:nvGrpSpPr>
        <p:grpSpPr>
          <a:xfrm>
            <a:off x="677918" y="5052729"/>
            <a:ext cx="1261757" cy="1488403"/>
            <a:chOff x="5646575" y="2794275"/>
            <a:chExt cx="660675" cy="779350"/>
          </a:xfrm>
        </p:grpSpPr>
        <p:sp>
          <p:nvSpPr>
            <p:cNvPr id="9" name="Google Shape;4116;p74">
              <a:extLst>
                <a:ext uri="{FF2B5EF4-FFF2-40B4-BE49-F238E27FC236}">
                  <a16:creationId xmlns:a16="http://schemas.microsoft.com/office/drawing/2014/main" id="{1010C1C4-88C2-4297-83B6-E61A8D5E091D}"/>
                </a:ext>
              </a:extLst>
            </p:cNvPr>
            <p:cNvSpPr/>
            <p:nvPr/>
          </p:nvSpPr>
          <p:spPr>
            <a:xfrm>
              <a:off x="5646575" y="3079375"/>
              <a:ext cx="103175" cy="34600"/>
            </a:xfrm>
            <a:custGeom>
              <a:avLst/>
              <a:gdLst/>
              <a:ahLst/>
              <a:cxnLst/>
              <a:rect l="l" t="t" r="r" b="b"/>
              <a:pathLst>
                <a:path w="4127" h="1384" extrusionOk="0">
                  <a:moveTo>
                    <a:pt x="669" y="0"/>
                  </a:moveTo>
                  <a:cubicBezTo>
                    <a:pt x="287" y="0"/>
                    <a:pt x="1" y="310"/>
                    <a:pt x="1" y="692"/>
                  </a:cubicBezTo>
                  <a:cubicBezTo>
                    <a:pt x="1" y="1073"/>
                    <a:pt x="287" y="1383"/>
                    <a:pt x="669" y="1383"/>
                  </a:cubicBezTo>
                  <a:lnTo>
                    <a:pt x="4127" y="1383"/>
                  </a:lnTo>
                  <a:lnTo>
                    <a:pt x="412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117;p74">
              <a:extLst>
                <a:ext uri="{FF2B5EF4-FFF2-40B4-BE49-F238E27FC236}">
                  <a16:creationId xmlns:a16="http://schemas.microsoft.com/office/drawing/2014/main" id="{DFE1820C-831D-4E88-AAFA-D839E93BDEF8}"/>
                </a:ext>
              </a:extLst>
            </p:cNvPr>
            <p:cNvSpPr/>
            <p:nvPr/>
          </p:nvSpPr>
          <p:spPr>
            <a:xfrm>
              <a:off x="5646575" y="2968450"/>
              <a:ext cx="103175" cy="34025"/>
            </a:xfrm>
            <a:custGeom>
              <a:avLst/>
              <a:gdLst/>
              <a:ahLst/>
              <a:cxnLst/>
              <a:rect l="l" t="t" r="r" b="b"/>
              <a:pathLst>
                <a:path w="4127" h="1361" extrusionOk="0">
                  <a:moveTo>
                    <a:pt x="669" y="1"/>
                  </a:moveTo>
                  <a:cubicBezTo>
                    <a:pt x="287" y="1"/>
                    <a:pt x="1" y="287"/>
                    <a:pt x="1" y="693"/>
                  </a:cubicBezTo>
                  <a:cubicBezTo>
                    <a:pt x="1" y="1074"/>
                    <a:pt x="287" y="1360"/>
                    <a:pt x="669" y="1360"/>
                  </a:cubicBezTo>
                  <a:lnTo>
                    <a:pt x="4127" y="1360"/>
                  </a:lnTo>
                  <a:lnTo>
                    <a:pt x="4127"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118;p74">
              <a:extLst>
                <a:ext uri="{FF2B5EF4-FFF2-40B4-BE49-F238E27FC236}">
                  <a16:creationId xmlns:a16="http://schemas.microsoft.com/office/drawing/2014/main" id="{D38D1674-4E37-47BB-9704-3701E9E3092B}"/>
                </a:ext>
              </a:extLst>
            </p:cNvPr>
            <p:cNvSpPr/>
            <p:nvPr/>
          </p:nvSpPr>
          <p:spPr>
            <a:xfrm>
              <a:off x="5731850" y="2914800"/>
              <a:ext cx="159225" cy="251650"/>
            </a:xfrm>
            <a:custGeom>
              <a:avLst/>
              <a:gdLst/>
              <a:ahLst/>
              <a:cxnLst/>
              <a:rect l="l" t="t" r="r" b="b"/>
              <a:pathLst>
                <a:path w="6369" h="10066" extrusionOk="0">
                  <a:moveTo>
                    <a:pt x="0" y="0"/>
                  </a:moveTo>
                  <a:lnTo>
                    <a:pt x="0" y="10065"/>
                  </a:lnTo>
                  <a:lnTo>
                    <a:pt x="120" y="10065"/>
                  </a:lnTo>
                  <a:cubicBezTo>
                    <a:pt x="3554" y="10065"/>
                    <a:pt x="6368" y="7800"/>
                    <a:pt x="6368" y="5033"/>
                  </a:cubicBezTo>
                  <a:cubicBezTo>
                    <a:pt x="6368" y="2266"/>
                    <a:pt x="3578" y="0"/>
                    <a:pt x="120"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119;p74">
              <a:extLst>
                <a:ext uri="{FF2B5EF4-FFF2-40B4-BE49-F238E27FC236}">
                  <a16:creationId xmlns:a16="http://schemas.microsoft.com/office/drawing/2014/main" id="{611A664D-0F70-43B0-89D0-C62B2F020184}"/>
                </a:ext>
              </a:extLst>
            </p:cNvPr>
            <p:cNvSpPr/>
            <p:nvPr/>
          </p:nvSpPr>
          <p:spPr>
            <a:xfrm>
              <a:off x="5951875" y="3111575"/>
              <a:ext cx="61425" cy="54525"/>
            </a:xfrm>
            <a:custGeom>
              <a:avLst/>
              <a:gdLst/>
              <a:ahLst/>
              <a:cxnLst/>
              <a:rect l="l" t="t" r="r" b="b"/>
              <a:pathLst>
                <a:path w="2457" h="2181" extrusionOk="0">
                  <a:moveTo>
                    <a:pt x="1741" y="0"/>
                  </a:moveTo>
                  <a:cubicBezTo>
                    <a:pt x="1670" y="72"/>
                    <a:pt x="1646" y="167"/>
                    <a:pt x="1622" y="191"/>
                  </a:cubicBezTo>
                  <a:lnTo>
                    <a:pt x="1431" y="310"/>
                  </a:lnTo>
                  <a:cubicBezTo>
                    <a:pt x="1288" y="382"/>
                    <a:pt x="1145" y="429"/>
                    <a:pt x="1026" y="501"/>
                  </a:cubicBezTo>
                  <a:cubicBezTo>
                    <a:pt x="930" y="525"/>
                    <a:pt x="835" y="596"/>
                    <a:pt x="739" y="620"/>
                  </a:cubicBezTo>
                  <a:cubicBezTo>
                    <a:pt x="620" y="668"/>
                    <a:pt x="549" y="739"/>
                    <a:pt x="429" y="763"/>
                  </a:cubicBezTo>
                  <a:cubicBezTo>
                    <a:pt x="310" y="787"/>
                    <a:pt x="191" y="787"/>
                    <a:pt x="95" y="787"/>
                  </a:cubicBezTo>
                  <a:cubicBezTo>
                    <a:pt x="72" y="787"/>
                    <a:pt x="72" y="787"/>
                    <a:pt x="24" y="835"/>
                  </a:cubicBezTo>
                  <a:cubicBezTo>
                    <a:pt x="0" y="859"/>
                    <a:pt x="0" y="883"/>
                    <a:pt x="0" y="930"/>
                  </a:cubicBezTo>
                  <a:cubicBezTo>
                    <a:pt x="0" y="978"/>
                    <a:pt x="0" y="1026"/>
                    <a:pt x="72" y="1097"/>
                  </a:cubicBezTo>
                  <a:cubicBezTo>
                    <a:pt x="95" y="1121"/>
                    <a:pt x="119" y="1169"/>
                    <a:pt x="143" y="1169"/>
                  </a:cubicBezTo>
                  <a:cubicBezTo>
                    <a:pt x="215" y="1193"/>
                    <a:pt x="239" y="1216"/>
                    <a:pt x="286" y="1216"/>
                  </a:cubicBezTo>
                  <a:lnTo>
                    <a:pt x="453" y="1216"/>
                  </a:lnTo>
                  <a:cubicBezTo>
                    <a:pt x="525" y="1216"/>
                    <a:pt x="620" y="1216"/>
                    <a:pt x="716" y="1240"/>
                  </a:cubicBezTo>
                  <a:cubicBezTo>
                    <a:pt x="692" y="1240"/>
                    <a:pt x="620" y="1407"/>
                    <a:pt x="620" y="1431"/>
                  </a:cubicBezTo>
                  <a:cubicBezTo>
                    <a:pt x="596" y="1479"/>
                    <a:pt x="573" y="1574"/>
                    <a:pt x="549" y="1670"/>
                  </a:cubicBezTo>
                  <a:lnTo>
                    <a:pt x="549" y="1693"/>
                  </a:lnTo>
                  <a:lnTo>
                    <a:pt x="573" y="1693"/>
                  </a:lnTo>
                  <a:lnTo>
                    <a:pt x="620" y="1765"/>
                  </a:lnTo>
                  <a:cubicBezTo>
                    <a:pt x="668" y="1789"/>
                    <a:pt x="692" y="1789"/>
                    <a:pt x="716" y="1789"/>
                  </a:cubicBezTo>
                  <a:cubicBezTo>
                    <a:pt x="739" y="1813"/>
                    <a:pt x="787" y="1837"/>
                    <a:pt x="787" y="1884"/>
                  </a:cubicBezTo>
                  <a:cubicBezTo>
                    <a:pt x="811" y="1932"/>
                    <a:pt x="859" y="1956"/>
                    <a:pt x="930" y="1956"/>
                  </a:cubicBezTo>
                  <a:cubicBezTo>
                    <a:pt x="954" y="1956"/>
                    <a:pt x="978" y="2004"/>
                    <a:pt x="978" y="2027"/>
                  </a:cubicBezTo>
                  <a:cubicBezTo>
                    <a:pt x="1026" y="2051"/>
                    <a:pt x="1026" y="2075"/>
                    <a:pt x="1050" y="2123"/>
                  </a:cubicBezTo>
                  <a:cubicBezTo>
                    <a:pt x="1057" y="2131"/>
                    <a:pt x="1071" y="2133"/>
                    <a:pt x="1086" y="2133"/>
                  </a:cubicBezTo>
                  <a:cubicBezTo>
                    <a:pt x="1116" y="2133"/>
                    <a:pt x="1153" y="2123"/>
                    <a:pt x="1169" y="2123"/>
                  </a:cubicBezTo>
                  <a:cubicBezTo>
                    <a:pt x="1216" y="2123"/>
                    <a:pt x="1216" y="2147"/>
                    <a:pt x="1264" y="2170"/>
                  </a:cubicBezTo>
                  <a:cubicBezTo>
                    <a:pt x="1271" y="2177"/>
                    <a:pt x="1280" y="2180"/>
                    <a:pt x="1291" y="2180"/>
                  </a:cubicBezTo>
                  <a:cubicBezTo>
                    <a:pt x="1316" y="2180"/>
                    <a:pt x="1350" y="2163"/>
                    <a:pt x="1383" y="2147"/>
                  </a:cubicBezTo>
                  <a:cubicBezTo>
                    <a:pt x="1527" y="2051"/>
                    <a:pt x="1693" y="1956"/>
                    <a:pt x="1813" y="1837"/>
                  </a:cubicBezTo>
                  <a:cubicBezTo>
                    <a:pt x="1908" y="1717"/>
                    <a:pt x="1980" y="1550"/>
                    <a:pt x="2051" y="1407"/>
                  </a:cubicBezTo>
                  <a:cubicBezTo>
                    <a:pt x="2075" y="1216"/>
                    <a:pt x="2170" y="1049"/>
                    <a:pt x="2266" y="859"/>
                  </a:cubicBezTo>
                  <a:lnTo>
                    <a:pt x="2457" y="668"/>
                  </a:lnTo>
                  <a:cubicBezTo>
                    <a:pt x="2218" y="429"/>
                    <a:pt x="1980" y="191"/>
                    <a:pt x="1741"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120;p74">
              <a:extLst>
                <a:ext uri="{FF2B5EF4-FFF2-40B4-BE49-F238E27FC236}">
                  <a16:creationId xmlns:a16="http://schemas.microsoft.com/office/drawing/2014/main" id="{09A32DB4-CEB1-4C5E-A0FE-01E00BE6E521}"/>
                </a:ext>
              </a:extLst>
            </p:cNvPr>
            <p:cNvSpPr/>
            <p:nvPr/>
          </p:nvSpPr>
          <p:spPr>
            <a:xfrm>
              <a:off x="5990025" y="3032575"/>
              <a:ext cx="87675" cy="101075"/>
            </a:xfrm>
            <a:custGeom>
              <a:avLst/>
              <a:gdLst/>
              <a:ahLst/>
              <a:cxnLst/>
              <a:rect l="l" t="t" r="r" b="b"/>
              <a:pathLst>
                <a:path w="3507" h="4043" extrusionOk="0">
                  <a:moveTo>
                    <a:pt x="2894" y="0"/>
                  </a:moveTo>
                  <a:cubicBezTo>
                    <a:pt x="2828" y="0"/>
                    <a:pt x="2754" y="12"/>
                    <a:pt x="2672" y="36"/>
                  </a:cubicBezTo>
                  <a:cubicBezTo>
                    <a:pt x="2433" y="60"/>
                    <a:pt x="2290" y="274"/>
                    <a:pt x="2171" y="465"/>
                  </a:cubicBezTo>
                  <a:cubicBezTo>
                    <a:pt x="1479" y="1538"/>
                    <a:pt x="1" y="3422"/>
                    <a:pt x="1" y="3422"/>
                  </a:cubicBezTo>
                  <a:lnTo>
                    <a:pt x="740" y="4043"/>
                  </a:lnTo>
                  <a:cubicBezTo>
                    <a:pt x="1002" y="3780"/>
                    <a:pt x="1360" y="3399"/>
                    <a:pt x="1646" y="3136"/>
                  </a:cubicBezTo>
                  <a:cubicBezTo>
                    <a:pt x="2171" y="2588"/>
                    <a:pt x="2672" y="2015"/>
                    <a:pt x="3196" y="1419"/>
                  </a:cubicBezTo>
                  <a:cubicBezTo>
                    <a:pt x="3340" y="1276"/>
                    <a:pt x="3459" y="1109"/>
                    <a:pt x="3483" y="894"/>
                  </a:cubicBezTo>
                  <a:cubicBezTo>
                    <a:pt x="3507" y="775"/>
                    <a:pt x="3483" y="680"/>
                    <a:pt x="3459" y="560"/>
                  </a:cubicBezTo>
                  <a:cubicBezTo>
                    <a:pt x="3435" y="513"/>
                    <a:pt x="3387" y="417"/>
                    <a:pt x="3363" y="346"/>
                  </a:cubicBezTo>
                  <a:cubicBezTo>
                    <a:pt x="3238" y="112"/>
                    <a:pt x="3098" y="0"/>
                    <a:pt x="2894"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121;p74">
              <a:extLst>
                <a:ext uri="{FF2B5EF4-FFF2-40B4-BE49-F238E27FC236}">
                  <a16:creationId xmlns:a16="http://schemas.microsoft.com/office/drawing/2014/main" id="{91CD26C1-7FF3-4DB9-9A0F-288607F8D104}"/>
                </a:ext>
              </a:extLst>
            </p:cNvPr>
            <p:cNvSpPr/>
            <p:nvPr/>
          </p:nvSpPr>
          <p:spPr>
            <a:xfrm>
              <a:off x="5962000" y="3134100"/>
              <a:ext cx="29250" cy="34725"/>
            </a:xfrm>
            <a:custGeom>
              <a:avLst/>
              <a:gdLst/>
              <a:ahLst/>
              <a:cxnLst/>
              <a:rect l="l" t="t" r="r" b="b"/>
              <a:pathLst>
                <a:path w="1170" h="1389" extrusionOk="0">
                  <a:moveTo>
                    <a:pt x="453" y="0"/>
                  </a:moveTo>
                  <a:cubicBezTo>
                    <a:pt x="404" y="0"/>
                    <a:pt x="348" y="9"/>
                    <a:pt x="287" y="29"/>
                  </a:cubicBezTo>
                  <a:cubicBezTo>
                    <a:pt x="287" y="29"/>
                    <a:pt x="1" y="626"/>
                    <a:pt x="1" y="697"/>
                  </a:cubicBezTo>
                  <a:lnTo>
                    <a:pt x="1" y="816"/>
                  </a:lnTo>
                  <a:cubicBezTo>
                    <a:pt x="48" y="864"/>
                    <a:pt x="96" y="888"/>
                    <a:pt x="120" y="912"/>
                  </a:cubicBezTo>
                  <a:cubicBezTo>
                    <a:pt x="168" y="983"/>
                    <a:pt x="168" y="1031"/>
                    <a:pt x="215" y="1103"/>
                  </a:cubicBezTo>
                  <a:cubicBezTo>
                    <a:pt x="239" y="1126"/>
                    <a:pt x="311" y="1126"/>
                    <a:pt x="334" y="1150"/>
                  </a:cubicBezTo>
                  <a:cubicBezTo>
                    <a:pt x="358" y="1174"/>
                    <a:pt x="358" y="1246"/>
                    <a:pt x="406" y="1269"/>
                  </a:cubicBezTo>
                  <a:cubicBezTo>
                    <a:pt x="430" y="1293"/>
                    <a:pt x="454" y="1293"/>
                    <a:pt x="478" y="1341"/>
                  </a:cubicBezTo>
                  <a:lnTo>
                    <a:pt x="525" y="1365"/>
                  </a:lnTo>
                  <a:cubicBezTo>
                    <a:pt x="549" y="1389"/>
                    <a:pt x="573" y="1389"/>
                    <a:pt x="645" y="1389"/>
                  </a:cubicBezTo>
                  <a:lnTo>
                    <a:pt x="692" y="1389"/>
                  </a:lnTo>
                  <a:cubicBezTo>
                    <a:pt x="931" y="1293"/>
                    <a:pt x="1169" y="769"/>
                    <a:pt x="1074" y="673"/>
                  </a:cubicBezTo>
                  <a:cubicBezTo>
                    <a:pt x="1050" y="626"/>
                    <a:pt x="1026" y="614"/>
                    <a:pt x="1008" y="614"/>
                  </a:cubicBezTo>
                  <a:cubicBezTo>
                    <a:pt x="990" y="614"/>
                    <a:pt x="978" y="626"/>
                    <a:pt x="978" y="626"/>
                  </a:cubicBezTo>
                  <a:lnTo>
                    <a:pt x="798" y="896"/>
                  </a:lnTo>
                  <a:lnTo>
                    <a:pt x="798" y="896"/>
                  </a:lnTo>
                  <a:cubicBezTo>
                    <a:pt x="813" y="866"/>
                    <a:pt x="819" y="812"/>
                    <a:pt x="859" y="792"/>
                  </a:cubicBezTo>
                  <a:cubicBezTo>
                    <a:pt x="907" y="626"/>
                    <a:pt x="907" y="673"/>
                    <a:pt x="978" y="506"/>
                  </a:cubicBezTo>
                  <a:cubicBezTo>
                    <a:pt x="978" y="506"/>
                    <a:pt x="910" y="428"/>
                    <a:pt x="830" y="428"/>
                  </a:cubicBezTo>
                  <a:cubicBezTo>
                    <a:pt x="784" y="428"/>
                    <a:pt x="735" y="453"/>
                    <a:pt x="692" y="530"/>
                  </a:cubicBezTo>
                  <a:lnTo>
                    <a:pt x="788" y="196"/>
                  </a:lnTo>
                  <a:cubicBezTo>
                    <a:pt x="788" y="196"/>
                    <a:pt x="690" y="0"/>
                    <a:pt x="453"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122;p74">
              <a:extLst>
                <a:ext uri="{FF2B5EF4-FFF2-40B4-BE49-F238E27FC236}">
                  <a16:creationId xmlns:a16="http://schemas.microsoft.com/office/drawing/2014/main" id="{EC63CDF1-952B-483A-8A0A-F87A1B2D98D3}"/>
                </a:ext>
              </a:extLst>
            </p:cNvPr>
            <p:cNvSpPr/>
            <p:nvPr/>
          </p:nvSpPr>
          <p:spPr>
            <a:xfrm>
              <a:off x="5953050" y="2936125"/>
              <a:ext cx="121075" cy="125125"/>
            </a:xfrm>
            <a:custGeom>
              <a:avLst/>
              <a:gdLst/>
              <a:ahLst/>
              <a:cxnLst/>
              <a:rect l="l" t="t" r="r" b="b"/>
              <a:pathLst>
                <a:path w="4843" h="5005" extrusionOk="0">
                  <a:moveTo>
                    <a:pt x="1105" y="0"/>
                  </a:moveTo>
                  <a:cubicBezTo>
                    <a:pt x="933" y="0"/>
                    <a:pt x="697" y="56"/>
                    <a:pt x="597" y="197"/>
                  </a:cubicBezTo>
                  <a:cubicBezTo>
                    <a:pt x="1" y="865"/>
                    <a:pt x="669" y="1580"/>
                    <a:pt x="1122" y="2105"/>
                  </a:cubicBezTo>
                  <a:cubicBezTo>
                    <a:pt x="1336" y="2367"/>
                    <a:pt x="1551" y="2606"/>
                    <a:pt x="1766" y="2844"/>
                  </a:cubicBezTo>
                  <a:cubicBezTo>
                    <a:pt x="2243" y="3369"/>
                    <a:pt x="2744" y="3918"/>
                    <a:pt x="3221" y="4490"/>
                  </a:cubicBezTo>
                  <a:cubicBezTo>
                    <a:pt x="3411" y="4728"/>
                    <a:pt x="3626" y="4919"/>
                    <a:pt x="3865" y="4991"/>
                  </a:cubicBezTo>
                  <a:cubicBezTo>
                    <a:pt x="3912" y="4999"/>
                    <a:pt x="3960" y="5004"/>
                    <a:pt x="4007" y="5004"/>
                  </a:cubicBezTo>
                  <a:cubicBezTo>
                    <a:pt x="4100" y="5004"/>
                    <a:pt x="4191" y="4983"/>
                    <a:pt x="4270" y="4919"/>
                  </a:cubicBezTo>
                  <a:cubicBezTo>
                    <a:pt x="4580" y="4800"/>
                    <a:pt x="4842" y="4538"/>
                    <a:pt x="4747" y="4180"/>
                  </a:cubicBezTo>
                  <a:cubicBezTo>
                    <a:pt x="4652" y="3846"/>
                    <a:pt x="4389" y="3560"/>
                    <a:pt x="4222" y="3297"/>
                  </a:cubicBezTo>
                  <a:cubicBezTo>
                    <a:pt x="4008" y="2964"/>
                    <a:pt x="3745" y="2653"/>
                    <a:pt x="3507" y="2367"/>
                  </a:cubicBezTo>
                  <a:cubicBezTo>
                    <a:pt x="3101" y="1890"/>
                    <a:pt x="2720" y="1437"/>
                    <a:pt x="2314" y="984"/>
                  </a:cubicBezTo>
                  <a:cubicBezTo>
                    <a:pt x="2100" y="793"/>
                    <a:pt x="1861" y="435"/>
                    <a:pt x="1599" y="221"/>
                  </a:cubicBezTo>
                  <a:cubicBezTo>
                    <a:pt x="1480" y="101"/>
                    <a:pt x="1360" y="30"/>
                    <a:pt x="1193" y="6"/>
                  </a:cubicBezTo>
                  <a:cubicBezTo>
                    <a:pt x="1167" y="2"/>
                    <a:pt x="1137" y="0"/>
                    <a:pt x="1105"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123;p74">
              <a:extLst>
                <a:ext uri="{FF2B5EF4-FFF2-40B4-BE49-F238E27FC236}">
                  <a16:creationId xmlns:a16="http://schemas.microsoft.com/office/drawing/2014/main" id="{5A7A25A6-7CA6-4EC6-8A0E-442C2592173C}"/>
                </a:ext>
              </a:extLst>
            </p:cNvPr>
            <p:cNvSpPr/>
            <p:nvPr/>
          </p:nvSpPr>
          <p:spPr>
            <a:xfrm>
              <a:off x="5940525" y="2927975"/>
              <a:ext cx="102600" cy="100150"/>
            </a:xfrm>
            <a:custGeom>
              <a:avLst/>
              <a:gdLst/>
              <a:ahLst/>
              <a:cxnLst/>
              <a:rect l="l" t="t" r="r" b="b"/>
              <a:pathLst>
                <a:path w="4104" h="4006" extrusionOk="0">
                  <a:moveTo>
                    <a:pt x="1298" y="1"/>
                  </a:moveTo>
                  <a:cubicBezTo>
                    <a:pt x="1125" y="1"/>
                    <a:pt x="967" y="57"/>
                    <a:pt x="836" y="189"/>
                  </a:cubicBezTo>
                  <a:cubicBezTo>
                    <a:pt x="1" y="1048"/>
                    <a:pt x="1837" y="3290"/>
                    <a:pt x="2267" y="4005"/>
                  </a:cubicBezTo>
                  <a:lnTo>
                    <a:pt x="4103" y="2216"/>
                  </a:lnTo>
                  <a:cubicBezTo>
                    <a:pt x="4103" y="2216"/>
                    <a:pt x="2384" y="1"/>
                    <a:pt x="1298" y="1"/>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124;p74">
              <a:extLst>
                <a:ext uri="{FF2B5EF4-FFF2-40B4-BE49-F238E27FC236}">
                  <a16:creationId xmlns:a16="http://schemas.microsoft.com/office/drawing/2014/main" id="{66DD4E4D-1AB7-4B33-A149-17EB0F33F3CC}"/>
                </a:ext>
              </a:extLst>
            </p:cNvPr>
            <p:cNvSpPr/>
            <p:nvPr/>
          </p:nvSpPr>
          <p:spPr>
            <a:xfrm>
              <a:off x="5886275" y="3028150"/>
              <a:ext cx="420975" cy="524075"/>
            </a:xfrm>
            <a:custGeom>
              <a:avLst/>
              <a:gdLst/>
              <a:ahLst/>
              <a:cxnLst/>
              <a:rect l="l" t="t" r="r" b="b"/>
              <a:pathLst>
                <a:path w="16839" h="20963" extrusionOk="0">
                  <a:moveTo>
                    <a:pt x="1137" y="1"/>
                  </a:moveTo>
                  <a:cubicBezTo>
                    <a:pt x="453" y="1"/>
                    <a:pt x="13" y="81"/>
                    <a:pt x="1" y="93"/>
                  </a:cubicBezTo>
                  <a:lnTo>
                    <a:pt x="96" y="833"/>
                  </a:lnTo>
                  <a:lnTo>
                    <a:pt x="168" y="1572"/>
                  </a:lnTo>
                  <a:cubicBezTo>
                    <a:pt x="227" y="1566"/>
                    <a:pt x="613" y="1504"/>
                    <a:pt x="1186" y="1504"/>
                  </a:cubicBezTo>
                  <a:cubicBezTo>
                    <a:pt x="2918" y="1504"/>
                    <a:pt x="6354" y="2070"/>
                    <a:pt x="7609" y="6461"/>
                  </a:cubicBezTo>
                  <a:lnTo>
                    <a:pt x="7967" y="7726"/>
                  </a:lnTo>
                  <a:cubicBezTo>
                    <a:pt x="9708" y="13951"/>
                    <a:pt x="11687" y="20963"/>
                    <a:pt x="16505" y="20963"/>
                  </a:cubicBezTo>
                  <a:lnTo>
                    <a:pt x="16839" y="20963"/>
                  </a:lnTo>
                  <a:cubicBezTo>
                    <a:pt x="16600" y="20533"/>
                    <a:pt x="16433" y="20056"/>
                    <a:pt x="16243" y="19436"/>
                  </a:cubicBezTo>
                  <a:cubicBezTo>
                    <a:pt x="12546" y="19102"/>
                    <a:pt x="10852" y="13092"/>
                    <a:pt x="9207" y="7249"/>
                  </a:cubicBezTo>
                  <a:lnTo>
                    <a:pt x="8849" y="5984"/>
                  </a:lnTo>
                  <a:cubicBezTo>
                    <a:pt x="7333" y="706"/>
                    <a:pt x="3165" y="1"/>
                    <a:pt x="1137"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125;p74">
              <a:extLst>
                <a:ext uri="{FF2B5EF4-FFF2-40B4-BE49-F238E27FC236}">
                  <a16:creationId xmlns:a16="http://schemas.microsoft.com/office/drawing/2014/main" id="{6D620D7A-C821-45B8-9E0C-5A0482143CFA}"/>
                </a:ext>
              </a:extLst>
            </p:cNvPr>
            <p:cNvSpPr/>
            <p:nvPr/>
          </p:nvSpPr>
          <p:spPr>
            <a:xfrm>
              <a:off x="5902800" y="3082975"/>
              <a:ext cx="118850" cy="243625"/>
            </a:xfrm>
            <a:custGeom>
              <a:avLst/>
              <a:gdLst/>
              <a:ahLst/>
              <a:cxnLst/>
              <a:rect l="l" t="t" r="r" b="b"/>
              <a:pathLst>
                <a:path w="4754" h="9745" extrusionOk="0">
                  <a:moveTo>
                    <a:pt x="691" y="0"/>
                  </a:moveTo>
                  <a:cubicBezTo>
                    <a:pt x="119" y="0"/>
                    <a:pt x="0" y="206"/>
                    <a:pt x="79" y="1120"/>
                  </a:cubicBezTo>
                  <a:cubicBezTo>
                    <a:pt x="150" y="1860"/>
                    <a:pt x="127" y="4507"/>
                    <a:pt x="246" y="5223"/>
                  </a:cubicBezTo>
                  <a:cubicBezTo>
                    <a:pt x="461" y="6654"/>
                    <a:pt x="723" y="8156"/>
                    <a:pt x="1271" y="9492"/>
                  </a:cubicBezTo>
                  <a:cubicBezTo>
                    <a:pt x="1271" y="9492"/>
                    <a:pt x="1598" y="9745"/>
                    <a:pt x="2055" y="9745"/>
                  </a:cubicBezTo>
                  <a:cubicBezTo>
                    <a:pt x="2379" y="9745"/>
                    <a:pt x="2770" y="9617"/>
                    <a:pt x="3156" y="9182"/>
                  </a:cubicBezTo>
                  <a:cubicBezTo>
                    <a:pt x="3370" y="8395"/>
                    <a:pt x="3561" y="7393"/>
                    <a:pt x="3680" y="6606"/>
                  </a:cubicBezTo>
                  <a:cubicBezTo>
                    <a:pt x="4014" y="4722"/>
                    <a:pt x="4754" y="1383"/>
                    <a:pt x="2559" y="285"/>
                  </a:cubicBezTo>
                  <a:cubicBezTo>
                    <a:pt x="2369" y="166"/>
                    <a:pt x="2178" y="119"/>
                    <a:pt x="1963" y="95"/>
                  </a:cubicBezTo>
                  <a:cubicBezTo>
                    <a:pt x="1397" y="54"/>
                    <a:pt x="985" y="0"/>
                    <a:pt x="69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126;p74">
              <a:extLst>
                <a:ext uri="{FF2B5EF4-FFF2-40B4-BE49-F238E27FC236}">
                  <a16:creationId xmlns:a16="http://schemas.microsoft.com/office/drawing/2014/main" id="{2EB7EC77-1AEC-46D5-B624-CBCA213322A5}"/>
                </a:ext>
              </a:extLst>
            </p:cNvPr>
            <p:cNvSpPr/>
            <p:nvPr/>
          </p:nvSpPr>
          <p:spPr>
            <a:xfrm>
              <a:off x="5956625" y="3434750"/>
              <a:ext cx="124050" cy="133750"/>
            </a:xfrm>
            <a:custGeom>
              <a:avLst/>
              <a:gdLst/>
              <a:ahLst/>
              <a:cxnLst/>
              <a:rect l="l" t="t" r="r" b="b"/>
              <a:pathLst>
                <a:path w="4962" h="5350" extrusionOk="0">
                  <a:moveTo>
                    <a:pt x="3268" y="0"/>
                  </a:moveTo>
                  <a:lnTo>
                    <a:pt x="1933" y="596"/>
                  </a:lnTo>
                  <a:cubicBezTo>
                    <a:pt x="1933" y="596"/>
                    <a:pt x="2648" y="1670"/>
                    <a:pt x="2768" y="2457"/>
                  </a:cubicBezTo>
                  <a:cubicBezTo>
                    <a:pt x="2314" y="3053"/>
                    <a:pt x="1456" y="3983"/>
                    <a:pt x="1456" y="3983"/>
                  </a:cubicBezTo>
                  <a:cubicBezTo>
                    <a:pt x="1456" y="3983"/>
                    <a:pt x="359" y="4722"/>
                    <a:pt x="287" y="4770"/>
                  </a:cubicBezTo>
                  <a:cubicBezTo>
                    <a:pt x="239" y="4842"/>
                    <a:pt x="120" y="4961"/>
                    <a:pt x="1" y="5199"/>
                  </a:cubicBezTo>
                  <a:cubicBezTo>
                    <a:pt x="1" y="5199"/>
                    <a:pt x="1" y="5350"/>
                    <a:pt x="396" y="5350"/>
                  </a:cubicBezTo>
                  <a:cubicBezTo>
                    <a:pt x="630" y="5350"/>
                    <a:pt x="1004" y="5297"/>
                    <a:pt x="1599" y="5128"/>
                  </a:cubicBezTo>
                  <a:cubicBezTo>
                    <a:pt x="1599" y="5128"/>
                    <a:pt x="2314" y="4985"/>
                    <a:pt x="3268" y="4365"/>
                  </a:cubicBezTo>
                  <a:cubicBezTo>
                    <a:pt x="3483" y="4245"/>
                    <a:pt x="3698" y="4126"/>
                    <a:pt x="3936" y="4007"/>
                  </a:cubicBezTo>
                  <a:cubicBezTo>
                    <a:pt x="4127" y="3888"/>
                    <a:pt x="4819" y="3530"/>
                    <a:pt x="4890" y="3434"/>
                  </a:cubicBezTo>
                  <a:cubicBezTo>
                    <a:pt x="4914" y="3411"/>
                    <a:pt x="4914" y="3339"/>
                    <a:pt x="4914" y="3315"/>
                  </a:cubicBezTo>
                  <a:cubicBezTo>
                    <a:pt x="4962" y="2981"/>
                    <a:pt x="4676" y="2671"/>
                    <a:pt x="4556" y="2457"/>
                  </a:cubicBezTo>
                  <a:cubicBezTo>
                    <a:pt x="4485" y="2361"/>
                    <a:pt x="4413" y="2266"/>
                    <a:pt x="4318" y="2194"/>
                  </a:cubicBezTo>
                  <a:cubicBezTo>
                    <a:pt x="4294" y="2147"/>
                    <a:pt x="4079" y="1908"/>
                    <a:pt x="4055" y="1860"/>
                  </a:cubicBezTo>
                  <a:cubicBezTo>
                    <a:pt x="3817" y="1383"/>
                    <a:pt x="3268" y="0"/>
                    <a:pt x="3268"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127;p74">
              <a:extLst>
                <a:ext uri="{FF2B5EF4-FFF2-40B4-BE49-F238E27FC236}">
                  <a16:creationId xmlns:a16="http://schemas.microsoft.com/office/drawing/2014/main" id="{E55531EE-B880-4D08-908B-01AFCFB4AE94}"/>
                </a:ext>
              </a:extLst>
            </p:cNvPr>
            <p:cNvSpPr/>
            <p:nvPr/>
          </p:nvSpPr>
          <p:spPr>
            <a:xfrm>
              <a:off x="5956625" y="3488400"/>
              <a:ext cx="123450" cy="79500"/>
            </a:xfrm>
            <a:custGeom>
              <a:avLst/>
              <a:gdLst/>
              <a:ahLst/>
              <a:cxnLst/>
              <a:rect l="l" t="t" r="r" b="b"/>
              <a:pathLst>
                <a:path w="4938" h="3180" extrusionOk="0">
                  <a:moveTo>
                    <a:pt x="4318" y="1"/>
                  </a:moveTo>
                  <a:cubicBezTo>
                    <a:pt x="3984" y="215"/>
                    <a:pt x="3626" y="358"/>
                    <a:pt x="3292" y="454"/>
                  </a:cubicBezTo>
                  <a:cubicBezTo>
                    <a:pt x="3054" y="525"/>
                    <a:pt x="2791" y="573"/>
                    <a:pt x="2529" y="573"/>
                  </a:cubicBezTo>
                  <a:cubicBezTo>
                    <a:pt x="2076" y="1145"/>
                    <a:pt x="1456" y="1789"/>
                    <a:pt x="1456" y="1789"/>
                  </a:cubicBezTo>
                  <a:cubicBezTo>
                    <a:pt x="1456" y="1789"/>
                    <a:pt x="335" y="2553"/>
                    <a:pt x="287" y="2600"/>
                  </a:cubicBezTo>
                  <a:cubicBezTo>
                    <a:pt x="216" y="2672"/>
                    <a:pt x="96" y="2791"/>
                    <a:pt x="1" y="3030"/>
                  </a:cubicBezTo>
                  <a:cubicBezTo>
                    <a:pt x="1" y="3030"/>
                    <a:pt x="1" y="3180"/>
                    <a:pt x="396" y="3180"/>
                  </a:cubicBezTo>
                  <a:cubicBezTo>
                    <a:pt x="630" y="3180"/>
                    <a:pt x="1004" y="3127"/>
                    <a:pt x="1599" y="2958"/>
                  </a:cubicBezTo>
                  <a:cubicBezTo>
                    <a:pt x="1599" y="2958"/>
                    <a:pt x="2314" y="2815"/>
                    <a:pt x="3268" y="2195"/>
                  </a:cubicBezTo>
                  <a:cubicBezTo>
                    <a:pt x="3483" y="2076"/>
                    <a:pt x="3674" y="1956"/>
                    <a:pt x="3936" y="1837"/>
                  </a:cubicBezTo>
                  <a:cubicBezTo>
                    <a:pt x="4127" y="1718"/>
                    <a:pt x="4819" y="1360"/>
                    <a:pt x="4890" y="1265"/>
                  </a:cubicBezTo>
                  <a:cubicBezTo>
                    <a:pt x="4914" y="1241"/>
                    <a:pt x="4914" y="1169"/>
                    <a:pt x="4914" y="1145"/>
                  </a:cubicBezTo>
                  <a:cubicBezTo>
                    <a:pt x="4938" y="883"/>
                    <a:pt x="4652" y="549"/>
                    <a:pt x="4532" y="334"/>
                  </a:cubicBezTo>
                  <a:cubicBezTo>
                    <a:pt x="4485" y="191"/>
                    <a:pt x="4366" y="96"/>
                    <a:pt x="4318"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128;p74">
              <a:extLst>
                <a:ext uri="{FF2B5EF4-FFF2-40B4-BE49-F238E27FC236}">
                  <a16:creationId xmlns:a16="http://schemas.microsoft.com/office/drawing/2014/main" id="{F7155962-FAB0-4A48-8D00-747C79D58221}"/>
                </a:ext>
              </a:extLst>
            </p:cNvPr>
            <p:cNvSpPr/>
            <p:nvPr/>
          </p:nvSpPr>
          <p:spPr>
            <a:xfrm>
              <a:off x="5921450" y="3264850"/>
              <a:ext cx="131800" cy="206275"/>
            </a:xfrm>
            <a:custGeom>
              <a:avLst/>
              <a:gdLst/>
              <a:ahLst/>
              <a:cxnLst/>
              <a:rect l="l" t="t" r="r" b="b"/>
              <a:pathLst>
                <a:path w="5272" h="8251" extrusionOk="0">
                  <a:moveTo>
                    <a:pt x="986" y="1"/>
                  </a:moveTo>
                  <a:cubicBezTo>
                    <a:pt x="902" y="1"/>
                    <a:pt x="819" y="15"/>
                    <a:pt x="740" y="46"/>
                  </a:cubicBezTo>
                  <a:cubicBezTo>
                    <a:pt x="478" y="118"/>
                    <a:pt x="120" y="404"/>
                    <a:pt x="48" y="690"/>
                  </a:cubicBezTo>
                  <a:cubicBezTo>
                    <a:pt x="1" y="929"/>
                    <a:pt x="239" y="1597"/>
                    <a:pt x="311" y="1787"/>
                  </a:cubicBezTo>
                  <a:cubicBezTo>
                    <a:pt x="621" y="2384"/>
                    <a:pt x="2386" y="6438"/>
                    <a:pt x="3292" y="8251"/>
                  </a:cubicBezTo>
                  <a:lnTo>
                    <a:pt x="5272" y="7273"/>
                  </a:lnTo>
                  <a:cubicBezTo>
                    <a:pt x="4818" y="5580"/>
                    <a:pt x="3292" y="2097"/>
                    <a:pt x="1790" y="404"/>
                  </a:cubicBezTo>
                  <a:cubicBezTo>
                    <a:pt x="1603" y="181"/>
                    <a:pt x="1286" y="1"/>
                    <a:pt x="986"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129;p74">
              <a:extLst>
                <a:ext uri="{FF2B5EF4-FFF2-40B4-BE49-F238E27FC236}">
                  <a16:creationId xmlns:a16="http://schemas.microsoft.com/office/drawing/2014/main" id="{429D6146-A418-44C8-BDA8-875A78EF15F7}"/>
                </a:ext>
              </a:extLst>
            </p:cNvPr>
            <p:cNvSpPr/>
            <p:nvPr/>
          </p:nvSpPr>
          <p:spPr>
            <a:xfrm>
              <a:off x="5820100" y="3111575"/>
              <a:ext cx="178900" cy="220200"/>
            </a:xfrm>
            <a:custGeom>
              <a:avLst/>
              <a:gdLst/>
              <a:ahLst/>
              <a:cxnLst/>
              <a:rect l="l" t="t" r="r" b="b"/>
              <a:pathLst>
                <a:path w="7156" h="8808" extrusionOk="0">
                  <a:moveTo>
                    <a:pt x="1646" y="0"/>
                  </a:moveTo>
                  <a:cubicBezTo>
                    <a:pt x="1312" y="1002"/>
                    <a:pt x="644" y="2767"/>
                    <a:pt x="525" y="3339"/>
                  </a:cubicBezTo>
                  <a:cubicBezTo>
                    <a:pt x="239" y="4746"/>
                    <a:pt x="0" y="6845"/>
                    <a:pt x="48" y="8324"/>
                  </a:cubicBezTo>
                  <a:cubicBezTo>
                    <a:pt x="48" y="8324"/>
                    <a:pt x="468" y="8808"/>
                    <a:pt x="1169" y="8808"/>
                  </a:cubicBezTo>
                  <a:cubicBezTo>
                    <a:pt x="1427" y="8808"/>
                    <a:pt x="1724" y="8742"/>
                    <a:pt x="2051" y="8562"/>
                  </a:cubicBezTo>
                  <a:cubicBezTo>
                    <a:pt x="2504" y="7871"/>
                    <a:pt x="2886" y="6535"/>
                    <a:pt x="3315" y="5820"/>
                  </a:cubicBezTo>
                  <a:cubicBezTo>
                    <a:pt x="3602" y="5271"/>
                    <a:pt x="3983" y="4651"/>
                    <a:pt x="4317" y="3959"/>
                  </a:cubicBezTo>
                  <a:cubicBezTo>
                    <a:pt x="4913" y="3816"/>
                    <a:pt x="6654" y="3244"/>
                    <a:pt x="6964" y="1837"/>
                  </a:cubicBezTo>
                  <a:cubicBezTo>
                    <a:pt x="6964" y="1837"/>
                    <a:pt x="7155" y="1097"/>
                    <a:pt x="7012"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130;p74">
              <a:extLst>
                <a:ext uri="{FF2B5EF4-FFF2-40B4-BE49-F238E27FC236}">
                  <a16:creationId xmlns:a16="http://schemas.microsoft.com/office/drawing/2014/main" id="{7082C0B5-2091-4103-ACA7-8BA54F9300D7}"/>
                </a:ext>
              </a:extLst>
            </p:cNvPr>
            <p:cNvSpPr/>
            <p:nvPr/>
          </p:nvSpPr>
          <p:spPr>
            <a:xfrm>
              <a:off x="5731850" y="3473500"/>
              <a:ext cx="138950" cy="100125"/>
            </a:xfrm>
            <a:custGeom>
              <a:avLst/>
              <a:gdLst/>
              <a:ahLst/>
              <a:cxnLst/>
              <a:rect l="l" t="t" r="r" b="b"/>
              <a:pathLst>
                <a:path w="5558" h="4005" extrusionOk="0">
                  <a:moveTo>
                    <a:pt x="3888" y="0"/>
                  </a:moveTo>
                  <a:lnTo>
                    <a:pt x="3888" y="0"/>
                  </a:lnTo>
                  <a:cubicBezTo>
                    <a:pt x="3888" y="0"/>
                    <a:pt x="4055" y="1288"/>
                    <a:pt x="3864" y="2028"/>
                  </a:cubicBezTo>
                  <a:cubicBezTo>
                    <a:pt x="3196" y="2385"/>
                    <a:pt x="2004" y="2839"/>
                    <a:pt x="2004" y="2839"/>
                  </a:cubicBezTo>
                  <a:cubicBezTo>
                    <a:pt x="2004" y="2839"/>
                    <a:pt x="692" y="3029"/>
                    <a:pt x="597" y="3053"/>
                  </a:cubicBezTo>
                  <a:cubicBezTo>
                    <a:pt x="549" y="3077"/>
                    <a:pt x="358" y="3101"/>
                    <a:pt x="167" y="3292"/>
                  </a:cubicBezTo>
                  <a:cubicBezTo>
                    <a:pt x="167" y="3292"/>
                    <a:pt x="0" y="3626"/>
                    <a:pt x="1646" y="3912"/>
                  </a:cubicBezTo>
                  <a:cubicBezTo>
                    <a:pt x="1646" y="3912"/>
                    <a:pt x="1992" y="4004"/>
                    <a:pt x="2588" y="4004"/>
                  </a:cubicBezTo>
                  <a:cubicBezTo>
                    <a:pt x="2849" y="4004"/>
                    <a:pt x="3158" y="3986"/>
                    <a:pt x="3506" y="3936"/>
                  </a:cubicBezTo>
                  <a:cubicBezTo>
                    <a:pt x="3721" y="3912"/>
                    <a:pt x="4007" y="3912"/>
                    <a:pt x="4246" y="3888"/>
                  </a:cubicBezTo>
                  <a:cubicBezTo>
                    <a:pt x="4508" y="3864"/>
                    <a:pt x="5247" y="3864"/>
                    <a:pt x="5343" y="3793"/>
                  </a:cubicBezTo>
                  <a:lnTo>
                    <a:pt x="5438" y="3697"/>
                  </a:lnTo>
                  <a:cubicBezTo>
                    <a:pt x="5557" y="3506"/>
                    <a:pt x="5438" y="3077"/>
                    <a:pt x="5414" y="2815"/>
                  </a:cubicBezTo>
                  <a:cubicBezTo>
                    <a:pt x="5414" y="2695"/>
                    <a:pt x="5343" y="2576"/>
                    <a:pt x="5319" y="2457"/>
                  </a:cubicBezTo>
                  <a:cubicBezTo>
                    <a:pt x="5319" y="2433"/>
                    <a:pt x="5224" y="2099"/>
                    <a:pt x="5224" y="2075"/>
                  </a:cubicBezTo>
                  <a:cubicBezTo>
                    <a:pt x="5224" y="1527"/>
                    <a:pt x="5343" y="72"/>
                    <a:pt x="5343" y="72"/>
                  </a:cubicBezTo>
                  <a:lnTo>
                    <a:pt x="3888"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131;p74">
              <a:extLst>
                <a:ext uri="{FF2B5EF4-FFF2-40B4-BE49-F238E27FC236}">
                  <a16:creationId xmlns:a16="http://schemas.microsoft.com/office/drawing/2014/main" id="{1CC024ED-853F-416D-972D-0A5249E98568}"/>
                </a:ext>
              </a:extLst>
            </p:cNvPr>
            <p:cNvSpPr/>
            <p:nvPr/>
          </p:nvSpPr>
          <p:spPr>
            <a:xfrm>
              <a:off x="5843950" y="3474700"/>
              <a:ext cx="3600" cy="5975"/>
            </a:xfrm>
            <a:custGeom>
              <a:avLst/>
              <a:gdLst/>
              <a:ahLst/>
              <a:cxnLst/>
              <a:rect l="l" t="t" r="r" b="b"/>
              <a:pathLst>
                <a:path w="144" h="239" extrusionOk="0">
                  <a:moveTo>
                    <a:pt x="0" y="0"/>
                  </a:moveTo>
                  <a:cubicBezTo>
                    <a:pt x="24" y="72"/>
                    <a:pt x="48" y="143"/>
                    <a:pt x="48" y="239"/>
                  </a:cubicBezTo>
                  <a:cubicBezTo>
                    <a:pt x="96" y="143"/>
                    <a:pt x="119" y="72"/>
                    <a:pt x="143" y="0"/>
                  </a:cubicBezTo>
                  <a:close/>
                </a:path>
              </a:pathLst>
            </a:custGeom>
            <a:solidFill>
              <a:srgbClr val="F4D7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132;p74">
              <a:extLst>
                <a:ext uri="{FF2B5EF4-FFF2-40B4-BE49-F238E27FC236}">
                  <a16:creationId xmlns:a16="http://schemas.microsoft.com/office/drawing/2014/main" id="{4B0430F7-CC94-46E5-82AB-8DB7B4970A2D}"/>
                </a:ext>
              </a:extLst>
            </p:cNvPr>
            <p:cNvSpPr/>
            <p:nvPr/>
          </p:nvSpPr>
          <p:spPr>
            <a:xfrm>
              <a:off x="5730650" y="3528950"/>
              <a:ext cx="138950" cy="44675"/>
            </a:xfrm>
            <a:custGeom>
              <a:avLst/>
              <a:gdLst/>
              <a:ahLst/>
              <a:cxnLst/>
              <a:rect l="l" t="t" r="r" b="b"/>
              <a:pathLst>
                <a:path w="5558" h="1787" extrusionOk="0">
                  <a:moveTo>
                    <a:pt x="5272" y="0"/>
                  </a:moveTo>
                  <a:lnTo>
                    <a:pt x="5081" y="96"/>
                  </a:lnTo>
                  <a:cubicBezTo>
                    <a:pt x="4755" y="246"/>
                    <a:pt x="4410" y="311"/>
                    <a:pt x="4058" y="311"/>
                  </a:cubicBezTo>
                  <a:cubicBezTo>
                    <a:pt x="3741" y="311"/>
                    <a:pt x="3418" y="258"/>
                    <a:pt x="3101" y="167"/>
                  </a:cubicBezTo>
                  <a:lnTo>
                    <a:pt x="3053" y="167"/>
                  </a:lnTo>
                  <a:cubicBezTo>
                    <a:pt x="2529" y="406"/>
                    <a:pt x="1980" y="621"/>
                    <a:pt x="1980" y="621"/>
                  </a:cubicBezTo>
                  <a:cubicBezTo>
                    <a:pt x="1980" y="621"/>
                    <a:pt x="668" y="811"/>
                    <a:pt x="597" y="835"/>
                  </a:cubicBezTo>
                  <a:cubicBezTo>
                    <a:pt x="525" y="859"/>
                    <a:pt x="358" y="883"/>
                    <a:pt x="144" y="1074"/>
                  </a:cubicBezTo>
                  <a:cubicBezTo>
                    <a:pt x="144" y="1074"/>
                    <a:pt x="1" y="1408"/>
                    <a:pt x="1622" y="1694"/>
                  </a:cubicBezTo>
                  <a:cubicBezTo>
                    <a:pt x="1622" y="1694"/>
                    <a:pt x="1969" y="1786"/>
                    <a:pt x="2565" y="1786"/>
                  </a:cubicBezTo>
                  <a:cubicBezTo>
                    <a:pt x="2826" y="1786"/>
                    <a:pt x="3134" y="1768"/>
                    <a:pt x="3483" y="1718"/>
                  </a:cubicBezTo>
                  <a:cubicBezTo>
                    <a:pt x="3721" y="1694"/>
                    <a:pt x="3984" y="1694"/>
                    <a:pt x="4222" y="1670"/>
                  </a:cubicBezTo>
                  <a:cubicBezTo>
                    <a:pt x="4484" y="1646"/>
                    <a:pt x="5248" y="1646"/>
                    <a:pt x="5343" y="1575"/>
                  </a:cubicBezTo>
                  <a:lnTo>
                    <a:pt x="5415" y="1479"/>
                  </a:lnTo>
                  <a:cubicBezTo>
                    <a:pt x="5558" y="1241"/>
                    <a:pt x="5462" y="835"/>
                    <a:pt x="5415" y="597"/>
                  </a:cubicBezTo>
                  <a:cubicBezTo>
                    <a:pt x="5415" y="477"/>
                    <a:pt x="5391" y="358"/>
                    <a:pt x="5343" y="239"/>
                  </a:cubicBezTo>
                  <a:cubicBezTo>
                    <a:pt x="5343" y="215"/>
                    <a:pt x="5295" y="96"/>
                    <a:pt x="5272"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133;p74">
              <a:extLst>
                <a:ext uri="{FF2B5EF4-FFF2-40B4-BE49-F238E27FC236}">
                  <a16:creationId xmlns:a16="http://schemas.microsoft.com/office/drawing/2014/main" id="{B19BCFCD-DA12-4C45-BEDA-4347E0205383}"/>
                </a:ext>
              </a:extLst>
            </p:cNvPr>
            <p:cNvSpPr/>
            <p:nvPr/>
          </p:nvSpPr>
          <p:spPr>
            <a:xfrm>
              <a:off x="5818300" y="3303750"/>
              <a:ext cx="59050" cy="188850"/>
            </a:xfrm>
            <a:custGeom>
              <a:avLst/>
              <a:gdLst/>
              <a:ahLst/>
              <a:cxnLst/>
              <a:rect l="l" t="t" r="r" b="b"/>
              <a:pathLst>
                <a:path w="2362" h="7554" extrusionOk="0">
                  <a:moveTo>
                    <a:pt x="1115" y="1"/>
                  </a:moveTo>
                  <a:cubicBezTo>
                    <a:pt x="888" y="1"/>
                    <a:pt x="661" y="55"/>
                    <a:pt x="478" y="160"/>
                  </a:cubicBezTo>
                  <a:cubicBezTo>
                    <a:pt x="168" y="327"/>
                    <a:pt x="96" y="708"/>
                    <a:pt x="96" y="1066"/>
                  </a:cubicBezTo>
                  <a:cubicBezTo>
                    <a:pt x="96" y="1758"/>
                    <a:pt x="1" y="5407"/>
                    <a:pt x="72" y="7434"/>
                  </a:cubicBezTo>
                  <a:cubicBezTo>
                    <a:pt x="72" y="7458"/>
                    <a:pt x="2028" y="7554"/>
                    <a:pt x="2028" y="7554"/>
                  </a:cubicBezTo>
                  <a:cubicBezTo>
                    <a:pt x="2338" y="6003"/>
                    <a:pt x="2314" y="5168"/>
                    <a:pt x="2314" y="3570"/>
                  </a:cubicBezTo>
                  <a:cubicBezTo>
                    <a:pt x="2314" y="3022"/>
                    <a:pt x="2362" y="2616"/>
                    <a:pt x="2314" y="2068"/>
                  </a:cubicBezTo>
                  <a:cubicBezTo>
                    <a:pt x="2243" y="1496"/>
                    <a:pt x="2243" y="422"/>
                    <a:pt x="1646" y="112"/>
                  </a:cubicBezTo>
                  <a:cubicBezTo>
                    <a:pt x="1485" y="37"/>
                    <a:pt x="1300" y="1"/>
                    <a:pt x="1115"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134;p74">
              <a:extLst>
                <a:ext uri="{FF2B5EF4-FFF2-40B4-BE49-F238E27FC236}">
                  <a16:creationId xmlns:a16="http://schemas.microsoft.com/office/drawing/2014/main" id="{F2F2E2A0-6344-442C-94CD-12608018DAEA}"/>
                </a:ext>
              </a:extLst>
            </p:cNvPr>
            <p:cNvSpPr/>
            <p:nvPr/>
          </p:nvSpPr>
          <p:spPr>
            <a:xfrm>
              <a:off x="5861825" y="2861125"/>
              <a:ext cx="12550" cy="24475"/>
            </a:xfrm>
            <a:custGeom>
              <a:avLst/>
              <a:gdLst/>
              <a:ahLst/>
              <a:cxnLst/>
              <a:rect l="l" t="t" r="r" b="b"/>
              <a:pathLst>
                <a:path w="502" h="979" extrusionOk="0">
                  <a:moveTo>
                    <a:pt x="287" y="1"/>
                  </a:moveTo>
                  <a:lnTo>
                    <a:pt x="1" y="979"/>
                  </a:lnTo>
                  <a:lnTo>
                    <a:pt x="502" y="860"/>
                  </a:lnTo>
                  <a:lnTo>
                    <a:pt x="287"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135;p74">
              <a:extLst>
                <a:ext uri="{FF2B5EF4-FFF2-40B4-BE49-F238E27FC236}">
                  <a16:creationId xmlns:a16="http://schemas.microsoft.com/office/drawing/2014/main" id="{3E5F5CFF-550C-4885-A378-F2C55A789F06}"/>
                </a:ext>
              </a:extLst>
            </p:cNvPr>
            <p:cNvSpPr/>
            <p:nvPr/>
          </p:nvSpPr>
          <p:spPr>
            <a:xfrm>
              <a:off x="5902375" y="2860550"/>
              <a:ext cx="40575" cy="74800"/>
            </a:xfrm>
            <a:custGeom>
              <a:avLst/>
              <a:gdLst/>
              <a:ahLst/>
              <a:cxnLst/>
              <a:rect l="l" t="t" r="r" b="b"/>
              <a:pathLst>
                <a:path w="1623" h="2992" extrusionOk="0">
                  <a:moveTo>
                    <a:pt x="1527" y="0"/>
                  </a:moveTo>
                  <a:lnTo>
                    <a:pt x="72" y="954"/>
                  </a:lnTo>
                  <a:cubicBezTo>
                    <a:pt x="72" y="1216"/>
                    <a:pt x="1" y="2814"/>
                    <a:pt x="1" y="2814"/>
                  </a:cubicBezTo>
                  <a:cubicBezTo>
                    <a:pt x="103" y="2916"/>
                    <a:pt x="382" y="2991"/>
                    <a:pt x="668" y="2991"/>
                  </a:cubicBezTo>
                  <a:cubicBezTo>
                    <a:pt x="916" y="2991"/>
                    <a:pt x="1168" y="2935"/>
                    <a:pt x="1312" y="2791"/>
                  </a:cubicBezTo>
                  <a:cubicBezTo>
                    <a:pt x="1598" y="2552"/>
                    <a:pt x="1622" y="2337"/>
                    <a:pt x="1622" y="2337"/>
                  </a:cubicBezTo>
                  <a:lnTo>
                    <a:pt x="1527"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136;p74">
              <a:extLst>
                <a:ext uri="{FF2B5EF4-FFF2-40B4-BE49-F238E27FC236}">
                  <a16:creationId xmlns:a16="http://schemas.microsoft.com/office/drawing/2014/main" id="{F2B76958-D655-41CB-A3AE-2CA8356F1353}"/>
                </a:ext>
              </a:extLst>
            </p:cNvPr>
            <p:cNvSpPr/>
            <p:nvPr/>
          </p:nvSpPr>
          <p:spPr>
            <a:xfrm>
              <a:off x="5863025" y="2815825"/>
              <a:ext cx="81125" cy="94425"/>
            </a:xfrm>
            <a:custGeom>
              <a:avLst/>
              <a:gdLst/>
              <a:ahLst/>
              <a:cxnLst/>
              <a:rect l="l" t="t" r="r" b="b"/>
              <a:pathLst>
                <a:path w="3245" h="3777" extrusionOk="0">
                  <a:moveTo>
                    <a:pt x="2982" y="0"/>
                  </a:moveTo>
                  <a:lnTo>
                    <a:pt x="0" y="406"/>
                  </a:lnTo>
                  <a:cubicBezTo>
                    <a:pt x="0" y="406"/>
                    <a:pt x="191" y="3053"/>
                    <a:pt x="644" y="3530"/>
                  </a:cubicBezTo>
                  <a:cubicBezTo>
                    <a:pt x="785" y="3687"/>
                    <a:pt x="1029" y="3777"/>
                    <a:pt x="1321" y="3777"/>
                  </a:cubicBezTo>
                  <a:cubicBezTo>
                    <a:pt x="1918" y="3777"/>
                    <a:pt x="2716" y="3402"/>
                    <a:pt x="3244" y="2457"/>
                  </a:cubicBezTo>
                  <a:lnTo>
                    <a:pt x="3220" y="2099"/>
                  </a:lnTo>
                  <a:lnTo>
                    <a:pt x="3077" y="835"/>
                  </a:lnTo>
                  <a:lnTo>
                    <a:pt x="2982"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137;p74">
              <a:extLst>
                <a:ext uri="{FF2B5EF4-FFF2-40B4-BE49-F238E27FC236}">
                  <a16:creationId xmlns:a16="http://schemas.microsoft.com/office/drawing/2014/main" id="{B07D0684-1270-429D-BEAA-F81DCC52064F}"/>
                </a:ext>
              </a:extLst>
            </p:cNvPr>
            <p:cNvSpPr/>
            <p:nvPr/>
          </p:nvSpPr>
          <p:spPr>
            <a:xfrm>
              <a:off x="5831425" y="2794275"/>
              <a:ext cx="135375" cy="114000"/>
            </a:xfrm>
            <a:custGeom>
              <a:avLst/>
              <a:gdLst/>
              <a:ahLst/>
              <a:cxnLst/>
              <a:rect l="l" t="t" r="r" b="b"/>
              <a:pathLst>
                <a:path w="5415" h="4560" extrusionOk="0">
                  <a:moveTo>
                    <a:pt x="3335" y="0"/>
                  </a:moveTo>
                  <a:cubicBezTo>
                    <a:pt x="2838" y="0"/>
                    <a:pt x="2290" y="131"/>
                    <a:pt x="1932" y="385"/>
                  </a:cubicBezTo>
                  <a:cubicBezTo>
                    <a:pt x="1769" y="494"/>
                    <a:pt x="1620" y="536"/>
                    <a:pt x="1483" y="536"/>
                  </a:cubicBezTo>
                  <a:cubicBezTo>
                    <a:pt x="1031" y="536"/>
                    <a:pt x="726" y="75"/>
                    <a:pt x="558" y="75"/>
                  </a:cubicBezTo>
                  <a:cubicBezTo>
                    <a:pt x="555" y="75"/>
                    <a:pt x="552" y="75"/>
                    <a:pt x="549" y="75"/>
                  </a:cubicBezTo>
                  <a:cubicBezTo>
                    <a:pt x="334" y="147"/>
                    <a:pt x="0" y="576"/>
                    <a:pt x="549" y="1411"/>
                  </a:cubicBezTo>
                  <a:cubicBezTo>
                    <a:pt x="1121" y="2246"/>
                    <a:pt x="2195" y="2007"/>
                    <a:pt x="2528" y="2198"/>
                  </a:cubicBezTo>
                  <a:cubicBezTo>
                    <a:pt x="2815" y="2365"/>
                    <a:pt x="3864" y="4559"/>
                    <a:pt x="3864" y="4559"/>
                  </a:cubicBezTo>
                  <a:lnTo>
                    <a:pt x="4317" y="4368"/>
                  </a:lnTo>
                  <a:cubicBezTo>
                    <a:pt x="4651" y="4273"/>
                    <a:pt x="5009" y="3176"/>
                    <a:pt x="5200" y="1864"/>
                  </a:cubicBezTo>
                  <a:cubicBezTo>
                    <a:pt x="5414" y="552"/>
                    <a:pt x="4460" y="457"/>
                    <a:pt x="4460" y="457"/>
                  </a:cubicBezTo>
                  <a:cubicBezTo>
                    <a:pt x="4337" y="149"/>
                    <a:pt x="3865" y="0"/>
                    <a:pt x="3335"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38;p74">
              <a:extLst>
                <a:ext uri="{FF2B5EF4-FFF2-40B4-BE49-F238E27FC236}">
                  <a16:creationId xmlns:a16="http://schemas.microsoft.com/office/drawing/2014/main" id="{62B304C9-A83E-406B-888F-8716874B1A8A}"/>
                </a:ext>
              </a:extLst>
            </p:cNvPr>
            <p:cNvSpPr/>
            <p:nvPr/>
          </p:nvSpPr>
          <p:spPr>
            <a:xfrm>
              <a:off x="5897600" y="2847250"/>
              <a:ext cx="23275" cy="38350"/>
            </a:xfrm>
            <a:custGeom>
              <a:avLst/>
              <a:gdLst/>
              <a:ahLst/>
              <a:cxnLst/>
              <a:rect l="l" t="t" r="r" b="b"/>
              <a:pathLst>
                <a:path w="931" h="1534" extrusionOk="0">
                  <a:moveTo>
                    <a:pt x="391" y="0"/>
                  </a:moveTo>
                  <a:cubicBezTo>
                    <a:pt x="213" y="0"/>
                    <a:pt x="35" y="141"/>
                    <a:pt x="1" y="294"/>
                  </a:cubicBezTo>
                  <a:lnTo>
                    <a:pt x="263" y="1534"/>
                  </a:lnTo>
                  <a:cubicBezTo>
                    <a:pt x="931" y="1128"/>
                    <a:pt x="931" y="341"/>
                    <a:pt x="597" y="79"/>
                  </a:cubicBezTo>
                  <a:cubicBezTo>
                    <a:pt x="535" y="24"/>
                    <a:pt x="463" y="0"/>
                    <a:pt x="391"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39;p74">
              <a:extLst>
                <a:ext uri="{FF2B5EF4-FFF2-40B4-BE49-F238E27FC236}">
                  <a16:creationId xmlns:a16="http://schemas.microsoft.com/office/drawing/2014/main" id="{4C4B0B42-9479-4D8C-93D7-C46942204E85}"/>
                </a:ext>
              </a:extLst>
            </p:cNvPr>
            <p:cNvSpPr/>
            <p:nvPr/>
          </p:nvSpPr>
          <p:spPr>
            <a:xfrm>
              <a:off x="5833200" y="2920750"/>
              <a:ext cx="175925" cy="259100"/>
            </a:xfrm>
            <a:custGeom>
              <a:avLst/>
              <a:gdLst/>
              <a:ahLst/>
              <a:cxnLst/>
              <a:rect l="l" t="t" r="r" b="b"/>
              <a:pathLst>
                <a:path w="7037" h="10364" extrusionOk="0">
                  <a:moveTo>
                    <a:pt x="4270" y="1"/>
                  </a:moveTo>
                  <a:cubicBezTo>
                    <a:pt x="3340" y="25"/>
                    <a:pt x="1909" y="216"/>
                    <a:pt x="1551" y="1217"/>
                  </a:cubicBezTo>
                  <a:cubicBezTo>
                    <a:pt x="1384" y="1766"/>
                    <a:pt x="1360" y="2362"/>
                    <a:pt x="1408" y="2958"/>
                  </a:cubicBezTo>
                  <a:cubicBezTo>
                    <a:pt x="1480" y="3388"/>
                    <a:pt x="1503" y="3841"/>
                    <a:pt x="1503" y="4294"/>
                  </a:cubicBezTo>
                  <a:cubicBezTo>
                    <a:pt x="1527" y="5057"/>
                    <a:pt x="1551" y="5892"/>
                    <a:pt x="1313" y="6655"/>
                  </a:cubicBezTo>
                  <a:lnTo>
                    <a:pt x="1" y="9756"/>
                  </a:lnTo>
                  <a:cubicBezTo>
                    <a:pt x="1" y="9756"/>
                    <a:pt x="1730" y="10364"/>
                    <a:pt x="3594" y="10364"/>
                  </a:cubicBezTo>
                  <a:cubicBezTo>
                    <a:pt x="4841" y="10364"/>
                    <a:pt x="6148" y="10092"/>
                    <a:pt x="7037" y="9183"/>
                  </a:cubicBezTo>
                  <a:cubicBezTo>
                    <a:pt x="7037" y="9183"/>
                    <a:pt x="6917" y="2004"/>
                    <a:pt x="6059" y="502"/>
                  </a:cubicBezTo>
                  <a:cubicBezTo>
                    <a:pt x="5963" y="311"/>
                    <a:pt x="5677" y="239"/>
                    <a:pt x="5486" y="168"/>
                  </a:cubicBezTo>
                  <a:cubicBezTo>
                    <a:pt x="5105" y="25"/>
                    <a:pt x="4699" y="1"/>
                    <a:pt x="4270" y="1"/>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40;p74">
              <a:extLst>
                <a:ext uri="{FF2B5EF4-FFF2-40B4-BE49-F238E27FC236}">
                  <a16:creationId xmlns:a16="http://schemas.microsoft.com/office/drawing/2014/main" id="{9E61EF01-6286-426C-AEB1-76588764EF7C}"/>
                </a:ext>
              </a:extLst>
            </p:cNvPr>
            <p:cNvSpPr/>
            <p:nvPr/>
          </p:nvSpPr>
          <p:spPr>
            <a:xfrm>
              <a:off x="5759875" y="3088300"/>
              <a:ext cx="84100" cy="84100"/>
            </a:xfrm>
            <a:custGeom>
              <a:avLst/>
              <a:gdLst/>
              <a:ahLst/>
              <a:cxnLst/>
              <a:rect l="l" t="t" r="r" b="b"/>
              <a:pathLst>
                <a:path w="3364" h="3364" extrusionOk="0">
                  <a:moveTo>
                    <a:pt x="2147" y="1"/>
                  </a:moveTo>
                  <a:cubicBezTo>
                    <a:pt x="1956" y="383"/>
                    <a:pt x="1431" y="1432"/>
                    <a:pt x="1431" y="1432"/>
                  </a:cubicBezTo>
                  <a:lnTo>
                    <a:pt x="907" y="1790"/>
                  </a:lnTo>
                  <a:lnTo>
                    <a:pt x="597" y="2004"/>
                  </a:lnTo>
                  <a:cubicBezTo>
                    <a:pt x="501" y="2052"/>
                    <a:pt x="382" y="2100"/>
                    <a:pt x="263" y="2100"/>
                  </a:cubicBezTo>
                  <a:lnTo>
                    <a:pt x="72" y="2100"/>
                  </a:lnTo>
                  <a:cubicBezTo>
                    <a:pt x="48" y="2100"/>
                    <a:pt x="0" y="2147"/>
                    <a:pt x="24" y="2171"/>
                  </a:cubicBezTo>
                  <a:cubicBezTo>
                    <a:pt x="24" y="2219"/>
                    <a:pt x="48" y="2243"/>
                    <a:pt x="48" y="2267"/>
                  </a:cubicBezTo>
                  <a:cubicBezTo>
                    <a:pt x="121" y="2340"/>
                    <a:pt x="208" y="2371"/>
                    <a:pt x="298" y="2371"/>
                  </a:cubicBezTo>
                  <a:cubicBezTo>
                    <a:pt x="326" y="2371"/>
                    <a:pt x="354" y="2368"/>
                    <a:pt x="382" y="2362"/>
                  </a:cubicBezTo>
                  <a:cubicBezTo>
                    <a:pt x="406" y="2362"/>
                    <a:pt x="453" y="2338"/>
                    <a:pt x="501" y="2291"/>
                  </a:cubicBezTo>
                  <a:cubicBezTo>
                    <a:pt x="525" y="2267"/>
                    <a:pt x="573" y="2267"/>
                    <a:pt x="620" y="2267"/>
                  </a:cubicBezTo>
                  <a:cubicBezTo>
                    <a:pt x="668" y="2267"/>
                    <a:pt x="692" y="2291"/>
                    <a:pt x="740" y="2338"/>
                  </a:cubicBezTo>
                  <a:cubicBezTo>
                    <a:pt x="763" y="2386"/>
                    <a:pt x="740" y="2410"/>
                    <a:pt x="692" y="2458"/>
                  </a:cubicBezTo>
                  <a:cubicBezTo>
                    <a:pt x="668" y="2481"/>
                    <a:pt x="620" y="2529"/>
                    <a:pt x="573" y="2601"/>
                  </a:cubicBezTo>
                  <a:cubicBezTo>
                    <a:pt x="501" y="2744"/>
                    <a:pt x="406" y="2863"/>
                    <a:pt x="286" y="3006"/>
                  </a:cubicBezTo>
                  <a:cubicBezTo>
                    <a:pt x="263" y="3078"/>
                    <a:pt x="191" y="3125"/>
                    <a:pt x="215" y="3221"/>
                  </a:cubicBezTo>
                  <a:cubicBezTo>
                    <a:pt x="263" y="3316"/>
                    <a:pt x="334" y="3364"/>
                    <a:pt x="430" y="3364"/>
                  </a:cubicBezTo>
                  <a:cubicBezTo>
                    <a:pt x="525" y="3340"/>
                    <a:pt x="620" y="3268"/>
                    <a:pt x="692" y="3245"/>
                  </a:cubicBezTo>
                  <a:cubicBezTo>
                    <a:pt x="740" y="3245"/>
                    <a:pt x="930" y="3125"/>
                    <a:pt x="930" y="3125"/>
                  </a:cubicBezTo>
                  <a:cubicBezTo>
                    <a:pt x="1021" y="3197"/>
                    <a:pt x="1083" y="3270"/>
                    <a:pt x="1160" y="3270"/>
                  </a:cubicBezTo>
                  <a:cubicBezTo>
                    <a:pt x="1185" y="3270"/>
                    <a:pt x="1211" y="3262"/>
                    <a:pt x="1241" y="3245"/>
                  </a:cubicBezTo>
                  <a:cubicBezTo>
                    <a:pt x="1313" y="3226"/>
                    <a:pt x="1358" y="3181"/>
                    <a:pt x="1428" y="3181"/>
                  </a:cubicBezTo>
                  <a:cubicBezTo>
                    <a:pt x="1450" y="3181"/>
                    <a:pt x="1474" y="3185"/>
                    <a:pt x="1503" y="3197"/>
                  </a:cubicBezTo>
                  <a:cubicBezTo>
                    <a:pt x="1622" y="3221"/>
                    <a:pt x="1694" y="3364"/>
                    <a:pt x="1837" y="3364"/>
                  </a:cubicBezTo>
                  <a:cubicBezTo>
                    <a:pt x="1956" y="3364"/>
                    <a:pt x="2099" y="3340"/>
                    <a:pt x="2171" y="3221"/>
                  </a:cubicBezTo>
                  <a:lnTo>
                    <a:pt x="2791" y="1432"/>
                  </a:lnTo>
                  <a:cubicBezTo>
                    <a:pt x="2886" y="1217"/>
                    <a:pt x="3172" y="979"/>
                    <a:pt x="3363" y="716"/>
                  </a:cubicBezTo>
                  <a:lnTo>
                    <a:pt x="2147"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41;p74">
              <a:extLst>
                <a:ext uri="{FF2B5EF4-FFF2-40B4-BE49-F238E27FC236}">
                  <a16:creationId xmlns:a16="http://schemas.microsoft.com/office/drawing/2014/main" id="{43E30831-8187-4711-9773-A5892A4BA1A1}"/>
                </a:ext>
              </a:extLst>
            </p:cNvPr>
            <p:cNvSpPr/>
            <p:nvPr/>
          </p:nvSpPr>
          <p:spPr>
            <a:xfrm>
              <a:off x="5811150" y="2979225"/>
              <a:ext cx="76350" cy="136100"/>
            </a:xfrm>
            <a:custGeom>
              <a:avLst/>
              <a:gdLst/>
              <a:ahLst/>
              <a:cxnLst/>
              <a:rect l="l" t="t" r="r" b="b"/>
              <a:pathLst>
                <a:path w="3054" h="5444" extrusionOk="0">
                  <a:moveTo>
                    <a:pt x="2139" y="1"/>
                  </a:moveTo>
                  <a:cubicBezTo>
                    <a:pt x="2001" y="1"/>
                    <a:pt x="1851" y="48"/>
                    <a:pt x="1741" y="95"/>
                  </a:cubicBezTo>
                  <a:cubicBezTo>
                    <a:pt x="1646" y="166"/>
                    <a:pt x="1551" y="285"/>
                    <a:pt x="1479" y="405"/>
                  </a:cubicBezTo>
                  <a:cubicBezTo>
                    <a:pt x="1312" y="667"/>
                    <a:pt x="1217" y="1049"/>
                    <a:pt x="1121" y="1335"/>
                  </a:cubicBezTo>
                  <a:cubicBezTo>
                    <a:pt x="907" y="1860"/>
                    <a:pt x="740" y="2408"/>
                    <a:pt x="525" y="2933"/>
                  </a:cubicBezTo>
                  <a:cubicBezTo>
                    <a:pt x="406" y="3291"/>
                    <a:pt x="287" y="3625"/>
                    <a:pt x="191" y="3982"/>
                  </a:cubicBezTo>
                  <a:cubicBezTo>
                    <a:pt x="120" y="4269"/>
                    <a:pt x="0" y="4626"/>
                    <a:pt x="48" y="4936"/>
                  </a:cubicBezTo>
                  <a:cubicBezTo>
                    <a:pt x="120" y="5270"/>
                    <a:pt x="430" y="5413"/>
                    <a:pt x="716" y="5437"/>
                  </a:cubicBezTo>
                  <a:cubicBezTo>
                    <a:pt x="741" y="5441"/>
                    <a:pt x="766" y="5443"/>
                    <a:pt x="790" y="5443"/>
                  </a:cubicBezTo>
                  <a:cubicBezTo>
                    <a:pt x="901" y="5443"/>
                    <a:pt x="999" y="5401"/>
                    <a:pt x="1098" y="5342"/>
                  </a:cubicBezTo>
                  <a:cubicBezTo>
                    <a:pt x="1288" y="5199"/>
                    <a:pt x="1408" y="4960"/>
                    <a:pt x="1479" y="4698"/>
                  </a:cubicBezTo>
                  <a:cubicBezTo>
                    <a:pt x="1718" y="4030"/>
                    <a:pt x="1956" y="3410"/>
                    <a:pt x="2195" y="2766"/>
                  </a:cubicBezTo>
                  <a:cubicBezTo>
                    <a:pt x="2314" y="2456"/>
                    <a:pt x="2409" y="2194"/>
                    <a:pt x="2529" y="1883"/>
                  </a:cubicBezTo>
                  <a:cubicBezTo>
                    <a:pt x="2743" y="1287"/>
                    <a:pt x="3053" y="452"/>
                    <a:pt x="2338" y="47"/>
                  </a:cubicBezTo>
                  <a:cubicBezTo>
                    <a:pt x="2280" y="14"/>
                    <a:pt x="2211" y="1"/>
                    <a:pt x="2139" y="1"/>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42;p74">
              <a:extLst>
                <a:ext uri="{FF2B5EF4-FFF2-40B4-BE49-F238E27FC236}">
                  <a16:creationId xmlns:a16="http://schemas.microsoft.com/office/drawing/2014/main" id="{F5125F48-D527-40C1-8C95-B952937044F3}"/>
                </a:ext>
              </a:extLst>
            </p:cNvPr>
            <p:cNvSpPr/>
            <p:nvPr/>
          </p:nvSpPr>
          <p:spPr>
            <a:xfrm>
              <a:off x="5824850" y="2941925"/>
              <a:ext cx="91275" cy="104675"/>
            </a:xfrm>
            <a:custGeom>
              <a:avLst/>
              <a:gdLst/>
              <a:ahLst/>
              <a:cxnLst/>
              <a:rect l="l" t="t" r="r" b="b"/>
              <a:pathLst>
                <a:path w="3651" h="4187" extrusionOk="0">
                  <a:moveTo>
                    <a:pt x="2312" y="1"/>
                  </a:moveTo>
                  <a:cubicBezTo>
                    <a:pt x="1225" y="1"/>
                    <a:pt x="1" y="3232"/>
                    <a:pt x="1" y="3232"/>
                  </a:cubicBezTo>
                  <a:lnTo>
                    <a:pt x="2100" y="4186"/>
                  </a:lnTo>
                  <a:cubicBezTo>
                    <a:pt x="2362" y="3375"/>
                    <a:pt x="3650" y="704"/>
                    <a:pt x="2601" y="84"/>
                  </a:cubicBezTo>
                  <a:cubicBezTo>
                    <a:pt x="2506" y="27"/>
                    <a:pt x="2409" y="1"/>
                    <a:pt x="2312" y="1"/>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90372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40"/>
        <p:cNvGrpSpPr/>
        <p:nvPr/>
      </p:nvGrpSpPr>
      <p:grpSpPr>
        <a:xfrm>
          <a:off x="0" y="0"/>
          <a:ext cx="0" cy="0"/>
          <a:chOff x="0" y="0"/>
          <a:chExt cx="0" cy="0"/>
        </a:xfrm>
      </p:grpSpPr>
      <p:sp>
        <p:nvSpPr>
          <p:cNvPr id="15" name="Google Shape;3643;p60">
            <a:extLst>
              <a:ext uri="{FF2B5EF4-FFF2-40B4-BE49-F238E27FC236}">
                <a16:creationId xmlns:a16="http://schemas.microsoft.com/office/drawing/2014/main" id="{8CAE4417-FD95-4C67-BEFF-B5F4541E3784}"/>
              </a:ext>
            </a:extLst>
          </p:cNvPr>
          <p:cNvSpPr txBox="1">
            <a:spLocks/>
          </p:cNvSpPr>
          <p:nvPr/>
        </p:nvSpPr>
        <p:spPr>
          <a:xfrm>
            <a:off x="294290" y="1395566"/>
            <a:ext cx="11340662" cy="498421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gn="just">
              <a:buClr>
                <a:schemeClr val="accent5"/>
              </a:buClr>
              <a:buSzPct val="120000"/>
              <a:buFont typeface="Arial" panose="020B0604020202020204" pitchFamily="34" charset="0"/>
              <a:buChar char="•"/>
            </a:pPr>
            <a:endParaRPr lang="en-US" sz="2400" kern="0" dirty="0"/>
          </a:p>
        </p:txBody>
      </p:sp>
      <p:sp>
        <p:nvSpPr>
          <p:cNvPr id="17" name="TextBox 16">
            <a:extLst>
              <a:ext uri="{FF2B5EF4-FFF2-40B4-BE49-F238E27FC236}">
                <a16:creationId xmlns:a16="http://schemas.microsoft.com/office/drawing/2014/main" id="{7F55CA15-7D17-4A94-B896-ABB55AD15967}"/>
              </a:ext>
            </a:extLst>
          </p:cNvPr>
          <p:cNvSpPr txBox="1"/>
          <p:nvPr/>
        </p:nvSpPr>
        <p:spPr>
          <a:xfrm>
            <a:off x="557048" y="872032"/>
            <a:ext cx="10716324" cy="5410392"/>
          </a:xfrm>
          <a:prstGeom prst="rect">
            <a:avLst/>
          </a:prstGeom>
          <a:noFill/>
        </p:spPr>
        <p:txBody>
          <a:bodyPr wrap="square">
            <a:spAutoFit/>
          </a:bodyPr>
          <a:lstStyle/>
          <a:p>
            <a:pPr marR="0" lvl="0" algn="just">
              <a:lnSpc>
                <a:spcPct val="110000"/>
              </a:lnSpc>
              <a:spcBef>
                <a:spcPts val="600"/>
              </a:spcBef>
              <a:spcAft>
                <a:spcPts val="0"/>
              </a:spcAft>
              <a:buClr>
                <a:srgbClr val="000000"/>
              </a:buClr>
              <a:buSzPts val="1200"/>
              <a:tabLst>
                <a:tab pos="228600" algn="l"/>
              </a:tabLst>
            </a:pPr>
            <a:r>
              <a:rPr lang="ro-RO" spc="10" dirty="0">
                <a:solidFill>
                  <a:srgbClr val="000000"/>
                </a:solidFill>
                <a:effectLst/>
                <a:latin typeface="+mj-lt"/>
                <a:ea typeface="SimSun" panose="02010600030101010101" pitchFamily="2" charset="-122"/>
                <a:cs typeface="Calibri" panose="020F0502020204030204" pitchFamily="34" charset="0"/>
              </a:rPr>
              <a:t>13. În mod similar, evidențiați următoarele secvențe de text pentru a le identifica drept cazuri de utilizare candidate:</a:t>
            </a:r>
            <a:endParaRPr lang="en-US" dirty="0">
              <a:effectLst/>
              <a:latin typeface="+mj-lt"/>
              <a:ea typeface="Calibri" panose="020F0502020204030204" pitchFamily="34" charset="0"/>
              <a:cs typeface="Calibri" panose="020F0502020204030204" pitchFamily="34"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Times New Roman" panose="02020603050405020304" pitchFamily="18" charset="0"/>
              </a:rPr>
              <a:t>a viziona orice programe TV arhivate</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Times New Roman" panose="02020603050405020304" pitchFamily="18" charset="0"/>
              </a:rPr>
              <a:t>se </a:t>
            </a:r>
            <a:r>
              <a:rPr lang="ro-RO" spc="10" dirty="0" err="1">
                <a:solidFill>
                  <a:srgbClr val="000000"/>
                </a:solidFill>
                <a:effectLst/>
                <a:latin typeface="+mj-lt"/>
                <a:ea typeface="SimSun" panose="02010600030101010101" pitchFamily="2" charset="-122"/>
                <a:cs typeface="Times New Roman" panose="02020603050405020304" pitchFamily="18" charset="0"/>
              </a:rPr>
              <a:t>inregistreaza</a:t>
            </a:r>
            <a:r>
              <a:rPr lang="ro-RO" spc="10" dirty="0">
                <a:solidFill>
                  <a:srgbClr val="000000"/>
                </a:solidFill>
                <a:effectLst/>
                <a:latin typeface="+mj-lt"/>
                <a:ea typeface="SimSun" panose="02010600030101010101" pitchFamily="2" charset="-122"/>
                <a:cs typeface="Times New Roman" panose="02020603050405020304" pitchFamily="18" charset="0"/>
              </a:rPr>
              <a:t> ca membru </a:t>
            </a:r>
            <a:r>
              <a:rPr lang="ro-RO" spc="10" dirty="0" err="1">
                <a:solidFill>
                  <a:srgbClr val="000000"/>
                </a:solidFill>
                <a:effectLst/>
                <a:latin typeface="+mj-lt"/>
                <a:ea typeface="SimSun" panose="02010600030101010101" pitchFamily="2" charset="-122"/>
                <a:cs typeface="Times New Roman" panose="02020603050405020304" pitchFamily="18" charset="0"/>
              </a:rPr>
              <a:t>premium</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Times New Roman" panose="02020603050405020304" pitchFamily="18" charset="0"/>
              </a:rPr>
              <a:t>sa vizioneze </a:t>
            </a:r>
            <a:r>
              <a:rPr lang="ro-RO" spc="10" dirty="0" err="1">
                <a:solidFill>
                  <a:srgbClr val="000000"/>
                </a:solidFill>
                <a:effectLst/>
                <a:latin typeface="+mj-lt"/>
                <a:ea typeface="SimSun" panose="02010600030101010101" pitchFamily="2" charset="-122"/>
                <a:cs typeface="Times New Roman" panose="02020603050405020304" pitchFamily="18" charset="0"/>
              </a:rPr>
              <a:t>atat</a:t>
            </a:r>
            <a:r>
              <a:rPr lang="ro-RO" spc="10" dirty="0">
                <a:solidFill>
                  <a:srgbClr val="000000"/>
                </a:solidFill>
                <a:effectLst/>
                <a:latin typeface="+mj-lt"/>
                <a:ea typeface="SimSun" panose="02010600030101010101" pitchFamily="2" charset="-122"/>
                <a:cs typeface="Times New Roman" panose="02020603050405020304" pitchFamily="18" charset="0"/>
              </a:rPr>
              <a:t> programe arhivate, cat si programe live</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Times New Roman" panose="02020603050405020304" pitchFamily="18" charset="0"/>
              </a:rPr>
              <a:t>sa devina membru </a:t>
            </a:r>
            <a:r>
              <a:rPr lang="ro-RO" spc="10" dirty="0" err="1">
                <a:solidFill>
                  <a:srgbClr val="000000"/>
                </a:solidFill>
                <a:effectLst/>
                <a:latin typeface="+mj-lt"/>
                <a:ea typeface="SimSun" panose="02010600030101010101" pitchFamily="2" charset="-122"/>
                <a:cs typeface="Times New Roman" panose="02020603050405020304" pitchFamily="18" charset="0"/>
              </a:rPr>
              <a:t>premium</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Times New Roman" panose="02020603050405020304" pitchFamily="18" charset="0"/>
              </a:rPr>
              <a:t>sa </a:t>
            </a:r>
            <a:r>
              <a:rPr lang="ro-RO" spc="10" dirty="0" err="1">
                <a:solidFill>
                  <a:srgbClr val="000000"/>
                </a:solidFill>
                <a:effectLst/>
                <a:latin typeface="+mj-lt"/>
                <a:ea typeface="SimSun" panose="02010600030101010101" pitchFamily="2" charset="-122"/>
                <a:cs typeface="Times New Roman" panose="02020603050405020304" pitchFamily="18" charset="0"/>
              </a:rPr>
              <a:t>revina</a:t>
            </a:r>
            <a:r>
              <a:rPr lang="ro-RO" spc="10" dirty="0">
                <a:solidFill>
                  <a:srgbClr val="000000"/>
                </a:solidFill>
                <a:effectLst/>
                <a:latin typeface="+mj-lt"/>
                <a:ea typeface="SimSun" panose="02010600030101010101" pitchFamily="2" charset="-122"/>
                <a:cs typeface="Times New Roman" panose="02020603050405020304" pitchFamily="18" charset="0"/>
              </a:rPr>
              <a:t> la statutul de membru general</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Times New Roman" panose="02020603050405020304" pitchFamily="18" charset="0"/>
              </a:rPr>
              <a:t>elimine contul permanent</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err="1">
                <a:solidFill>
                  <a:srgbClr val="000000"/>
                </a:solidFill>
                <a:effectLst/>
                <a:latin typeface="+mj-lt"/>
                <a:ea typeface="SimSun" panose="02010600030101010101" pitchFamily="2" charset="-122"/>
                <a:cs typeface="Times New Roman" panose="02020603050405020304" pitchFamily="18" charset="0"/>
              </a:rPr>
              <a:t>posteaza</a:t>
            </a:r>
            <a:r>
              <a:rPr lang="ro-RO" spc="10" dirty="0">
                <a:solidFill>
                  <a:srgbClr val="000000"/>
                </a:solidFill>
                <a:effectLst/>
                <a:latin typeface="+mj-lt"/>
                <a:ea typeface="SimSun" panose="02010600030101010101" pitchFamily="2" charset="-122"/>
                <a:cs typeface="Times New Roman" panose="02020603050405020304" pitchFamily="18" charset="0"/>
              </a:rPr>
              <a:t> opiniile</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Times New Roman" panose="02020603050405020304" pitchFamily="18" charset="0"/>
              </a:rPr>
              <a:t>primesc un buletin informativ lunar</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err="1">
                <a:solidFill>
                  <a:srgbClr val="000000"/>
                </a:solidFill>
                <a:effectLst/>
                <a:latin typeface="+mj-lt"/>
                <a:ea typeface="SimSun" panose="02010600030101010101" pitchFamily="2" charset="-122"/>
                <a:cs typeface="Times New Roman" panose="02020603050405020304" pitchFamily="18" charset="0"/>
              </a:rPr>
              <a:t>actualizeaza</a:t>
            </a:r>
            <a:r>
              <a:rPr lang="ro-RO" spc="10" dirty="0">
                <a:solidFill>
                  <a:srgbClr val="000000"/>
                </a:solidFill>
                <a:effectLst/>
                <a:latin typeface="+mj-lt"/>
                <a:ea typeface="SimSun" panose="02010600030101010101" pitchFamily="2" charset="-122"/>
                <a:cs typeface="Times New Roman" panose="02020603050405020304" pitchFamily="18" charset="0"/>
              </a:rPr>
              <a:t> grile de programe</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err="1">
                <a:solidFill>
                  <a:srgbClr val="000000"/>
                </a:solidFill>
                <a:effectLst/>
                <a:latin typeface="+mj-lt"/>
                <a:ea typeface="SimSun" panose="02010600030101010101" pitchFamily="2" charset="-122"/>
                <a:cs typeface="Times New Roman" panose="02020603050405020304" pitchFamily="18" charset="0"/>
              </a:rPr>
              <a:t>actualizeaza</a:t>
            </a:r>
            <a:r>
              <a:rPr lang="ro-RO" spc="10" dirty="0">
                <a:solidFill>
                  <a:srgbClr val="000000"/>
                </a:solidFill>
                <a:effectLst/>
                <a:latin typeface="+mj-lt"/>
                <a:ea typeface="SimSun" panose="02010600030101010101" pitchFamily="2" charset="-122"/>
                <a:cs typeface="Times New Roman" panose="02020603050405020304" pitchFamily="18" charset="0"/>
              </a:rPr>
              <a:t> </a:t>
            </a:r>
            <a:r>
              <a:rPr lang="ro-RO" spc="10" dirty="0" err="1">
                <a:solidFill>
                  <a:srgbClr val="000000"/>
                </a:solidFill>
                <a:effectLst/>
                <a:latin typeface="+mj-lt"/>
                <a:ea typeface="SimSun" panose="02010600030101010101" pitchFamily="2" charset="-122"/>
                <a:cs typeface="Times New Roman" panose="02020603050405020304" pitchFamily="18" charset="0"/>
              </a:rPr>
              <a:t>continutul</a:t>
            </a:r>
            <a:r>
              <a:rPr lang="ro-RO" spc="10" dirty="0">
                <a:solidFill>
                  <a:srgbClr val="000000"/>
                </a:solidFill>
                <a:effectLst/>
                <a:latin typeface="+mj-lt"/>
                <a:ea typeface="SimSun" panose="02010600030101010101" pitchFamily="2" charset="-122"/>
                <a:cs typeface="Times New Roman" panose="02020603050405020304" pitchFamily="18" charset="0"/>
              </a:rPr>
              <a:t> unui program</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err="1">
                <a:solidFill>
                  <a:srgbClr val="000000"/>
                </a:solidFill>
                <a:effectLst/>
                <a:latin typeface="+mj-lt"/>
                <a:ea typeface="SimSun" panose="02010600030101010101" pitchFamily="2" charset="-122"/>
                <a:cs typeface="Times New Roman" panose="02020603050405020304" pitchFamily="18" charset="0"/>
              </a:rPr>
              <a:t>arhiveaza</a:t>
            </a:r>
            <a:r>
              <a:rPr lang="ro-RO" spc="10" dirty="0">
                <a:solidFill>
                  <a:srgbClr val="000000"/>
                </a:solidFill>
                <a:effectLst/>
                <a:latin typeface="+mj-lt"/>
                <a:ea typeface="SimSun" panose="02010600030101010101" pitchFamily="2" charset="-122"/>
                <a:cs typeface="Times New Roman" panose="02020603050405020304" pitchFamily="18" charset="0"/>
              </a:rPr>
              <a:t> programele</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0000"/>
              </a:lnSpc>
              <a:spcBef>
                <a:spcPts val="600"/>
              </a:spcBef>
              <a:spcAft>
                <a:spcPts val="0"/>
              </a:spcAft>
              <a:buFont typeface="Calibri" panose="020F0502020204030204" pitchFamily="34" charset="0"/>
              <a:buChar char="-"/>
            </a:pPr>
            <a:r>
              <a:rPr lang="ro-RO" spc="10" dirty="0" err="1">
                <a:solidFill>
                  <a:srgbClr val="000000"/>
                </a:solidFill>
                <a:effectLst/>
                <a:latin typeface="+mj-lt"/>
                <a:ea typeface="SimSun" panose="02010600030101010101" pitchFamily="2" charset="-122"/>
                <a:cs typeface="Times New Roman" panose="02020603050405020304" pitchFamily="18" charset="0"/>
              </a:rPr>
              <a:t>monitorizeaza</a:t>
            </a:r>
            <a:r>
              <a:rPr lang="ro-RO" spc="10" dirty="0">
                <a:solidFill>
                  <a:srgbClr val="000000"/>
                </a:solidFill>
                <a:effectLst/>
                <a:latin typeface="+mj-lt"/>
                <a:ea typeface="SimSun" panose="02010600030101010101" pitchFamily="2" charset="-122"/>
                <a:cs typeface="Times New Roman" panose="02020603050405020304" pitchFamily="18" charset="0"/>
              </a:rPr>
              <a:t> transmiterea newsletter-ului</a:t>
            </a:r>
            <a:endParaRPr lang="en-US" dirty="0">
              <a:effectLst/>
              <a:latin typeface="+mj-lt"/>
              <a:ea typeface="SimSun" panose="02010600030101010101" pitchFamily="2" charset="-122"/>
              <a:cs typeface="Times New Roman" panose="02020603050405020304" pitchFamily="18" charset="0"/>
            </a:endParaRPr>
          </a:p>
        </p:txBody>
      </p:sp>
      <p:sp>
        <p:nvSpPr>
          <p:cNvPr id="8" name="Google Shape;3541;p56">
            <a:extLst>
              <a:ext uri="{FF2B5EF4-FFF2-40B4-BE49-F238E27FC236}">
                <a16:creationId xmlns:a16="http://schemas.microsoft.com/office/drawing/2014/main" id="{EE9B3CDC-B830-4559-9F1F-9E28C2525394}"/>
              </a:ext>
            </a:extLst>
          </p:cNvPr>
          <p:cNvSpPr txBox="1">
            <a:spLocks noGrp="1"/>
          </p:cNvSpPr>
          <p:nvPr>
            <p:ph type="title"/>
          </p:nvPr>
        </p:nvSpPr>
        <p:spPr>
          <a:xfrm>
            <a:off x="1600364" y="110799"/>
            <a:ext cx="9382945" cy="685200"/>
          </a:xfrm>
          <a:prstGeom prst="rect">
            <a:avLst/>
          </a:prstGeom>
        </p:spPr>
        <p:txBody>
          <a:bodyPr spcFirstLastPara="1" wrap="square" lIns="121900" tIns="121900" rIns="121900" bIns="121900" anchor="t" anchorCtr="0">
            <a:noAutofit/>
          </a:bodyPr>
          <a:lstStyle/>
          <a:p>
            <a:r>
              <a:rPr lang="en-US" sz="3000" dirty="0" err="1"/>
              <a:t>Analiza</a:t>
            </a:r>
            <a:r>
              <a:rPr lang="en-US" sz="3000" dirty="0"/>
              <a:t> </a:t>
            </a:r>
            <a:r>
              <a:rPr lang="en-US" sz="3000" dirty="0" err="1"/>
              <a:t>cerințelor</a:t>
            </a:r>
            <a:r>
              <a:rPr lang="en-US" sz="3000" dirty="0"/>
              <a:t> </a:t>
            </a:r>
            <a:r>
              <a:rPr lang="en-US" sz="3000" dirty="0" err="1"/>
              <a:t>textuale</a:t>
            </a:r>
            <a:r>
              <a:rPr lang="ro-RO" sz="3000" dirty="0"/>
              <a:t> - 4</a:t>
            </a:r>
            <a:br>
              <a:rPr lang="en-US" sz="3000" dirty="0"/>
            </a:br>
            <a:endParaRPr lang="en-US" sz="3000" dirty="0"/>
          </a:p>
        </p:txBody>
      </p:sp>
    </p:spTree>
    <p:extLst>
      <p:ext uri="{BB962C8B-B14F-4D97-AF65-F5344CB8AC3E}">
        <p14:creationId xmlns:p14="http://schemas.microsoft.com/office/powerpoint/2010/main" val="2329763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40"/>
        <p:cNvGrpSpPr/>
        <p:nvPr/>
      </p:nvGrpSpPr>
      <p:grpSpPr>
        <a:xfrm>
          <a:off x="0" y="0"/>
          <a:ext cx="0" cy="0"/>
          <a:chOff x="0" y="0"/>
          <a:chExt cx="0" cy="0"/>
        </a:xfrm>
      </p:grpSpPr>
      <p:sp>
        <p:nvSpPr>
          <p:cNvPr id="15" name="Google Shape;3643;p60">
            <a:extLst>
              <a:ext uri="{FF2B5EF4-FFF2-40B4-BE49-F238E27FC236}">
                <a16:creationId xmlns:a16="http://schemas.microsoft.com/office/drawing/2014/main" id="{8CAE4417-FD95-4C67-BEFF-B5F4541E3784}"/>
              </a:ext>
            </a:extLst>
          </p:cNvPr>
          <p:cNvSpPr txBox="1">
            <a:spLocks/>
          </p:cNvSpPr>
          <p:nvPr/>
        </p:nvSpPr>
        <p:spPr>
          <a:xfrm>
            <a:off x="294290" y="1395566"/>
            <a:ext cx="11340662" cy="498421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gn="just">
              <a:buClr>
                <a:schemeClr val="accent5"/>
              </a:buClr>
              <a:buSzPct val="120000"/>
              <a:buFont typeface="Arial" panose="020B0604020202020204" pitchFamily="34" charset="0"/>
              <a:buChar char="•"/>
            </a:pPr>
            <a:endParaRPr lang="en-US" sz="2400" kern="0" dirty="0"/>
          </a:p>
        </p:txBody>
      </p:sp>
      <p:sp>
        <p:nvSpPr>
          <p:cNvPr id="17" name="TextBox 16">
            <a:extLst>
              <a:ext uri="{FF2B5EF4-FFF2-40B4-BE49-F238E27FC236}">
                <a16:creationId xmlns:a16="http://schemas.microsoft.com/office/drawing/2014/main" id="{7F55CA15-7D17-4A94-B896-ABB55AD15967}"/>
              </a:ext>
            </a:extLst>
          </p:cNvPr>
          <p:cNvSpPr txBox="1"/>
          <p:nvPr/>
        </p:nvSpPr>
        <p:spPr>
          <a:xfrm>
            <a:off x="557048" y="872032"/>
            <a:ext cx="10716324" cy="678134"/>
          </a:xfrm>
          <a:prstGeom prst="rect">
            <a:avLst/>
          </a:prstGeom>
          <a:noFill/>
        </p:spPr>
        <p:txBody>
          <a:bodyPr wrap="square">
            <a:spAutoFit/>
          </a:bodyPr>
          <a:lstStyle/>
          <a:p>
            <a:pPr marR="0" lvl="0" algn="just">
              <a:lnSpc>
                <a:spcPct val="110000"/>
              </a:lnSpc>
              <a:spcBef>
                <a:spcPts val="600"/>
              </a:spcBef>
              <a:spcAft>
                <a:spcPts val="0"/>
              </a:spcAft>
              <a:buClr>
                <a:srgbClr val="000000"/>
              </a:buClr>
              <a:buSzPts val="1200"/>
              <a:tabLst>
                <a:tab pos="228600" algn="l"/>
              </a:tabLst>
            </a:pPr>
            <a:r>
              <a:rPr lang="ro-RO" spc="10" dirty="0">
                <a:solidFill>
                  <a:srgbClr val="000000"/>
                </a:solidFill>
                <a:effectLst/>
                <a:latin typeface="+mj-lt"/>
                <a:ea typeface="SimSun" panose="02010600030101010101" pitchFamily="2" charset="-122"/>
                <a:cs typeface="Calibri" panose="020F0502020204030204" pitchFamily="34" charset="0"/>
              </a:rPr>
              <a:t>14. </a:t>
            </a:r>
            <a:r>
              <a:rPr lang="ro-RO" sz="1800" spc="10" dirty="0">
                <a:solidFill>
                  <a:srgbClr val="000000"/>
                </a:solidFill>
                <a:effectLst/>
                <a:latin typeface="Arial" panose="020B0604020202020204" pitchFamily="34" charset="0"/>
                <a:ea typeface="SimSun" panose="02010600030101010101" pitchFamily="2" charset="-122"/>
              </a:rPr>
              <a:t>Pentru a face distincție între obiectele candidate din descrierea cerințelor, se poate modifica culoarea de fundal. Vom modifica in portocaliu culoarea de fundal pentru actori. </a:t>
            </a:r>
            <a:endParaRPr lang="en-US" dirty="0">
              <a:effectLst/>
              <a:latin typeface="+mj-lt"/>
              <a:ea typeface="SimSun" panose="02010600030101010101" pitchFamily="2" charset="-122"/>
              <a:cs typeface="Times New Roman" panose="02020603050405020304" pitchFamily="18" charset="0"/>
            </a:endParaRPr>
          </a:p>
        </p:txBody>
      </p:sp>
      <p:sp>
        <p:nvSpPr>
          <p:cNvPr id="8" name="Google Shape;3541;p56">
            <a:extLst>
              <a:ext uri="{FF2B5EF4-FFF2-40B4-BE49-F238E27FC236}">
                <a16:creationId xmlns:a16="http://schemas.microsoft.com/office/drawing/2014/main" id="{EE9B3CDC-B830-4559-9F1F-9E28C2525394}"/>
              </a:ext>
            </a:extLst>
          </p:cNvPr>
          <p:cNvSpPr txBox="1">
            <a:spLocks noGrp="1"/>
          </p:cNvSpPr>
          <p:nvPr>
            <p:ph type="title"/>
          </p:nvPr>
        </p:nvSpPr>
        <p:spPr>
          <a:xfrm>
            <a:off x="1600364" y="110799"/>
            <a:ext cx="9382945" cy="685200"/>
          </a:xfrm>
          <a:prstGeom prst="rect">
            <a:avLst/>
          </a:prstGeom>
        </p:spPr>
        <p:txBody>
          <a:bodyPr spcFirstLastPara="1" wrap="square" lIns="121900" tIns="121900" rIns="121900" bIns="121900" anchor="t" anchorCtr="0">
            <a:noAutofit/>
          </a:bodyPr>
          <a:lstStyle/>
          <a:p>
            <a:r>
              <a:rPr lang="en-US" sz="3000" dirty="0" err="1"/>
              <a:t>Analiza</a:t>
            </a:r>
            <a:r>
              <a:rPr lang="en-US" sz="3000" dirty="0"/>
              <a:t> </a:t>
            </a:r>
            <a:r>
              <a:rPr lang="en-US" sz="3000" dirty="0" err="1"/>
              <a:t>cerințelor</a:t>
            </a:r>
            <a:r>
              <a:rPr lang="en-US" sz="3000" dirty="0"/>
              <a:t> </a:t>
            </a:r>
            <a:r>
              <a:rPr lang="en-US" sz="3000" dirty="0" err="1"/>
              <a:t>textuale</a:t>
            </a:r>
            <a:r>
              <a:rPr lang="ro-RO" sz="3000" dirty="0"/>
              <a:t> - 5</a:t>
            </a:r>
            <a:br>
              <a:rPr lang="en-US" sz="3000" dirty="0"/>
            </a:br>
            <a:endParaRPr lang="en-US" sz="3000" dirty="0"/>
          </a:p>
        </p:txBody>
      </p:sp>
      <p:pic>
        <p:nvPicPr>
          <p:cNvPr id="2" name="Picture 1">
            <a:extLst>
              <a:ext uri="{FF2B5EF4-FFF2-40B4-BE49-F238E27FC236}">
                <a16:creationId xmlns:a16="http://schemas.microsoft.com/office/drawing/2014/main" id="{25BF7F4A-6EFB-49E6-9404-EC0EA34285E0}"/>
              </a:ext>
            </a:extLst>
          </p:cNvPr>
          <p:cNvPicPr>
            <a:picLocks noChangeAspect="1"/>
          </p:cNvPicPr>
          <p:nvPr/>
        </p:nvPicPr>
        <p:blipFill>
          <a:blip r:embed="rId3"/>
          <a:stretch>
            <a:fillRect/>
          </a:stretch>
        </p:blipFill>
        <p:spPr>
          <a:xfrm>
            <a:off x="1516034" y="1760368"/>
            <a:ext cx="9159931" cy="2395072"/>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63F08328-6370-49A1-A96B-98EF822C0FA9}"/>
              </a:ext>
            </a:extLst>
          </p:cNvPr>
          <p:cNvSpPr txBox="1"/>
          <p:nvPr/>
        </p:nvSpPr>
        <p:spPr>
          <a:xfrm>
            <a:off x="557048" y="4494241"/>
            <a:ext cx="10716324" cy="1738425"/>
          </a:xfrm>
          <a:prstGeom prst="rect">
            <a:avLst/>
          </a:prstGeom>
          <a:noFill/>
        </p:spPr>
        <p:txBody>
          <a:bodyPr wrap="square">
            <a:spAutoFit/>
          </a:bodyPr>
          <a:lstStyle/>
          <a:p>
            <a:pPr marR="0" lvl="0" algn="just">
              <a:lnSpc>
                <a:spcPct val="107000"/>
              </a:lnSpc>
              <a:spcBef>
                <a:spcPts val="0"/>
              </a:spcBef>
              <a:spcAft>
                <a:spcPts val="800"/>
              </a:spcAft>
              <a:buClr>
                <a:srgbClr val="000000"/>
              </a:buClr>
              <a:buSzPts val="1200"/>
              <a:tabLst>
                <a:tab pos="228600" algn="l"/>
              </a:tabLst>
            </a:pPr>
            <a:r>
              <a:rPr lang="ro-RO" spc="10" dirty="0">
                <a:solidFill>
                  <a:srgbClr val="000000"/>
                </a:solidFill>
                <a:effectLst/>
                <a:latin typeface="+mj-lt"/>
                <a:ea typeface="SimSun" panose="02010600030101010101" pitchFamily="2" charset="-122"/>
                <a:cs typeface="Calibri" panose="020F0502020204030204" pitchFamily="34" charset="0"/>
              </a:rPr>
              <a:t>15. </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Dacă este necesar, modificăm numele actorilor și ale cazurilor de utilizare, astfel încât acestea să fie </a:t>
            </a:r>
            <a:r>
              <a:rPr lang="ro-RO" sz="1800" spc="10" dirty="0">
                <a:solidFill>
                  <a:srgbClr val="FF0000"/>
                </a:solidFill>
                <a:effectLst/>
                <a:latin typeface="Arial" panose="020B0604020202020204" pitchFamily="34" charset="0"/>
                <a:ea typeface="SimSun" panose="02010600030101010101" pitchFamily="2" charset="-122"/>
                <a:cs typeface="Calibri" panose="020F0502020204030204" pitchFamily="34" charset="0"/>
              </a:rPr>
              <a:t>scurte, informative și intuitive</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În tabelul de mai jos sunt specificate denumirile claselor candidate, după rafinarea textului extras, împreună cu o descriere succintă a acestora.   Redenumiți clasele candidate și completați descrierile conform următorului tabel.</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a:p>
            <a:pPr marR="0" lvl="0" algn="just">
              <a:lnSpc>
                <a:spcPct val="110000"/>
              </a:lnSpc>
              <a:spcBef>
                <a:spcPts val="600"/>
              </a:spcBef>
              <a:spcAft>
                <a:spcPts val="0"/>
              </a:spcAft>
              <a:buClr>
                <a:srgbClr val="000000"/>
              </a:buClr>
              <a:buSzPts val="1200"/>
              <a:tabLst>
                <a:tab pos="228600" algn="l"/>
              </a:tabLst>
            </a:pPr>
            <a:endParaRPr lang="en-US" dirty="0">
              <a:effectLst/>
              <a:latin typeface="+mj-lt"/>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64481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40"/>
        <p:cNvGrpSpPr/>
        <p:nvPr/>
      </p:nvGrpSpPr>
      <p:grpSpPr>
        <a:xfrm>
          <a:off x="0" y="0"/>
          <a:ext cx="0" cy="0"/>
          <a:chOff x="0" y="0"/>
          <a:chExt cx="0" cy="0"/>
        </a:xfrm>
      </p:grpSpPr>
      <p:sp>
        <p:nvSpPr>
          <p:cNvPr id="15" name="Google Shape;3643;p60">
            <a:extLst>
              <a:ext uri="{FF2B5EF4-FFF2-40B4-BE49-F238E27FC236}">
                <a16:creationId xmlns:a16="http://schemas.microsoft.com/office/drawing/2014/main" id="{8CAE4417-FD95-4C67-BEFF-B5F4541E3784}"/>
              </a:ext>
            </a:extLst>
          </p:cNvPr>
          <p:cNvSpPr txBox="1">
            <a:spLocks/>
          </p:cNvSpPr>
          <p:nvPr/>
        </p:nvSpPr>
        <p:spPr>
          <a:xfrm>
            <a:off x="294290" y="1395566"/>
            <a:ext cx="11340662" cy="498421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gn="just">
              <a:buClr>
                <a:schemeClr val="accent5"/>
              </a:buClr>
              <a:buSzPct val="120000"/>
              <a:buFont typeface="Arial" panose="020B0604020202020204" pitchFamily="34" charset="0"/>
              <a:buChar char="•"/>
            </a:pPr>
            <a:endParaRPr lang="en-US" sz="2400" kern="0" dirty="0"/>
          </a:p>
        </p:txBody>
      </p:sp>
      <p:graphicFrame>
        <p:nvGraphicFramePr>
          <p:cNvPr id="7" name="Object 6">
            <a:extLst>
              <a:ext uri="{FF2B5EF4-FFF2-40B4-BE49-F238E27FC236}">
                <a16:creationId xmlns:a16="http://schemas.microsoft.com/office/drawing/2014/main" id="{8FE18189-70CB-4515-A1A8-0C684E4F8DC6}"/>
              </a:ext>
            </a:extLst>
          </p:cNvPr>
          <p:cNvGraphicFramePr>
            <a:graphicFrameLocks noChangeAspect="1"/>
          </p:cNvGraphicFramePr>
          <p:nvPr>
            <p:extLst>
              <p:ext uri="{D42A27DB-BD31-4B8C-83A1-F6EECF244321}">
                <p14:modId xmlns:p14="http://schemas.microsoft.com/office/powerpoint/2010/main" val="732924032"/>
              </p:ext>
            </p:extLst>
          </p:nvPr>
        </p:nvGraphicFramePr>
        <p:xfrm>
          <a:off x="924423" y="867251"/>
          <a:ext cx="10343154" cy="5428297"/>
        </p:xfrm>
        <a:graphic>
          <a:graphicData uri="http://schemas.openxmlformats.org/presentationml/2006/ole">
            <mc:AlternateContent xmlns:mc="http://schemas.openxmlformats.org/markup-compatibility/2006">
              <mc:Choice xmlns:v="urn:schemas-microsoft-com:vml" Requires="v">
                <p:oleObj name="Document" r:id="rId3" imgW="8653632" imgH="4802796" progId="Word.Document.12">
                  <p:embed/>
                </p:oleObj>
              </mc:Choice>
              <mc:Fallback>
                <p:oleObj name="Document" r:id="rId3" imgW="8653632" imgH="4802796" progId="Word.Document.12">
                  <p:embed/>
                  <p:pic>
                    <p:nvPicPr>
                      <p:cNvPr id="0" name=""/>
                      <p:cNvPicPr/>
                      <p:nvPr/>
                    </p:nvPicPr>
                    <p:blipFill>
                      <a:blip r:embed="rId4"/>
                      <a:stretch>
                        <a:fillRect/>
                      </a:stretch>
                    </p:blipFill>
                    <p:spPr>
                      <a:xfrm>
                        <a:off x="924423" y="867251"/>
                        <a:ext cx="10343154" cy="5428297"/>
                      </a:xfrm>
                      <a:prstGeom prst="rect">
                        <a:avLst/>
                      </a:prstGeom>
                    </p:spPr>
                  </p:pic>
                </p:oleObj>
              </mc:Fallback>
            </mc:AlternateContent>
          </a:graphicData>
        </a:graphic>
      </p:graphicFrame>
      <p:sp>
        <p:nvSpPr>
          <p:cNvPr id="13" name="Google Shape;3541;p56">
            <a:extLst>
              <a:ext uri="{FF2B5EF4-FFF2-40B4-BE49-F238E27FC236}">
                <a16:creationId xmlns:a16="http://schemas.microsoft.com/office/drawing/2014/main" id="{0F74FA20-7E28-4AC6-AEA0-FF277986253A}"/>
              </a:ext>
            </a:extLst>
          </p:cNvPr>
          <p:cNvSpPr txBox="1">
            <a:spLocks noGrp="1"/>
          </p:cNvSpPr>
          <p:nvPr>
            <p:ph type="title"/>
          </p:nvPr>
        </p:nvSpPr>
        <p:spPr>
          <a:xfrm>
            <a:off x="1600364" y="110799"/>
            <a:ext cx="9382945" cy="685200"/>
          </a:xfrm>
          <a:prstGeom prst="rect">
            <a:avLst/>
          </a:prstGeom>
        </p:spPr>
        <p:txBody>
          <a:bodyPr spcFirstLastPara="1" wrap="square" lIns="121900" tIns="121900" rIns="121900" bIns="121900" anchor="t" anchorCtr="0">
            <a:noAutofit/>
          </a:bodyPr>
          <a:lstStyle/>
          <a:p>
            <a:r>
              <a:rPr lang="ro-RO" sz="3000" dirty="0"/>
              <a:t>Tabel clase candidate - 1</a:t>
            </a:r>
            <a:br>
              <a:rPr lang="en-US" sz="3000" dirty="0"/>
            </a:br>
            <a:endParaRPr lang="en-US" sz="3000" dirty="0"/>
          </a:p>
        </p:txBody>
      </p:sp>
    </p:spTree>
    <p:extLst>
      <p:ext uri="{BB962C8B-B14F-4D97-AF65-F5344CB8AC3E}">
        <p14:creationId xmlns:p14="http://schemas.microsoft.com/office/powerpoint/2010/main" val="3285697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40"/>
        <p:cNvGrpSpPr/>
        <p:nvPr/>
      </p:nvGrpSpPr>
      <p:grpSpPr>
        <a:xfrm>
          <a:off x="0" y="0"/>
          <a:ext cx="0" cy="0"/>
          <a:chOff x="0" y="0"/>
          <a:chExt cx="0" cy="0"/>
        </a:xfrm>
      </p:grpSpPr>
      <p:sp>
        <p:nvSpPr>
          <p:cNvPr id="15" name="Google Shape;3643;p60">
            <a:extLst>
              <a:ext uri="{FF2B5EF4-FFF2-40B4-BE49-F238E27FC236}">
                <a16:creationId xmlns:a16="http://schemas.microsoft.com/office/drawing/2014/main" id="{8CAE4417-FD95-4C67-BEFF-B5F4541E3784}"/>
              </a:ext>
            </a:extLst>
          </p:cNvPr>
          <p:cNvSpPr txBox="1">
            <a:spLocks/>
          </p:cNvSpPr>
          <p:nvPr/>
        </p:nvSpPr>
        <p:spPr>
          <a:xfrm>
            <a:off x="294290" y="1395566"/>
            <a:ext cx="11340662" cy="498421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gn="just">
              <a:buClr>
                <a:schemeClr val="accent5"/>
              </a:buClr>
              <a:buSzPct val="120000"/>
              <a:buFont typeface="Arial" panose="020B0604020202020204" pitchFamily="34" charset="0"/>
              <a:buChar char="•"/>
            </a:pPr>
            <a:endParaRPr lang="en-US" sz="2400" kern="0" dirty="0"/>
          </a:p>
        </p:txBody>
      </p:sp>
      <p:graphicFrame>
        <p:nvGraphicFramePr>
          <p:cNvPr id="7" name="Object 6">
            <a:extLst>
              <a:ext uri="{FF2B5EF4-FFF2-40B4-BE49-F238E27FC236}">
                <a16:creationId xmlns:a16="http://schemas.microsoft.com/office/drawing/2014/main" id="{8FE18189-70CB-4515-A1A8-0C684E4F8DC6}"/>
              </a:ext>
            </a:extLst>
          </p:cNvPr>
          <p:cNvGraphicFramePr>
            <a:graphicFrameLocks noChangeAspect="1"/>
          </p:cNvGraphicFramePr>
          <p:nvPr>
            <p:extLst>
              <p:ext uri="{D42A27DB-BD31-4B8C-83A1-F6EECF244321}">
                <p14:modId xmlns:p14="http://schemas.microsoft.com/office/powerpoint/2010/main" val="390844462"/>
              </p:ext>
            </p:extLst>
          </p:nvPr>
        </p:nvGraphicFramePr>
        <p:xfrm>
          <a:off x="837790" y="952818"/>
          <a:ext cx="10253662" cy="5692775"/>
        </p:xfrm>
        <a:graphic>
          <a:graphicData uri="http://schemas.openxmlformats.org/presentationml/2006/ole">
            <mc:AlternateContent xmlns:mc="http://schemas.openxmlformats.org/markup-compatibility/2006">
              <mc:Choice xmlns:v="urn:schemas-microsoft-com:vml" Requires="v">
                <p:oleObj name="Document" r:id="rId3" imgW="8653632" imgH="4808925" progId="Word.Document.12">
                  <p:embed/>
                </p:oleObj>
              </mc:Choice>
              <mc:Fallback>
                <p:oleObj name="Document" r:id="rId3" imgW="8653632" imgH="4808925" progId="Word.Document.12">
                  <p:embed/>
                  <p:pic>
                    <p:nvPicPr>
                      <p:cNvPr id="7" name="Object 6">
                        <a:extLst>
                          <a:ext uri="{FF2B5EF4-FFF2-40B4-BE49-F238E27FC236}">
                            <a16:creationId xmlns:a16="http://schemas.microsoft.com/office/drawing/2014/main" id="{8FE18189-70CB-4515-A1A8-0C684E4F8DC6}"/>
                          </a:ext>
                        </a:extLst>
                      </p:cNvPr>
                      <p:cNvPicPr/>
                      <p:nvPr/>
                    </p:nvPicPr>
                    <p:blipFill>
                      <a:blip r:embed="rId4"/>
                      <a:stretch>
                        <a:fillRect/>
                      </a:stretch>
                    </p:blipFill>
                    <p:spPr>
                      <a:xfrm>
                        <a:off x="837790" y="952818"/>
                        <a:ext cx="10253662" cy="5692775"/>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12A62503-6A3C-44DB-83C4-7FA632A3414B}"/>
              </a:ext>
            </a:extLst>
          </p:cNvPr>
          <p:cNvSpPr txBox="1"/>
          <p:nvPr/>
        </p:nvSpPr>
        <p:spPr>
          <a:xfrm>
            <a:off x="3792220" y="212407"/>
            <a:ext cx="6548120" cy="553998"/>
          </a:xfrm>
          <a:prstGeom prst="rect">
            <a:avLst/>
          </a:prstGeom>
          <a:noFill/>
        </p:spPr>
        <p:txBody>
          <a:bodyPr wrap="square">
            <a:spAutoFit/>
          </a:bodyPr>
          <a:lstStyle/>
          <a:p>
            <a:r>
              <a:rPr kumimoji="0" lang="ro-RO" sz="3000" b="1" i="0" u="none" strike="noStrike" kern="0" cap="none" spc="0" normalizeH="0" baseline="0" noProof="0" dirty="0">
                <a:ln>
                  <a:noFill/>
                </a:ln>
                <a:solidFill>
                  <a:srgbClr val="00BBC1"/>
                </a:solidFill>
                <a:effectLst/>
                <a:uLnTx/>
                <a:uFillTx/>
                <a:latin typeface="Roboto"/>
                <a:ea typeface="Roboto"/>
                <a:sym typeface="Roboto"/>
              </a:rPr>
              <a:t>Tabel clase candidate - 2</a:t>
            </a:r>
            <a:endParaRPr lang="en-US" dirty="0"/>
          </a:p>
        </p:txBody>
      </p:sp>
    </p:spTree>
    <p:extLst>
      <p:ext uri="{BB962C8B-B14F-4D97-AF65-F5344CB8AC3E}">
        <p14:creationId xmlns:p14="http://schemas.microsoft.com/office/powerpoint/2010/main" val="401723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40"/>
        <p:cNvGrpSpPr/>
        <p:nvPr/>
      </p:nvGrpSpPr>
      <p:grpSpPr>
        <a:xfrm>
          <a:off x="0" y="0"/>
          <a:ext cx="0" cy="0"/>
          <a:chOff x="0" y="0"/>
          <a:chExt cx="0" cy="0"/>
        </a:xfrm>
      </p:grpSpPr>
      <p:sp>
        <p:nvSpPr>
          <p:cNvPr id="15" name="Google Shape;3643;p60">
            <a:extLst>
              <a:ext uri="{FF2B5EF4-FFF2-40B4-BE49-F238E27FC236}">
                <a16:creationId xmlns:a16="http://schemas.microsoft.com/office/drawing/2014/main" id="{8CAE4417-FD95-4C67-BEFF-B5F4541E3784}"/>
              </a:ext>
            </a:extLst>
          </p:cNvPr>
          <p:cNvSpPr txBox="1">
            <a:spLocks/>
          </p:cNvSpPr>
          <p:nvPr/>
        </p:nvSpPr>
        <p:spPr>
          <a:xfrm>
            <a:off x="294290" y="1395566"/>
            <a:ext cx="11340662" cy="498421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gn="just">
              <a:buClr>
                <a:schemeClr val="accent5"/>
              </a:buClr>
              <a:buSzPct val="120000"/>
              <a:buFont typeface="Arial" panose="020B0604020202020204" pitchFamily="34" charset="0"/>
              <a:buChar char="•"/>
            </a:pPr>
            <a:endParaRPr lang="en-US" sz="2400" kern="0" dirty="0"/>
          </a:p>
        </p:txBody>
      </p:sp>
      <p:sp>
        <p:nvSpPr>
          <p:cNvPr id="17" name="TextBox 16">
            <a:extLst>
              <a:ext uri="{FF2B5EF4-FFF2-40B4-BE49-F238E27FC236}">
                <a16:creationId xmlns:a16="http://schemas.microsoft.com/office/drawing/2014/main" id="{7F55CA15-7D17-4A94-B896-ABB55AD15967}"/>
              </a:ext>
            </a:extLst>
          </p:cNvPr>
          <p:cNvSpPr txBox="1"/>
          <p:nvPr/>
        </p:nvSpPr>
        <p:spPr>
          <a:xfrm>
            <a:off x="557048" y="872032"/>
            <a:ext cx="10716324" cy="746743"/>
          </a:xfrm>
          <a:prstGeom prst="rect">
            <a:avLst/>
          </a:prstGeom>
          <a:noFill/>
        </p:spPr>
        <p:txBody>
          <a:bodyPr wrap="square">
            <a:spAutoFit/>
          </a:bodyPr>
          <a:lstStyle/>
          <a:p>
            <a:pPr marR="0" lvl="0" fontAlgn="ctr">
              <a:lnSpc>
                <a:spcPct val="107000"/>
              </a:lnSpc>
              <a:spcBef>
                <a:spcPts val="0"/>
              </a:spcBef>
              <a:spcAft>
                <a:spcPts val="0"/>
              </a:spcAft>
              <a:buClr>
                <a:srgbClr val="000000"/>
              </a:buClr>
              <a:buSzPts val="1200"/>
              <a:tabLst>
                <a:tab pos="228600" algn="l"/>
              </a:tabLst>
            </a:pPr>
            <a:r>
              <a:rPr lang="ro-RO" spc="10" dirty="0">
                <a:solidFill>
                  <a:srgbClr val="000000"/>
                </a:solidFill>
                <a:effectLst/>
                <a:latin typeface="+mj-lt"/>
                <a:ea typeface="SimSun" panose="02010600030101010101" pitchFamily="2" charset="-122"/>
                <a:cs typeface="Calibri" panose="020F0502020204030204" pitchFamily="34" charset="0"/>
              </a:rPr>
              <a:t>16. </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Analiza textuală în Visual </a:t>
            </a:r>
            <a:r>
              <a:rPr lang="ro-RO" sz="1800"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Paradigm</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produce următoarele rezultate:</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a:p>
            <a:pPr marR="0" lvl="0" algn="just">
              <a:lnSpc>
                <a:spcPct val="110000"/>
              </a:lnSpc>
              <a:spcBef>
                <a:spcPts val="600"/>
              </a:spcBef>
              <a:spcAft>
                <a:spcPts val="0"/>
              </a:spcAft>
              <a:buClr>
                <a:srgbClr val="000000"/>
              </a:buClr>
              <a:buSzPts val="1200"/>
              <a:tabLst>
                <a:tab pos="228600" algn="l"/>
              </a:tabLst>
            </a:pPr>
            <a:endParaRPr lang="en-US" dirty="0">
              <a:effectLst/>
              <a:latin typeface="+mj-lt"/>
              <a:ea typeface="SimSun" panose="02010600030101010101" pitchFamily="2" charset="-122"/>
              <a:cs typeface="Times New Roman" panose="02020603050405020304" pitchFamily="18" charset="0"/>
            </a:endParaRPr>
          </a:p>
        </p:txBody>
      </p:sp>
      <p:sp>
        <p:nvSpPr>
          <p:cNvPr id="8" name="Google Shape;3541;p56">
            <a:extLst>
              <a:ext uri="{FF2B5EF4-FFF2-40B4-BE49-F238E27FC236}">
                <a16:creationId xmlns:a16="http://schemas.microsoft.com/office/drawing/2014/main" id="{EE9B3CDC-B830-4559-9F1F-9E28C2525394}"/>
              </a:ext>
            </a:extLst>
          </p:cNvPr>
          <p:cNvSpPr txBox="1">
            <a:spLocks noGrp="1"/>
          </p:cNvSpPr>
          <p:nvPr>
            <p:ph type="title"/>
          </p:nvPr>
        </p:nvSpPr>
        <p:spPr>
          <a:xfrm>
            <a:off x="1600364" y="110799"/>
            <a:ext cx="9382945" cy="685200"/>
          </a:xfrm>
          <a:prstGeom prst="rect">
            <a:avLst/>
          </a:prstGeom>
        </p:spPr>
        <p:txBody>
          <a:bodyPr spcFirstLastPara="1" wrap="square" lIns="121900" tIns="121900" rIns="121900" bIns="121900" anchor="t" anchorCtr="0">
            <a:noAutofit/>
          </a:bodyPr>
          <a:lstStyle/>
          <a:p>
            <a:r>
              <a:rPr lang="en-US" sz="3000" dirty="0" err="1"/>
              <a:t>Analiza</a:t>
            </a:r>
            <a:r>
              <a:rPr lang="en-US" sz="3000" dirty="0"/>
              <a:t> </a:t>
            </a:r>
            <a:r>
              <a:rPr lang="en-US" sz="3000" dirty="0" err="1"/>
              <a:t>cerințelor</a:t>
            </a:r>
            <a:r>
              <a:rPr lang="en-US" sz="3000" dirty="0"/>
              <a:t> </a:t>
            </a:r>
            <a:r>
              <a:rPr lang="en-US" sz="3000" dirty="0" err="1"/>
              <a:t>textuale</a:t>
            </a:r>
            <a:r>
              <a:rPr lang="ro-RO" sz="3000" dirty="0"/>
              <a:t> - 6</a:t>
            </a:r>
            <a:br>
              <a:rPr lang="en-US" sz="3000" dirty="0"/>
            </a:br>
            <a:endParaRPr lang="en-US" sz="3000" dirty="0"/>
          </a:p>
        </p:txBody>
      </p:sp>
      <p:grpSp>
        <p:nvGrpSpPr>
          <p:cNvPr id="7" name="Group 6">
            <a:extLst>
              <a:ext uri="{FF2B5EF4-FFF2-40B4-BE49-F238E27FC236}">
                <a16:creationId xmlns:a16="http://schemas.microsoft.com/office/drawing/2014/main" id="{5965C8FA-D1B6-456F-BB0D-B09E9A323548}"/>
              </a:ext>
            </a:extLst>
          </p:cNvPr>
          <p:cNvGrpSpPr/>
          <p:nvPr/>
        </p:nvGrpSpPr>
        <p:grpSpPr>
          <a:xfrm>
            <a:off x="2221230" y="1474562"/>
            <a:ext cx="7176770" cy="5109118"/>
            <a:chOff x="0" y="0"/>
            <a:chExt cx="5943600" cy="3390900"/>
          </a:xfrm>
        </p:grpSpPr>
        <p:pic>
          <p:nvPicPr>
            <p:cNvPr id="9" name="Picture 8">
              <a:extLst>
                <a:ext uri="{FF2B5EF4-FFF2-40B4-BE49-F238E27FC236}">
                  <a16:creationId xmlns:a16="http://schemas.microsoft.com/office/drawing/2014/main" id="{E3FDED8D-FE1A-4CED-A732-BD08ECA41D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5943600" cy="1316990"/>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C705AA15-BE24-4F8D-98C7-FC394DE076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318260"/>
              <a:ext cx="5943600" cy="2072640"/>
            </a:xfrm>
            <a:prstGeom prst="rect">
              <a:avLst/>
            </a:prstGeom>
            <a:ln>
              <a:noFill/>
            </a:ln>
            <a:effectLst>
              <a:outerShdw blurRad="190500" algn="tl" rotWithShape="0">
                <a:srgbClr val="000000">
                  <a:alpha val="70000"/>
                </a:srgbClr>
              </a:outerShdw>
            </a:effectLst>
          </p:spPr>
        </p:pic>
      </p:grpSp>
    </p:spTree>
    <p:extLst>
      <p:ext uri="{BB962C8B-B14F-4D97-AF65-F5344CB8AC3E}">
        <p14:creationId xmlns:p14="http://schemas.microsoft.com/office/powerpoint/2010/main" val="2699646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40"/>
        <p:cNvGrpSpPr/>
        <p:nvPr/>
      </p:nvGrpSpPr>
      <p:grpSpPr>
        <a:xfrm>
          <a:off x="0" y="0"/>
          <a:ext cx="0" cy="0"/>
          <a:chOff x="0" y="0"/>
          <a:chExt cx="0" cy="0"/>
        </a:xfrm>
      </p:grpSpPr>
      <p:sp>
        <p:nvSpPr>
          <p:cNvPr id="15" name="Google Shape;3643;p60">
            <a:extLst>
              <a:ext uri="{FF2B5EF4-FFF2-40B4-BE49-F238E27FC236}">
                <a16:creationId xmlns:a16="http://schemas.microsoft.com/office/drawing/2014/main" id="{8CAE4417-FD95-4C67-BEFF-B5F4541E3784}"/>
              </a:ext>
            </a:extLst>
          </p:cNvPr>
          <p:cNvSpPr txBox="1">
            <a:spLocks/>
          </p:cNvSpPr>
          <p:nvPr/>
        </p:nvSpPr>
        <p:spPr>
          <a:xfrm>
            <a:off x="294290" y="1395566"/>
            <a:ext cx="11340662" cy="498421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gn="just">
              <a:buClr>
                <a:schemeClr val="accent5"/>
              </a:buClr>
              <a:buSzPct val="120000"/>
              <a:buFont typeface="Arial" panose="020B0604020202020204" pitchFamily="34" charset="0"/>
              <a:buChar char="•"/>
            </a:pPr>
            <a:endParaRPr lang="en-US" sz="2400" kern="0" dirty="0"/>
          </a:p>
        </p:txBody>
      </p:sp>
      <p:sp>
        <p:nvSpPr>
          <p:cNvPr id="17" name="TextBox 16">
            <a:extLst>
              <a:ext uri="{FF2B5EF4-FFF2-40B4-BE49-F238E27FC236}">
                <a16:creationId xmlns:a16="http://schemas.microsoft.com/office/drawing/2014/main" id="{7F55CA15-7D17-4A94-B896-ABB55AD15967}"/>
              </a:ext>
            </a:extLst>
          </p:cNvPr>
          <p:cNvSpPr txBox="1"/>
          <p:nvPr/>
        </p:nvSpPr>
        <p:spPr>
          <a:xfrm>
            <a:off x="557048" y="872032"/>
            <a:ext cx="10716324" cy="1145698"/>
          </a:xfrm>
          <a:prstGeom prst="rect">
            <a:avLst/>
          </a:prstGeom>
          <a:noFill/>
        </p:spPr>
        <p:txBody>
          <a:bodyPr wrap="square">
            <a:spAutoFit/>
          </a:bodyPr>
          <a:lstStyle/>
          <a:p>
            <a:pPr marR="0" lvl="0" algn="just">
              <a:lnSpc>
                <a:spcPct val="107000"/>
              </a:lnSpc>
              <a:spcBef>
                <a:spcPts val="600"/>
              </a:spcBef>
              <a:spcAft>
                <a:spcPts val="800"/>
              </a:spcAft>
              <a:buClr>
                <a:srgbClr val="000000"/>
              </a:buClr>
              <a:buSzPts val="1200"/>
              <a:tabLst>
                <a:tab pos="228600" algn="l"/>
              </a:tabLst>
            </a:pPr>
            <a:r>
              <a:rPr lang="ro-RO" spc="10" dirty="0">
                <a:solidFill>
                  <a:srgbClr val="000000"/>
                </a:solidFill>
                <a:effectLst/>
                <a:latin typeface="+mj-lt"/>
                <a:ea typeface="SimSun" panose="02010600030101010101" pitchFamily="2" charset="-122"/>
                <a:cs typeface="Calibri" panose="020F0502020204030204" pitchFamily="34" charset="0"/>
              </a:rPr>
              <a:t>1</a:t>
            </a:r>
            <a:r>
              <a:rPr lang="en-US" spc="10" dirty="0">
                <a:solidFill>
                  <a:srgbClr val="000000"/>
                </a:solidFill>
                <a:effectLst/>
                <a:latin typeface="+mj-lt"/>
                <a:ea typeface="SimSun" panose="02010600030101010101" pitchFamily="2" charset="-122"/>
                <a:cs typeface="Calibri" panose="020F0502020204030204" pitchFamily="34" charset="0"/>
              </a:rPr>
              <a:t>7</a:t>
            </a:r>
            <a:r>
              <a:rPr lang="ro-RO" spc="10" dirty="0">
                <a:solidFill>
                  <a:srgbClr val="000000"/>
                </a:solidFill>
                <a:effectLst/>
                <a:latin typeface="+mj-lt"/>
                <a:ea typeface="SimSun" panose="02010600030101010101" pitchFamily="2" charset="-122"/>
                <a:cs typeface="Calibri" panose="020F0502020204030204" pitchFamily="34" charset="0"/>
              </a:rPr>
              <a:t>. </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Schimbăm panoul de vizualizare apăsând butonul Candidate Pane </a:t>
            </a:r>
            <a:r>
              <a:rPr lang="ro-RO" sz="1800"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View</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În acest panou se pot vizualiza obiectele candidate în scopul unei aranjări facile.</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a:p>
            <a:pPr marR="0" lvl="0" algn="just">
              <a:lnSpc>
                <a:spcPct val="110000"/>
              </a:lnSpc>
              <a:spcBef>
                <a:spcPts val="600"/>
              </a:spcBef>
              <a:spcAft>
                <a:spcPts val="0"/>
              </a:spcAft>
              <a:buClr>
                <a:srgbClr val="000000"/>
              </a:buClr>
              <a:buSzPts val="1200"/>
              <a:tabLst>
                <a:tab pos="228600" algn="l"/>
              </a:tabLst>
            </a:pPr>
            <a:endParaRPr lang="en-US" dirty="0">
              <a:effectLst/>
              <a:latin typeface="+mj-lt"/>
              <a:ea typeface="SimSun" panose="02010600030101010101" pitchFamily="2" charset="-122"/>
              <a:cs typeface="Times New Roman" panose="02020603050405020304" pitchFamily="18" charset="0"/>
            </a:endParaRPr>
          </a:p>
        </p:txBody>
      </p:sp>
      <p:sp>
        <p:nvSpPr>
          <p:cNvPr id="8" name="Google Shape;3541;p56">
            <a:extLst>
              <a:ext uri="{FF2B5EF4-FFF2-40B4-BE49-F238E27FC236}">
                <a16:creationId xmlns:a16="http://schemas.microsoft.com/office/drawing/2014/main" id="{EE9B3CDC-B830-4559-9F1F-9E28C2525394}"/>
              </a:ext>
            </a:extLst>
          </p:cNvPr>
          <p:cNvSpPr txBox="1">
            <a:spLocks noGrp="1"/>
          </p:cNvSpPr>
          <p:nvPr>
            <p:ph type="title"/>
          </p:nvPr>
        </p:nvSpPr>
        <p:spPr>
          <a:xfrm>
            <a:off x="1600364" y="110799"/>
            <a:ext cx="9382945" cy="685200"/>
          </a:xfrm>
          <a:prstGeom prst="rect">
            <a:avLst/>
          </a:prstGeom>
        </p:spPr>
        <p:txBody>
          <a:bodyPr spcFirstLastPara="1" wrap="square" lIns="121900" tIns="121900" rIns="121900" bIns="121900" anchor="t" anchorCtr="0">
            <a:noAutofit/>
          </a:bodyPr>
          <a:lstStyle/>
          <a:p>
            <a:r>
              <a:rPr lang="en-US" sz="3000" dirty="0" err="1"/>
              <a:t>Analiza</a:t>
            </a:r>
            <a:r>
              <a:rPr lang="en-US" sz="3000" dirty="0"/>
              <a:t> </a:t>
            </a:r>
            <a:r>
              <a:rPr lang="en-US" sz="3000" dirty="0" err="1"/>
              <a:t>cerințelor</a:t>
            </a:r>
            <a:r>
              <a:rPr lang="en-US" sz="3000" dirty="0"/>
              <a:t> </a:t>
            </a:r>
            <a:r>
              <a:rPr lang="en-US" sz="3000" dirty="0" err="1"/>
              <a:t>textuale</a:t>
            </a:r>
            <a:r>
              <a:rPr lang="ro-RO" sz="3000" dirty="0"/>
              <a:t> - </a:t>
            </a:r>
            <a:r>
              <a:rPr lang="en-US" sz="3000" dirty="0"/>
              <a:t>8</a:t>
            </a:r>
            <a:br>
              <a:rPr lang="en-US" sz="3000" dirty="0"/>
            </a:br>
            <a:endParaRPr lang="en-US" sz="3000" dirty="0"/>
          </a:p>
        </p:txBody>
      </p:sp>
      <p:sp>
        <p:nvSpPr>
          <p:cNvPr id="6" name="TextBox 5">
            <a:extLst>
              <a:ext uri="{FF2B5EF4-FFF2-40B4-BE49-F238E27FC236}">
                <a16:creationId xmlns:a16="http://schemas.microsoft.com/office/drawing/2014/main" id="{63F08328-6370-49A1-A96B-98EF822C0FA9}"/>
              </a:ext>
            </a:extLst>
          </p:cNvPr>
          <p:cNvSpPr txBox="1"/>
          <p:nvPr/>
        </p:nvSpPr>
        <p:spPr>
          <a:xfrm>
            <a:off x="606459" y="2541264"/>
            <a:ext cx="10716324" cy="2717667"/>
          </a:xfrm>
          <a:prstGeom prst="rect">
            <a:avLst/>
          </a:prstGeom>
          <a:noFill/>
        </p:spPr>
        <p:txBody>
          <a:bodyPr wrap="square">
            <a:spAutoFit/>
          </a:bodyPr>
          <a:lstStyle/>
          <a:p>
            <a:pPr marR="0" lvl="0" algn="just">
              <a:lnSpc>
                <a:spcPct val="107000"/>
              </a:lnSpc>
              <a:spcBef>
                <a:spcPts val="600"/>
              </a:spcBef>
              <a:spcAft>
                <a:spcPts val="0"/>
              </a:spcAft>
              <a:buClr>
                <a:srgbClr val="000000"/>
              </a:buClr>
              <a:buSzPts val="1200"/>
              <a:tabLst>
                <a:tab pos="228600" algn="l"/>
              </a:tabLst>
            </a:pPr>
            <a:r>
              <a:rPr lang="en-US"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18. </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Vom crea o diagramă de cazuri de utilizare pornind de la aceste obiecte candidate. Selectăm </a:t>
            </a:r>
            <a:r>
              <a:rPr lang="ro-RO" sz="1800" b="1"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Diagram</a:t>
            </a:r>
            <a:r>
              <a:rPr lang="ro-RO" sz="1800" b="1"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&gt; New</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din bara de meniu. În fereastra </a:t>
            </a:r>
            <a:r>
              <a:rPr lang="ro-RO" sz="1800" b="1"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New </a:t>
            </a:r>
            <a:r>
              <a:rPr lang="ro-RO" sz="1800" b="1"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Diagram</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 selectați </a:t>
            </a:r>
            <a:r>
              <a:rPr lang="ro-RO" sz="1800" b="1"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Use</a:t>
            </a:r>
            <a:r>
              <a:rPr lang="ro-RO" sz="1800" b="1"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Case </a:t>
            </a:r>
            <a:r>
              <a:rPr lang="ro-RO" sz="1800" b="1"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Diagram</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și apoi </a:t>
            </a:r>
            <a:r>
              <a:rPr lang="ro-RO" sz="1800" b="1"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Next</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Apăsați </a:t>
            </a:r>
            <a:r>
              <a:rPr lang="ro-RO" sz="1800" b="1"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OK </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pentru a crea diagrama.</a:t>
            </a:r>
            <a:endParaRPr lang="en-US" sz="1600" dirty="0">
              <a:latin typeface="Calibri" panose="020F0502020204030204" pitchFamily="34" charset="0"/>
              <a:ea typeface="SimSun" panose="02010600030101010101" pitchFamily="2" charset="-122"/>
              <a:cs typeface="Calibri" panose="020F0502020204030204" pitchFamily="34" charset="0"/>
            </a:endParaRPr>
          </a:p>
          <a:p>
            <a:pPr marR="0" lvl="0" algn="just">
              <a:lnSpc>
                <a:spcPct val="107000"/>
              </a:lnSpc>
              <a:spcBef>
                <a:spcPts val="600"/>
              </a:spcBef>
              <a:spcAft>
                <a:spcPts val="0"/>
              </a:spcAft>
              <a:buClr>
                <a:srgbClr val="000000"/>
              </a:buClr>
              <a:buSzPts val="1200"/>
              <a:tabLst>
                <a:tab pos="228600" algn="l"/>
              </a:tabLst>
            </a:pPr>
            <a:r>
              <a:rPr lang="en-US"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19. </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Deschideți </a:t>
            </a:r>
            <a:r>
              <a:rPr lang="ro-RO" sz="1800"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tab-ul</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a:t>
            </a:r>
            <a:r>
              <a:rPr lang="ro-RO" sz="1800" b="1"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Model Explorer</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din partea dreaptă a ferestrei sau Apăsați </a:t>
            </a:r>
            <a:r>
              <a:rPr lang="ro-RO" sz="1800" b="1"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View</a:t>
            </a:r>
            <a:r>
              <a:rPr lang="ro-RO" sz="1800" b="1"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&gt; </a:t>
            </a:r>
            <a:r>
              <a:rPr lang="ro-RO" sz="1800" b="1"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Panes</a:t>
            </a:r>
            <a:r>
              <a:rPr lang="ro-RO" sz="1800" b="1"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&gt; Model Explorer</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din bara de meniu.</a:t>
            </a:r>
            <a:endParaRPr lang="en-US"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endParaRPr>
          </a:p>
          <a:p>
            <a:pPr marR="0" lvl="0" algn="just">
              <a:lnSpc>
                <a:spcPct val="114000"/>
              </a:lnSpc>
              <a:spcBef>
                <a:spcPts val="600"/>
              </a:spcBef>
              <a:spcAft>
                <a:spcPts val="0"/>
              </a:spcAft>
              <a:buClr>
                <a:srgbClr val="000000"/>
              </a:buClr>
              <a:buSzPts val="1200"/>
              <a:tabLst>
                <a:tab pos="228600" algn="l"/>
              </a:tabLst>
            </a:pPr>
            <a:r>
              <a:rPr lang="en-US" spc="10" dirty="0">
                <a:solidFill>
                  <a:srgbClr val="000000"/>
                </a:solidFill>
                <a:latin typeface="Arial" panose="020B0604020202020204" pitchFamily="34" charset="0"/>
                <a:ea typeface="SimSun" panose="02010600030101010101" pitchFamily="2" charset="-122"/>
                <a:cs typeface="Calibri" panose="020F0502020204030204" pitchFamily="34" charset="0"/>
              </a:rPr>
              <a:t>20. </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Selectați toți actorii și cazurile de utilizare și, cu </a:t>
            </a:r>
            <a:r>
              <a:rPr lang="ro-RO" sz="1800" spc="10" dirty="0" err="1">
                <a:solidFill>
                  <a:srgbClr val="000000"/>
                </a:solidFill>
                <a:effectLst/>
                <a:latin typeface="Arial" panose="020B0604020202020204" pitchFamily="34" charset="0"/>
                <a:ea typeface="SimSun" panose="02010600030101010101" pitchFamily="2" charset="-122"/>
                <a:cs typeface="Calibri" panose="020F0502020204030204" pitchFamily="34" charset="0"/>
              </a:rPr>
              <a:t>drag&amp;drop</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 plasați-le pe suprafața goală din partea dreaptă. </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a:p>
            <a:pPr marR="0" lvl="0" algn="just">
              <a:lnSpc>
                <a:spcPct val="110000"/>
              </a:lnSpc>
              <a:spcBef>
                <a:spcPts val="600"/>
              </a:spcBef>
              <a:spcAft>
                <a:spcPts val="0"/>
              </a:spcAft>
              <a:buClr>
                <a:srgbClr val="000000"/>
              </a:buClr>
              <a:buSzPts val="1200"/>
              <a:tabLst>
                <a:tab pos="228600" algn="l"/>
              </a:tabLst>
            </a:pPr>
            <a:endParaRPr lang="en-US" dirty="0">
              <a:effectLst/>
              <a:latin typeface="+mj-lt"/>
              <a:ea typeface="SimSun" panose="02010600030101010101" pitchFamily="2" charset="-122"/>
              <a:cs typeface="Times New Roman" panose="02020603050405020304" pitchFamily="18" charset="0"/>
            </a:endParaRPr>
          </a:p>
        </p:txBody>
      </p:sp>
      <p:pic>
        <p:nvPicPr>
          <p:cNvPr id="7" name="Picture 6" descr="candidate pane">
            <a:extLst>
              <a:ext uri="{FF2B5EF4-FFF2-40B4-BE49-F238E27FC236}">
                <a16:creationId xmlns:a16="http://schemas.microsoft.com/office/drawing/2014/main" id="{8DE79EF0-1D4C-440A-BB0D-793BC94C6BC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780665" y="1668335"/>
            <a:ext cx="6630670" cy="698789"/>
          </a:xfrm>
          <a:prstGeom prst="rect">
            <a:avLst/>
          </a:prstGeom>
          <a:ln>
            <a:noFill/>
          </a:ln>
          <a:effectLst>
            <a:outerShdw blurRad="190500" algn="tl" rotWithShape="0">
              <a:srgbClr val="000000">
                <a:alpha val="70000"/>
              </a:srgbClr>
            </a:outerShdw>
          </a:effectLst>
        </p:spPr>
      </p:pic>
      <p:pic>
        <p:nvPicPr>
          <p:cNvPr id="3" name="Picture 2">
            <a:extLst>
              <a:ext uri="{FF2B5EF4-FFF2-40B4-BE49-F238E27FC236}">
                <a16:creationId xmlns:a16="http://schemas.microsoft.com/office/drawing/2014/main" id="{3DC90AB7-F272-40FB-A023-AE59C3C21193}"/>
              </a:ext>
            </a:extLst>
          </p:cNvPr>
          <p:cNvPicPr>
            <a:picLocks noChangeAspect="1"/>
          </p:cNvPicPr>
          <p:nvPr/>
        </p:nvPicPr>
        <p:blipFill>
          <a:blip r:embed="rId4"/>
          <a:stretch>
            <a:fillRect/>
          </a:stretch>
        </p:blipFill>
        <p:spPr>
          <a:xfrm>
            <a:off x="4322165" y="4618074"/>
            <a:ext cx="3135276" cy="213789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11887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40"/>
        <p:cNvGrpSpPr/>
        <p:nvPr/>
      </p:nvGrpSpPr>
      <p:grpSpPr>
        <a:xfrm>
          <a:off x="0" y="0"/>
          <a:ext cx="0" cy="0"/>
          <a:chOff x="0" y="0"/>
          <a:chExt cx="0" cy="0"/>
        </a:xfrm>
      </p:grpSpPr>
      <p:sp>
        <p:nvSpPr>
          <p:cNvPr id="15" name="Google Shape;3643;p60">
            <a:extLst>
              <a:ext uri="{FF2B5EF4-FFF2-40B4-BE49-F238E27FC236}">
                <a16:creationId xmlns:a16="http://schemas.microsoft.com/office/drawing/2014/main" id="{8CAE4417-FD95-4C67-BEFF-B5F4541E3784}"/>
              </a:ext>
            </a:extLst>
          </p:cNvPr>
          <p:cNvSpPr txBox="1">
            <a:spLocks/>
          </p:cNvSpPr>
          <p:nvPr/>
        </p:nvSpPr>
        <p:spPr>
          <a:xfrm>
            <a:off x="294290" y="1395566"/>
            <a:ext cx="11340662" cy="498421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lgn="just">
              <a:buClr>
                <a:schemeClr val="accent5"/>
              </a:buClr>
              <a:buSzPct val="120000"/>
              <a:buFont typeface="Arial" panose="020B0604020202020204" pitchFamily="34" charset="0"/>
              <a:buChar char="•"/>
            </a:pPr>
            <a:endParaRPr lang="en-US" sz="2400" kern="0" dirty="0"/>
          </a:p>
        </p:txBody>
      </p:sp>
      <p:sp>
        <p:nvSpPr>
          <p:cNvPr id="17" name="TextBox 16">
            <a:extLst>
              <a:ext uri="{FF2B5EF4-FFF2-40B4-BE49-F238E27FC236}">
                <a16:creationId xmlns:a16="http://schemas.microsoft.com/office/drawing/2014/main" id="{7F55CA15-7D17-4A94-B896-ABB55AD15967}"/>
              </a:ext>
            </a:extLst>
          </p:cNvPr>
          <p:cNvSpPr txBox="1"/>
          <p:nvPr/>
        </p:nvSpPr>
        <p:spPr>
          <a:xfrm>
            <a:off x="557048" y="872032"/>
            <a:ext cx="10716324" cy="663580"/>
          </a:xfrm>
          <a:prstGeom prst="rect">
            <a:avLst/>
          </a:prstGeom>
          <a:noFill/>
        </p:spPr>
        <p:txBody>
          <a:bodyPr wrap="square">
            <a:spAutoFit/>
          </a:bodyPr>
          <a:lstStyle/>
          <a:p>
            <a:pPr marR="0" lvl="0" algn="just">
              <a:lnSpc>
                <a:spcPct val="107000"/>
              </a:lnSpc>
              <a:spcBef>
                <a:spcPts val="600"/>
              </a:spcBef>
              <a:spcAft>
                <a:spcPts val="800"/>
              </a:spcAft>
              <a:buClr>
                <a:srgbClr val="000000"/>
              </a:buClr>
              <a:buSzPts val="1200"/>
              <a:tabLst>
                <a:tab pos="228600" algn="l"/>
              </a:tabLst>
            </a:pPr>
            <a:r>
              <a:rPr lang="en-US" spc="10" dirty="0">
                <a:solidFill>
                  <a:srgbClr val="000000"/>
                </a:solidFill>
                <a:effectLst/>
                <a:latin typeface="+mj-lt"/>
                <a:ea typeface="SimSun" panose="02010600030101010101" pitchFamily="2" charset="-122"/>
                <a:cs typeface="Calibri" panose="020F0502020204030204" pitchFamily="34" charset="0"/>
              </a:rPr>
              <a:t>21</a:t>
            </a:r>
            <a:r>
              <a:rPr lang="ro-RO" spc="10" dirty="0">
                <a:solidFill>
                  <a:srgbClr val="000000"/>
                </a:solidFill>
                <a:effectLst/>
                <a:latin typeface="+mj-lt"/>
                <a:ea typeface="SimSun" panose="02010600030101010101" pitchFamily="2" charset="-122"/>
                <a:cs typeface="Calibri" panose="020F0502020204030204" pitchFamily="34" charset="0"/>
              </a:rPr>
              <a:t>. </a:t>
            </a:r>
            <a:r>
              <a:rPr lang="ro-RO" sz="1800" spc="10" dirty="0">
                <a:solidFill>
                  <a:srgbClr val="000000"/>
                </a:solidFill>
                <a:effectLst/>
                <a:latin typeface="Arial" panose="020B0604020202020204" pitchFamily="34" charset="0"/>
                <a:ea typeface="SimSun" panose="02010600030101010101" pitchFamily="2" charset="-122"/>
                <a:cs typeface="Calibri" panose="020F0502020204030204" pitchFamily="34" charset="0"/>
              </a:rPr>
              <a:t>Rearanjați obiectele de pe diagramă și asociați actorii cu cazurile de utilizare prin linii simple (Association pe bara de instrumente din partea stângă). </a:t>
            </a:r>
            <a:endParaRPr lang="en-US" dirty="0">
              <a:effectLst/>
              <a:latin typeface="+mj-lt"/>
              <a:ea typeface="SimSun" panose="02010600030101010101" pitchFamily="2" charset="-122"/>
              <a:cs typeface="Times New Roman" panose="02020603050405020304" pitchFamily="18" charset="0"/>
            </a:endParaRPr>
          </a:p>
        </p:txBody>
      </p:sp>
      <p:sp>
        <p:nvSpPr>
          <p:cNvPr id="8" name="Google Shape;3541;p56">
            <a:extLst>
              <a:ext uri="{FF2B5EF4-FFF2-40B4-BE49-F238E27FC236}">
                <a16:creationId xmlns:a16="http://schemas.microsoft.com/office/drawing/2014/main" id="{EE9B3CDC-B830-4559-9F1F-9E28C2525394}"/>
              </a:ext>
            </a:extLst>
          </p:cNvPr>
          <p:cNvSpPr txBox="1">
            <a:spLocks noGrp="1"/>
          </p:cNvSpPr>
          <p:nvPr>
            <p:ph type="title"/>
          </p:nvPr>
        </p:nvSpPr>
        <p:spPr>
          <a:xfrm>
            <a:off x="1600364" y="110799"/>
            <a:ext cx="9382945" cy="685200"/>
          </a:xfrm>
          <a:prstGeom prst="rect">
            <a:avLst/>
          </a:prstGeom>
        </p:spPr>
        <p:txBody>
          <a:bodyPr spcFirstLastPara="1" wrap="square" lIns="121900" tIns="121900" rIns="121900" bIns="121900" anchor="t" anchorCtr="0">
            <a:noAutofit/>
          </a:bodyPr>
          <a:lstStyle/>
          <a:p>
            <a:r>
              <a:rPr lang="en-US" sz="3000" dirty="0" err="1"/>
              <a:t>Analiza</a:t>
            </a:r>
            <a:r>
              <a:rPr lang="en-US" sz="3000" dirty="0"/>
              <a:t> </a:t>
            </a:r>
            <a:r>
              <a:rPr lang="en-US" sz="3000" dirty="0" err="1"/>
              <a:t>cerințelor</a:t>
            </a:r>
            <a:r>
              <a:rPr lang="en-US" sz="3000" dirty="0"/>
              <a:t> </a:t>
            </a:r>
            <a:r>
              <a:rPr lang="en-US" sz="3000" dirty="0" err="1"/>
              <a:t>textuale</a:t>
            </a:r>
            <a:r>
              <a:rPr lang="ro-RO" sz="3000" dirty="0"/>
              <a:t> - </a:t>
            </a:r>
            <a:r>
              <a:rPr lang="en-US" sz="3000" dirty="0"/>
              <a:t>9</a:t>
            </a:r>
            <a:br>
              <a:rPr lang="en-US" sz="3000" dirty="0"/>
            </a:br>
            <a:endParaRPr lang="en-US" sz="3000" dirty="0"/>
          </a:p>
        </p:txBody>
      </p:sp>
      <p:pic>
        <p:nvPicPr>
          <p:cNvPr id="2" name="Picture 1">
            <a:extLst>
              <a:ext uri="{FF2B5EF4-FFF2-40B4-BE49-F238E27FC236}">
                <a16:creationId xmlns:a16="http://schemas.microsoft.com/office/drawing/2014/main" id="{90F11D47-1191-42F7-BDCA-E1CB72B5743D}"/>
              </a:ext>
            </a:extLst>
          </p:cNvPr>
          <p:cNvPicPr>
            <a:picLocks noChangeAspect="1"/>
          </p:cNvPicPr>
          <p:nvPr/>
        </p:nvPicPr>
        <p:blipFill>
          <a:blip r:embed="rId3"/>
          <a:stretch>
            <a:fillRect/>
          </a:stretch>
        </p:blipFill>
        <p:spPr>
          <a:xfrm>
            <a:off x="2051382" y="1745575"/>
            <a:ext cx="8089235" cy="490607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79355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1"/>
          </p:nvPr>
        </p:nvSpPr>
        <p:spPr>
          <a:xfrm>
            <a:off x="4636625" y="1551989"/>
            <a:ext cx="2918747" cy="830589"/>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spcFirstLastPara="1" wrap="square" lIns="121900" tIns="121900" rIns="121900" bIns="121900" anchor="t" anchorCtr="0">
            <a:noAutofit/>
          </a:bodyPr>
          <a:lstStyle/>
          <a:p>
            <a:pPr marL="0" marR="0" indent="0" algn="just">
              <a:spcBef>
                <a:spcPts val="0"/>
              </a:spcBef>
              <a:spcAft>
                <a:spcPts val="1565"/>
              </a:spcAft>
              <a:buClr>
                <a:schemeClr val="accent5"/>
              </a:buClr>
              <a:buSzPct val="120000"/>
            </a:pPr>
            <a:r>
              <a:rPr lang="en-US" sz="2400" b="1" dirty="0" err="1">
                <a:solidFill>
                  <a:schemeClr val="accent2"/>
                </a:solidFill>
                <a:effectLst/>
                <a:latin typeface="Roboto"/>
                <a:ea typeface="Calibri" panose="020F0502020204030204" pitchFamily="34" charset="0"/>
              </a:rPr>
              <a:t>Tabele</a:t>
            </a:r>
            <a:r>
              <a:rPr lang="en-US" sz="2400" b="1" dirty="0">
                <a:solidFill>
                  <a:schemeClr val="accent2"/>
                </a:solidFill>
                <a:effectLst/>
                <a:latin typeface="Roboto"/>
                <a:ea typeface="Calibri" panose="020F0502020204030204" pitchFamily="34" charset="0"/>
              </a:rPr>
              <a:t> de </a:t>
            </a:r>
            <a:r>
              <a:rPr lang="en-US" sz="2400" b="1" dirty="0" err="1">
                <a:solidFill>
                  <a:schemeClr val="accent2"/>
                </a:solidFill>
                <a:effectLst/>
                <a:latin typeface="Roboto"/>
                <a:ea typeface="Calibri" panose="020F0502020204030204" pitchFamily="34" charset="0"/>
              </a:rPr>
              <a:t>decizie</a:t>
            </a:r>
            <a:endParaRPr lang="en-US" sz="2400" b="1" dirty="0">
              <a:solidFill>
                <a:schemeClr val="accent2"/>
              </a:solidFill>
              <a:effectLst/>
              <a:latin typeface="Roboto"/>
              <a:ea typeface="Calibri" panose="020F0502020204030204" pitchFamily="34" charset="0"/>
            </a:endParaRPr>
          </a:p>
          <a:p>
            <a:pPr marL="342900" indent="-342900" algn="just">
              <a:buClr>
                <a:schemeClr val="accent5"/>
              </a:buClr>
              <a:buSzPct val="120000"/>
              <a:buFont typeface="Wingdings" panose="05000000000000000000" pitchFamily="2" charset="2"/>
              <a:buChar char="ü"/>
            </a:pPr>
            <a:endParaRPr sz="2400" b="1" dirty="0">
              <a:solidFill>
                <a:schemeClr val="accent5"/>
              </a:solidFill>
              <a:latin typeface="Roboto"/>
            </a:endParaRP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765087" y="556598"/>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sz="3000" kern="0" dirty="0"/>
              <a:t>Structurarea cerințelor cu ajutorul tabelelor de decizie</a:t>
            </a:r>
          </a:p>
        </p:txBody>
      </p:sp>
      <p:sp>
        <p:nvSpPr>
          <p:cNvPr id="11" name="Google Shape;3643;p60">
            <a:extLst>
              <a:ext uri="{FF2B5EF4-FFF2-40B4-BE49-F238E27FC236}">
                <a16:creationId xmlns:a16="http://schemas.microsoft.com/office/drawing/2014/main" id="{5AA98A81-C8C2-440C-874B-50E4C43E5327}"/>
              </a:ext>
            </a:extLst>
          </p:cNvPr>
          <p:cNvSpPr txBox="1">
            <a:spLocks/>
          </p:cNvSpPr>
          <p:nvPr/>
        </p:nvSpPr>
        <p:spPr>
          <a:xfrm>
            <a:off x="6568344" y="2500679"/>
            <a:ext cx="5017483" cy="1593339"/>
          </a:xfrm>
          <a:prstGeom prst="rect">
            <a:avLst/>
          </a:prstGeom>
          <a:ln/>
          <a:effectLst/>
        </p:spPr>
        <p:style>
          <a:lnRef idx="2">
            <a:schemeClr val="accent5">
              <a:shade val="50000"/>
            </a:schemeClr>
          </a:lnRef>
          <a:fillRef idx="1">
            <a:schemeClr val="accent5"/>
          </a:fillRef>
          <a:effectRef idx="0">
            <a:schemeClr val="accent5"/>
          </a:effectRef>
          <a:fontRef idx="minor">
            <a:schemeClr val="lt1"/>
          </a:fontRef>
        </p:style>
        <p:txBody>
          <a:bodyPr spcFirstLastPara="1" wrap="square" lIns="121900" tIns="121900" rIns="121900" bIns="121900" anchor="t" anchorCtr="0">
            <a:noAutofit/>
          </a:bodyPr>
          <a:lstStyle>
            <a:defPPr marR="0" lvl="0" algn="l" rtl="0">
              <a:lnSpc>
                <a:spcPct val="100000"/>
              </a:lnSpc>
              <a:spcBef>
                <a:spcPts val="0"/>
              </a:spcBef>
              <a:spcAft>
                <a:spcPts val="0"/>
              </a:spcAft>
              <a:defRPr lang="en-US"/>
            </a:defPPr>
            <a:lvl1pPr marR="0" lvl="0" indent="0" algn="just">
              <a:lnSpc>
                <a:spcPct val="100000"/>
              </a:lnSpc>
              <a:spcBef>
                <a:spcPts val="0"/>
              </a:spcBef>
              <a:spcAft>
                <a:spcPts val="1565"/>
              </a:spcAft>
              <a:buClr>
                <a:schemeClr val="accent5"/>
              </a:buClr>
              <a:buSzPct val="120000"/>
              <a:buFont typeface="Muli"/>
              <a:buNone/>
              <a:defRPr b="0" i="0" u="none" strike="noStrike" cap="none" spc="10">
                <a:solidFill>
                  <a:srgbClr val="000000"/>
                </a:solidFill>
                <a:latin typeface="Calibri" panose="020F0502020204030204" pitchFamily="34" charset="0"/>
                <a:ea typeface="SimSun" panose="02010600030101010101" pitchFamily="2" charset="-122"/>
                <a:cs typeface="Calibri" panose="020F0502020204030204" pitchFamily="34" charset="0"/>
              </a:defRPr>
            </a:lvl1pPr>
            <a:lvl2pPr marL="914400" marR="0" lvl="1"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2pPr>
            <a:lvl3pPr marL="1371600" marR="0" lvl="2"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3pPr>
            <a:lvl4pPr marL="1828800" marR="0" lvl="3"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4pPr>
            <a:lvl5pPr marL="2286000" marR="0" lvl="4"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5pPr>
            <a:lvl6pPr marL="2743200" marR="0" lvl="5"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6pPr>
            <a:lvl7pPr marL="3200400" marR="0" lvl="6"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7pPr>
            <a:lvl8pPr marL="3657600" marR="0" lvl="7"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8pPr>
            <a:lvl9pPr marL="4114800" marR="0" lvl="8"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9pPr>
          </a:lstStyle>
          <a:p>
            <a:r>
              <a:rPr lang="en-US" dirty="0"/>
              <a:t>S</a:t>
            </a:r>
            <a:r>
              <a:rPr lang="ro-RO" dirty="0"/>
              <a:t>e folosesc cu precădere în domenii de activitate unde se întâlnesc un </a:t>
            </a:r>
            <a:r>
              <a:rPr lang="ro-RO" dirty="0">
                <a:solidFill>
                  <a:srgbClr val="FFFFCC"/>
                </a:solidFill>
              </a:rPr>
              <a:t>număr semnificativ de reguli de afaceri</a:t>
            </a:r>
            <a:r>
              <a:rPr lang="ro-RO" dirty="0"/>
              <a:t> pe baza cărora se iau </a:t>
            </a:r>
            <a:r>
              <a:rPr lang="ro-RO" dirty="0">
                <a:solidFill>
                  <a:srgbClr val="FFFFCC"/>
                </a:solidFill>
              </a:rPr>
              <a:t>decizii</a:t>
            </a:r>
            <a:r>
              <a:rPr lang="ro-RO" dirty="0"/>
              <a:t>. Exemple: asigurările, telecomunicații (stabilirea de planuri tarifare), bancar (calcularea </a:t>
            </a:r>
            <a:r>
              <a:rPr lang="ro-RO" dirty="0" err="1"/>
              <a:t>scoringului</a:t>
            </a:r>
            <a:r>
              <a:rPr lang="ro-RO" dirty="0"/>
              <a:t>). </a:t>
            </a:r>
            <a:endParaRPr lang="en-US" dirty="0"/>
          </a:p>
          <a:p>
            <a:endParaRPr lang="en-US" dirty="0"/>
          </a:p>
          <a:p>
            <a:endParaRPr lang="en-US" dirty="0"/>
          </a:p>
          <a:p>
            <a:endParaRPr lang="en-US" dirty="0"/>
          </a:p>
        </p:txBody>
      </p:sp>
      <p:sp>
        <p:nvSpPr>
          <p:cNvPr id="12" name="Google Shape;3643;p60">
            <a:extLst>
              <a:ext uri="{FF2B5EF4-FFF2-40B4-BE49-F238E27FC236}">
                <a16:creationId xmlns:a16="http://schemas.microsoft.com/office/drawing/2014/main" id="{638FB1BF-2682-412B-B998-A241024AA3FB}"/>
              </a:ext>
            </a:extLst>
          </p:cNvPr>
          <p:cNvSpPr txBox="1">
            <a:spLocks/>
          </p:cNvSpPr>
          <p:nvPr/>
        </p:nvSpPr>
        <p:spPr>
          <a:xfrm>
            <a:off x="616564" y="2500679"/>
            <a:ext cx="5017483" cy="1593339"/>
          </a:xfrm>
          <a:prstGeom prst="rect">
            <a:avLst/>
          </a:prstGeom>
          <a:ln/>
          <a:effectLst/>
        </p:spPr>
        <p:style>
          <a:lnRef idx="2">
            <a:schemeClr val="accent5">
              <a:shade val="50000"/>
            </a:schemeClr>
          </a:lnRef>
          <a:fillRef idx="1">
            <a:schemeClr val="accent5"/>
          </a:fillRef>
          <a:effectRef idx="0">
            <a:schemeClr val="accent5"/>
          </a:effectRef>
          <a:fontRef idx="minor">
            <a:schemeClr val="lt1"/>
          </a:fontRef>
        </p:style>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indent="0" algn="just">
              <a:spcAft>
                <a:spcPts val="1565"/>
              </a:spcAft>
              <a:buClr>
                <a:schemeClr val="accent5"/>
              </a:buClr>
              <a:buSzPct val="120000"/>
            </a:pPr>
            <a:r>
              <a:rPr lang="en-US" sz="1800" spc="10">
                <a:solidFill>
                  <a:srgbClr val="000000"/>
                </a:solidFill>
                <a:latin typeface="Calibri" panose="020F0502020204030204" pitchFamily="34" charset="0"/>
                <a:ea typeface="SimSun" panose="02010600030101010101" pitchFamily="2" charset="-122"/>
                <a:cs typeface="Calibri" panose="020F0502020204030204" pitchFamily="34" charset="0"/>
              </a:rPr>
              <a:t>M</a:t>
            </a:r>
            <a:r>
              <a:rPr lang="ro-RO" sz="1800" spc="10">
                <a:solidFill>
                  <a:srgbClr val="000000"/>
                </a:solidFill>
                <a:effectLst/>
                <a:latin typeface="Calibri" panose="020F0502020204030204" pitchFamily="34" charset="0"/>
                <a:ea typeface="SimSun" panose="02010600030101010101" pitchFamily="2" charset="-122"/>
                <a:cs typeface="Calibri" panose="020F0502020204030204" pitchFamily="34" charset="0"/>
              </a:rPr>
              <a:t>odalitate de </a:t>
            </a:r>
            <a:r>
              <a:rPr lang="ro-RO" sz="1800" spc="10">
                <a:solidFill>
                  <a:srgbClr val="FFFFCC"/>
                </a:solidFill>
                <a:effectLst/>
                <a:latin typeface="Calibri" panose="020F0502020204030204" pitchFamily="34" charset="0"/>
                <a:ea typeface="SimSun" panose="02010600030101010101" pitchFamily="2" charset="-122"/>
                <a:cs typeface="Calibri" panose="020F0502020204030204" pitchFamily="34" charset="0"/>
              </a:rPr>
              <a:t>reprezentare grafică </a:t>
            </a:r>
            <a:r>
              <a:rPr lang="ro-RO" sz="1800" spc="10">
                <a:solidFill>
                  <a:srgbClr val="000000"/>
                </a:solidFill>
                <a:effectLst/>
                <a:latin typeface="Calibri" panose="020F0502020204030204" pitchFamily="34" charset="0"/>
                <a:ea typeface="SimSun" panose="02010600030101010101" pitchFamily="2" charset="-122"/>
                <a:cs typeface="Calibri" panose="020F0502020204030204" pitchFamily="34" charset="0"/>
              </a:rPr>
              <a:t>ce ajută, în cadrul unui proces complex, la </a:t>
            </a:r>
            <a:r>
              <a:rPr lang="ro-RO" sz="1800" spc="10">
                <a:solidFill>
                  <a:schemeClr val="tx1"/>
                </a:solidFill>
                <a:effectLst/>
                <a:latin typeface="Calibri" panose="020F0502020204030204" pitchFamily="34" charset="0"/>
                <a:ea typeface="SimSun" panose="02010600030101010101" pitchFamily="2" charset="-122"/>
                <a:cs typeface="Calibri" panose="020F0502020204030204" pitchFamily="34" charset="0"/>
              </a:rPr>
              <a:t>vizualizarea și înțelegerea diferitelor</a:t>
            </a:r>
            <a:r>
              <a:rPr lang="ro-RO" sz="1800" spc="10">
                <a:solidFill>
                  <a:srgbClr val="FFFFCC"/>
                </a:solidFill>
                <a:effectLst/>
                <a:latin typeface="Calibri" panose="020F0502020204030204" pitchFamily="34" charset="0"/>
                <a:ea typeface="SimSun" panose="02010600030101010101" pitchFamily="2" charset="-122"/>
                <a:cs typeface="Calibri" panose="020F0502020204030204" pitchFamily="34" charset="0"/>
              </a:rPr>
              <a:t> acțiuni</a:t>
            </a:r>
            <a:r>
              <a:rPr lang="ro-RO" sz="1800" spc="10">
                <a:solidFill>
                  <a:srgbClr val="000000"/>
                </a:solidFill>
                <a:effectLst/>
                <a:latin typeface="Calibri" panose="020F0502020204030204" pitchFamily="34" charset="0"/>
                <a:ea typeface="SimSun" panose="02010600030101010101" pitchFamily="2" charset="-122"/>
                <a:cs typeface="Calibri" panose="020F0502020204030204" pitchFamily="34" charset="0"/>
              </a:rPr>
              <a:t> care sunt întreprinse pentru o </a:t>
            </a:r>
            <a:r>
              <a:rPr lang="ro-RO" sz="1800" spc="10">
                <a:solidFill>
                  <a:schemeClr val="tx1"/>
                </a:solidFill>
                <a:effectLst/>
                <a:latin typeface="Calibri" panose="020F0502020204030204" pitchFamily="34" charset="0"/>
                <a:ea typeface="SimSun" panose="02010600030101010101" pitchFamily="2" charset="-122"/>
                <a:cs typeface="Calibri" panose="020F0502020204030204" pitchFamily="34" charset="0"/>
              </a:rPr>
              <a:t>varietate de </a:t>
            </a:r>
            <a:r>
              <a:rPr lang="ro-RO" sz="1800" spc="10">
                <a:solidFill>
                  <a:srgbClr val="FFFFCC"/>
                </a:solidFill>
                <a:effectLst/>
                <a:latin typeface="Calibri" panose="020F0502020204030204" pitchFamily="34" charset="0"/>
                <a:ea typeface="SimSun" panose="02010600030101010101" pitchFamily="2" charset="-122"/>
                <a:cs typeface="Calibri" panose="020F0502020204030204" pitchFamily="34" charset="0"/>
              </a:rPr>
              <a:t>condiții</a:t>
            </a:r>
            <a:r>
              <a:rPr lang="ro-RO" sz="1800" spc="10">
                <a:solidFill>
                  <a:srgbClr val="000000"/>
                </a:solidFill>
                <a:effectLst/>
                <a:latin typeface="Calibri" panose="020F0502020204030204" pitchFamily="34" charset="0"/>
                <a:ea typeface="SimSun" panose="02010600030101010101" pitchFamily="2" charset="-122"/>
                <a:cs typeface="Calibri" panose="020F0502020204030204" pitchFamily="34" charset="0"/>
              </a:rPr>
              <a:t>. </a:t>
            </a:r>
            <a:endParaRPr lang="en-US" sz="1800" spc="10">
              <a:solidFill>
                <a:srgbClr val="000000"/>
              </a:solidFill>
              <a:effectLst/>
              <a:latin typeface="Calibri" panose="020F0502020204030204" pitchFamily="34" charset="0"/>
              <a:ea typeface="SimSun" panose="02010600030101010101" pitchFamily="2" charset="-122"/>
              <a:cs typeface="Calibri" panose="020F0502020204030204" pitchFamily="34" charset="0"/>
            </a:endParaRPr>
          </a:p>
          <a:p>
            <a:pPr marL="285750" indent="-285750" algn="just">
              <a:spcAft>
                <a:spcPts val="1565"/>
              </a:spcAft>
              <a:buClr>
                <a:schemeClr val="accent5"/>
              </a:buClr>
              <a:buSzPct val="120000"/>
              <a:buFont typeface="Wingdings" panose="05000000000000000000" pitchFamily="2" charset="2"/>
              <a:buChar char="§"/>
            </a:pPr>
            <a:endParaRPr lang="en-US" sz="1800" kern="0">
              <a:latin typeface="Calibri" panose="020F0502020204030204" pitchFamily="34" charset="0"/>
              <a:ea typeface="Calibri" panose="020F0502020204030204" pitchFamily="34" charset="0"/>
              <a:cs typeface="Times New Roman" panose="02020603050405020304" pitchFamily="18" charset="0"/>
            </a:endParaRPr>
          </a:p>
          <a:p>
            <a:pPr marL="38100" indent="-342900" algn="just">
              <a:spcAft>
                <a:spcPts val="1565"/>
              </a:spcAft>
              <a:buClr>
                <a:schemeClr val="accent5"/>
              </a:buClr>
              <a:buSzPct val="120000"/>
              <a:buFont typeface="Wingdings" panose="05000000000000000000" pitchFamily="2" charset="2"/>
              <a:buChar char="ü"/>
            </a:pPr>
            <a:endParaRPr lang="en-US" sz="2400" kern="0">
              <a:solidFill>
                <a:srgbClr val="000000"/>
              </a:solidFill>
              <a:latin typeface="Calibri" panose="020F0502020204030204" pitchFamily="34" charset="0"/>
              <a:ea typeface="Calibri" panose="020F0502020204030204" pitchFamily="34" charset="0"/>
            </a:endParaRPr>
          </a:p>
          <a:p>
            <a:pPr marL="342900" indent="-342900" algn="just">
              <a:buClr>
                <a:schemeClr val="accent5"/>
              </a:buClr>
              <a:buSzPct val="120000"/>
              <a:buFont typeface="Wingdings" panose="05000000000000000000" pitchFamily="2" charset="2"/>
              <a:buChar char="ü"/>
            </a:pPr>
            <a:endParaRPr lang="en-US" sz="2400" kern="0" dirty="0"/>
          </a:p>
        </p:txBody>
      </p:sp>
      <p:sp>
        <p:nvSpPr>
          <p:cNvPr id="13" name="Google Shape;3643;p60">
            <a:extLst>
              <a:ext uri="{FF2B5EF4-FFF2-40B4-BE49-F238E27FC236}">
                <a16:creationId xmlns:a16="http://schemas.microsoft.com/office/drawing/2014/main" id="{AE7AC430-98C6-44FC-9B81-9875AC1AFFC9}"/>
              </a:ext>
            </a:extLst>
          </p:cNvPr>
          <p:cNvSpPr txBox="1">
            <a:spLocks/>
          </p:cNvSpPr>
          <p:nvPr/>
        </p:nvSpPr>
        <p:spPr>
          <a:xfrm>
            <a:off x="3413443" y="4627413"/>
            <a:ext cx="5365113" cy="1673989"/>
          </a:xfrm>
          <a:prstGeom prst="rect">
            <a:avLst/>
          </a:prstGeom>
          <a:ln/>
          <a:effectLst/>
        </p:spPr>
        <p:style>
          <a:lnRef idx="2">
            <a:schemeClr val="accent5">
              <a:shade val="50000"/>
            </a:schemeClr>
          </a:lnRef>
          <a:fillRef idx="1">
            <a:schemeClr val="accent5"/>
          </a:fillRef>
          <a:effectRef idx="0">
            <a:schemeClr val="accent5"/>
          </a:effectRef>
          <a:fontRef idx="minor">
            <a:schemeClr val="lt1"/>
          </a:fontRef>
        </p:style>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indent="0" algn="just">
              <a:spcAft>
                <a:spcPts val="1565"/>
              </a:spcAft>
              <a:buClr>
                <a:schemeClr val="accent5"/>
              </a:buClr>
              <a:buSzPct val="120000"/>
            </a:pP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Sunt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utilizate</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pentru</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procese</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complexe</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în</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FFFFCC"/>
                </a:solidFill>
                <a:latin typeface="Calibri" panose="020F0502020204030204" pitchFamily="34" charset="0"/>
                <a:ea typeface="SimSun" panose="02010600030101010101" pitchFamily="2" charset="-122"/>
                <a:cs typeface="Calibri" panose="020F0502020204030204" pitchFamily="34" charset="0"/>
              </a:rPr>
              <a:t>programare</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în</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FFFFCC"/>
                </a:solidFill>
                <a:latin typeface="Calibri" panose="020F0502020204030204" pitchFamily="34" charset="0"/>
                <a:ea typeface="SimSun" panose="02010600030101010101" pitchFamily="2" charset="-122"/>
                <a:cs typeface="Calibri" panose="020F0502020204030204" pitchFamily="34" charset="0"/>
              </a:rPr>
              <a:t>testarea</a:t>
            </a:r>
            <a:r>
              <a:rPr lang="en-US" sz="1800" kern="0" spc="10" dirty="0">
                <a:solidFill>
                  <a:srgbClr val="FFFFCC"/>
                </a:solidFill>
                <a:latin typeface="Calibri" panose="020F0502020204030204" pitchFamily="34" charset="0"/>
                <a:ea typeface="SimSun" panose="02010600030101010101" pitchFamily="2" charset="-122"/>
                <a:cs typeface="Calibri" panose="020F0502020204030204" pitchFamily="34" charset="0"/>
              </a:rPr>
              <a:t> de </a:t>
            </a:r>
            <a:r>
              <a:rPr lang="en-US" sz="1800" spc="10" dirty="0">
                <a:solidFill>
                  <a:srgbClr val="FFFFCC"/>
                </a:solidFill>
                <a:latin typeface="Calibri" panose="020F0502020204030204" pitchFamily="34" charset="0"/>
                <a:ea typeface="SimSun" panose="02010600030101010101" pitchFamily="2" charset="-122"/>
                <a:cs typeface="Calibri" panose="020F0502020204030204" pitchFamily="34" charset="0"/>
              </a:rPr>
              <a:t>software</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dar</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sunt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în</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mod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frecvent</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percepute</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ca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metode</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pentru</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FFFFCC"/>
                </a:solidFill>
                <a:latin typeface="Calibri" panose="020F0502020204030204" pitchFamily="34" charset="0"/>
                <a:ea typeface="SimSun" panose="02010600030101010101" pitchFamily="2" charset="-122"/>
                <a:cs typeface="Calibri" panose="020F0502020204030204" pitchFamily="34" charset="0"/>
              </a:rPr>
              <a:t>specificarea</a:t>
            </a:r>
            <a:r>
              <a:rPr lang="en-US" sz="1800" kern="0" spc="10" dirty="0">
                <a:solidFill>
                  <a:srgbClr val="FFFFCC"/>
                </a:solidFill>
                <a:latin typeface="Calibri" panose="020F0502020204030204" pitchFamily="34" charset="0"/>
                <a:ea typeface="SimSun" panose="02010600030101010101" pitchFamily="2" charset="-122"/>
                <a:cs typeface="Calibri" panose="020F0502020204030204" pitchFamily="34" charset="0"/>
              </a:rPr>
              <a:t> de </a:t>
            </a:r>
            <a:r>
              <a:rPr lang="en-US" sz="1800" kern="0" spc="10" dirty="0" err="1">
                <a:solidFill>
                  <a:srgbClr val="FFFFCC"/>
                </a:solidFill>
                <a:latin typeface="Calibri" panose="020F0502020204030204" pitchFamily="34" charset="0"/>
                <a:ea typeface="SimSun" panose="02010600030101010101" pitchFamily="2" charset="-122"/>
                <a:cs typeface="Calibri" panose="020F0502020204030204" pitchFamily="34" charset="0"/>
              </a:rPr>
              <a:t>politici</a:t>
            </a:r>
            <a:r>
              <a:rPr lang="en-US" sz="1800" kern="0" spc="10" dirty="0">
                <a:solidFill>
                  <a:srgbClr val="FFFFCC"/>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FFFFCC"/>
                </a:solidFill>
                <a:latin typeface="Calibri" panose="020F0502020204030204" pitchFamily="34" charset="0"/>
                <a:ea typeface="SimSun" panose="02010600030101010101" pitchFamily="2" charset="-122"/>
                <a:cs typeface="Calibri" panose="020F0502020204030204" pitchFamily="34" charset="0"/>
              </a:rPr>
              <a:t>și</a:t>
            </a:r>
            <a:r>
              <a:rPr lang="en-US" sz="1800" kern="0" spc="10" dirty="0">
                <a:solidFill>
                  <a:srgbClr val="FFFFCC"/>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FFFFCC"/>
                </a:solidFill>
                <a:latin typeface="Calibri" panose="020F0502020204030204" pitchFamily="34" charset="0"/>
                <a:ea typeface="SimSun" panose="02010600030101010101" pitchFamily="2" charset="-122"/>
                <a:cs typeface="Calibri" panose="020F0502020204030204" pitchFamily="34" charset="0"/>
              </a:rPr>
              <a:t>seturi</a:t>
            </a:r>
            <a:r>
              <a:rPr lang="en-US" sz="1800" kern="0" spc="10" dirty="0">
                <a:solidFill>
                  <a:srgbClr val="FFFFCC"/>
                </a:solidFill>
                <a:latin typeface="Calibri" panose="020F0502020204030204" pitchFamily="34" charset="0"/>
                <a:ea typeface="SimSun" panose="02010600030101010101" pitchFamily="2" charset="-122"/>
                <a:cs typeface="Calibri" panose="020F0502020204030204" pitchFamily="34" charset="0"/>
              </a:rPr>
              <a:t> de reguli</a:t>
            </a:r>
            <a:r>
              <a:rPr lang="en-US" sz="1800" kern="0" spc="10" dirty="0">
                <a:solidFill>
                  <a:srgbClr val="C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pe care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oamenii</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trebuie</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să</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le </a:t>
            </a:r>
            <a:r>
              <a:rPr lang="en-US" sz="1800" kern="0" spc="10" dirty="0" err="1">
                <a:solidFill>
                  <a:srgbClr val="000000"/>
                </a:solidFill>
                <a:latin typeface="Calibri" panose="020F0502020204030204" pitchFamily="34" charset="0"/>
                <a:ea typeface="SimSun" panose="02010600030101010101" pitchFamily="2" charset="-122"/>
                <a:cs typeface="Calibri" panose="020F0502020204030204" pitchFamily="34" charset="0"/>
              </a:rPr>
              <a:t>respecte</a:t>
            </a:r>
            <a:r>
              <a:rPr lang="en-US" sz="1800" kern="0" spc="10" dirty="0">
                <a:solidFill>
                  <a:srgbClr val="000000"/>
                </a:solidFill>
                <a:latin typeface="Calibri" panose="020F0502020204030204" pitchFamily="34" charset="0"/>
                <a:ea typeface="SimSun" panose="02010600030101010101" pitchFamily="2" charset="-122"/>
                <a:cs typeface="Calibri" panose="020F0502020204030204" pitchFamily="34" charset="0"/>
              </a:rPr>
              <a:t>. </a:t>
            </a:r>
            <a:endParaRPr lang="en-US" sz="1800" kern="0"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spcAft>
                <a:spcPts val="1565"/>
              </a:spcAft>
              <a:buClr>
                <a:schemeClr val="accent5"/>
              </a:buClr>
              <a:buSzPct val="120000"/>
              <a:buFont typeface="Wingdings" panose="05000000000000000000" pitchFamily="2" charset="2"/>
              <a:buChar char="§"/>
            </a:pPr>
            <a:endParaRPr lang="en-US" sz="1800" kern="0" dirty="0">
              <a:latin typeface="Calibri" panose="020F0502020204030204" pitchFamily="34" charset="0"/>
              <a:ea typeface="Calibri" panose="020F0502020204030204" pitchFamily="34" charset="0"/>
              <a:cs typeface="Times New Roman" panose="02020603050405020304" pitchFamily="18" charset="0"/>
            </a:endParaRPr>
          </a:p>
          <a:p>
            <a:pPr marL="38100" indent="-342900" algn="just">
              <a:spcAft>
                <a:spcPts val="1565"/>
              </a:spcAft>
              <a:buClr>
                <a:schemeClr val="accent5"/>
              </a:buClr>
              <a:buSzPct val="120000"/>
              <a:buFont typeface="Wingdings" panose="05000000000000000000" pitchFamily="2" charset="2"/>
              <a:buChar char="ü"/>
            </a:pPr>
            <a:endParaRPr lang="en-US" sz="2400" kern="0" dirty="0">
              <a:solidFill>
                <a:srgbClr val="000000"/>
              </a:solidFill>
              <a:latin typeface="Calibri" panose="020F0502020204030204" pitchFamily="34" charset="0"/>
              <a:ea typeface="Calibri" panose="020F0502020204030204" pitchFamily="34" charset="0"/>
            </a:endParaRPr>
          </a:p>
          <a:p>
            <a:pPr marL="342900" indent="-342900" algn="just">
              <a:buClr>
                <a:schemeClr val="accent5"/>
              </a:buClr>
              <a:buSzPct val="120000"/>
              <a:buFont typeface="Wingdings" panose="05000000000000000000" pitchFamily="2" charset="2"/>
              <a:buChar char="ü"/>
            </a:pPr>
            <a:endParaRPr lang="en-US" sz="2400" kern="0" dirty="0"/>
          </a:p>
        </p:txBody>
      </p:sp>
    </p:spTree>
    <p:extLst>
      <p:ext uri="{BB962C8B-B14F-4D97-AF65-F5344CB8AC3E}">
        <p14:creationId xmlns:p14="http://schemas.microsoft.com/office/powerpoint/2010/main" val="1056206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46044" y="564694"/>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sz="3000" kern="0" dirty="0"/>
              <a:t>Studiu de caz - tabele de decizie</a:t>
            </a:r>
          </a:p>
        </p:txBody>
      </p:sp>
      <p:sp>
        <p:nvSpPr>
          <p:cNvPr id="9" name="TextBox 8">
            <a:extLst>
              <a:ext uri="{FF2B5EF4-FFF2-40B4-BE49-F238E27FC236}">
                <a16:creationId xmlns:a16="http://schemas.microsoft.com/office/drawing/2014/main" id="{289F126D-5028-4AB2-85CA-DABEE45DD985}"/>
              </a:ext>
            </a:extLst>
          </p:cNvPr>
          <p:cNvSpPr txBox="1"/>
          <p:nvPr/>
        </p:nvSpPr>
        <p:spPr>
          <a:xfrm>
            <a:off x="1046044" y="1651702"/>
            <a:ext cx="10412400" cy="3956404"/>
          </a:xfrm>
          <a:prstGeom prst="rect">
            <a:avLst/>
          </a:prstGeom>
          <a:noFill/>
        </p:spPr>
        <p:txBody>
          <a:bodyPr wrap="square">
            <a:spAutoFit/>
          </a:bodyPr>
          <a:lstStyle/>
          <a:p>
            <a:pPr marL="0" marR="0" algn="just" fontAlgn="ctr">
              <a:lnSpc>
                <a:spcPct val="114000"/>
              </a:lnSpc>
              <a:spcBef>
                <a:spcPts val="600"/>
              </a:spcBef>
              <a:spcAft>
                <a:spcPts val="0"/>
              </a:spcAft>
            </a:pPr>
            <a:r>
              <a:rPr lang="ro-RO" sz="2000" spc="10" dirty="0">
                <a:solidFill>
                  <a:srgbClr val="000000"/>
                </a:solidFill>
                <a:latin typeface="Calibri" panose="020F0502020204030204" pitchFamily="34" charset="0"/>
                <a:ea typeface="SimSun" panose="02010600030101010101" pitchFamily="2" charset="-122"/>
                <a:cs typeface="Calibri" panose="020F0502020204030204" pitchFamily="34" charset="0"/>
              </a:rPr>
              <a:t>C</a:t>
            </a: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ompania ABCTV are o serie de reguli ce prezintă politica salarială a diferitelor tipuri de angajați.</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14000"/>
              </a:lnSpc>
              <a:spcBef>
                <a:spcPts val="600"/>
              </a:spcBef>
              <a:spcAft>
                <a:spcPts val="0"/>
              </a:spcAft>
            </a:pPr>
            <a:r>
              <a:rPr lang="ro-RO" sz="2000" b="1"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Regula 1: </a:t>
            </a: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Dacă un angajat este salariat cu normă întreagă, indiferent câte ore a lucrat, întotdeauna va fi plătit cu salariul de bază.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14000"/>
              </a:lnSpc>
              <a:spcBef>
                <a:spcPts val="600"/>
              </a:spcBef>
              <a:spcAft>
                <a:spcPts val="0"/>
              </a:spcAft>
            </a:pPr>
            <a:r>
              <a:rPr lang="ro-RO" sz="2000" b="1"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Regula 2: </a:t>
            </a: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Dacă un angajat are contract de colaborare și lucrează mai puțin de 40 de ore, atunci va fi plătit cu salariul orar și se va realiza un raport de absență pentru acest angajat.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14000"/>
              </a:lnSpc>
              <a:spcBef>
                <a:spcPts val="600"/>
              </a:spcBef>
              <a:spcAft>
                <a:spcPts val="0"/>
              </a:spcAft>
            </a:pPr>
            <a:r>
              <a:rPr lang="ro-RO" sz="2000" b="1"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Regula 3: </a:t>
            </a: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Dacă un angajat are contract de colaborare și lucrează exact de 40 de ore, atunci va fi plătit cu salariul orar.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14000"/>
              </a:lnSpc>
              <a:spcBef>
                <a:spcPts val="600"/>
              </a:spcBef>
              <a:spcAft>
                <a:spcPts val="0"/>
              </a:spcAft>
            </a:pPr>
            <a:r>
              <a:rPr lang="ro-RO" sz="2000" b="1"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Regula 4: </a:t>
            </a: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Dacă un angajat are contract de colaborare și lucrează mai mult de 40 de ore, atunci va fi plătit cu salariul orar și i se vor plăti și orele suplimentare.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14000"/>
              </a:lnSpc>
              <a:spcBef>
                <a:spcPts val="600"/>
              </a:spcBef>
              <a:spcAft>
                <a:spcPts val="0"/>
              </a:spcAft>
              <a:buFont typeface="Calibri" panose="020F0502020204030204" pitchFamily="34" charset="0"/>
              <a:buChar char="-"/>
            </a:pPr>
            <a:endParaRPr lang="en-US" sz="2000" dirty="0">
              <a:effectLst/>
              <a:latin typeface="+mj-lt"/>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5991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46044" y="564694"/>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sz="3000" kern="0" dirty="0"/>
              <a:t>Tabele de decizie la nivel conceptual - 1</a:t>
            </a:r>
          </a:p>
        </p:txBody>
      </p:sp>
      <p:sp>
        <p:nvSpPr>
          <p:cNvPr id="9" name="TextBox 8">
            <a:extLst>
              <a:ext uri="{FF2B5EF4-FFF2-40B4-BE49-F238E27FC236}">
                <a16:creationId xmlns:a16="http://schemas.microsoft.com/office/drawing/2014/main" id="{289F126D-5028-4AB2-85CA-DABEE45DD985}"/>
              </a:ext>
            </a:extLst>
          </p:cNvPr>
          <p:cNvSpPr txBox="1"/>
          <p:nvPr/>
        </p:nvSpPr>
        <p:spPr>
          <a:xfrm>
            <a:off x="1046044" y="1651702"/>
            <a:ext cx="10412400" cy="1490891"/>
          </a:xfrm>
          <a:prstGeom prst="rect">
            <a:avLst/>
          </a:prstGeom>
          <a:ln/>
          <a:effectLst/>
        </p:spPr>
        <p:style>
          <a:lnRef idx="2">
            <a:schemeClr val="accent5">
              <a:shade val="50000"/>
            </a:schemeClr>
          </a:lnRef>
          <a:fillRef idx="1">
            <a:schemeClr val="accent5"/>
          </a:fillRef>
          <a:effectRef idx="0">
            <a:schemeClr val="accent5"/>
          </a:effectRef>
          <a:fontRef idx="minor">
            <a:schemeClr val="lt1"/>
          </a:fontRef>
        </p:style>
        <p:txBody>
          <a:bodyPr spcFirstLastPara="1" wrap="square" lIns="121900" tIns="121900" rIns="121900" bIns="121900" anchor="t" anchorCtr="0">
            <a:noAutofit/>
          </a:bodyPr>
          <a:lstStyle>
            <a:defPPr marR="0" lvl="0" algn="l" rtl="0">
              <a:lnSpc>
                <a:spcPct val="100000"/>
              </a:lnSpc>
              <a:spcBef>
                <a:spcPts val="0"/>
              </a:spcBef>
              <a:spcAft>
                <a:spcPts val="0"/>
              </a:spcAft>
              <a:defRPr lang="en-US"/>
            </a:defPPr>
            <a:lvl1pPr marR="0" lvl="0" indent="0" algn="just">
              <a:lnSpc>
                <a:spcPct val="100000"/>
              </a:lnSpc>
              <a:spcBef>
                <a:spcPts val="0"/>
              </a:spcBef>
              <a:spcAft>
                <a:spcPts val="1565"/>
              </a:spcAft>
              <a:buClr>
                <a:schemeClr val="accent5"/>
              </a:buClr>
              <a:buSzPct val="120000"/>
              <a:buFont typeface="Muli"/>
              <a:buNone/>
              <a:defRPr b="0" i="0" u="none" strike="noStrike" cap="none" spc="10">
                <a:solidFill>
                  <a:srgbClr val="000000"/>
                </a:solidFill>
                <a:latin typeface="Calibri" panose="020F0502020204030204" pitchFamily="34" charset="0"/>
                <a:ea typeface="SimSun" panose="02010600030101010101" pitchFamily="2" charset="-122"/>
                <a:cs typeface="Calibri" panose="020F0502020204030204" pitchFamily="34" charset="0"/>
              </a:defRPr>
            </a:lvl1pPr>
            <a:lvl2pPr marL="914400" marR="0" lvl="1"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2pPr>
            <a:lvl3pPr marL="1371600" marR="0" lvl="2"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3pPr>
            <a:lvl4pPr marL="1828800" marR="0" lvl="3"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4pPr>
            <a:lvl5pPr marL="2286000" marR="0" lvl="4"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5pPr>
            <a:lvl6pPr marL="2743200" marR="0" lvl="5"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6pPr>
            <a:lvl7pPr marL="3200400" marR="0" lvl="6"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7pPr>
            <a:lvl8pPr marL="3657600" marR="0" lvl="7"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8pPr>
            <a:lvl9pPr marL="4114800" marR="0" lvl="8" indent="-304800" algn="ctr">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defRPr>
            </a:lvl9pPr>
          </a:lstStyle>
          <a:p>
            <a:r>
              <a:rPr lang="ro-RO" dirty="0"/>
              <a:t>Tabela de decizie are două dimensiuni:</a:t>
            </a:r>
          </a:p>
          <a:p>
            <a:pPr marL="285750" indent="-285750">
              <a:buClr>
                <a:srgbClr val="FFFFCC"/>
              </a:buClr>
              <a:buFont typeface="Wingdings" panose="05000000000000000000" pitchFamily="2" charset="2"/>
              <a:buChar char="ü"/>
            </a:pPr>
            <a:r>
              <a:rPr lang="ro-RO" dirty="0"/>
              <a:t>o dimensiune este formată din </a:t>
            </a:r>
            <a:r>
              <a:rPr lang="ro-RO" dirty="0">
                <a:solidFill>
                  <a:srgbClr val="FFFFCC"/>
                </a:solidFill>
              </a:rPr>
              <a:t>mulțimea de condițiilor </a:t>
            </a:r>
            <a:r>
              <a:rPr lang="ro-RO" dirty="0"/>
              <a:t>și </a:t>
            </a:r>
            <a:r>
              <a:rPr lang="ro-RO" dirty="0">
                <a:solidFill>
                  <a:srgbClr val="FFFFCC"/>
                </a:solidFill>
              </a:rPr>
              <a:t>mulțimea acțiunilor posibile</a:t>
            </a:r>
            <a:endParaRPr lang="ro-RO" dirty="0"/>
          </a:p>
          <a:p>
            <a:pPr marL="285750" indent="-285750">
              <a:buClr>
                <a:srgbClr val="FFFFCC"/>
              </a:buClr>
              <a:buFont typeface="Wingdings" panose="05000000000000000000" pitchFamily="2" charset="2"/>
              <a:buChar char="ü"/>
            </a:pPr>
            <a:r>
              <a:rPr lang="ro-RO" dirty="0"/>
              <a:t>o altă dimensiune reprezintă </a:t>
            </a:r>
            <a:r>
              <a:rPr lang="ro-RO" dirty="0">
                <a:solidFill>
                  <a:srgbClr val="FFFFCC"/>
                </a:solidFill>
              </a:rPr>
              <a:t>combinațiile dintre condiții și acțiuni</a:t>
            </a:r>
            <a:r>
              <a:rPr lang="ro-RO" dirty="0"/>
              <a:t>, care duc la formarea de </a:t>
            </a:r>
            <a:r>
              <a:rPr lang="ro-RO" dirty="0">
                <a:solidFill>
                  <a:srgbClr val="FFFFCC"/>
                </a:solidFill>
              </a:rPr>
              <a:t>reguli</a:t>
            </a:r>
            <a:r>
              <a:rPr lang="ro-RO" dirty="0"/>
              <a:t> </a:t>
            </a:r>
          </a:p>
          <a:p>
            <a:pPr lvl="1"/>
            <a:endParaRPr lang="en-US" dirty="0"/>
          </a:p>
        </p:txBody>
      </p:sp>
      <p:graphicFrame>
        <p:nvGraphicFramePr>
          <p:cNvPr id="3" name="Table 2">
            <a:extLst>
              <a:ext uri="{FF2B5EF4-FFF2-40B4-BE49-F238E27FC236}">
                <a16:creationId xmlns:a16="http://schemas.microsoft.com/office/drawing/2014/main" id="{50B18766-22D6-4D8D-A932-C911DDF4470B}"/>
              </a:ext>
            </a:extLst>
          </p:cNvPr>
          <p:cNvGraphicFramePr>
            <a:graphicFrameLocks noGrp="1"/>
          </p:cNvGraphicFramePr>
          <p:nvPr>
            <p:extLst>
              <p:ext uri="{D42A27DB-BD31-4B8C-83A1-F6EECF244321}">
                <p14:modId xmlns:p14="http://schemas.microsoft.com/office/powerpoint/2010/main" val="1689954252"/>
              </p:ext>
            </p:extLst>
          </p:nvPr>
        </p:nvGraphicFramePr>
        <p:xfrm>
          <a:off x="3013813" y="3715408"/>
          <a:ext cx="5951510" cy="2593665"/>
        </p:xfrm>
        <a:graphic>
          <a:graphicData uri="http://schemas.openxmlformats.org/drawingml/2006/table">
            <a:tbl>
              <a:tblPr firstRow="1" firstCol="1" bandRow="1">
                <a:tableStyleId>{5C22544A-7EE6-4342-B048-85BDC9FD1C3A}</a:tableStyleId>
              </a:tblPr>
              <a:tblGrid>
                <a:gridCol w="908074">
                  <a:extLst>
                    <a:ext uri="{9D8B030D-6E8A-4147-A177-3AD203B41FA5}">
                      <a16:colId xmlns:a16="http://schemas.microsoft.com/office/drawing/2014/main" val="275320846"/>
                    </a:ext>
                  </a:extLst>
                </a:gridCol>
                <a:gridCol w="1240530">
                  <a:extLst>
                    <a:ext uri="{9D8B030D-6E8A-4147-A177-3AD203B41FA5}">
                      <a16:colId xmlns:a16="http://schemas.microsoft.com/office/drawing/2014/main" val="365120538"/>
                    </a:ext>
                  </a:extLst>
                </a:gridCol>
                <a:gridCol w="950328">
                  <a:extLst>
                    <a:ext uri="{9D8B030D-6E8A-4147-A177-3AD203B41FA5}">
                      <a16:colId xmlns:a16="http://schemas.microsoft.com/office/drawing/2014/main" val="2177284687"/>
                    </a:ext>
                  </a:extLst>
                </a:gridCol>
                <a:gridCol w="951125">
                  <a:extLst>
                    <a:ext uri="{9D8B030D-6E8A-4147-A177-3AD203B41FA5}">
                      <a16:colId xmlns:a16="http://schemas.microsoft.com/office/drawing/2014/main" val="633468997"/>
                    </a:ext>
                  </a:extLst>
                </a:gridCol>
                <a:gridCol w="950328">
                  <a:extLst>
                    <a:ext uri="{9D8B030D-6E8A-4147-A177-3AD203B41FA5}">
                      <a16:colId xmlns:a16="http://schemas.microsoft.com/office/drawing/2014/main" val="1202867834"/>
                    </a:ext>
                  </a:extLst>
                </a:gridCol>
                <a:gridCol w="951125">
                  <a:extLst>
                    <a:ext uri="{9D8B030D-6E8A-4147-A177-3AD203B41FA5}">
                      <a16:colId xmlns:a16="http://schemas.microsoft.com/office/drawing/2014/main" val="479441615"/>
                    </a:ext>
                  </a:extLst>
                </a:gridCol>
              </a:tblGrid>
              <a:tr h="288185">
                <a:tc>
                  <a:txBody>
                    <a:bodyPr/>
                    <a:lstStyle/>
                    <a:p>
                      <a:pPr marL="0" marR="0" algn="just" fontAlgn="ctr">
                        <a:lnSpc>
                          <a:spcPct val="107000"/>
                        </a:lnSpc>
                        <a:spcBef>
                          <a:spcPts val="0"/>
                        </a:spcBef>
                        <a:spcAft>
                          <a:spcPts val="0"/>
                        </a:spcAft>
                      </a:pPr>
                      <a:r>
                        <a:rPr lang="ro-RO" sz="1100" b="1" spc="10">
                          <a:effectLst/>
                        </a:rPr>
                        <a:t> </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1" spc="10">
                          <a:effectLst/>
                        </a:rPr>
                        <a:t> </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1" spc="10">
                          <a:effectLst/>
                        </a:rPr>
                        <a:t>Regula 1</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1" spc="10" dirty="0">
                          <a:effectLst/>
                        </a:rPr>
                        <a:t>Regula 2</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1" spc="10" dirty="0">
                          <a:effectLst/>
                        </a:rPr>
                        <a:t>Regula 3</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1" spc="10" dirty="0">
                          <a:effectLst/>
                        </a:rPr>
                        <a:t>Regula 4</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92966797"/>
                  </a:ext>
                </a:extLst>
              </a:tr>
              <a:tr h="288185">
                <a:tc>
                  <a:txBody>
                    <a:bodyPr/>
                    <a:lstStyle/>
                    <a:p>
                      <a:pPr marL="0" marR="0" algn="just" fontAlgn="ctr">
                        <a:lnSpc>
                          <a:spcPct val="107000"/>
                        </a:lnSpc>
                        <a:spcBef>
                          <a:spcPts val="0"/>
                        </a:spcBef>
                        <a:spcAft>
                          <a:spcPts val="0"/>
                        </a:spcAft>
                      </a:pPr>
                      <a:r>
                        <a:rPr lang="ro-RO" sz="1100" b="1" spc="10">
                          <a:effectLst/>
                        </a:rPr>
                        <a:t>DACĂ</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0" spc="10" dirty="0">
                          <a:effectLst/>
                        </a:rPr>
                        <a:t>Condiție 1</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Y</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Y</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N</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N</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38234403"/>
                  </a:ext>
                </a:extLst>
              </a:tr>
              <a:tr h="288185">
                <a:tc>
                  <a:txBody>
                    <a:bodyPr/>
                    <a:lstStyle/>
                    <a:p>
                      <a:pPr marL="0" marR="0" algn="just" fontAlgn="ctr">
                        <a:lnSpc>
                          <a:spcPct val="107000"/>
                        </a:lnSpc>
                        <a:spcBef>
                          <a:spcPts val="0"/>
                        </a:spcBef>
                        <a:spcAft>
                          <a:spcPts val="0"/>
                        </a:spcAft>
                      </a:pPr>
                      <a:r>
                        <a:rPr lang="ro-RO" sz="1100" b="1" spc="10">
                          <a:effectLst/>
                        </a:rPr>
                        <a:t>ȘI</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0" spc="10">
                          <a:effectLst/>
                        </a:rPr>
                        <a:t>Condiție 2</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Y</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N</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Y</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Y</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6386463"/>
                  </a:ext>
                </a:extLst>
              </a:tr>
              <a:tr h="288185">
                <a:tc>
                  <a:txBody>
                    <a:bodyPr/>
                    <a:lstStyle/>
                    <a:p>
                      <a:pPr marL="0" marR="0" algn="just" fontAlgn="ctr">
                        <a:lnSpc>
                          <a:spcPct val="107000"/>
                        </a:lnSpc>
                        <a:spcBef>
                          <a:spcPts val="0"/>
                        </a:spcBef>
                        <a:spcAft>
                          <a:spcPts val="0"/>
                        </a:spcAft>
                      </a:pPr>
                      <a:r>
                        <a:rPr lang="ro-RO" sz="1100" b="1" spc="10">
                          <a:effectLst/>
                        </a:rPr>
                        <a:t>ȘI</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0" spc="10">
                          <a:effectLst/>
                        </a:rPr>
                        <a:t>Condiție 3</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N</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Y</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7817268"/>
                  </a:ext>
                </a:extLst>
              </a:tr>
              <a:tr h="288185">
                <a:tc>
                  <a:txBody>
                    <a:bodyPr/>
                    <a:lstStyle/>
                    <a:p>
                      <a:pPr marL="0" marR="0" algn="just" fontAlgn="ctr">
                        <a:lnSpc>
                          <a:spcPct val="107000"/>
                        </a:lnSpc>
                        <a:spcBef>
                          <a:spcPts val="0"/>
                        </a:spcBef>
                        <a:spcAft>
                          <a:spcPts val="0"/>
                        </a:spcAft>
                      </a:pPr>
                      <a:r>
                        <a:rPr lang="ro-RO" sz="1100" b="1" spc="10">
                          <a:effectLst/>
                        </a:rPr>
                        <a:t>ȘI</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0" spc="10">
                          <a:effectLst/>
                        </a:rPr>
                        <a:t>Condiție 4</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Y</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N</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04677447"/>
                  </a:ext>
                </a:extLst>
              </a:tr>
              <a:tr h="288185">
                <a:tc>
                  <a:txBody>
                    <a:bodyPr/>
                    <a:lstStyle/>
                    <a:p>
                      <a:pPr marL="0" marR="0" algn="just" fontAlgn="ctr">
                        <a:lnSpc>
                          <a:spcPct val="107000"/>
                        </a:lnSpc>
                        <a:spcBef>
                          <a:spcPts val="0"/>
                        </a:spcBef>
                        <a:spcAft>
                          <a:spcPts val="0"/>
                        </a:spcAft>
                      </a:pPr>
                      <a:r>
                        <a:rPr lang="ro-RO" sz="1100" b="1" spc="10">
                          <a:effectLst/>
                        </a:rPr>
                        <a:t>ATUNCI</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0" spc="10">
                          <a:effectLst/>
                        </a:rPr>
                        <a:t> </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 </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 </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 </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 </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4887295"/>
                  </a:ext>
                </a:extLst>
              </a:tr>
              <a:tr h="288185">
                <a:tc>
                  <a:txBody>
                    <a:bodyPr/>
                    <a:lstStyle/>
                    <a:p>
                      <a:pPr marL="0" marR="0" algn="just" fontAlgn="ctr">
                        <a:lnSpc>
                          <a:spcPct val="107000"/>
                        </a:lnSpc>
                        <a:spcBef>
                          <a:spcPts val="0"/>
                        </a:spcBef>
                        <a:spcAft>
                          <a:spcPts val="0"/>
                        </a:spcAft>
                      </a:pPr>
                      <a:r>
                        <a:rPr lang="ro-RO" sz="1100" b="1" spc="10">
                          <a:effectLst/>
                        </a:rPr>
                        <a:t>ȘI</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0" spc="10">
                          <a:effectLst/>
                        </a:rPr>
                        <a:t>Acțiune 1</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X</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 </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X</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 </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74226451"/>
                  </a:ext>
                </a:extLst>
              </a:tr>
              <a:tr h="288185">
                <a:tc>
                  <a:txBody>
                    <a:bodyPr/>
                    <a:lstStyle/>
                    <a:p>
                      <a:pPr marL="0" marR="0" algn="just" fontAlgn="ctr">
                        <a:lnSpc>
                          <a:spcPct val="107000"/>
                        </a:lnSpc>
                        <a:spcBef>
                          <a:spcPts val="0"/>
                        </a:spcBef>
                        <a:spcAft>
                          <a:spcPts val="0"/>
                        </a:spcAft>
                      </a:pPr>
                      <a:r>
                        <a:rPr lang="ro-RO" sz="1100" b="1" spc="10">
                          <a:effectLst/>
                        </a:rPr>
                        <a:t>ȘI</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0" spc="10">
                          <a:effectLst/>
                        </a:rPr>
                        <a:t>Acțiune 2</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X</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X</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 </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X</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01682359"/>
                  </a:ext>
                </a:extLst>
              </a:tr>
              <a:tr h="288185">
                <a:tc>
                  <a:txBody>
                    <a:bodyPr/>
                    <a:lstStyle/>
                    <a:p>
                      <a:pPr marL="0" marR="0" algn="just" fontAlgn="ctr">
                        <a:lnSpc>
                          <a:spcPct val="107000"/>
                        </a:lnSpc>
                        <a:spcBef>
                          <a:spcPts val="0"/>
                        </a:spcBef>
                        <a:spcAft>
                          <a:spcPts val="0"/>
                        </a:spcAft>
                      </a:pPr>
                      <a:r>
                        <a:rPr lang="ro-RO" sz="1100" b="1" spc="10">
                          <a:effectLst/>
                        </a:rPr>
                        <a:t>ȘI</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fontAlgn="ctr">
                        <a:lnSpc>
                          <a:spcPct val="107000"/>
                        </a:lnSpc>
                        <a:spcBef>
                          <a:spcPts val="0"/>
                        </a:spcBef>
                        <a:spcAft>
                          <a:spcPts val="0"/>
                        </a:spcAft>
                      </a:pPr>
                      <a:r>
                        <a:rPr lang="ro-RO" sz="1100" b="0" spc="10">
                          <a:effectLst/>
                        </a:rPr>
                        <a:t>Acțiune 3</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 </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 </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a:effectLst/>
                        </a:rPr>
                        <a:t>X</a:t>
                      </a:r>
                      <a:endParaRPr lang="en-US"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fontAlgn="ctr">
                        <a:lnSpc>
                          <a:spcPct val="107000"/>
                        </a:lnSpc>
                        <a:spcBef>
                          <a:spcPts val="0"/>
                        </a:spcBef>
                        <a:spcAft>
                          <a:spcPts val="0"/>
                        </a:spcAft>
                      </a:pPr>
                      <a:r>
                        <a:rPr lang="ro-RO" sz="1100" b="0" spc="10" dirty="0">
                          <a:effectLst/>
                        </a:rPr>
                        <a:t> </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63559990"/>
                  </a:ext>
                </a:extLst>
              </a:tr>
            </a:tbl>
          </a:graphicData>
        </a:graphic>
      </p:graphicFrame>
    </p:spTree>
    <p:extLst>
      <p:ext uri="{BB962C8B-B14F-4D97-AF65-F5344CB8AC3E}">
        <p14:creationId xmlns:p14="http://schemas.microsoft.com/office/powerpoint/2010/main" val="3532905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513" y="186322"/>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sz="3000" kern="0" dirty="0"/>
              <a:t>Tabele de decizie la nivel conceptual - </a:t>
            </a:r>
            <a:r>
              <a:rPr lang="en-US" sz="3000" kern="0" dirty="0"/>
              <a:t>2</a:t>
            </a:r>
            <a:endParaRPr lang="ro-RO" sz="3000" kern="0" dirty="0"/>
          </a:p>
        </p:txBody>
      </p:sp>
      <p:sp>
        <p:nvSpPr>
          <p:cNvPr id="5" name="TextBox 4">
            <a:extLst>
              <a:ext uri="{FF2B5EF4-FFF2-40B4-BE49-F238E27FC236}">
                <a16:creationId xmlns:a16="http://schemas.microsoft.com/office/drawing/2014/main" id="{89A0F1F1-DEC5-46E6-82BF-9E3148059B37}"/>
              </a:ext>
            </a:extLst>
          </p:cNvPr>
          <p:cNvSpPr txBox="1"/>
          <p:nvPr/>
        </p:nvSpPr>
        <p:spPr>
          <a:xfrm>
            <a:off x="1546369" y="734849"/>
            <a:ext cx="9771924" cy="6123151"/>
          </a:xfrm>
          <a:prstGeom prst="rect">
            <a:avLst/>
          </a:prstGeom>
          <a:noFill/>
        </p:spPr>
        <p:txBody>
          <a:bodyPr wrap="square">
            <a:spAutoFit/>
          </a:bodyPr>
          <a:lstStyle/>
          <a:p>
            <a:pPr marL="0" marR="0" algn="just" fontAlgn="ctr">
              <a:lnSpc>
                <a:spcPct val="107000"/>
              </a:lnSpc>
              <a:spcBef>
                <a:spcPts val="600"/>
              </a:spcBef>
              <a:spcAft>
                <a:spcPts val="0"/>
              </a:spcAft>
            </a:pPr>
            <a:r>
              <a:rPr lang="ro-RO" sz="2000" b="1"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Pasul 1: Identificarea condițiilor politicii salariale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Se pot identifica două condiții: tipul de angajat și numărul de ore lucrate.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b="1"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Pasul 2 – Identificarea alternativelor condițiilor</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Alternativele condițiilor reprezintă mulțimea de valori posibile pentru fiecare condiție.  De asemenea, sunt combinate în toate variantele posibile. Condiția „tip angajat” are două valori: N (normă întreagă) sau C (contract de colaborare). Condiția „ore lucrate” are 3 valori posibile: orele sunt mai mari de 40, orele sunt egale cu 40 și orele sunt mai mici de 40. O alternativă de notație pentru o condiție o reprezintă simbolul liniuță (-), arătând că valorile pentru această condiție sunt irelevante.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b="1"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Pasul 3 – Identificarea acțiunilor </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Sub condiții, sunt enumerate acțiunile. În acest exemplu, există patru acțiuni posibile: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1. Plătește angajatului salariul de bază</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2. Plătește angajatului salariul pe oră</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3. Plătește angajatului ore suplimentare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4. Realizează un raport de absență</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14000"/>
              </a:lnSpc>
              <a:spcBef>
                <a:spcPts val="600"/>
              </a:spcBef>
              <a:spcAft>
                <a:spcPts val="0"/>
              </a:spcAft>
              <a:buFont typeface="Calibri" panose="020F0502020204030204" pitchFamily="34" charset="0"/>
              <a:buChar char="-"/>
            </a:pPr>
            <a:endParaRPr lang="en-US" sz="2000" dirty="0">
              <a:effectLst/>
              <a:latin typeface="+mj-lt"/>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24675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513" y="186322"/>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sz="3000" kern="0" dirty="0"/>
              <a:t>Tabele de decizie la nivel conceptual - </a:t>
            </a:r>
            <a:r>
              <a:rPr lang="en-US" sz="3000" kern="0" dirty="0"/>
              <a:t>3</a:t>
            </a:r>
            <a:endParaRPr lang="ro-RO" sz="3000" kern="0" dirty="0"/>
          </a:p>
        </p:txBody>
      </p:sp>
      <p:sp>
        <p:nvSpPr>
          <p:cNvPr id="5" name="TextBox 4">
            <a:extLst>
              <a:ext uri="{FF2B5EF4-FFF2-40B4-BE49-F238E27FC236}">
                <a16:creationId xmlns:a16="http://schemas.microsoft.com/office/drawing/2014/main" id="{89A0F1F1-DEC5-46E6-82BF-9E3148059B37}"/>
              </a:ext>
            </a:extLst>
          </p:cNvPr>
          <p:cNvSpPr txBox="1"/>
          <p:nvPr/>
        </p:nvSpPr>
        <p:spPr>
          <a:xfrm>
            <a:off x="1210038" y="871522"/>
            <a:ext cx="9771924" cy="3356240"/>
          </a:xfrm>
          <a:prstGeom prst="rect">
            <a:avLst/>
          </a:prstGeom>
          <a:noFill/>
        </p:spPr>
        <p:txBody>
          <a:bodyPr wrap="square">
            <a:spAutoFit/>
          </a:bodyPr>
          <a:lstStyle/>
          <a:p>
            <a:pPr marL="0" marR="0" algn="just" fontAlgn="ctr">
              <a:lnSpc>
                <a:spcPct val="107000"/>
              </a:lnSpc>
              <a:spcBef>
                <a:spcPts val="600"/>
              </a:spcBef>
              <a:spcAft>
                <a:spcPts val="0"/>
              </a:spcAft>
            </a:pPr>
            <a:r>
              <a:rPr lang="ro-RO" sz="2000" b="1"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Pasul 4 – Stabilirea posibilităților de realizare a acțiunilor</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Lângă lista acțiunilor, se specifică dacă acțiunile pot fi realizate în condițiile respective. Se va indica folosind simbolul X  dacă acțiunile trebuie efectuate, având în vedere un anumit set de valori ale condițiilor. Unele seturi de condiții pot avea asociate mai multe acțiuni, cum este cazul cu Regula 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b="1"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Pasul 5 – Validarea regulilor</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fontAlgn="ctr">
              <a:lnSpc>
                <a:spcPct val="107000"/>
              </a:lnSpc>
              <a:spcBef>
                <a:spcPts val="600"/>
              </a:spcBef>
              <a:spcAft>
                <a:spcPts val="0"/>
              </a:spcAft>
            </a:pP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Regulile sunt coloanele numerotate din tabel. Pentru a citi un tabel, localizați regula aplicabilă găsind coloana care corespunde unui criteriu dat pentru condiții.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just">
              <a:lnSpc>
                <a:spcPct val="114000"/>
              </a:lnSpc>
              <a:spcBef>
                <a:spcPts val="600"/>
              </a:spcBef>
              <a:spcAft>
                <a:spcPts val="0"/>
              </a:spcAft>
              <a:buFont typeface="Calibri" panose="020F0502020204030204" pitchFamily="34" charset="0"/>
              <a:buChar char="-"/>
            </a:pPr>
            <a:endParaRPr lang="en-US" sz="2000" dirty="0">
              <a:effectLst/>
              <a:latin typeface="+mj-lt"/>
              <a:ea typeface="SimSun" panose="02010600030101010101" pitchFamily="2" charset="-122"/>
              <a:cs typeface="Times New Roman" panose="02020603050405020304" pitchFamily="18" charset="0"/>
            </a:endParaRPr>
          </a:p>
        </p:txBody>
      </p:sp>
      <p:pic>
        <p:nvPicPr>
          <p:cNvPr id="2" name="Picture 1">
            <a:extLst>
              <a:ext uri="{FF2B5EF4-FFF2-40B4-BE49-F238E27FC236}">
                <a16:creationId xmlns:a16="http://schemas.microsoft.com/office/drawing/2014/main" id="{ACC1AAE2-615D-4EE7-8B30-9F130CF75AEF}"/>
              </a:ext>
            </a:extLst>
          </p:cNvPr>
          <p:cNvPicPr>
            <a:picLocks noChangeAspect="1"/>
          </p:cNvPicPr>
          <p:nvPr/>
        </p:nvPicPr>
        <p:blipFill>
          <a:blip r:embed="rId3"/>
          <a:stretch>
            <a:fillRect/>
          </a:stretch>
        </p:blipFill>
        <p:spPr>
          <a:xfrm>
            <a:off x="2467229" y="3885226"/>
            <a:ext cx="7990444" cy="2786452"/>
          </a:xfrm>
          <a:prstGeom prst="rect">
            <a:avLst/>
          </a:prstGeom>
          <a:solidFill>
            <a:schemeClr val="bg1"/>
          </a:solidFill>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484932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513" y="186322"/>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sz="3000" kern="0" dirty="0"/>
              <a:t>Studiu de caz - 1 </a:t>
            </a:r>
          </a:p>
        </p:txBody>
      </p:sp>
      <p:sp>
        <p:nvSpPr>
          <p:cNvPr id="5" name="TextBox 4">
            <a:extLst>
              <a:ext uri="{FF2B5EF4-FFF2-40B4-BE49-F238E27FC236}">
                <a16:creationId xmlns:a16="http://schemas.microsoft.com/office/drawing/2014/main" id="{89A0F1F1-DEC5-46E6-82BF-9E3148059B37}"/>
              </a:ext>
            </a:extLst>
          </p:cNvPr>
          <p:cNvSpPr txBox="1"/>
          <p:nvPr/>
        </p:nvSpPr>
        <p:spPr>
          <a:xfrm>
            <a:off x="1094424" y="1008157"/>
            <a:ext cx="9771924" cy="5384744"/>
          </a:xfrm>
          <a:prstGeom prst="rect">
            <a:avLst/>
          </a:prstGeom>
          <a:noFill/>
        </p:spPr>
        <p:txBody>
          <a:bodyPr wrap="square">
            <a:spAutoFit/>
          </a:bodyPr>
          <a:lstStyle/>
          <a:p>
            <a:pPr marL="0" marR="0" algn="just" fontAlgn="ctr">
              <a:lnSpc>
                <a:spcPct val="114000"/>
              </a:lnSpc>
              <a:spcBef>
                <a:spcPts val="600"/>
              </a:spcBef>
              <a:spcAft>
                <a:spcPts val="0"/>
              </a:spcAft>
            </a:pPr>
            <a:r>
              <a:rPr lang="ro-RO" spc="10" dirty="0">
                <a:solidFill>
                  <a:srgbClr val="000000"/>
                </a:solidFill>
                <a:effectLst/>
                <a:latin typeface="+mj-lt"/>
                <a:ea typeface="SimSun" panose="02010600030101010101" pitchFamily="2" charset="-122"/>
                <a:cs typeface="Calibri" panose="020F0502020204030204" pitchFamily="34" charset="0"/>
              </a:rPr>
              <a:t>Vom crea În Visual </a:t>
            </a:r>
            <a:r>
              <a:rPr lang="ro-RO" spc="10" dirty="0" err="1">
                <a:solidFill>
                  <a:srgbClr val="000000"/>
                </a:solidFill>
                <a:effectLst/>
                <a:latin typeface="+mj-lt"/>
                <a:ea typeface="SimSun" panose="02010600030101010101" pitchFamily="2" charset="-122"/>
                <a:cs typeface="Calibri" panose="020F0502020204030204" pitchFamily="34" charset="0"/>
              </a:rPr>
              <a:t>Paradigm</a:t>
            </a:r>
            <a:r>
              <a:rPr lang="ro-RO" spc="10" dirty="0">
                <a:solidFill>
                  <a:srgbClr val="000000"/>
                </a:solidFill>
                <a:effectLst/>
                <a:latin typeface="+mj-lt"/>
                <a:ea typeface="SimSun" panose="02010600030101010101" pitchFamily="2" charset="-122"/>
                <a:cs typeface="Calibri" panose="020F0502020204030204" pitchFamily="34" charset="0"/>
              </a:rPr>
              <a:t> o tabelă de decizie care reprezintă cele patru reguli care definesc politica de salarizare.   </a:t>
            </a:r>
            <a:endParaRPr lang="en-US" dirty="0">
              <a:effectLst/>
              <a:latin typeface="+mj-lt"/>
              <a:ea typeface="Calibri" panose="020F0502020204030204" pitchFamily="34" charset="0"/>
              <a:cs typeface="Times New Roman" panose="02020603050405020304" pitchFamily="18" charset="0"/>
            </a:endParaRPr>
          </a:p>
          <a:p>
            <a:pPr marR="0" lvl="0">
              <a:lnSpc>
                <a:spcPct val="114000"/>
              </a:lnSpc>
              <a:spcBef>
                <a:spcPts val="600"/>
              </a:spcBef>
              <a:spcAft>
                <a:spcPts val="0"/>
              </a:spcAft>
              <a:buClr>
                <a:srgbClr val="000000"/>
              </a:buClr>
              <a:buSzPts val="1200"/>
              <a:tabLst>
                <a:tab pos="228600" algn="l"/>
              </a:tabLst>
            </a:pPr>
            <a:r>
              <a:rPr lang="ro-RO" spc="10" dirty="0">
                <a:solidFill>
                  <a:srgbClr val="000000"/>
                </a:solidFill>
                <a:effectLst/>
                <a:latin typeface="+mj-lt"/>
                <a:ea typeface="SimSun" panose="02010600030101010101" pitchFamily="2" charset="-122"/>
                <a:cs typeface="Calibri" panose="020F0502020204030204" pitchFamily="34" charset="0"/>
              </a:rPr>
              <a:t>1. În </a:t>
            </a:r>
            <a:r>
              <a:rPr lang="ro-RO" b="1" spc="10" dirty="0">
                <a:solidFill>
                  <a:srgbClr val="000000"/>
                </a:solidFill>
                <a:effectLst/>
                <a:latin typeface="+mj-lt"/>
                <a:ea typeface="SimSun" panose="02010600030101010101" pitchFamily="2" charset="-122"/>
                <a:cs typeface="Calibri" panose="020F0502020204030204" pitchFamily="34" charset="0"/>
              </a:rPr>
              <a:t>Visual </a:t>
            </a:r>
            <a:r>
              <a:rPr lang="ro-RO" b="1" spc="10" dirty="0" err="1">
                <a:solidFill>
                  <a:srgbClr val="000000"/>
                </a:solidFill>
                <a:effectLst/>
                <a:latin typeface="+mj-lt"/>
                <a:ea typeface="SimSun" panose="02010600030101010101" pitchFamily="2" charset="-122"/>
                <a:cs typeface="Calibri" panose="020F0502020204030204" pitchFamily="34" charset="0"/>
              </a:rPr>
              <a:t>Paradigm</a:t>
            </a:r>
            <a:r>
              <a:rPr lang="ro-RO" b="1" spc="10" dirty="0">
                <a:solidFill>
                  <a:srgbClr val="000000"/>
                </a:solidFill>
                <a:effectLst/>
                <a:latin typeface="+mj-lt"/>
                <a:ea typeface="SimSun" panose="02010600030101010101" pitchFamily="2" charset="-122"/>
                <a:cs typeface="Calibri" panose="020F0502020204030204" pitchFamily="34" charset="0"/>
              </a:rPr>
              <a:t> Enterprise </a:t>
            </a:r>
            <a:r>
              <a:rPr lang="ro-RO" b="1" spc="10" dirty="0" err="1">
                <a:solidFill>
                  <a:srgbClr val="000000"/>
                </a:solidFill>
                <a:effectLst/>
                <a:latin typeface="+mj-lt"/>
                <a:ea typeface="SimSun" panose="02010600030101010101" pitchFamily="2" charset="-122"/>
                <a:cs typeface="Calibri" panose="020F0502020204030204" pitchFamily="34" charset="0"/>
              </a:rPr>
              <a:t>Edition</a:t>
            </a:r>
            <a:r>
              <a:rPr lang="ro-RO" spc="10" dirty="0">
                <a:solidFill>
                  <a:srgbClr val="000000"/>
                </a:solidFill>
                <a:effectLst/>
                <a:latin typeface="+mj-lt"/>
                <a:ea typeface="SimSun" panose="02010600030101010101" pitchFamily="2" charset="-122"/>
                <a:cs typeface="Calibri" panose="020F0502020204030204" pitchFamily="34" charset="0"/>
              </a:rPr>
              <a:t> folosiți proiectul creat anterior în acest seminar.</a:t>
            </a:r>
            <a:endParaRPr lang="en-US" dirty="0">
              <a:effectLst/>
              <a:latin typeface="+mj-lt"/>
              <a:ea typeface="Times New Roman" panose="02020603050405020304" pitchFamily="18" charset="0"/>
              <a:cs typeface="Calibri" panose="020F0502020204030204" pitchFamily="34" charset="0"/>
            </a:endParaRPr>
          </a:p>
          <a:p>
            <a:pPr marR="0" lvl="0" algn="just">
              <a:lnSpc>
                <a:spcPct val="114000"/>
              </a:lnSpc>
              <a:spcBef>
                <a:spcPts val="600"/>
              </a:spcBef>
              <a:spcAft>
                <a:spcPts val="0"/>
              </a:spcAft>
              <a:buClr>
                <a:srgbClr val="000000"/>
              </a:buClr>
              <a:buSzPts val="1200"/>
              <a:tabLst>
                <a:tab pos="228600" algn="l"/>
              </a:tabLst>
            </a:pPr>
            <a:r>
              <a:rPr lang="ro-RO" spc="10" dirty="0">
                <a:solidFill>
                  <a:srgbClr val="000000"/>
                </a:solidFill>
                <a:effectLst/>
                <a:latin typeface="+mj-lt"/>
                <a:ea typeface="SimSun" panose="02010600030101010101" pitchFamily="2" charset="-122"/>
                <a:cs typeface="Calibri" panose="020F0502020204030204" pitchFamily="34" charset="0"/>
              </a:rPr>
              <a:t>2. Pentru a crea o tabelă de decizie, selectați </a:t>
            </a:r>
            <a:r>
              <a:rPr lang="ro-RO" b="1" spc="10" dirty="0" err="1">
                <a:solidFill>
                  <a:srgbClr val="000000"/>
                </a:solidFill>
                <a:effectLst/>
                <a:latin typeface="+mj-lt"/>
                <a:ea typeface="SimSun" panose="02010600030101010101" pitchFamily="2" charset="-122"/>
                <a:cs typeface="Calibri" panose="020F0502020204030204" pitchFamily="34" charset="0"/>
              </a:rPr>
              <a:t>Diagram</a:t>
            </a:r>
            <a:r>
              <a:rPr lang="ro-RO" b="1" spc="10" dirty="0">
                <a:solidFill>
                  <a:srgbClr val="000000"/>
                </a:solidFill>
                <a:effectLst/>
                <a:latin typeface="+mj-lt"/>
                <a:ea typeface="SimSun" panose="02010600030101010101" pitchFamily="2" charset="-122"/>
                <a:cs typeface="Calibri" panose="020F0502020204030204" pitchFamily="34" charset="0"/>
              </a:rPr>
              <a:t> &gt; New</a:t>
            </a:r>
            <a:r>
              <a:rPr lang="ro-RO" spc="10" dirty="0">
                <a:solidFill>
                  <a:srgbClr val="000000"/>
                </a:solidFill>
                <a:effectLst/>
                <a:latin typeface="+mj-lt"/>
                <a:ea typeface="SimSun" panose="02010600030101010101" pitchFamily="2" charset="-122"/>
                <a:cs typeface="Calibri" panose="020F0502020204030204" pitchFamily="34" charset="0"/>
              </a:rPr>
              <a:t> din bare de meniu. În fereastra </a:t>
            </a:r>
            <a:r>
              <a:rPr lang="ro-RO" b="1" spc="10" dirty="0">
                <a:solidFill>
                  <a:srgbClr val="000000"/>
                </a:solidFill>
                <a:effectLst/>
                <a:latin typeface="+mj-lt"/>
                <a:ea typeface="SimSun" panose="02010600030101010101" pitchFamily="2" charset="-122"/>
                <a:cs typeface="Calibri" panose="020F0502020204030204" pitchFamily="34" charset="0"/>
              </a:rPr>
              <a:t>New </a:t>
            </a:r>
            <a:r>
              <a:rPr lang="ro-RO" b="1" spc="10" dirty="0" err="1">
                <a:solidFill>
                  <a:srgbClr val="000000"/>
                </a:solidFill>
                <a:effectLst/>
                <a:latin typeface="+mj-lt"/>
                <a:ea typeface="SimSun" panose="02010600030101010101" pitchFamily="2" charset="-122"/>
                <a:cs typeface="Calibri" panose="020F0502020204030204" pitchFamily="34" charset="0"/>
              </a:rPr>
              <a:t>Diagram</a:t>
            </a:r>
            <a:r>
              <a:rPr lang="ro-RO" spc="10" dirty="0">
                <a:solidFill>
                  <a:srgbClr val="000000"/>
                </a:solidFill>
                <a:effectLst/>
                <a:latin typeface="+mj-lt"/>
                <a:ea typeface="SimSun" panose="02010600030101010101" pitchFamily="2" charset="-122"/>
                <a:cs typeface="Calibri" panose="020F0502020204030204" pitchFamily="34" charset="0"/>
              </a:rPr>
              <a:t> , selectați </a:t>
            </a:r>
            <a:r>
              <a:rPr lang="ro-RO" b="1" spc="10" dirty="0" err="1">
                <a:solidFill>
                  <a:srgbClr val="000000"/>
                </a:solidFill>
                <a:effectLst/>
                <a:latin typeface="+mj-lt"/>
                <a:ea typeface="SimSun" panose="02010600030101010101" pitchFamily="2" charset="-122"/>
                <a:cs typeface="Calibri" panose="020F0502020204030204" pitchFamily="34" charset="0"/>
              </a:rPr>
              <a:t>Decision</a:t>
            </a:r>
            <a:r>
              <a:rPr lang="ro-RO" b="1" spc="10" dirty="0">
                <a:solidFill>
                  <a:srgbClr val="000000"/>
                </a:solidFill>
                <a:effectLst/>
                <a:latin typeface="+mj-lt"/>
                <a:ea typeface="SimSun" panose="02010600030101010101" pitchFamily="2" charset="-122"/>
                <a:cs typeface="Calibri" panose="020F0502020204030204" pitchFamily="34" charset="0"/>
              </a:rPr>
              <a:t> Table</a:t>
            </a:r>
            <a:r>
              <a:rPr lang="ro-RO" spc="10" dirty="0">
                <a:solidFill>
                  <a:srgbClr val="000000"/>
                </a:solidFill>
                <a:effectLst/>
                <a:latin typeface="+mj-lt"/>
                <a:ea typeface="SimSun" panose="02010600030101010101" pitchFamily="2" charset="-122"/>
                <a:cs typeface="Calibri" panose="020F0502020204030204" pitchFamily="34" charset="0"/>
              </a:rPr>
              <a:t> </a:t>
            </a:r>
            <a:r>
              <a:rPr lang="ro-RO" spc="10" dirty="0">
                <a:solidFill>
                  <a:srgbClr val="000000"/>
                </a:solidFill>
                <a:effectLst/>
                <a:latin typeface="+mj-lt"/>
                <a:ea typeface="SimSun" panose="02010600030101010101" pitchFamily="2" charset="-122"/>
                <a:cs typeface="Cambria" panose="02040503050406030204" pitchFamily="18" charset="0"/>
              </a:rPr>
              <a:t>ș</a:t>
            </a:r>
            <a:r>
              <a:rPr lang="ro-RO" spc="10" dirty="0">
                <a:solidFill>
                  <a:srgbClr val="000000"/>
                </a:solidFill>
                <a:effectLst/>
                <a:latin typeface="+mj-lt"/>
                <a:ea typeface="SimSun" panose="02010600030101010101" pitchFamily="2" charset="-122"/>
                <a:cs typeface="Calibri" panose="020F0502020204030204" pitchFamily="34" charset="0"/>
              </a:rPr>
              <a:t>i apoi </a:t>
            </a:r>
            <a:r>
              <a:rPr lang="ro-RO" b="1" spc="10" dirty="0" err="1">
                <a:solidFill>
                  <a:srgbClr val="000000"/>
                </a:solidFill>
                <a:effectLst/>
                <a:latin typeface="+mj-lt"/>
                <a:ea typeface="SimSun" panose="02010600030101010101" pitchFamily="2" charset="-122"/>
                <a:cs typeface="Calibri" panose="020F0502020204030204" pitchFamily="34" charset="0"/>
              </a:rPr>
              <a:t>Next</a:t>
            </a:r>
            <a:r>
              <a:rPr lang="ro-RO" spc="10" dirty="0">
                <a:solidFill>
                  <a:srgbClr val="000000"/>
                </a:solidFill>
                <a:effectLst/>
                <a:latin typeface="+mj-lt"/>
                <a:ea typeface="SimSun" panose="02010600030101010101" pitchFamily="2" charset="-122"/>
                <a:cs typeface="Calibri" panose="020F0502020204030204" pitchFamily="34" charset="0"/>
              </a:rPr>
              <a:t>. Păstrați opțiunea </a:t>
            </a:r>
            <a:r>
              <a:rPr lang="ro-RO" spc="10" dirty="0" err="1">
                <a:solidFill>
                  <a:srgbClr val="000000"/>
                </a:solidFill>
                <a:effectLst/>
                <a:latin typeface="+mj-lt"/>
                <a:ea typeface="SimSun" panose="02010600030101010101" pitchFamily="2" charset="-122"/>
                <a:cs typeface="Calibri" panose="020F0502020204030204" pitchFamily="34" charset="0"/>
              </a:rPr>
              <a:t>Blank</a:t>
            </a:r>
            <a:r>
              <a:rPr lang="ro-RO" spc="10" dirty="0">
                <a:solidFill>
                  <a:srgbClr val="000000"/>
                </a:solidFill>
                <a:effectLst/>
                <a:latin typeface="+mj-lt"/>
                <a:ea typeface="SimSun" panose="02010600030101010101" pitchFamily="2" charset="-122"/>
                <a:cs typeface="Calibri" panose="020F0502020204030204" pitchFamily="34" charset="0"/>
              </a:rPr>
              <a:t> și apoi </a:t>
            </a:r>
            <a:r>
              <a:rPr lang="ro-RO" b="1" spc="10" dirty="0" err="1">
                <a:solidFill>
                  <a:srgbClr val="000000"/>
                </a:solidFill>
                <a:effectLst/>
                <a:latin typeface="+mj-lt"/>
                <a:ea typeface="SimSun" panose="02010600030101010101" pitchFamily="2" charset="-122"/>
                <a:cs typeface="Calibri" panose="020F0502020204030204" pitchFamily="34" charset="0"/>
              </a:rPr>
              <a:t>Next</a:t>
            </a:r>
            <a:r>
              <a:rPr lang="ro-RO" spc="10" dirty="0">
                <a:solidFill>
                  <a:srgbClr val="000000"/>
                </a:solidFill>
                <a:effectLst/>
                <a:latin typeface="+mj-lt"/>
                <a:ea typeface="SimSun" panose="02010600030101010101" pitchFamily="2" charset="-122"/>
                <a:cs typeface="Calibri" panose="020F0502020204030204" pitchFamily="34" charset="0"/>
              </a:rPr>
              <a:t>. </a:t>
            </a:r>
            <a:endParaRPr lang="en-US" dirty="0">
              <a:effectLst/>
              <a:latin typeface="+mj-lt"/>
              <a:ea typeface="Calibri" panose="020F0502020204030204" pitchFamily="34" charset="0"/>
              <a:cs typeface="Calibri" panose="020F0502020204030204" pitchFamily="34" charset="0"/>
            </a:endParaRPr>
          </a:p>
          <a:p>
            <a:pPr marR="0" lvl="0" algn="just">
              <a:lnSpc>
                <a:spcPct val="114000"/>
              </a:lnSpc>
              <a:spcBef>
                <a:spcPts val="600"/>
              </a:spcBef>
              <a:spcAft>
                <a:spcPts val="0"/>
              </a:spcAft>
              <a:buClr>
                <a:srgbClr val="000000"/>
              </a:buClr>
              <a:buSzPts val="1200"/>
              <a:tabLst>
                <a:tab pos="228600" algn="l"/>
              </a:tabLst>
            </a:pPr>
            <a:r>
              <a:rPr lang="ro-RO" spc="10" dirty="0">
                <a:solidFill>
                  <a:srgbClr val="000000"/>
                </a:solidFill>
                <a:effectLst/>
                <a:latin typeface="+mj-lt"/>
                <a:ea typeface="SimSun" panose="02010600030101010101" pitchFamily="2" charset="-122"/>
                <a:cs typeface="Calibri" panose="020F0502020204030204" pitchFamily="34" charset="0"/>
              </a:rPr>
              <a:t>3. În Visual </a:t>
            </a:r>
            <a:r>
              <a:rPr lang="ro-RO" spc="10" dirty="0" err="1">
                <a:solidFill>
                  <a:srgbClr val="000000"/>
                </a:solidFill>
                <a:effectLst/>
                <a:latin typeface="+mj-lt"/>
                <a:ea typeface="SimSun" panose="02010600030101010101" pitchFamily="2" charset="-122"/>
                <a:cs typeface="Calibri" panose="020F0502020204030204" pitchFamily="34" charset="0"/>
              </a:rPr>
              <a:t>Paradigm</a:t>
            </a:r>
            <a:r>
              <a:rPr lang="ro-RO" spc="10" dirty="0">
                <a:solidFill>
                  <a:srgbClr val="000000"/>
                </a:solidFill>
                <a:effectLst/>
                <a:latin typeface="+mj-lt"/>
                <a:ea typeface="SimSun" panose="02010600030101010101" pitchFamily="2" charset="-122"/>
                <a:cs typeface="Calibri" panose="020F0502020204030204" pitchFamily="34" charset="0"/>
              </a:rPr>
              <a:t> condițiile pot accepta doar valori booleene (Yes/No). De aceea, vom extinde condițiile din tabela de decizie construită la nivel conceptual, astfel:</a:t>
            </a:r>
            <a:endParaRPr lang="en-US" dirty="0">
              <a:effectLst/>
              <a:latin typeface="+mj-lt"/>
              <a:ea typeface="Calibri" panose="020F0502020204030204" pitchFamily="34" charset="0"/>
              <a:cs typeface="Calibri" panose="020F0502020204030204" pitchFamily="34" charset="0"/>
            </a:endParaRPr>
          </a:p>
          <a:p>
            <a:pPr marL="742950" marR="0" lvl="1" indent="-285750" algn="just">
              <a:lnSpc>
                <a:spcPct val="114000"/>
              </a:lnSpc>
              <a:spcBef>
                <a:spcPts val="600"/>
              </a:spcBef>
              <a:spcAft>
                <a:spcPts val="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Calibri" panose="020F0502020204030204" pitchFamily="34" charset="0"/>
              </a:rPr>
              <a:t>Condiția 1: Angajat cu norma </a:t>
            </a:r>
            <a:r>
              <a:rPr lang="ro-RO" spc="10" dirty="0" err="1">
                <a:solidFill>
                  <a:srgbClr val="000000"/>
                </a:solidFill>
                <a:effectLst/>
                <a:latin typeface="+mj-lt"/>
                <a:ea typeface="SimSun" panose="02010600030101010101" pitchFamily="2" charset="-122"/>
                <a:cs typeface="Calibri" panose="020F0502020204030204" pitchFamily="34" charset="0"/>
              </a:rPr>
              <a:t>intreaga</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4000"/>
              </a:lnSpc>
              <a:spcBef>
                <a:spcPts val="600"/>
              </a:spcBef>
              <a:spcAft>
                <a:spcPts val="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Calibri" panose="020F0502020204030204" pitchFamily="34" charset="0"/>
              </a:rPr>
              <a:t>Condiția 2: Angajat cu contract de colaborare</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4000"/>
              </a:lnSpc>
              <a:spcBef>
                <a:spcPts val="600"/>
              </a:spcBef>
              <a:spcAft>
                <a:spcPts val="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Calibri" panose="020F0502020204030204" pitchFamily="34" charset="0"/>
              </a:rPr>
              <a:t>Condiția 3: Ore lucrate </a:t>
            </a:r>
            <a:r>
              <a:rPr lang="en-US" spc="10" dirty="0">
                <a:solidFill>
                  <a:srgbClr val="000000"/>
                </a:solidFill>
                <a:effectLst/>
                <a:latin typeface="+mj-lt"/>
                <a:ea typeface="SimSun" panose="02010600030101010101" pitchFamily="2" charset="-122"/>
                <a:cs typeface="Calibri" panose="020F0502020204030204" pitchFamily="34" charset="0"/>
              </a:rPr>
              <a:t>&lt; </a:t>
            </a:r>
            <a:r>
              <a:rPr lang="ro-RO" spc="10" dirty="0">
                <a:solidFill>
                  <a:srgbClr val="000000"/>
                </a:solidFill>
                <a:effectLst/>
                <a:latin typeface="+mj-lt"/>
                <a:ea typeface="SimSun" panose="02010600030101010101" pitchFamily="2" charset="-122"/>
                <a:cs typeface="Calibri" panose="020F0502020204030204" pitchFamily="34" charset="0"/>
              </a:rPr>
              <a:t>40</a:t>
            </a:r>
            <a:endParaRPr lang="en-US" dirty="0">
              <a:effectLst/>
              <a:latin typeface="+mj-lt"/>
              <a:ea typeface="SimSun" panose="02010600030101010101" pitchFamily="2" charset="-122"/>
              <a:cs typeface="Times New Roman" panose="02020603050405020304" pitchFamily="18" charset="0"/>
            </a:endParaRPr>
          </a:p>
          <a:p>
            <a:pPr marL="742950" marR="0" lvl="1" indent="-285750" algn="just">
              <a:lnSpc>
                <a:spcPct val="114000"/>
              </a:lnSpc>
              <a:spcBef>
                <a:spcPts val="600"/>
              </a:spcBef>
              <a:spcAft>
                <a:spcPts val="800"/>
              </a:spcAft>
              <a:buFont typeface="Calibri" panose="020F0502020204030204" pitchFamily="34" charset="0"/>
              <a:buChar char="-"/>
            </a:pPr>
            <a:r>
              <a:rPr lang="ro-RO" spc="10" dirty="0">
                <a:solidFill>
                  <a:srgbClr val="000000"/>
                </a:solidFill>
                <a:effectLst/>
                <a:latin typeface="+mj-lt"/>
                <a:ea typeface="SimSun" panose="02010600030101010101" pitchFamily="2" charset="-122"/>
                <a:cs typeface="Calibri" panose="020F0502020204030204" pitchFamily="34" charset="0"/>
              </a:rPr>
              <a:t>Condiția 4: Ore lucrate </a:t>
            </a:r>
            <a:r>
              <a:rPr lang="en-US" spc="10" dirty="0">
                <a:solidFill>
                  <a:srgbClr val="000000"/>
                </a:solidFill>
                <a:effectLst/>
                <a:latin typeface="+mj-lt"/>
                <a:ea typeface="SimSun" panose="02010600030101010101" pitchFamily="2" charset="-122"/>
                <a:cs typeface="Calibri" panose="020F0502020204030204" pitchFamily="34" charset="0"/>
              </a:rPr>
              <a:t>= </a:t>
            </a:r>
            <a:r>
              <a:rPr lang="ro-RO" spc="10" dirty="0">
                <a:solidFill>
                  <a:srgbClr val="000000"/>
                </a:solidFill>
                <a:effectLst/>
                <a:latin typeface="+mj-lt"/>
                <a:ea typeface="SimSun" panose="02010600030101010101" pitchFamily="2" charset="-122"/>
                <a:cs typeface="Calibri" panose="020F0502020204030204" pitchFamily="34" charset="0"/>
              </a:rPr>
              <a:t>40</a:t>
            </a:r>
            <a:endParaRPr lang="en-US" dirty="0">
              <a:effectLst/>
              <a:latin typeface="+mj-lt"/>
              <a:ea typeface="SimSun" panose="02010600030101010101" pitchFamily="2" charset="-122"/>
              <a:cs typeface="Times New Roman" panose="02020603050405020304" pitchFamily="18" charset="0"/>
            </a:endParaRPr>
          </a:p>
          <a:p>
            <a:pPr marL="228600" marR="0" algn="just">
              <a:lnSpc>
                <a:spcPct val="114000"/>
              </a:lnSpc>
              <a:spcBef>
                <a:spcPts val="600"/>
              </a:spcBef>
              <a:spcAft>
                <a:spcPts val="800"/>
              </a:spcAft>
            </a:pPr>
            <a:r>
              <a:rPr lang="ro-RO" spc="10" dirty="0">
                <a:solidFill>
                  <a:srgbClr val="000000"/>
                </a:solidFill>
                <a:effectLst/>
                <a:latin typeface="+mj-lt"/>
                <a:ea typeface="SimSun" panose="02010600030101010101" pitchFamily="2" charset="-122"/>
                <a:cs typeface="Calibri" panose="020F0502020204030204" pitchFamily="34" charset="0"/>
              </a:rPr>
              <a:t>Se păstrează acțiunile identificate anterior.  </a:t>
            </a:r>
            <a:endParaRPr lang="en-US" dirty="0">
              <a:effectLst/>
              <a:latin typeface="+mj-lt"/>
              <a:ea typeface="Calibri" panose="020F0502020204030204" pitchFamily="34" charset="0"/>
              <a:cs typeface="Times New Roman" panose="02020603050405020304" pitchFamily="18" charset="0"/>
            </a:endParaRPr>
          </a:p>
          <a:p>
            <a:pPr marL="742950" marR="0" lvl="1" indent="-285750" algn="just">
              <a:lnSpc>
                <a:spcPct val="114000"/>
              </a:lnSpc>
              <a:spcBef>
                <a:spcPts val="600"/>
              </a:spcBef>
              <a:spcAft>
                <a:spcPts val="0"/>
              </a:spcAft>
              <a:buFont typeface="Calibri" panose="020F0502020204030204" pitchFamily="34" charset="0"/>
              <a:buChar char="-"/>
            </a:pPr>
            <a:endParaRPr lang="en-US" dirty="0">
              <a:effectLst/>
              <a:latin typeface="+mj-lt"/>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08367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513" y="186322"/>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sz="3000" kern="0" dirty="0"/>
              <a:t>Studiu de caz - 2 </a:t>
            </a:r>
          </a:p>
        </p:txBody>
      </p:sp>
      <p:sp>
        <p:nvSpPr>
          <p:cNvPr id="5" name="TextBox 4">
            <a:extLst>
              <a:ext uri="{FF2B5EF4-FFF2-40B4-BE49-F238E27FC236}">
                <a16:creationId xmlns:a16="http://schemas.microsoft.com/office/drawing/2014/main" id="{89A0F1F1-DEC5-46E6-82BF-9E3148059B37}"/>
              </a:ext>
            </a:extLst>
          </p:cNvPr>
          <p:cNvSpPr txBox="1"/>
          <p:nvPr/>
        </p:nvSpPr>
        <p:spPr>
          <a:xfrm>
            <a:off x="1094424" y="1008157"/>
            <a:ext cx="9771924" cy="1406091"/>
          </a:xfrm>
          <a:prstGeom prst="rect">
            <a:avLst/>
          </a:prstGeom>
          <a:noFill/>
        </p:spPr>
        <p:txBody>
          <a:bodyPr wrap="square">
            <a:spAutoFit/>
          </a:bodyPr>
          <a:lstStyle/>
          <a:p>
            <a:pPr marL="0" marR="0" algn="just" fontAlgn="ctr">
              <a:lnSpc>
                <a:spcPct val="114000"/>
              </a:lnSpc>
              <a:spcBef>
                <a:spcPts val="600"/>
              </a:spcBef>
              <a:spcAft>
                <a:spcPts val="0"/>
              </a:spcAft>
            </a:pPr>
            <a:r>
              <a:rPr lang="ro-RO" spc="10" dirty="0">
                <a:solidFill>
                  <a:srgbClr val="000000"/>
                </a:solidFill>
                <a:effectLst/>
                <a:latin typeface="+mj-lt"/>
                <a:ea typeface="SimSun" panose="02010600030101010101" pitchFamily="2" charset="-122"/>
                <a:cs typeface="Calibri" panose="020F0502020204030204" pitchFamily="34" charset="0"/>
              </a:rPr>
              <a:t>4. Adăugați condiții și acțiuni. Ca în figura de mai jos, folosind butoanele     și     sau apăsând pe semnul plus (+) care apare când poziționăm mouse-ul peste textele „</a:t>
            </a:r>
            <a:r>
              <a:rPr lang="ro-RO" spc="10" dirty="0" err="1">
                <a:solidFill>
                  <a:srgbClr val="000000"/>
                </a:solidFill>
                <a:effectLst/>
                <a:latin typeface="+mj-lt"/>
                <a:ea typeface="SimSun" panose="02010600030101010101" pitchFamily="2" charset="-122"/>
                <a:cs typeface="Calibri" panose="020F0502020204030204" pitchFamily="34" charset="0"/>
              </a:rPr>
              <a:t>Conditions</a:t>
            </a:r>
            <a:r>
              <a:rPr lang="ro-RO" spc="10" dirty="0">
                <a:solidFill>
                  <a:srgbClr val="000000"/>
                </a:solidFill>
                <a:effectLst/>
                <a:latin typeface="+mj-lt"/>
                <a:ea typeface="SimSun" panose="02010600030101010101" pitchFamily="2" charset="-122"/>
                <a:cs typeface="Calibri" panose="020F0502020204030204" pitchFamily="34" charset="0"/>
              </a:rPr>
              <a:t>” și „</a:t>
            </a:r>
            <a:r>
              <a:rPr lang="ro-RO" spc="10" dirty="0" err="1">
                <a:solidFill>
                  <a:srgbClr val="000000"/>
                </a:solidFill>
                <a:effectLst/>
                <a:latin typeface="+mj-lt"/>
                <a:ea typeface="SimSun" panose="02010600030101010101" pitchFamily="2" charset="-122"/>
                <a:cs typeface="Calibri" panose="020F0502020204030204" pitchFamily="34" charset="0"/>
              </a:rPr>
              <a:t>Actions</a:t>
            </a:r>
            <a:r>
              <a:rPr lang="ro-RO" spc="10" dirty="0">
                <a:solidFill>
                  <a:srgbClr val="000000"/>
                </a:solidFill>
                <a:effectLst/>
                <a:latin typeface="+mj-lt"/>
                <a:ea typeface="SimSun" panose="02010600030101010101" pitchFamily="2" charset="-122"/>
                <a:cs typeface="Calibri" panose="020F0502020204030204" pitchFamily="34" charset="0"/>
              </a:rPr>
              <a:t>”</a:t>
            </a:r>
          </a:p>
          <a:p>
            <a:pPr marL="742950" marR="0" lvl="1" indent="-285750" algn="just">
              <a:lnSpc>
                <a:spcPct val="114000"/>
              </a:lnSpc>
              <a:spcBef>
                <a:spcPts val="600"/>
              </a:spcBef>
              <a:spcAft>
                <a:spcPts val="0"/>
              </a:spcAft>
              <a:buFont typeface="Calibri" panose="020F0502020204030204" pitchFamily="34" charset="0"/>
              <a:buChar char="-"/>
            </a:pPr>
            <a:endParaRPr lang="en-US" dirty="0">
              <a:effectLst/>
              <a:latin typeface="+mj-lt"/>
              <a:ea typeface="SimSun" panose="02010600030101010101" pitchFamily="2" charset="-122"/>
              <a:cs typeface="Times New Roman" panose="02020603050405020304" pitchFamily="18" charset="0"/>
            </a:endParaRPr>
          </a:p>
        </p:txBody>
      </p:sp>
      <p:pic>
        <p:nvPicPr>
          <p:cNvPr id="11" name="Picture 10">
            <a:extLst>
              <a:ext uri="{FF2B5EF4-FFF2-40B4-BE49-F238E27FC236}">
                <a16:creationId xmlns:a16="http://schemas.microsoft.com/office/drawing/2014/main" id="{2DE66AFB-8D10-41DE-B0D0-B1089E904E26}"/>
              </a:ext>
            </a:extLst>
          </p:cNvPr>
          <p:cNvPicPr/>
          <p:nvPr/>
        </p:nvPicPr>
        <p:blipFill>
          <a:blip r:embed="rId3"/>
          <a:stretch>
            <a:fillRect/>
          </a:stretch>
        </p:blipFill>
        <p:spPr>
          <a:xfrm>
            <a:off x="8313190" y="1084356"/>
            <a:ext cx="295275" cy="323850"/>
          </a:xfrm>
          <a:prstGeom prst="rect">
            <a:avLst/>
          </a:prstGeom>
        </p:spPr>
      </p:pic>
      <p:pic>
        <p:nvPicPr>
          <p:cNvPr id="12" name="Picture 11">
            <a:extLst>
              <a:ext uri="{FF2B5EF4-FFF2-40B4-BE49-F238E27FC236}">
                <a16:creationId xmlns:a16="http://schemas.microsoft.com/office/drawing/2014/main" id="{B9656215-A782-4FCA-A51D-188C4FBEFAFA}"/>
              </a:ext>
            </a:extLst>
          </p:cNvPr>
          <p:cNvPicPr/>
          <p:nvPr/>
        </p:nvPicPr>
        <p:blipFill>
          <a:blip r:embed="rId4"/>
          <a:stretch>
            <a:fillRect/>
          </a:stretch>
        </p:blipFill>
        <p:spPr>
          <a:xfrm>
            <a:off x="8870238" y="1103406"/>
            <a:ext cx="295275" cy="304800"/>
          </a:xfrm>
          <a:prstGeom prst="rect">
            <a:avLst/>
          </a:prstGeom>
        </p:spPr>
      </p:pic>
      <p:pic>
        <p:nvPicPr>
          <p:cNvPr id="13" name="Picture 12">
            <a:extLst>
              <a:ext uri="{FF2B5EF4-FFF2-40B4-BE49-F238E27FC236}">
                <a16:creationId xmlns:a16="http://schemas.microsoft.com/office/drawing/2014/main" id="{3EBFCFB1-4514-4220-BB82-4AEBBD9BAC28}"/>
              </a:ext>
            </a:extLst>
          </p:cNvPr>
          <p:cNvPicPr/>
          <p:nvPr/>
        </p:nvPicPr>
        <p:blipFill>
          <a:blip r:embed="rId5">
            <a:extLst>
              <a:ext uri="{28A0092B-C50C-407E-A947-70E740481C1C}">
                <a14:useLocalDpi xmlns:a14="http://schemas.microsoft.com/office/drawing/2010/main" val="0"/>
              </a:ext>
            </a:extLst>
          </a:blip>
          <a:stretch>
            <a:fillRect/>
          </a:stretch>
        </p:blipFill>
        <p:spPr>
          <a:xfrm>
            <a:off x="2631363" y="2208163"/>
            <a:ext cx="6953086" cy="386681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279328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513" y="186322"/>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sz="3000" kern="0" dirty="0"/>
              <a:t>Studiu de caz - 3 </a:t>
            </a:r>
          </a:p>
        </p:txBody>
      </p:sp>
      <p:sp>
        <p:nvSpPr>
          <p:cNvPr id="5" name="TextBox 4">
            <a:extLst>
              <a:ext uri="{FF2B5EF4-FFF2-40B4-BE49-F238E27FC236}">
                <a16:creationId xmlns:a16="http://schemas.microsoft.com/office/drawing/2014/main" id="{89A0F1F1-DEC5-46E6-82BF-9E3148059B37}"/>
              </a:ext>
            </a:extLst>
          </p:cNvPr>
          <p:cNvSpPr txBox="1"/>
          <p:nvPr/>
        </p:nvSpPr>
        <p:spPr>
          <a:xfrm>
            <a:off x="1094424" y="1008157"/>
            <a:ext cx="9771924" cy="2114618"/>
          </a:xfrm>
          <a:prstGeom prst="rect">
            <a:avLst/>
          </a:prstGeom>
          <a:noFill/>
        </p:spPr>
        <p:txBody>
          <a:bodyPr wrap="square">
            <a:spAutoFit/>
          </a:bodyPr>
          <a:lstStyle/>
          <a:p>
            <a:pPr marL="0" marR="0" algn="just" fontAlgn="ctr">
              <a:lnSpc>
                <a:spcPct val="114000"/>
              </a:lnSpc>
              <a:spcBef>
                <a:spcPts val="600"/>
              </a:spcBef>
              <a:spcAft>
                <a:spcPts val="0"/>
              </a:spcAft>
            </a:pPr>
            <a:r>
              <a:rPr lang="ro-RO" spc="10" dirty="0">
                <a:solidFill>
                  <a:srgbClr val="000000"/>
                </a:solidFill>
                <a:latin typeface="+mj-lt"/>
                <a:ea typeface="SimSun" panose="02010600030101010101" pitchFamily="2" charset="-122"/>
                <a:cs typeface="Calibri" panose="020F0502020204030204" pitchFamily="34" charset="0"/>
              </a:rPr>
              <a:t>5. </a:t>
            </a:r>
            <a:r>
              <a:rPr lang="ro-RO" spc="10" dirty="0">
                <a:solidFill>
                  <a:srgbClr val="000000"/>
                </a:solidFill>
                <a:effectLst/>
                <a:latin typeface="+mj-lt"/>
                <a:ea typeface="SimSun" panose="02010600030101010101" pitchFamily="2" charset="-122"/>
                <a:cs typeface="Calibri" panose="020F0502020204030204" pitchFamily="34" charset="0"/>
              </a:rPr>
              <a:t>Adăugați cele patru reguli, în coloana “</a:t>
            </a:r>
            <a:r>
              <a:rPr lang="ro-RO" spc="10" dirty="0" err="1">
                <a:solidFill>
                  <a:srgbClr val="000000"/>
                </a:solidFill>
                <a:effectLst/>
                <a:latin typeface="+mj-lt"/>
                <a:ea typeface="SimSun" panose="02010600030101010101" pitchFamily="2" charset="-122"/>
                <a:cs typeface="Calibri" panose="020F0502020204030204" pitchFamily="34" charset="0"/>
              </a:rPr>
              <a:t>Rules</a:t>
            </a:r>
            <a:r>
              <a:rPr lang="ro-RO" spc="10" dirty="0">
                <a:solidFill>
                  <a:srgbClr val="000000"/>
                </a:solidFill>
                <a:effectLst/>
                <a:latin typeface="+mj-lt"/>
                <a:ea typeface="SimSun" panose="02010600030101010101" pitchFamily="2" charset="-122"/>
                <a:cs typeface="Calibri" panose="020F0502020204030204" pitchFamily="34" charset="0"/>
              </a:rPr>
              <a:t>”. Pentru fiecare regulă, făcând dublu click pe celula corespunzătoare condiției sau acțiunii, selectați una dintre opțiunile Yes/No pentru condițiile care formează regula și bifați acțiunile corespunzătoare X(</a:t>
            </a:r>
            <a:r>
              <a:rPr lang="ro-RO" spc="10" dirty="0" err="1">
                <a:solidFill>
                  <a:srgbClr val="000000"/>
                </a:solidFill>
                <a:effectLst/>
                <a:latin typeface="+mj-lt"/>
                <a:ea typeface="SimSun" panose="02010600030101010101" pitchFamily="2" charset="-122"/>
                <a:cs typeface="Calibri" panose="020F0502020204030204" pitchFamily="34" charset="0"/>
              </a:rPr>
              <a:t>Marked</a:t>
            </a:r>
            <a:r>
              <a:rPr lang="ro-RO" spc="10" dirty="0">
                <a:solidFill>
                  <a:srgbClr val="000000"/>
                </a:solidFill>
                <a:effectLst/>
                <a:latin typeface="+mj-lt"/>
                <a:ea typeface="SimSun" panose="02010600030101010101" pitchFamily="2" charset="-122"/>
                <a:cs typeface="Calibri" panose="020F0502020204030204" pitchFamily="34" charset="0"/>
              </a:rPr>
              <a:t>). Regulile trebuie să fie definite conform următoarei figuri:</a:t>
            </a:r>
          </a:p>
          <a:p>
            <a:pPr marL="0" marR="0" algn="just" fontAlgn="ctr">
              <a:lnSpc>
                <a:spcPct val="114000"/>
              </a:lnSpc>
              <a:spcBef>
                <a:spcPts val="600"/>
              </a:spcBef>
              <a:spcAft>
                <a:spcPts val="0"/>
              </a:spcAft>
            </a:pPr>
            <a:r>
              <a:rPr lang="ro-RO" spc="10" dirty="0">
                <a:solidFill>
                  <a:srgbClr val="000000"/>
                </a:solidFill>
                <a:latin typeface="+mj-lt"/>
                <a:ea typeface="SimSun" panose="02010600030101010101" pitchFamily="2" charset="-122"/>
                <a:cs typeface="Calibri" panose="020F0502020204030204" pitchFamily="34" charset="0"/>
              </a:rPr>
              <a:t>6. </a:t>
            </a:r>
            <a:r>
              <a:rPr lang="ro-RO" spc="10" dirty="0">
                <a:solidFill>
                  <a:srgbClr val="000000"/>
                </a:solidFill>
                <a:effectLst/>
                <a:latin typeface="+mj-lt"/>
                <a:ea typeface="SimSun" panose="02010600030101010101" pitchFamily="2" charset="-122"/>
                <a:cs typeface="Calibri" panose="020F0502020204030204" pitchFamily="34" charset="0"/>
              </a:rPr>
              <a:t>Salvați proiectul. </a:t>
            </a:r>
          </a:p>
          <a:p>
            <a:pPr marL="742950" marR="0" lvl="1" indent="-285750" algn="just">
              <a:lnSpc>
                <a:spcPct val="114000"/>
              </a:lnSpc>
              <a:spcBef>
                <a:spcPts val="600"/>
              </a:spcBef>
              <a:spcAft>
                <a:spcPts val="0"/>
              </a:spcAft>
              <a:buFont typeface="Calibri" panose="020F0502020204030204" pitchFamily="34" charset="0"/>
              <a:buChar char="-"/>
            </a:pPr>
            <a:endParaRPr lang="en-US" dirty="0">
              <a:effectLst/>
              <a:latin typeface="+mj-lt"/>
              <a:ea typeface="SimSun" panose="02010600030101010101" pitchFamily="2" charset="-122"/>
              <a:cs typeface="Times New Roman" panose="02020603050405020304" pitchFamily="18" charset="0"/>
            </a:endParaRPr>
          </a:p>
        </p:txBody>
      </p:sp>
      <p:pic>
        <p:nvPicPr>
          <p:cNvPr id="8" name="Picture 7">
            <a:extLst>
              <a:ext uri="{FF2B5EF4-FFF2-40B4-BE49-F238E27FC236}">
                <a16:creationId xmlns:a16="http://schemas.microsoft.com/office/drawing/2014/main" id="{68D0C723-1C8C-41D6-8C35-781FB455BC70}"/>
              </a:ext>
            </a:extLst>
          </p:cNvPr>
          <p:cNvPicPr/>
          <p:nvPr/>
        </p:nvPicPr>
        <p:blipFill>
          <a:blip r:embed="rId3">
            <a:extLst>
              <a:ext uri="{28A0092B-C50C-407E-A947-70E740481C1C}">
                <a14:useLocalDpi xmlns:a14="http://schemas.microsoft.com/office/drawing/2010/main" val="0"/>
              </a:ext>
            </a:extLst>
          </a:blip>
          <a:stretch>
            <a:fillRect/>
          </a:stretch>
        </p:blipFill>
        <p:spPr>
          <a:xfrm>
            <a:off x="2434574" y="3122775"/>
            <a:ext cx="7322852" cy="316241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04113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T Services by Slidesgo">
  <a:themeElements>
    <a:clrScheme name="Simple Light">
      <a:dk1>
        <a:srgbClr val="343434"/>
      </a:dk1>
      <a:lt1>
        <a:srgbClr val="FFFFFF"/>
      </a:lt1>
      <a:dk2>
        <a:srgbClr val="343434"/>
      </a:dk2>
      <a:lt2>
        <a:srgbClr val="F0F7ED"/>
      </a:lt2>
      <a:accent1>
        <a:srgbClr val="00899D"/>
      </a:accent1>
      <a:accent2>
        <a:srgbClr val="FF7210"/>
      </a:accent2>
      <a:accent3>
        <a:srgbClr val="343434"/>
      </a:accent3>
      <a:accent4>
        <a:srgbClr val="CECECE"/>
      </a:accent4>
      <a:accent5>
        <a:srgbClr val="00BBC1"/>
      </a:accent5>
      <a:accent6>
        <a:srgbClr val="D5DEE4"/>
      </a:accent6>
      <a:hlink>
        <a:srgbClr val="F0F7E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IT Services by Slidesgo">
  <a:themeElements>
    <a:clrScheme name="Simple Light">
      <a:dk1>
        <a:srgbClr val="343434"/>
      </a:dk1>
      <a:lt1>
        <a:srgbClr val="FFFFFF"/>
      </a:lt1>
      <a:dk2>
        <a:srgbClr val="343434"/>
      </a:dk2>
      <a:lt2>
        <a:srgbClr val="F0F7ED"/>
      </a:lt2>
      <a:accent1>
        <a:srgbClr val="00899D"/>
      </a:accent1>
      <a:accent2>
        <a:srgbClr val="FF7210"/>
      </a:accent2>
      <a:accent3>
        <a:srgbClr val="343434"/>
      </a:accent3>
      <a:accent4>
        <a:srgbClr val="CECECE"/>
      </a:accent4>
      <a:accent5>
        <a:srgbClr val="00BBC1"/>
      </a:accent5>
      <a:accent6>
        <a:srgbClr val="D5DEE4"/>
      </a:accent6>
      <a:hlink>
        <a:srgbClr val="F0F7E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1695</TotalTime>
  <Words>2008</Words>
  <Application>Microsoft Office PowerPoint</Application>
  <PresentationFormat>Widescreen</PresentationFormat>
  <Paragraphs>204</Paragraphs>
  <Slides>26</Slides>
  <Notes>26</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26</vt:i4>
      </vt:variant>
    </vt:vector>
  </HeadingPairs>
  <TitlesOfParts>
    <vt:vector size="39" baseType="lpstr">
      <vt:lpstr>Arial</vt:lpstr>
      <vt:lpstr>Barlow</vt:lpstr>
      <vt:lpstr>Calibri</vt:lpstr>
      <vt:lpstr>Calibri Light</vt:lpstr>
      <vt:lpstr>Helvetica Neue</vt:lpstr>
      <vt:lpstr>Lato</vt:lpstr>
      <vt:lpstr>Muli</vt:lpstr>
      <vt:lpstr>Roboto</vt:lpstr>
      <vt:lpstr>Wingdings</vt:lpstr>
      <vt:lpstr>Office Theme</vt:lpstr>
      <vt:lpstr>IT Services by Slidesgo</vt:lpstr>
      <vt:lpstr>1_IT Services by Slidesgo</vt:lpstr>
      <vt:lpstr>Document</vt:lpstr>
      <vt:lpstr>Analiza și proiectarea sistemelor informatice</vt:lpstr>
      <vt:lpstr>Cuprins</vt:lpstr>
      <vt:lpstr>Identificarea cerințelor</vt:lpstr>
      <vt:lpstr>Surse pentru identificarea cerințelor</vt:lpstr>
      <vt:lpstr>PowerPoint Presentation</vt:lpstr>
      <vt:lpstr>Necesitatea implicării active a  beneficiarului</vt:lpstr>
      <vt:lpstr>Bune practici</vt:lpstr>
      <vt:lpstr>PowerPoint Presentation</vt:lpstr>
      <vt:lpstr>Analiza cerințelor textuale -1 </vt:lpstr>
      <vt:lpstr>Analiza cerințelor textuale - 2 </vt:lpstr>
      <vt:lpstr>Analiza cerințelor textuale - 3 </vt:lpstr>
      <vt:lpstr>Analiza cerințelor textuale - 4 </vt:lpstr>
      <vt:lpstr>Analiza cerințelor textuale - 5 </vt:lpstr>
      <vt:lpstr>Tabel clase candidate - 1 </vt:lpstr>
      <vt:lpstr>PowerPoint Presentation</vt:lpstr>
      <vt:lpstr>Analiza cerințelor textuale - 6 </vt:lpstr>
      <vt:lpstr>Analiza cerințelor textuale - 8 </vt:lpstr>
      <vt:lpstr>Analiza cerințelor textuale - 9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Proiectarea sistemelor informatice</dc:title>
  <dc:creator>Anca Andreescu</dc:creator>
  <cp:lastModifiedBy>Anca Andreescu</cp:lastModifiedBy>
  <cp:revision>161</cp:revision>
  <dcterms:created xsi:type="dcterms:W3CDTF">2020-11-04T08:12:41Z</dcterms:created>
  <dcterms:modified xsi:type="dcterms:W3CDTF">2026-09-16T06:44:22Z</dcterms:modified>
</cp:coreProperties>
</file>