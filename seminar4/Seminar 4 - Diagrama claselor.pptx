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0"/>
  </p:notesMasterIdLst>
  <p:sldIdLst>
    <p:sldId id="270" r:id="rId3"/>
    <p:sldId id="275" r:id="rId4"/>
    <p:sldId id="287" r:id="rId5"/>
    <p:sldId id="294" r:id="rId6"/>
    <p:sldId id="332" r:id="rId7"/>
    <p:sldId id="333" r:id="rId8"/>
    <p:sldId id="334" r:id="rId9"/>
    <p:sldId id="331" r:id="rId10"/>
    <p:sldId id="338" r:id="rId11"/>
    <p:sldId id="340" r:id="rId12"/>
    <p:sldId id="339" r:id="rId13"/>
    <p:sldId id="341" r:id="rId14"/>
    <p:sldId id="342" r:id="rId15"/>
    <p:sldId id="344" r:id="rId16"/>
    <p:sldId id="343" r:id="rId17"/>
    <p:sldId id="345" r:id="rId18"/>
    <p:sldId id="346" r:id="rId19"/>
    <p:sldId id="348" r:id="rId20"/>
    <p:sldId id="349" r:id="rId21"/>
    <p:sldId id="308" r:id="rId22"/>
    <p:sldId id="309" r:id="rId23"/>
    <p:sldId id="321" r:id="rId24"/>
    <p:sldId id="352" r:id="rId25"/>
    <p:sldId id="322" r:id="rId26"/>
    <p:sldId id="351" r:id="rId27"/>
    <p:sldId id="267" r:id="rId28"/>
    <p:sldId id="26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8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814" autoAdjust="0"/>
  </p:normalViewPr>
  <p:slideViewPr>
    <p:cSldViewPr snapToGrid="0">
      <p:cViewPr varScale="1">
        <p:scale>
          <a:sx n="73" d="100"/>
          <a:sy n="73" d="100"/>
        </p:scale>
        <p:origin x="102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352B63-3557-412C-9D6B-84CE3BC4921B}"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1E250F-C1AE-4923-B5D5-890F54A234D5}" type="slidenum">
              <a:rPr lang="en-US" smtClean="0"/>
              <a:t>‹#›</a:t>
            </a:fld>
            <a:endParaRPr lang="en-US"/>
          </a:p>
        </p:txBody>
      </p:sp>
    </p:spTree>
    <p:extLst>
      <p:ext uri="{BB962C8B-B14F-4D97-AF65-F5344CB8AC3E}">
        <p14:creationId xmlns:p14="http://schemas.microsoft.com/office/powerpoint/2010/main" val="1265571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2"/>
        <p:cNvGrpSpPr/>
        <p:nvPr/>
      </p:nvGrpSpPr>
      <p:grpSpPr>
        <a:xfrm>
          <a:off x="0" y="0"/>
          <a:ext cx="0" cy="0"/>
          <a:chOff x="0" y="0"/>
          <a:chExt cx="0" cy="0"/>
        </a:xfrm>
      </p:grpSpPr>
      <p:sp>
        <p:nvSpPr>
          <p:cNvPr id="3473" name="Google Shape;3473;g89f325e8c8_0_20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4" name="Google Shape;3474;g89f325e8c8_0_2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3"/>
        <p:cNvGrpSpPr/>
        <p:nvPr/>
      </p:nvGrpSpPr>
      <p:grpSpPr>
        <a:xfrm>
          <a:off x="0" y="0"/>
          <a:ext cx="0" cy="0"/>
          <a:chOff x="0" y="0"/>
          <a:chExt cx="0" cy="0"/>
        </a:xfrm>
      </p:grpSpPr>
      <p:sp>
        <p:nvSpPr>
          <p:cNvPr id="3954" name="Google Shape;3954;g89f325e8c8_0_4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5" name="Google Shape;3955;g89f325e8c8_0_4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1336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6378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3"/>
        <p:cNvGrpSpPr/>
        <p:nvPr/>
      </p:nvGrpSpPr>
      <p:grpSpPr>
        <a:xfrm>
          <a:off x="0" y="0"/>
          <a:ext cx="0" cy="0"/>
          <a:chOff x="0" y="0"/>
          <a:chExt cx="0" cy="0"/>
        </a:xfrm>
      </p:grpSpPr>
      <p:sp>
        <p:nvSpPr>
          <p:cNvPr id="3954" name="Google Shape;3954;g89f325e8c8_0_4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5" name="Google Shape;3955;g89f325e8c8_0_4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7757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3"/>
        <p:cNvGrpSpPr/>
        <p:nvPr/>
      </p:nvGrpSpPr>
      <p:grpSpPr>
        <a:xfrm>
          <a:off x="0" y="0"/>
          <a:ext cx="0" cy="0"/>
          <a:chOff x="0" y="0"/>
          <a:chExt cx="0" cy="0"/>
        </a:xfrm>
      </p:grpSpPr>
      <p:sp>
        <p:nvSpPr>
          <p:cNvPr id="3954" name="Google Shape;3954;g89f325e8c8_0_4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5" name="Google Shape;3955;g89f325e8c8_0_4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7605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9036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85624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2104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40462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82031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3498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5413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2221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853904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0836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565965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1376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76734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6673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Raspuns</a:t>
            </a:r>
            <a:r>
              <a:rPr lang="en-US" b="1" dirty="0"/>
              <a:t>:</a:t>
            </a:r>
            <a:r>
              <a:rPr lang="en-US" b="0" dirty="0"/>
              <a:t> </a:t>
            </a:r>
            <a:r>
              <a:rPr lang="en-US" b="1" dirty="0"/>
              <a:t>A</a:t>
            </a:r>
            <a:endParaRPr b="1" dirty="0"/>
          </a:p>
        </p:txBody>
      </p:sp>
    </p:spTree>
    <p:extLst>
      <p:ext uri="{BB962C8B-B14F-4D97-AF65-F5344CB8AC3E}">
        <p14:creationId xmlns:p14="http://schemas.microsoft.com/office/powerpoint/2010/main" val="2586731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Raspuns</a:t>
            </a:r>
            <a:r>
              <a:rPr lang="en-US" b="1" dirty="0"/>
              <a:t>:</a:t>
            </a:r>
            <a:r>
              <a:rPr lang="en-US" b="0" dirty="0"/>
              <a:t> </a:t>
            </a:r>
            <a:r>
              <a:rPr lang="en-US" b="1" dirty="0"/>
              <a:t>D</a:t>
            </a:r>
            <a:endParaRPr b="1" dirty="0"/>
          </a:p>
        </p:txBody>
      </p:sp>
    </p:spTree>
    <p:extLst>
      <p:ext uri="{BB962C8B-B14F-4D97-AF65-F5344CB8AC3E}">
        <p14:creationId xmlns:p14="http://schemas.microsoft.com/office/powerpoint/2010/main" val="2095454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1"/>
        <p:cNvGrpSpPr/>
        <p:nvPr/>
      </p:nvGrpSpPr>
      <p:grpSpPr>
        <a:xfrm>
          <a:off x="0" y="0"/>
          <a:ext cx="0" cy="0"/>
          <a:chOff x="0" y="0"/>
          <a:chExt cx="0" cy="0"/>
        </a:xfrm>
      </p:grpSpPr>
      <p:sp>
        <p:nvSpPr>
          <p:cNvPr id="3632" name="Google Shape;3632;g89f325e8c8_0_2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3" name="Google Shape;3633;g89f325e8c8_0_2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err="1"/>
              <a:t>Raspuns</a:t>
            </a:r>
            <a:r>
              <a:rPr lang="en-US" b="1" dirty="0"/>
              <a:t>:</a:t>
            </a:r>
            <a:r>
              <a:rPr lang="en-US" b="0" dirty="0"/>
              <a:t> </a:t>
            </a:r>
            <a:r>
              <a:rPr lang="en-US" b="1" dirty="0"/>
              <a:t>A</a:t>
            </a:r>
            <a:endParaRPr b="1" dirty="0"/>
          </a:p>
        </p:txBody>
      </p:sp>
    </p:spTree>
    <p:extLst>
      <p:ext uri="{BB962C8B-B14F-4D97-AF65-F5344CB8AC3E}">
        <p14:creationId xmlns:p14="http://schemas.microsoft.com/office/powerpoint/2010/main" val="2614797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89f325e8c8_0_18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 name="Google Shape;1134;g89f325e8c8_0_1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0796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89f325e8c8_0_2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 name="Google Shape;1259;g89f325e8c8_0_2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89f325e8c8_0_18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 name="Google Shape;1134;g89f325e8c8_0_1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A8738-9C45-434F-99A2-7338BF032C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0FD2DD-3BFE-4AB8-A585-D7C50B13C6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BD636E-5877-49BA-BC0E-EF81962B7303}"/>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B260E3C8-917A-40F2-B16A-2C0759E442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9606C7-4858-4C5C-BC4C-E1966438E9C3}"/>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3032984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E135-7EDB-4E55-9B57-A46C3D08EF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4A10CC-5932-408C-952E-2903E2CAFE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0EB76-B6EB-44F8-949A-2EE6E88FBF71}"/>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3A256FAF-AA63-4B10-AEA1-9901756973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80617C-13EF-44D9-83B9-52F2B810B15F}"/>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815617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B74CA-8DAE-49EC-8879-CA80DF4298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68F3E7-324B-4A8D-9C0D-69FD8E1CE5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076422-74D8-48D0-AD3F-7EDAA2C07602}"/>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CDDAE4A4-53C0-4307-A55E-482755D0E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17017-3FE1-4B93-AB3E-8124A2E474DA}"/>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22485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D3EDB-9110-4EED-A104-55A779EB4F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640D22-C676-4069-BA1E-2E19EB1CCF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3045E0-AC21-4C37-8A6A-9582287795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77A8FC-163D-4F82-8B3E-26C5AB5B4E55}"/>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6" name="Footer Placeholder 5">
            <a:extLst>
              <a:ext uri="{FF2B5EF4-FFF2-40B4-BE49-F238E27FC236}">
                <a16:creationId xmlns:a16="http://schemas.microsoft.com/office/drawing/2014/main" id="{06DCB127-2750-47CD-9A47-61F143B5FC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52AAD3-2E30-4E26-8159-96C458CEA88E}"/>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687924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2C88D-C80B-4513-9EB3-33F4A42FCA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E7565A-5D8B-4CB6-8901-4D33340F25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516989-3747-4126-85F4-9779B919FD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3710CD-2B18-4721-9DC7-990C6CB7A0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477945-1F38-4410-A46C-345CC6216A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D6E33-8028-4D53-AB2F-3DC221D94278}"/>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8" name="Footer Placeholder 7">
            <a:extLst>
              <a:ext uri="{FF2B5EF4-FFF2-40B4-BE49-F238E27FC236}">
                <a16:creationId xmlns:a16="http://schemas.microsoft.com/office/drawing/2014/main" id="{BDC974D6-4CB0-4CB9-BF21-FBD2177C87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220444-4A03-4F4E-AC87-39F26574E315}"/>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117262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D70A3-55BD-41D8-BBC4-71A0556E66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14B5EC-CE76-4F19-8537-C6EC31DA81C6}"/>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4" name="Footer Placeholder 3">
            <a:extLst>
              <a:ext uri="{FF2B5EF4-FFF2-40B4-BE49-F238E27FC236}">
                <a16:creationId xmlns:a16="http://schemas.microsoft.com/office/drawing/2014/main" id="{E243AE3B-54C7-4FB0-B49B-EA476FE3C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532943-6AC9-4DE4-9846-43EFE6893DAB}"/>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3918606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850921-53CD-4157-AE6F-F6C79DD4560D}"/>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3" name="Footer Placeholder 2">
            <a:extLst>
              <a:ext uri="{FF2B5EF4-FFF2-40B4-BE49-F238E27FC236}">
                <a16:creationId xmlns:a16="http://schemas.microsoft.com/office/drawing/2014/main" id="{58248549-1982-44DF-A5E7-F6D077046F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420740-551E-475F-A525-6BDE9B5422AC}"/>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21368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7B25E-DEAF-4D83-8E2E-BEF72BB9C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23DB6C-5C72-43CA-8978-C03EF29793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79BA57-1521-4CE0-8DB7-51E12B55E5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3C80EF-14E6-42DC-9F2D-279DD15B118F}"/>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6" name="Footer Placeholder 5">
            <a:extLst>
              <a:ext uri="{FF2B5EF4-FFF2-40B4-BE49-F238E27FC236}">
                <a16:creationId xmlns:a16="http://schemas.microsoft.com/office/drawing/2014/main" id="{CAB55117-4DD1-40B8-805A-479F608955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53B3C-F68B-4C41-83EE-98F758125EA1}"/>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524410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7FE35-3DC3-4888-AE4B-12AEBF839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16B5A8-2943-4694-AB75-3727F91631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B20801-0CE6-46F6-BA62-EE6CA96AF9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BC1B40-9310-4060-B6C1-C5D50FD48E73}"/>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6" name="Footer Placeholder 5">
            <a:extLst>
              <a:ext uri="{FF2B5EF4-FFF2-40B4-BE49-F238E27FC236}">
                <a16:creationId xmlns:a16="http://schemas.microsoft.com/office/drawing/2014/main" id="{E784C8C7-4E5B-4B1C-BFD7-EBAC570094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D3CEB4-A4D7-41AA-8D0D-406A017B254F}"/>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922536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6BAD-AA68-4FE6-B3A3-807D6D6620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9D6F6A-69B5-43A9-A871-0A8D279041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24E09-415C-4B7D-B2E3-C6483FE23005}"/>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B9980EA0-AAB4-4D10-9C50-1AA4BCBD04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D0790B-00B3-46D9-8014-E17CD635EE50}"/>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1675583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AD9418-AD62-457A-B059-3469817579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693F7D-7E88-492A-8A8B-04DBC067D6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B8505E-EDB8-4E99-AC6A-2C17419D789C}"/>
              </a:ext>
            </a:extLst>
          </p:cNvPr>
          <p:cNvSpPr>
            <a:spLocks noGrp="1"/>
          </p:cNvSpPr>
          <p:nvPr>
            <p:ph type="dt" sz="half" idx="10"/>
          </p:nvPr>
        </p:nvSpPr>
        <p:spPr/>
        <p:txBody>
          <a:body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D2F360BF-0908-4848-A125-6B3F9D673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63133E-3301-4717-9EC5-01E197BA1809}"/>
              </a:ext>
            </a:extLst>
          </p:cNvPr>
          <p:cNvSpPr>
            <a:spLocks noGrp="1"/>
          </p:cNvSpPr>
          <p:nvPr>
            <p:ph type="sldNum" sz="quarter" idx="12"/>
          </p:nvPr>
        </p:nvSpPr>
        <p:spPr/>
        <p:txBody>
          <a:bodyPr/>
          <a:lstStyle/>
          <a:p>
            <a:fld id="{8CCB041C-0839-4238-94E9-E84C39054D8D}" type="slidenum">
              <a:rPr lang="en-US" smtClean="0"/>
              <a:t>‹#›</a:t>
            </a:fld>
            <a:endParaRPr lang="en-US"/>
          </a:p>
        </p:txBody>
      </p:sp>
    </p:spTree>
    <p:extLst>
      <p:ext uri="{BB962C8B-B14F-4D97-AF65-F5344CB8AC3E}">
        <p14:creationId xmlns:p14="http://schemas.microsoft.com/office/powerpoint/2010/main" val="2002199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0648889" y="5162012"/>
            <a:ext cx="2290248" cy="2290800"/>
            <a:chOff x="1347125" y="349025"/>
            <a:chExt cx="4978800" cy="4980000"/>
          </a:xfrm>
        </p:grpSpPr>
        <p:sp>
          <p:nvSpPr>
            <p:cNvPr id="10" name="Google Shape;10;p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txBox="1">
            <a:spLocks noGrp="1"/>
          </p:cNvSpPr>
          <p:nvPr>
            <p:ph type="ctrTitle"/>
          </p:nvPr>
        </p:nvSpPr>
        <p:spPr>
          <a:xfrm>
            <a:off x="6402867" y="2921367"/>
            <a:ext cx="4893600" cy="9384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6667" b="1">
                <a:solidFill>
                  <a:schemeClr val="accent5"/>
                </a:solidFill>
                <a:latin typeface="Roboto"/>
                <a:ea typeface="Roboto"/>
                <a:cs typeface="Roboto"/>
                <a:sym typeface="Roboto"/>
              </a:defRPr>
            </a:lvl1pPr>
            <a:lvl2pPr lvl="1" rtl="0">
              <a:spcBef>
                <a:spcPts val="0"/>
              </a:spcBef>
              <a:spcAft>
                <a:spcPts val="0"/>
              </a:spcAft>
              <a:buSzPts val="5200"/>
              <a:buNone/>
              <a:defRPr sz="6933"/>
            </a:lvl2pPr>
            <a:lvl3pPr lvl="2" rtl="0">
              <a:spcBef>
                <a:spcPts val="0"/>
              </a:spcBef>
              <a:spcAft>
                <a:spcPts val="0"/>
              </a:spcAft>
              <a:buSzPts val="5200"/>
              <a:buNone/>
              <a:defRPr sz="6933"/>
            </a:lvl3pPr>
            <a:lvl4pPr lvl="3" rtl="0">
              <a:spcBef>
                <a:spcPts val="0"/>
              </a:spcBef>
              <a:spcAft>
                <a:spcPts val="0"/>
              </a:spcAft>
              <a:buSzPts val="5200"/>
              <a:buNone/>
              <a:defRPr sz="6933"/>
            </a:lvl4pPr>
            <a:lvl5pPr lvl="4" rtl="0">
              <a:spcBef>
                <a:spcPts val="0"/>
              </a:spcBef>
              <a:spcAft>
                <a:spcPts val="0"/>
              </a:spcAft>
              <a:buSzPts val="5200"/>
              <a:buNone/>
              <a:defRPr sz="6933"/>
            </a:lvl5pPr>
            <a:lvl6pPr lvl="5" rtl="0">
              <a:spcBef>
                <a:spcPts val="0"/>
              </a:spcBef>
              <a:spcAft>
                <a:spcPts val="0"/>
              </a:spcAft>
              <a:buSzPts val="5200"/>
              <a:buNone/>
              <a:defRPr sz="6933"/>
            </a:lvl6pPr>
            <a:lvl7pPr lvl="6" rtl="0">
              <a:spcBef>
                <a:spcPts val="0"/>
              </a:spcBef>
              <a:spcAft>
                <a:spcPts val="0"/>
              </a:spcAft>
              <a:buSzPts val="5200"/>
              <a:buNone/>
              <a:defRPr sz="6933"/>
            </a:lvl7pPr>
            <a:lvl8pPr lvl="7" rtl="0">
              <a:spcBef>
                <a:spcPts val="0"/>
              </a:spcBef>
              <a:spcAft>
                <a:spcPts val="0"/>
              </a:spcAft>
              <a:buSzPts val="5200"/>
              <a:buNone/>
              <a:defRPr sz="6933"/>
            </a:lvl8pPr>
            <a:lvl9pPr lvl="8" rtl="0">
              <a:spcBef>
                <a:spcPts val="0"/>
              </a:spcBef>
              <a:spcAft>
                <a:spcPts val="0"/>
              </a:spcAft>
              <a:buSzPts val="5200"/>
              <a:buNone/>
              <a:defRPr sz="6933"/>
            </a:lvl9pPr>
          </a:lstStyle>
          <a:p>
            <a:endParaRPr/>
          </a:p>
        </p:txBody>
      </p:sp>
      <p:sp>
        <p:nvSpPr>
          <p:cNvPr id="33" name="Google Shape;33;p2"/>
          <p:cNvSpPr txBox="1">
            <a:spLocks noGrp="1"/>
          </p:cNvSpPr>
          <p:nvPr>
            <p:ph type="subTitle" idx="1"/>
          </p:nvPr>
        </p:nvSpPr>
        <p:spPr>
          <a:xfrm>
            <a:off x="6402867" y="3859767"/>
            <a:ext cx="4893600" cy="62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atin typeface="Muli"/>
                <a:ea typeface="Muli"/>
                <a:cs typeface="Muli"/>
                <a:sym typeface="Muli"/>
              </a:defRPr>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
        <p:nvSpPr>
          <p:cNvPr id="34" name="Google Shape;34;p2"/>
          <p:cNvSpPr/>
          <p:nvPr/>
        </p:nvSpPr>
        <p:spPr>
          <a:xfrm rot="2539751">
            <a:off x="9831387" y="-4814239"/>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2"/>
          <p:cNvSpPr/>
          <p:nvPr/>
        </p:nvSpPr>
        <p:spPr>
          <a:xfrm rot="9266724">
            <a:off x="10258336" y="1220221"/>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0098106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accent1"/>
        </a:solidFill>
        <a:effectLst/>
      </p:bgPr>
    </p:bg>
    <p:spTree>
      <p:nvGrpSpPr>
        <p:cNvPr id="1" name="Shape 36"/>
        <p:cNvGrpSpPr/>
        <p:nvPr/>
      </p:nvGrpSpPr>
      <p:grpSpPr>
        <a:xfrm>
          <a:off x="0" y="0"/>
          <a:ext cx="0" cy="0"/>
          <a:chOff x="0" y="0"/>
          <a:chExt cx="0" cy="0"/>
        </a:xfrm>
      </p:grpSpPr>
      <p:sp>
        <p:nvSpPr>
          <p:cNvPr id="37" name="Google Shape;37;p3"/>
          <p:cNvSpPr/>
          <p:nvPr/>
        </p:nvSpPr>
        <p:spPr>
          <a:xfrm>
            <a:off x="-1922624" y="843471"/>
            <a:ext cx="5018800" cy="5018800"/>
          </a:xfrm>
          <a:prstGeom prst="donut">
            <a:avLst>
              <a:gd name="adj" fmla="val 17842"/>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8" name="Google Shape;38;p3"/>
          <p:cNvGrpSpPr/>
          <p:nvPr/>
        </p:nvGrpSpPr>
        <p:grpSpPr>
          <a:xfrm>
            <a:off x="1781158" y="914925"/>
            <a:ext cx="867639" cy="867848"/>
            <a:chOff x="1347125" y="349025"/>
            <a:chExt cx="4978800" cy="4980000"/>
          </a:xfrm>
        </p:grpSpPr>
        <p:sp>
          <p:nvSpPr>
            <p:cNvPr id="39" name="Google Shape;39;p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60;p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1" name="Google Shape;61;p3"/>
          <p:cNvSpPr/>
          <p:nvPr/>
        </p:nvSpPr>
        <p:spPr>
          <a:xfrm>
            <a:off x="328196" y="4577867"/>
            <a:ext cx="668000" cy="6680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2" name="Google Shape;62;p3"/>
          <p:cNvSpPr txBox="1">
            <a:spLocks noGrp="1"/>
          </p:cNvSpPr>
          <p:nvPr>
            <p:ph type="title"/>
          </p:nvPr>
        </p:nvSpPr>
        <p:spPr>
          <a:xfrm>
            <a:off x="3319533" y="2788051"/>
            <a:ext cx="7572400" cy="1282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3" name="Google Shape;63;p3"/>
          <p:cNvSpPr txBox="1">
            <a:spLocks noGrp="1"/>
          </p:cNvSpPr>
          <p:nvPr>
            <p:ph type="subTitle" idx="1"/>
          </p:nvPr>
        </p:nvSpPr>
        <p:spPr>
          <a:xfrm>
            <a:off x="3319533" y="4069951"/>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4" name="Google Shape;64;p3"/>
          <p:cNvSpPr txBox="1">
            <a:spLocks noGrp="1"/>
          </p:cNvSpPr>
          <p:nvPr>
            <p:ph type="title" idx="2" hasCustomPrompt="1"/>
          </p:nvPr>
        </p:nvSpPr>
        <p:spPr>
          <a:xfrm>
            <a:off x="3319533" y="1731251"/>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
        <p:nvSpPr>
          <p:cNvPr id="65" name="Google Shape;65;p3"/>
          <p:cNvSpPr/>
          <p:nvPr/>
        </p:nvSpPr>
        <p:spPr>
          <a:xfrm rot="2539751">
            <a:off x="9831387" y="-4814239"/>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 name="Google Shape;66;p3"/>
          <p:cNvSpPr/>
          <p:nvPr/>
        </p:nvSpPr>
        <p:spPr>
          <a:xfrm rot="9266724">
            <a:off x="10258336" y="1220221"/>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56637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rgbClr val="00899D"/>
        </a:solidFill>
        <a:effectLst/>
      </p:bgPr>
    </p:bg>
    <p:spTree>
      <p:nvGrpSpPr>
        <p:cNvPr id="1" name="Shape 67"/>
        <p:cNvGrpSpPr/>
        <p:nvPr/>
      </p:nvGrpSpPr>
      <p:grpSpPr>
        <a:xfrm>
          <a:off x="0" y="0"/>
          <a:ext cx="0" cy="0"/>
          <a:chOff x="0" y="0"/>
          <a:chExt cx="0" cy="0"/>
        </a:xfrm>
      </p:grpSpPr>
      <p:sp>
        <p:nvSpPr>
          <p:cNvPr id="68" name="Google Shape;68;p4"/>
          <p:cNvSpPr txBox="1">
            <a:spLocks noGrp="1"/>
          </p:cNvSpPr>
          <p:nvPr>
            <p:ph type="title"/>
          </p:nvPr>
        </p:nvSpPr>
        <p:spPr>
          <a:xfrm>
            <a:off x="415600" y="512064"/>
            <a:ext cx="113608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2700"/>
              <a:buNone/>
              <a:defRPr>
                <a:solidFill>
                  <a:schemeClr val="lt2"/>
                </a:solidFill>
              </a:defRPr>
            </a:lvl1pPr>
            <a:lvl2pPr lvl="1">
              <a:spcBef>
                <a:spcPts val="0"/>
              </a:spcBef>
              <a:spcAft>
                <a:spcPts val="0"/>
              </a:spcAft>
              <a:buSzPts val="2700"/>
              <a:buNone/>
              <a:defRPr/>
            </a:lvl2pPr>
            <a:lvl3pPr lvl="2">
              <a:spcBef>
                <a:spcPts val="0"/>
              </a:spcBef>
              <a:spcAft>
                <a:spcPts val="0"/>
              </a:spcAft>
              <a:buSzPts val="2700"/>
              <a:buNone/>
              <a:defRPr/>
            </a:lvl3pPr>
            <a:lvl4pPr lvl="3">
              <a:spcBef>
                <a:spcPts val="0"/>
              </a:spcBef>
              <a:spcAft>
                <a:spcPts val="0"/>
              </a:spcAft>
              <a:buSzPts val="2700"/>
              <a:buNone/>
              <a:defRPr/>
            </a:lvl4pPr>
            <a:lvl5pPr lvl="4">
              <a:spcBef>
                <a:spcPts val="0"/>
              </a:spcBef>
              <a:spcAft>
                <a:spcPts val="0"/>
              </a:spcAft>
              <a:buSzPts val="2700"/>
              <a:buNone/>
              <a:defRPr/>
            </a:lvl5pPr>
            <a:lvl6pPr lvl="5">
              <a:spcBef>
                <a:spcPts val="0"/>
              </a:spcBef>
              <a:spcAft>
                <a:spcPts val="0"/>
              </a:spcAft>
              <a:buSzPts val="2700"/>
              <a:buNone/>
              <a:defRPr/>
            </a:lvl6pPr>
            <a:lvl7pPr lvl="6">
              <a:spcBef>
                <a:spcPts val="0"/>
              </a:spcBef>
              <a:spcAft>
                <a:spcPts val="0"/>
              </a:spcAft>
              <a:buSzPts val="2700"/>
              <a:buNone/>
              <a:defRPr/>
            </a:lvl7pPr>
            <a:lvl8pPr lvl="7">
              <a:spcBef>
                <a:spcPts val="0"/>
              </a:spcBef>
              <a:spcAft>
                <a:spcPts val="0"/>
              </a:spcAft>
              <a:buSzPts val="2700"/>
              <a:buNone/>
              <a:defRPr/>
            </a:lvl8pPr>
            <a:lvl9pPr lvl="8">
              <a:spcBef>
                <a:spcPts val="0"/>
              </a:spcBef>
              <a:spcAft>
                <a:spcPts val="0"/>
              </a:spcAft>
              <a:buSzPts val="2700"/>
              <a:buNone/>
              <a:defRPr/>
            </a:lvl9pPr>
          </a:lstStyle>
          <a:p>
            <a:endParaRPr/>
          </a:p>
        </p:txBody>
      </p:sp>
      <p:sp>
        <p:nvSpPr>
          <p:cNvPr id="69" name="Google Shape;69;p4"/>
          <p:cNvSpPr txBox="1">
            <a:spLocks noGrp="1"/>
          </p:cNvSpPr>
          <p:nvPr>
            <p:ph type="body" idx="1"/>
          </p:nvPr>
        </p:nvSpPr>
        <p:spPr>
          <a:xfrm>
            <a:off x="950967" y="1382367"/>
            <a:ext cx="10290000" cy="5031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rgbClr val="8C5A79"/>
              </a:buClr>
              <a:buSzPts val="1400"/>
              <a:buFont typeface="Lato"/>
              <a:buChar char="●"/>
              <a:defRPr>
                <a:solidFill>
                  <a:schemeClr val="lt2"/>
                </a:solidFill>
              </a:defRPr>
            </a:lvl1pPr>
            <a:lvl2pPr marL="1219170" lvl="1" indent="-406390">
              <a:spcBef>
                <a:spcPts val="0"/>
              </a:spcBef>
              <a:spcAft>
                <a:spcPts val="0"/>
              </a:spcAft>
              <a:buClr>
                <a:srgbClr val="555555"/>
              </a:buClr>
              <a:buSzPts val="1200"/>
              <a:buFont typeface="Lato"/>
              <a:buChar char="○"/>
              <a:defRPr>
                <a:solidFill>
                  <a:schemeClr val="lt2"/>
                </a:solidFill>
              </a:defRPr>
            </a:lvl2pPr>
            <a:lvl3pPr marL="1828754" lvl="2" indent="-406390">
              <a:spcBef>
                <a:spcPts val="0"/>
              </a:spcBef>
              <a:spcAft>
                <a:spcPts val="0"/>
              </a:spcAft>
              <a:buClr>
                <a:srgbClr val="555555"/>
              </a:buClr>
              <a:buSzPts val="1200"/>
              <a:buFont typeface="Lato"/>
              <a:buChar char="■"/>
              <a:defRPr>
                <a:solidFill>
                  <a:schemeClr val="lt2"/>
                </a:solidFill>
              </a:defRPr>
            </a:lvl3pPr>
            <a:lvl4pPr marL="2438339" lvl="3" indent="-406390">
              <a:spcBef>
                <a:spcPts val="0"/>
              </a:spcBef>
              <a:spcAft>
                <a:spcPts val="0"/>
              </a:spcAft>
              <a:buClr>
                <a:srgbClr val="555555"/>
              </a:buClr>
              <a:buSzPts val="1200"/>
              <a:buFont typeface="Lato"/>
              <a:buChar char="●"/>
              <a:defRPr>
                <a:solidFill>
                  <a:schemeClr val="lt2"/>
                </a:solidFill>
              </a:defRPr>
            </a:lvl4pPr>
            <a:lvl5pPr marL="3047924" lvl="4" indent="-406390">
              <a:spcBef>
                <a:spcPts val="0"/>
              </a:spcBef>
              <a:spcAft>
                <a:spcPts val="0"/>
              </a:spcAft>
              <a:buClr>
                <a:srgbClr val="555555"/>
              </a:buClr>
              <a:buSzPts val="1200"/>
              <a:buFont typeface="Lato"/>
              <a:buChar char="○"/>
              <a:defRPr>
                <a:solidFill>
                  <a:schemeClr val="lt2"/>
                </a:solidFill>
              </a:defRPr>
            </a:lvl5pPr>
            <a:lvl6pPr marL="3657509" lvl="5" indent="-406390">
              <a:spcBef>
                <a:spcPts val="0"/>
              </a:spcBef>
              <a:spcAft>
                <a:spcPts val="0"/>
              </a:spcAft>
              <a:buClr>
                <a:srgbClr val="555555"/>
              </a:buClr>
              <a:buSzPts val="1200"/>
              <a:buFont typeface="Lato"/>
              <a:buChar char="■"/>
              <a:defRPr>
                <a:solidFill>
                  <a:schemeClr val="lt2"/>
                </a:solidFill>
              </a:defRPr>
            </a:lvl6pPr>
            <a:lvl7pPr marL="4267093" lvl="6" indent="-406390">
              <a:spcBef>
                <a:spcPts val="0"/>
              </a:spcBef>
              <a:spcAft>
                <a:spcPts val="0"/>
              </a:spcAft>
              <a:buClr>
                <a:srgbClr val="555555"/>
              </a:buClr>
              <a:buSzPts val="1200"/>
              <a:buFont typeface="Lato"/>
              <a:buChar char="●"/>
              <a:defRPr>
                <a:solidFill>
                  <a:schemeClr val="lt2"/>
                </a:solidFill>
              </a:defRPr>
            </a:lvl7pPr>
            <a:lvl8pPr marL="4876678" lvl="7" indent="-406390">
              <a:spcBef>
                <a:spcPts val="0"/>
              </a:spcBef>
              <a:spcAft>
                <a:spcPts val="0"/>
              </a:spcAft>
              <a:buClr>
                <a:srgbClr val="555555"/>
              </a:buClr>
              <a:buSzPts val="1200"/>
              <a:buFont typeface="Lato"/>
              <a:buChar char="○"/>
              <a:defRPr>
                <a:solidFill>
                  <a:schemeClr val="lt2"/>
                </a:solidFill>
              </a:defRPr>
            </a:lvl8pPr>
            <a:lvl9pPr marL="5486263" lvl="8" indent="-406390">
              <a:spcBef>
                <a:spcPts val="0"/>
              </a:spcBef>
              <a:spcAft>
                <a:spcPts val="0"/>
              </a:spcAft>
              <a:buClr>
                <a:srgbClr val="555555"/>
              </a:buClr>
              <a:buSzPts val="1200"/>
              <a:buFont typeface="Lato"/>
              <a:buChar char="■"/>
              <a:defRPr>
                <a:solidFill>
                  <a:schemeClr val="lt2"/>
                </a:solidFill>
              </a:defRPr>
            </a:lvl9pPr>
          </a:lstStyle>
          <a:p>
            <a:endParaRPr/>
          </a:p>
        </p:txBody>
      </p:sp>
    </p:spTree>
    <p:extLst>
      <p:ext uri="{BB962C8B-B14F-4D97-AF65-F5344CB8AC3E}">
        <p14:creationId xmlns:p14="http://schemas.microsoft.com/office/powerpoint/2010/main" val="536397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0"/>
        <p:cNvGrpSpPr/>
        <p:nvPr/>
      </p:nvGrpSpPr>
      <p:grpSpPr>
        <a:xfrm>
          <a:off x="0" y="0"/>
          <a:ext cx="0" cy="0"/>
          <a:chOff x="0" y="0"/>
          <a:chExt cx="0" cy="0"/>
        </a:xfrm>
      </p:grpSpPr>
      <p:sp>
        <p:nvSpPr>
          <p:cNvPr id="71" name="Google Shape;71;p5"/>
          <p:cNvSpPr txBox="1">
            <a:spLocks noGrp="1"/>
          </p:cNvSpPr>
          <p:nvPr>
            <p:ph type="subTitle" idx="1"/>
          </p:nvPr>
        </p:nvSpPr>
        <p:spPr>
          <a:xfrm>
            <a:off x="2149000" y="3700223"/>
            <a:ext cx="3659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2" name="Google Shape;72;p5"/>
          <p:cNvSpPr txBox="1">
            <a:spLocks noGrp="1"/>
          </p:cNvSpPr>
          <p:nvPr>
            <p:ph type="subTitle" idx="2"/>
          </p:nvPr>
        </p:nvSpPr>
        <p:spPr>
          <a:xfrm>
            <a:off x="6383333" y="3700223"/>
            <a:ext cx="3659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3" name="Google Shape;73;p5"/>
          <p:cNvSpPr txBox="1">
            <a:spLocks noGrp="1"/>
          </p:cNvSpPr>
          <p:nvPr>
            <p:ph type="title"/>
          </p:nvPr>
        </p:nvSpPr>
        <p:spPr>
          <a:xfrm>
            <a:off x="1432200" y="512133"/>
            <a:ext cx="9327600" cy="746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4" name="Google Shape;74;p5"/>
          <p:cNvSpPr txBox="1">
            <a:spLocks noGrp="1"/>
          </p:cNvSpPr>
          <p:nvPr>
            <p:ph type="subTitle" idx="3"/>
          </p:nvPr>
        </p:nvSpPr>
        <p:spPr>
          <a:xfrm>
            <a:off x="2149000" y="4147456"/>
            <a:ext cx="3659600" cy="1379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75" name="Google Shape;75;p5"/>
          <p:cNvSpPr txBox="1">
            <a:spLocks noGrp="1"/>
          </p:cNvSpPr>
          <p:nvPr>
            <p:ph type="subTitle" idx="4"/>
          </p:nvPr>
        </p:nvSpPr>
        <p:spPr>
          <a:xfrm>
            <a:off x="6383333" y="4147456"/>
            <a:ext cx="3659600" cy="1379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grpSp>
        <p:nvGrpSpPr>
          <p:cNvPr id="76" name="Google Shape;76;p5"/>
          <p:cNvGrpSpPr/>
          <p:nvPr/>
        </p:nvGrpSpPr>
        <p:grpSpPr>
          <a:xfrm>
            <a:off x="10752823" y="-386521"/>
            <a:ext cx="2290248" cy="2290800"/>
            <a:chOff x="1347125" y="349025"/>
            <a:chExt cx="4978800" cy="4980000"/>
          </a:xfrm>
        </p:grpSpPr>
        <p:sp>
          <p:nvSpPr>
            <p:cNvPr id="77" name="Google Shape;77;p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 name="Google Shape;78;p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 name="Google Shape;82;p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 name="Google Shape;87;p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 name="Google Shape;88;p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 name="Google Shape;89;p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90;p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91;p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 name="Google Shape;93;p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 name="Google Shape;95;p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 name="Google Shape;96;p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9" name="Google Shape;99;p5"/>
          <p:cNvSpPr/>
          <p:nvPr/>
        </p:nvSpPr>
        <p:spPr>
          <a:xfrm rot="-6727045">
            <a:off x="-2802446"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 name="Google Shape;100;p5"/>
          <p:cNvSpPr/>
          <p:nvPr/>
        </p:nvSpPr>
        <p:spPr>
          <a:xfrm>
            <a:off x="1814800"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943535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2"/>
        </a:solidFill>
        <a:effectLst/>
      </p:bgPr>
    </p:bg>
    <p:spTree>
      <p:nvGrpSpPr>
        <p:cNvPr id="1" name="Shape 101"/>
        <p:cNvGrpSpPr/>
        <p:nvPr/>
      </p:nvGrpSpPr>
      <p:grpSpPr>
        <a:xfrm>
          <a:off x="0" y="0"/>
          <a:ext cx="0" cy="0"/>
          <a:chOff x="0" y="0"/>
          <a:chExt cx="0" cy="0"/>
        </a:xfrm>
      </p:grpSpPr>
      <p:sp>
        <p:nvSpPr>
          <p:cNvPr id="102" name="Google Shape;102;p6"/>
          <p:cNvSpPr/>
          <p:nvPr/>
        </p:nvSpPr>
        <p:spPr>
          <a:xfrm>
            <a:off x="7517159" y="-15"/>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3" name="Google Shape;103;p6"/>
          <p:cNvSpPr txBox="1">
            <a:spLocks noGrp="1"/>
          </p:cNvSpPr>
          <p:nvPr>
            <p:ph type="title"/>
          </p:nvPr>
        </p:nvSpPr>
        <p:spPr>
          <a:xfrm>
            <a:off x="950967" y="2484151"/>
            <a:ext cx="4464400" cy="1122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3600"/>
              <a:buNone/>
              <a:defRPr sz="6667">
                <a:solidFill>
                  <a:schemeClr val="accent5"/>
                </a:solidFill>
              </a:defRPr>
            </a:lvl1pPr>
            <a:lvl2pPr lvl="1" rtl="0">
              <a:spcBef>
                <a:spcPts val="0"/>
              </a:spcBef>
              <a:spcAft>
                <a:spcPts val="0"/>
              </a:spcAft>
              <a:buClr>
                <a:schemeClr val="accent5"/>
              </a:buClr>
              <a:buSzPts val="3600"/>
              <a:buNone/>
              <a:defRPr sz="4800">
                <a:solidFill>
                  <a:schemeClr val="accent5"/>
                </a:solidFill>
              </a:defRPr>
            </a:lvl2pPr>
            <a:lvl3pPr lvl="2" rtl="0">
              <a:spcBef>
                <a:spcPts val="0"/>
              </a:spcBef>
              <a:spcAft>
                <a:spcPts val="0"/>
              </a:spcAft>
              <a:buClr>
                <a:schemeClr val="accent5"/>
              </a:buClr>
              <a:buSzPts val="3600"/>
              <a:buNone/>
              <a:defRPr sz="4800">
                <a:solidFill>
                  <a:schemeClr val="accent5"/>
                </a:solidFill>
              </a:defRPr>
            </a:lvl3pPr>
            <a:lvl4pPr lvl="3" rtl="0">
              <a:spcBef>
                <a:spcPts val="0"/>
              </a:spcBef>
              <a:spcAft>
                <a:spcPts val="0"/>
              </a:spcAft>
              <a:buClr>
                <a:schemeClr val="accent5"/>
              </a:buClr>
              <a:buSzPts val="3600"/>
              <a:buNone/>
              <a:defRPr sz="4800">
                <a:solidFill>
                  <a:schemeClr val="accent5"/>
                </a:solidFill>
              </a:defRPr>
            </a:lvl4pPr>
            <a:lvl5pPr lvl="4" rtl="0">
              <a:spcBef>
                <a:spcPts val="0"/>
              </a:spcBef>
              <a:spcAft>
                <a:spcPts val="0"/>
              </a:spcAft>
              <a:buClr>
                <a:schemeClr val="accent5"/>
              </a:buClr>
              <a:buSzPts val="3600"/>
              <a:buNone/>
              <a:defRPr sz="4800">
                <a:solidFill>
                  <a:schemeClr val="accent5"/>
                </a:solidFill>
              </a:defRPr>
            </a:lvl5pPr>
            <a:lvl6pPr lvl="5" rtl="0">
              <a:spcBef>
                <a:spcPts val="0"/>
              </a:spcBef>
              <a:spcAft>
                <a:spcPts val="0"/>
              </a:spcAft>
              <a:buClr>
                <a:schemeClr val="accent5"/>
              </a:buClr>
              <a:buSzPts val="3600"/>
              <a:buNone/>
              <a:defRPr sz="4800">
                <a:solidFill>
                  <a:schemeClr val="accent5"/>
                </a:solidFill>
              </a:defRPr>
            </a:lvl6pPr>
            <a:lvl7pPr lvl="6" rtl="0">
              <a:spcBef>
                <a:spcPts val="0"/>
              </a:spcBef>
              <a:spcAft>
                <a:spcPts val="0"/>
              </a:spcAft>
              <a:buClr>
                <a:schemeClr val="accent5"/>
              </a:buClr>
              <a:buSzPts val="3600"/>
              <a:buNone/>
              <a:defRPr sz="4800">
                <a:solidFill>
                  <a:schemeClr val="accent5"/>
                </a:solidFill>
              </a:defRPr>
            </a:lvl7pPr>
            <a:lvl8pPr lvl="7" rtl="0">
              <a:spcBef>
                <a:spcPts val="0"/>
              </a:spcBef>
              <a:spcAft>
                <a:spcPts val="0"/>
              </a:spcAft>
              <a:buClr>
                <a:schemeClr val="accent5"/>
              </a:buClr>
              <a:buSzPts val="3600"/>
              <a:buNone/>
              <a:defRPr sz="4800">
                <a:solidFill>
                  <a:schemeClr val="accent5"/>
                </a:solidFill>
              </a:defRPr>
            </a:lvl8pPr>
            <a:lvl9pPr lvl="8" rtl="0">
              <a:spcBef>
                <a:spcPts val="0"/>
              </a:spcBef>
              <a:spcAft>
                <a:spcPts val="0"/>
              </a:spcAft>
              <a:buClr>
                <a:schemeClr val="accent5"/>
              </a:buClr>
              <a:buSzPts val="3600"/>
              <a:buNone/>
              <a:defRPr sz="4800">
                <a:solidFill>
                  <a:schemeClr val="accent5"/>
                </a:solidFill>
              </a:defRPr>
            </a:lvl9pPr>
          </a:lstStyle>
          <a:p>
            <a:endParaRPr/>
          </a:p>
        </p:txBody>
      </p:sp>
      <p:sp>
        <p:nvSpPr>
          <p:cNvPr id="104" name="Google Shape;104;p6"/>
          <p:cNvSpPr txBox="1">
            <a:spLocks noGrp="1"/>
          </p:cNvSpPr>
          <p:nvPr>
            <p:ph type="subTitle" idx="1"/>
          </p:nvPr>
        </p:nvSpPr>
        <p:spPr>
          <a:xfrm>
            <a:off x="927400" y="3584184"/>
            <a:ext cx="4464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36442270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05"/>
        <p:cNvGrpSpPr/>
        <p:nvPr/>
      </p:nvGrpSpPr>
      <p:grpSpPr>
        <a:xfrm>
          <a:off x="0" y="0"/>
          <a:ext cx="0" cy="0"/>
          <a:chOff x="0" y="0"/>
          <a:chExt cx="0" cy="0"/>
        </a:xfrm>
      </p:grpSpPr>
      <p:sp>
        <p:nvSpPr>
          <p:cNvPr id="106" name="Google Shape;106;p7"/>
          <p:cNvSpPr txBox="1">
            <a:spLocks noGrp="1"/>
          </p:cNvSpPr>
          <p:nvPr>
            <p:ph type="title"/>
          </p:nvPr>
        </p:nvSpPr>
        <p:spPr>
          <a:xfrm>
            <a:off x="960000" y="720000"/>
            <a:ext cx="4464400" cy="1122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rgbClr val="00BBC1"/>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107" name="Google Shape;107;p7"/>
          <p:cNvSpPr txBox="1">
            <a:spLocks noGrp="1"/>
          </p:cNvSpPr>
          <p:nvPr>
            <p:ph type="subTitle" idx="1"/>
          </p:nvPr>
        </p:nvSpPr>
        <p:spPr>
          <a:xfrm>
            <a:off x="996200" y="1842400"/>
            <a:ext cx="43920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a:solidFill>
                  <a:srgbClr val="343434"/>
                </a:solidFill>
              </a:defRPr>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98489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1"/>
        </a:solidFill>
        <a:effectLst/>
      </p:bgPr>
    </p:bg>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923800" y="1925651"/>
            <a:ext cx="5088000" cy="177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6667">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110" name="Google Shape;110;p8"/>
          <p:cNvSpPr txBox="1">
            <a:spLocks noGrp="1"/>
          </p:cNvSpPr>
          <p:nvPr>
            <p:ph type="subTitle" idx="1"/>
          </p:nvPr>
        </p:nvSpPr>
        <p:spPr>
          <a:xfrm>
            <a:off x="923800" y="3875533"/>
            <a:ext cx="50880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Tree>
    <p:extLst>
      <p:ext uri="{BB962C8B-B14F-4D97-AF65-F5344CB8AC3E}">
        <p14:creationId xmlns:p14="http://schemas.microsoft.com/office/powerpoint/2010/main" val="1506253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16"/>
        <p:cNvGrpSpPr/>
        <p:nvPr/>
      </p:nvGrpSpPr>
      <p:grpSpPr>
        <a:xfrm>
          <a:off x="0" y="0"/>
          <a:ext cx="0" cy="0"/>
          <a:chOff x="0" y="0"/>
          <a:chExt cx="0" cy="0"/>
        </a:xfrm>
      </p:grpSpPr>
      <p:grpSp>
        <p:nvGrpSpPr>
          <p:cNvPr id="117" name="Google Shape;117;p10"/>
          <p:cNvGrpSpPr/>
          <p:nvPr/>
        </p:nvGrpSpPr>
        <p:grpSpPr>
          <a:xfrm>
            <a:off x="10752823" y="481579"/>
            <a:ext cx="2290248" cy="2290800"/>
            <a:chOff x="1347125" y="349025"/>
            <a:chExt cx="4978800" cy="4980000"/>
          </a:xfrm>
        </p:grpSpPr>
        <p:sp>
          <p:nvSpPr>
            <p:cNvPr id="118" name="Google Shape;118;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 name="Google Shape;119;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 name="Google Shape;125;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 name="Google Shape;129;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 name="Google Shape;130;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0" name="Google Shape;140;p10"/>
          <p:cNvSpPr/>
          <p:nvPr/>
        </p:nvSpPr>
        <p:spPr>
          <a:xfrm>
            <a:off x="-2567499" y="-3738266"/>
            <a:ext cx="4229500" cy="6385033"/>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1" name="Google Shape;141;p10"/>
          <p:cNvGrpSpPr/>
          <p:nvPr/>
        </p:nvGrpSpPr>
        <p:grpSpPr>
          <a:xfrm>
            <a:off x="589253" y="264531"/>
            <a:ext cx="1013684" cy="1013928"/>
            <a:chOff x="1347125" y="349025"/>
            <a:chExt cx="4978800" cy="4980000"/>
          </a:xfrm>
        </p:grpSpPr>
        <p:sp>
          <p:nvSpPr>
            <p:cNvPr id="142" name="Google Shape;142;p1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1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 name="Google Shape;144;p1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1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1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1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 name="Google Shape;148;p1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 name="Google Shape;149;p1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1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1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1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1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1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1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 name="Google Shape;156;p1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 name="Google Shape;157;p1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 name="Google Shape;158;p1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1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1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 name="Google Shape;161;p1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1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 name="Google Shape;163;p1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4" name="Google Shape;164;p10"/>
          <p:cNvSpPr/>
          <p:nvPr/>
        </p:nvSpPr>
        <p:spPr>
          <a:xfrm>
            <a:off x="-131033" y="2139367"/>
            <a:ext cx="344400" cy="344400"/>
          </a:xfrm>
          <a:prstGeom prst="ellipse">
            <a:avLst/>
          </a:pr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5" name="Google Shape;165;p10"/>
          <p:cNvSpPr/>
          <p:nvPr/>
        </p:nvSpPr>
        <p:spPr>
          <a:xfrm>
            <a:off x="-65467" y="1640700"/>
            <a:ext cx="213200" cy="213200"/>
          </a:xfrm>
          <a:prstGeom prst="ellipse">
            <a:avLst/>
          </a:pr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 name="Google Shape;166;p10"/>
          <p:cNvSpPr txBox="1">
            <a:spLocks noGrp="1"/>
          </p:cNvSpPr>
          <p:nvPr>
            <p:ph type="title"/>
          </p:nvPr>
        </p:nvSpPr>
        <p:spPr>
          <a:xfrm>
            <a:off x="3161400" y="3835033"/>
            <a:ext cx="58692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solidFill>
                  <a:schemeClr val="accent5"/>
                </a:solidFill>
              </a:defRPr>
            </a:lvl1pPr>
            <a:lvl2pPr lvl="1" algn="r" rtl="0">
              <a:spcBef>
                <a:spcPts val="0"/>
              </a:spcBef>
              <a:spcAft>
                <a:spcPts val="0"/>
              </a:spcAft>
              <a:buNone/>
              <a:defRPr sz="3600">
                <a:solidFill>
                  <a:schemeClr val="accent5"/>
                </a:solidFill>
              </a:defRPr>
            </a:lvl2pPr>
            <a:lvl3pPr lvl="2" algn="r" rtl="0">
              <a:spcBef>
                <a:spcPts val="0"/>
              </a:spcBef>
              <a:spcAft>
                <a:spcPts val="0"/>
              </a:spcAft>
              <a:buNone/>
              <a:defRPr sz="3600">
                <a:solidFill>
                  <a:schemeClr val="accent5"/>
                </a:solidFill>
              </a:defRPr>
            </a:lvl3pPr>
            <a:lvl4pPr lvl="3" algn="r" rtl="0">
              <a:spcBef>
                <a:spcPts val="0"/>
              </a:spcBef>
              <a:spcAft>
                <a:spcPts val="0"/>
              </a:spcAft>
              <a:buNone/>
              <a:defRPr sz="3600">
                <a:solidFill>
                  <a:schemeClr val="accent5"/>
                </a:solidFill>
              </a:defRPr>
            </a:lvl4pPr>
            <a:lvl5pPr lvl="4" algn="r" rtl="0">
              <a:spcBef>
                <a:spcPts val="0"/>
              </a:spcBef>
              <a:spcAft>
                <a:spcPts val="0"/>
              </a:spcAft>
              <a:buNone/>
              <a:defRPr sz="3600">
                <a:solidFill>
                  <a:schemeClr val="accent5"/>
                </a:solidFill>
              </a:defRPr>
            </a:lvl5pPr>
            <a:lvl6pPr lvl="5" algn="r" rtl="0">
              <a:spcBef>
                <a:spcPts val="0"/>
              </a:spcBef>
              <a:spcAft>
                <a:spcPts val="0"/>
              </a:spcAft>
              <a:buNone/>
              <a:defRPr sz="3600">
                <a:solidFill>
                  <a:schemeClr val="accent5"/>
                </a:solidFill>
              </a:defRPr>
            </a:lvl6pPr>
            <a:lvl7pPr lvl="6" algn="r" rtl="0">
              <a:spcBef>
                <a:spcPts val="0"/>
              </a:spcBef>
              <a:spcAft>
                <a:spcPts val="0"/>
              </a:spcAft>
              <a:buNone/>
              <a:defRPr sz="3600">
                <a:solidFill>
                  <a:schemeClr val="accent5"/>
                </a:solidFill>
              </a:defRPr>
            </a:lvl7pPr>
            <a:lvl8pPr lvl="7" algn="r" rtl="0">
              <a:spcBef>
                <a:spcPts val="0"/>
              </a:spcBef>
              <a:spcAft>
                <a:spcPts val="0"/>
              </a:spcAft>
              <a:buNone/>
              <a:defRPr sz="3600">
                <a:solidFill>
                  <a:schemeClr val="accent5"/>
                </a:solidFill>
              </a:defRPr>
            </a:lvl8pPr>
            <a:lvl9pPr lvl="8" algn="r" rtl="0">
              <a:spcBef>
                <a:spcPts val="0"/>
              </a:spcBef>
              <a:spcAft>
                <a:spcPts val="0"/>
              </a:spcAft>
              <a:buNone/>
              <a:defRPr sz="3600">
                <a:solidFill>
                  <a:schemeClr val="accent5"/>
                </a:solidFill>
              </a:defRPr>
            </a:lvl9pPr>
          </a:lstStyle>
          <a:p>
            <a:endParaRPr/>
          </a:p>
        </p:txBody>
      </p:sp>
      <p:sp>
        <p:nvSpPr>
          <p:cNvPr id="167" name="Google Shape;167;p10"/>
          <p:cNvSpPr txBox="1">
            <a:spLocks noGrp="1"/>
          </p:cNvSpPr>
          <p:nvPr>
            <p:ph type="subTitle" idx="1"/>
          </p:nvPr>
        </p:nvSpPr>
        <p:spPr>
          <a:xfrm>
            <a:off x="3161300" y="2463900"/>
            <a:ext cx="5869200" cy="1212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a:lvl1pPr>
            <a:lvl2pPr lvl="1" rtl="0">
              <a:spcBef>
                <a:spcPts val="0"/>
              </a:spcBef>
              <a:spcAft>
                <a:spcPts val="0"/>
              </a:spcAft>
              <a:buNone/>
              <a:defRPr sz="2267"/>
            </a:lvl2pPr>
            <a:lvl3pPr lvl="2" rtl="0">
              <a:spcBef>
                <a:spcPts val="0"/>
              </a:spcBef>
              <a:spcAft>
                <a:spcPts val="0"/>
              </a:spcAft>
              <a:buNone/>
              <a:defRPr sz="2267"/>
            </a:lvl3pPr>
            <a:lvl4pPr lvl="3" rtl="0">
              <a:spcBef>
                <a:spcPts val="0"/>
              </a:spcBef>
              <a:spcAft>
                <a:spcPts val="0"/>
              </a:spcAft>
              <a:buNone/>
              <a:defRPr sz="2267"/>
            </a:lvl4pPr>
            <a:lvl5pPr lvl="4" rtl="0">
              <a:spcBef>
                <a:spcPts val="0"/>
              </a:spcBef>
              <a:spcAft>
                <a:spcPts val="0"/>
              </a:spcAft>
              <a:buNone/>
              <a:defRPr sz="2267"/>
            </a:lvl5pPr>
            <a:lvl6pPr lvl="5" rtl="0">
              <a:spcBef>
                <a:spcPts val="0"/>
              </a:spcBef>
              <a:spcAft>
                <a:spcPts val="0"/>
              </a:spcAft>
              <a:buNone/>
              <a:defRPr sz="2267"/>
            </a:lvl6pPr>
            <a:lvl7pPr lvl="6" rtl="0">
              <a:spcBef>
                <a:spcPts val="0"/>
              </a:spcBef>
              <a:spcAft>
                <a:spcPts val="0"/>
              </a:spcAft>
              <a:buNone/>
              <a:defRPr sz="2267"/>
            </a:lvl7pPr>
            <a:lvl8pPr lvl="7" rtl="0">
              <a:spcBef>
                <a:spcPts val="0"/>
              </a:spcBef>
              <a:spcAft>
                <a:spcPts val="0"/>
              </a:spcAft>
              <a:buNone/>
              <a:defRPr sz="2267"/>
            </a:lvl8pPr>
            <a:lvl9pPr lvl="8" rtl="0">
              <a:spcBef>
                <a:spcPts val="0"/>
              </a:spcBef>
              <a:spcAft>
                <a:spcPts val="0"/>
              </a:spcAft>
              <a:buNone/>
              <a:defRPr sz="2267"/>
            </a:lvl9pPr>
          </a:lstStyle>
          <a:p>
            <a:endParaRPr/>
          </a:p>
        </p:txBody>
      </p:sp>
    </p:spTree>
    <p:extLst>
      <p:ext uri="{BB962C8B-B14F-4D97-AF65-F5344CB8AC3E}">
        <p14:creationId xmlns:p14="http://schemas.microsoft.com/office/powerpoint/2010/main" val="417733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68"/>
        <p:cNvGrpSpPr/>
        <p:nvPr/>
      </p:nvGrpSpPr>
      <p:grpSpPr>
        <a:xfrm>
          <a:off x="0" y="0"/>
          <a:ext cx="0" cy="0"/>
          <a:chOff x="0" y="0"/>
          <a:chExt cx="0" cy="0"/>
        </a:xfrm>
      </p:grpSpPr>
      <p:sp>
        <p:nvSpPr>
          <p:cNvPr id="169" name="Google Shape;169;p11"/>
          <p:cNvSpPr txBox="1">
            <a:spLocks noGrp="1"/>
          </p:cNvSpPr>
          <p:nvPr>
            <p:ph type="title" hasCustomPrompt="1"/>
          </p:nvPr>
        </p:nvSpPr>
        <p:spPr>
          <a:xfrm>
            <a:off x="415600" y="2380833"/>
            <a:ext cx="11360800" cy="153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7210"/>
              </a:buClr>
              <a:buSzPts val="12000"/>
              <a:buNone/>
              <a:defRPr sz="9333">
                <a:solidFill>
                  <a:schemeClr val="accent2"/>
                </a:solidFill>
              </a:defRPr>
            </a:lvl1pPr>
            <a:lvl2pPr lvl="1" algn="ctr" rtl="0">
              <a:spcBef>
                <a:spcPts val="0"/>
              </a:spcBef>
              <a:spcAft>
                <a:spcPts val="0"/>
              </a:spcAft>
              <a:buClr>
                <a:srgbClr val="FF7210"/>
              </a:buClr>
              <a:buSzPts val="12000"/>
              <a:buNone/>
              <a:defRPr sz="16000">
                <a:solidFill>
                  <a:srgbClr val="FF7210"/>
                </a:solidFill>
              </a:defRPr>
            </a:lvl2pPr>
            <a:lvl3pPr lvl="2" algn="ctr" rtl="0">
              <a:spcBef>
                <a:spcPts val="0"/>
              </a:spcBef>
              <a:spcAft>
                <a:spcPts val="0"/>
              </a:spcAft>
              <a:buClr>
                <a:srgbClr val="FF7210"/>
              </a:buClr>
              <a:buSzPts val="12000"/>
              <a:buNone/>
              <a:defRPr sz="16000">
                <a:solidFill>
                  <a:srgbClr val="FF7210"/>
                </a:solidFill>
              </a:defRPr>
            </a:lvl3pPr>
            <a:lvl4pPr lvl="3" algn="ctr" rtl="0">
              <a:spcBef>
                <a:spcPts val="0"/>
              </a:spcBef>
              <a:spcAft>
                <a:spcPts val="0"/>
              </a:spcAft>
              <a:buClr>
                <a:srgbClr val="FF7210"/>
              </a:buClr>
              <a:buSzPts val="12000"/>
              <a:buNone/>
              <a:defRPr sz="16000">
                <a:solidFill>
                  <a:srgbClr val="FF7210"/>
                </a:solidFill>
              </a:defRPr>
            </a:lvl4pPr>
            <a:lvl5pPr lvl="4" algn="ctr" rtl="0">
              <a:spcBef>
                <a:spcPts val="0"/>
              </a:spcBef>
              <a:spcAft>
                <a:spcPts val="0"/>
              </a:spcAft>
              <a:buClr>
                <a:srgbClr val="FF7210"/>
              </a:buClr>
              <a:buSzPts val="12000"/>
              <a:buNone/>
              <a:defRPr sz="16000">
                <a:solidFill>
                  <a:srgbClr val="FF7210"/>
                </a:solidFill>
              </a:defRPr>
            </a:lvl5pPr>
            <a:lvl6pPr lvl="5" algn="ctr" rtl="0">
              <a:spcBef>
                <a:spcPts val="0"/>
              </a:spcBef>
              <a:spcAft>
                <a:spcPts val="0"/>
              </a:spcAft>
              <a:buClr>
                <a:srgbClr val="FF7210"/>
              </a:buClr>
              <a:buSzPts val="12000"/>
              <a:buNone/>
              <a:defRPr sz="16000">
                <a:solidFill>
                  <a:srgbClr val="FF7210"/>
                </a:solidFill>
              </a:defRPr>
            </a:lvl6pPr>
            <a:lvl7pPr lvl="6" algn="ctr" rtl="0">
              <a:spcBef>
                <a:spcPts val="0"/>
              </a:spcBef>
              <a:spcAft>
                <a:spcPts val="0"/>
              </a:spcAft>
              <a:buClr>
                <a:srgbClr val="FF7210"/>
              </a:buClr>
              <a:buSzPts val="12000"/>
              <a:buNone/>
              <a:defRPr sz="16000">
                <a:solidFill>
                  <a:srgbClr val="FF7210"/>
                </a:solidFill>
              </a:defRPr>
            </a:lvl7pPr>
            <a:lvl8pPr lvl="7" algn="ctr" rtl="0">
              <a:spcBef>
                <a:spcPts val="0"/>
              </a:spcBef>
              <a:spcAft>
                <a:spcPts val="0"/>
              </a:spcAft>
              <a:buClr>
                <a:srgbClr val="FF7210"/>
              </a:buClr>
              <a:buSzPts val="12000"/>
              <a:buNone/>
              <a:defRPr sz="16000">
                <a:solidFill>
                  <a:srgbClr val="FF7210"/>
                </a:solidFill>
              </a:defRPr>
            </a:lvl8pPr>
            <a:lvl9pPr lvl="8" algn="ctr" rtl="0">
              <a:spcBef>
                <a:spcPts val="0"/>
              </a:spcBef>
              <a:spcAft>
                <a:spcPts val="0"/>
              </a:spcAft>
              <a:buClr>
                <a:srgbClr val="FF7210"/>
              </a:buClr>
              <a:buSzPts val="12000"/>
              <a:buNone/>
              <a:defRPr sz="16000">
                <a:solidFill>
                  <a:srgbClr val="FF7210"/>
                </a:solidFill>
              </a:defRPr>
            </a:lvl9pPr>
          </a:lstStyle>
          <a:p>
            <a:r>
              <a:t>xx%</a:t>
            </a:r>
          </a:p>
        </p:txBody>
      </p:sp>
      <p:sp>
        <p:nvSpPr>
          <p:cNvPr id="170" name="Google Shape;170;p11"/>
          <p:cNvSpPr txBox="1">
            <a:spLocks noGrp="1"/>
          </p:cNvSpPr>
          <p:nvPr>
            <p:ph type="subTitle" idx="1"/>
          </p:nvPr>
        </p:nvSpPr>
        <p:spPr>
          <a:xfrm>
            <a:off x="3350467" y="3767167"/>
            <a:ext cx="5491200" cy="71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171" name="Google Shape;171;p11"/>
          <p:cNvSpPr/>
          <p:nvPr/>
        </p:nvSpPr>
        <p:spPr>
          <a:xfrm>
            <a:off x="10360799" y="-704433"/>
            <a:ext cx="1546000" cy="15460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2" name="Google Shape;172;p11"/>
          <p:cNvGrpSpPr/>
          <p:nvPr/>
        </p:nvGrpSpPr>
        <p:grpSpPr>
          <a:xfrm>
            <a:off x="-511377" y="5320745"/>
            <a:ext cx="2290248" cy="2290800"/>
            <a:chOff x="1347125" y="349025"/>
            <a:chExt cx="4978800" cy="4980000"/>
          </a:xfrm>
        </p:grpSpPr>
        <p:sp>
          <p:nvSpPr>
            <p:cNvPr id="173" name="Google Shape;173;p1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1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 name="Google Shape;175;p1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 name="Google Shape;176;p1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 name="Google Shape;177;p1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 name="Google Shape;178;p1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 name="Google Shape;179;p1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 name="Google Shape;180;p1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 name="Google Shape;181;p1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 name="Google Shape;182;p1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1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1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 name="Google Shape;185;p1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 name="Google Shape;186;p1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 name="Google Shape;187;p1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 name="Google Shape;188;p1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 name="Google Shape;189;p1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 name="Google Shape;190;p1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 name="Google Shape;191;p1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 name="Google Shape;192;p1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 name="Google Shape;193;p1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 name="Google Shape;194;p1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5" name="Google Shape;195;p11"/>
          <p:cNvSpPr/>
          <p:nvPr/>
        </p:nvSpPr>
        <p:spPr>
          <a:xfrm>
            <a:off x="1322333" y="5320733"/>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 name="Google Shape;196;p11"/>
          <p:cNvSpPr/>
          <p:nvPr/>
        </p:nvSpPr>
        <p:spPr>
          <a:xfrm>
            <a:off x="205400" y="4477157"/>
            <a:ext cx="432800" cy="4328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7" name="Google Shape;197;p11"/>
          <p:cNvSpPr/>
          <p:nvPr/>
        </p:nvSpPr>
        <p:spPr>
          <a:xfrm>
            <a:off x="9585367" y="328029"/>
            <a:ext cx="311200" cy="311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8" name="Google Shape;198;p11"/>
          <p:cNvSpPr/>
          <p:nvPr/>
        </p:nvSpPr>
        <p:spPr>
          <a:xfrm>
            <a:off x="11805200" y="639232"/>
            <a:ext cx="180800" cy="1808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534890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99"/>
        <p:cNvGrpSpPr/>
        <p:nvPr/>
      </p:nvGrpSpPr>
      <p:grpSpPr>
        <a:xfrm>
          <a:off x="0" y="0"/>
          <a:ext cx="0" cy="0"/>
          <a:chOff x="0" y="0"/>
          <a:chExt cx="0" cy="0"/>
        </a:xfrm>
      </p:grpSpPr>
    </p:spTree>
    <p:extLst>
      <p:ext uri="{BB962C8B-B14F-4D97-AF65-F5344CB8AC3E}">
        <p14:creationId xmlns:p14="http://schemas.microsoft.com/office/powerpoint/2010/main" val="4176954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00"/>
        <p:cNvGrpSpPr/>
        <p:nvPr/>
      </p:nvGrpSpPr>
      <p:grpSpPr>
        <a:xfrm>
          <a:off x="0" y="0"/>
          <a:ext cx="0" cy="0"/>
          <a:chOff x="0" y="0"/>
          <a:chExt cx="0" cy="0"/>
        </a:xfrm>
      </p:grpSpPr>
    </p:spTree>
    <p:extLst>
      <p:ext uri="{BB962C8B-B14F-4D97-AF65-F5344CB8AC3E}">
        <p14:creationId xmlns:p14="http://schemas.microsoft.com/office/powerpoint/2010/main" val="25116264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Background 2">
    <p:bg>
      <p:bgPr>
        <a:solidFill>
          <a:schemeClr val="accent1"/>
        </a:solidFill>
        <a:effectLst/>
      </p:bgPr>
    </p:bg>
    <p:spTree>
      <p:nvGrpSpPr>
        <p:cNvPr id="1" name="Shape 201"/>
        <p:cNvGrpSpPr/>
        <p:nvPr/>
      </p:nvGrpSpPr>
      <p:grpSpPr>
        <a:xfrm>
          <a:off x="0" y="0"/>
          <a:ext cx="0" cy="0"/>
          <a:chOff x="0" y="0"/>
          <a:chExt cx="0" cy="0"/>
        </a:xfrm>
      </p:grpSpPr>
    </p:spTree>
    <p:extLst>
      <p:ext uri="{BB962C8B-B14F-4D97-AF65-F5344CB8AC3E}">
        <p14:creationId xmlns:p14="http://schemas.microsoft.com/office/powerpoint/2010/main" val="770735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mp; three columns ">
  <p:cSld name="Title &amp; three columns ">
    <p:spTree>
      <p:nvGrpSpPr>
        <p:cNvPr id="1" name="Shape 242"/>
        <p:cNvGrpSpPr/>
        <p:nvPr/>
      </p:nvGrpSpPr>
      <p:grpSpPr>
        <a:xfrm>
          <a:off x="0" y="0"/>
          <a:ext cx="0" cy="0"/>
          <a:chOff x="0" y="0"/>
          <a:chExt cx="0" cy="0"/>
        </a:xfrm>
      </p:grpSpPr>
      <p:sp>
        <p:nvSpPr>
          <p:cNvPr id="243" name="Google Shape;243;p16"/>
          <p:cNvSpPr txBox="1">
            <a:spLocks noGrp="1"/>
          </p:cNvSpPr>
          <p:nvPr>
            <p:ph type="title"/>
          </p:nvPr>
        </p:nvSpPr>
        <p:spPr>
          <a:xfrm>
            <a:off x="1432200" y="512065"/>
            <a:ext cx="9327600" cy="862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2700"/>
              <a:buNone/>
              <a:defRPr sz="3600"/>
            </a:lvl2pPr>
            <a:lvl3pPr lvl="2" algn="ctr" rtl="0">
              <a:spcBef>
                <a:spcPts val="0"/>
              </a:spcBef>
              <a:spcAft>
                <a:spcPts val="0"/>
              </a:spcAft>
              <a:buSzPts val="2700"/>
              <a:buNone/>
              <a:defRPr sz="3600"/>
            </a:lvl3pPr>
            <a:lvl4pPr lvl="3" algn="ctr" rtl="0">
              <a:spcBef>
                <a:spcPts val="0"/>
              </a:spcBef>
              <a:spcAft>
                <a:spcPts val="0"/>
              </a:spcAft>
              <a:buSzPts val="2700"/>
              <a:buNone/>
              <a:defRPr sz="3600"/>
            </a:lvl4pPr>
            <a:lvl5pPr lvl="4" algn="ctr" rtl="0">
              <a:spcBef>
                <a:spcPts val="0"/>
              </a:spcBef>
              <a:spcAft>
                <a:spcPts val="0"/>
              </a:spcAft>
              <a:buSzPts val="2700"/>
              <a:buNone/>
              <a:defRPr sz="3600"/>
            </a:lvl5pPr>
            <a:lvl6pPr lvl="5" algn="ctr" rtl="0">
              <a:spcBef>
                <a:spcPts val="0"/>
              </a:spcBef>
              <a:spcAft>
                <a:spcPts val="0"/>
              </a:spcAft>
              <a:buSzPts val="2700"/>
              <a:buNone/>
              <a:defRPr sz="3600"/>
            </a:lvl6pPr>
            <a:lvl7pPr lvl="6" algn="ctr" rtl="0">
              <a:spcBef>
                <a:spcPts val="0"/>
              </a:spcBef>
              <a:spcAft>
                <a:spcPts val="0"/>
              </a:spcAft>
              <a:buSzPts val="2700"/>
              <a:buNone/>
              <a:defRPr sz="3600"/>
            </a:lvl7pPr>
            <a:lvl8pPr lvl="7" algn="ctr" rtl="0">
              <a:spcBef>
                <a:spcPts val="0"/>
              </a:spcBef>
              <a:spcAft>
                <a:spcPts val="0"/>
              </a:spcAft>
              <a:buSzPts val="2700"/>
              <a:buNone/>
              <a:defRPr sz="3600"/>
            </a:lvl8pPr>
            <a:lvl9pPr lvl="8" algn="ctr" rtl="0">
              <a:spcBef>
                <a:spcPts val="0"/>
              </a:spcBef>
              <a:spcAft>
                <a:spcPts val="0"/>
              </a:spcAft>
              <a:buSzPts val="2700"/>
              <a:buNone/>
              <a:defRPr sz="3600"/>
            </a:lvl9pPr>
          </a:lstStyle>
          <a:p>
            <a:endParaRPr/>
          </a:p>
        </p:txBody>
      </p:sp>
      <p:sp>
        <p:nvSpPr>
          <p:cNvPr id="244" name="Google Shape;244;p16"/>
          <p:cNvSpPr txBox="1">
            <a:spLocks noGrp="1"/>
          </p:cNvSpPr>
          <p:nvPr>
            <p:ph type="subTitle" idx="1"/>
          </p:nvPr>
        </p:nvSpPr>
        <p:spPr>
          <a:xfrm>
            <a:off x="797100" y="4144607"/>
            <a:ext cx="3302800" cy="1371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45" name="Google Shape;245;p16"/>
          <p:cNvSpPr txBox="1">
            <a:spLocks noGrp="1"/>
          </p:cNvSpPr>
          <p:nvPr>
            <p:ph type="subTitle" idx="2"/>
          </p:nvPr>
        </p:nvSpPr>
        <p:spPr>
          <a:xfrm>
            <a:off x="4444600" y="4144600"/>
            <a:ext cx="3302800" cy="1371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246" name="Google Shape;246;p16"/>
          <p:cNvSpPr txBox="1">
            <a:spLocks noGrp="1"/>
          </p:cNvSpPr>
          <p:nvPr>
            <p:ph type="subTitle" idx="3"/>
          </p:nvPr>
        </p:nvSpPr>
        <p:spPr>
          <a:xfrm>
            <a:off x="8092200" y="4144600"/>
            <a:ext cx="3302800" cy="1371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grpSp>
        <p:nvGrpSpPr>
          <p:cNvPr id="247" name="Google Shape;247;p16"/>
          <p:cNvGrpSpPr/>
          <p:nvPr/>
        </p:nvGrpSpPr>
        <p:grpSpPr>
          <a:xfrm>
            <a:off x="11089256" y="-588355"/>
            <a:ext cx="2290248" cy="2290800"/>
            <a:chOff x="1347125" y="349025"/>
            <a:chExt cx="4978800" cy="4980000"/>
          </a:xfrm>
        </p:grpSpPr>
        <p:sp>
          <p:nvSpPr>
            <p:cNvPr id="248" name="Google Shape;248;p16"/>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 name="Google Shape;249;p16"/>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16"/>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16"/>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16"/>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16"/>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16"/>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16"/>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16"/>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16"/>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16"/>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9" name="Google Shape;259;p16"/>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16"/>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16"/>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16"/>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16"/>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16"/>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16"/>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16"/>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16"/>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16"/>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16"/>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70" name="Google Shape;270;p16"/>
          <p:cNvSpPr/>
          <p:nvPr/>
        </p:nvSpPr>
        <p:spPr>
          <a:xfrm rot="-6727045">
            <a:off x="-3031179"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1" name="Google Shape;271;p16"/>
          <p:cNvSpPr/>
          <p:nvPr/>
        </p:nvSpPr>
        <p:spPr>
          <a:xfrm>
            <a:off x="1586067"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2" name="Google Shape;272;p16"/>
          <p:cNvSpPr txBox="1">
            <a:spLocks noGrp="1"/>
          </p:cNvSpPr>
          <p:nvPr>
            <p:ph type="subTitle" idx="4"/>
          </p:nvPr>
        </p:nvSpPr>
        <p:spPr>
          <a:xfrm>
            <a:off x="817600" y="3698491"/>
            <a:ext cx="3261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73" name="Google Shape;273;p16"/>
          <p:cNvSpPr txBox="1">
            <a:spLocks noGrp="1"/>
          </p:cNvSpPr>
          <p:nvPr>
            <p:ph type="subTitle" idx="5"/>
          </p:nvPr>
        </p:nvSpPr>
        <p:spPr>
          <a:xfrm>
            <a:off x="4465200" y="3698491"/>
            <a:ext cx="3261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274" name="Google Shape;274;p16"/>
          <p:cNvSpPr txBox="1">
            <a:spLocks noGrp="1"/>
          </p:cNvSpPr>
          <p:nvPr>
            <p:ph type="subTitle" idx="6"/>
          </p:nvPr>
        </p:nvSpPr>
        <p:spPr>
          <a:xfrm>
            <a:off x="8112767" y="3698491"/>
            <a:ext cx="32616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37259071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mp; text">
  <p:cSld name="Title &amp; text">
    <p:spTree>
      <p:nvGrpSpPr>
        <p:cNvPr id="1" name="Shape 275"/>
        <p:cNvGrpSpPr/>
        <p:nvPr/>
      </p:nvGrpSpPr>
      <p:grpSpPr>
        <a:xfrm>
          <a:off x="0" y="0"/>
          <a:ext cx="0" cy="0"/>
          <a:chOff x="0" y="0"/>
          <a:chExt cx="0" cy="0"/>
        </a:xfrm>
      </p:grpSpPr>
      <p:sp>
        <p:nvSpPr>
          <p:cNvPr id="276" name="Google Shape;276;p17"/>
          <p:cNvSpPr/>
          <p:nvPr/>
        </p:nvSpPr>
        <p:spPr>
          <a:xfrm flipH="1">
            <a:off x="-8"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00899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7" name="Google Shape;277;p17"/>
          <p:cNvSpPr txBox="1">
            <a:spLocks noGrp="1"/>
          </p:cNvSpPr>
          <p:nvPr>
            <p:ph type="title"/>
          </p:nvPr>
        </p:nvSpPr>
        <p:spPr>
          <a:xfrm>
            <a:off x="6767600" y="1615401"/>
            <a:ext cx="4464400" cy="17440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278" name="Google Shape;278;p17"/>
          <p:cNvSpPr txBox="1">
            <a:spLocks noGrp="1"/>
          </p:cNvSpPr>
          <p:nvPr>
            <p:ph type="subTitle" idx="1"/>
          </p:nvPr>
        </p:nvSpPr>
        <p:spPr>
          <a:xfrm>
            <a:off x="6767600" y="3359400"/>
            <a:ext cx="4054400" cy="10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42897554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Image">
  <p:cSld name="Background Image">
    <p:spTree>
      <p:nvGrpSpPr>
        <p:cNvPr id="1" name="Shape 279"/>
        <p:cNvGrpSpPr/>
        <p:nvPr/>
      </p:nvGrpSpPr>
      <p:grpSpPr>
        <a:xfrm>
          <a:off x="0" y="0"/>
          <a:ext cx="0" cy="0"/>
          <a:chOff x="0" y="0"/>
          <a:chExt cx="0" cy="0"/>
        </a:xfrm>
      </p:grpSpPr>
      <p:sp>
        <p:nvSpPr>
          <p:cNvPr id="280" name="Google Shape;280;p18"/>
          <p:cNvSpPr txBox="1">
            <a:spLocks noGrp="1"/>
          </p:cNvSpPr>
          <p:nvPr>
            <p:ph type="title"/>
          </p:nvPr>
        </p:nvSpPr>
        <p:spPr>
          <a:xfrm>
            <a:off x="6963600" y="4229800"/>
            <a:ext cx="4268400" cy="13560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Tree>
    <p:extLst>
      <p:ext uri="{BB962C8B-B14F-4D97-AF65-F5344CB8AC3E}">
        <p14:creationId xmlns:p14="http://schemas.microsoft.com/office/powerpoint/2010/main" val="24624596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ly title 3">
  <p:cSld name="Only title 3">
    <p:spTree>
      <p:nvGrpSpPr>
        <p:cNvPr id="1" name="Shape 332"/>
        <p:cNvGrpSpPr/>
        <p:nvPr/>
      </p:nvGrpSpPr>
      <p:grpSpPr>
        <a:xfrm>
          <a:off x="0" y="0"/>
          <a:ext cx="0" cy="0"/>
          <a:chOff x="0" y="0"/>
          <a:chExt cx="0" cy="0"/>
        </a:xfrm>
      </p:grpSpPr>
      <p:sp>
        <p:nvSpPr>
          <p:cNvPr id="333" name="Google Shape;333;p2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grpSp>
        <p:nvGrpSpPr>
          <p:cNvPr id="334" name="Google Shape;334;p20"/>
          <p:cNvGrpSpPr/>
          <p:nvPr/>
        </p:nvGrpSpPr>
        <p:grpSpPr>
          <a:xfrm>
            <a:off x="10626389" y="5072912"/>
            <a:ext cx="2290248" cy="2290800"/>
            <a:chOff x="1347125" y="349025"/>
            <a:chExt cx="4978800" cy="4980000"/>
          </a:xfrm>
        </p:grpSpPr>
        <p:sp>
          <p:nvSpPr>
            <p:cNvPr id="335" name="Google Shape;335;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 name="Google Shape;349;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 name="Google Shape;350;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 name="Google Shape;351;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 name="Google Shape;354;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 name="Google Shape;355;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 name="Google Shape;356;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7" name="Google Shape;357;p20"/>
          <p:cNvGrpSpPr/>
          <p:nvPr/>
        </p:nvGrpSpPr>
        <p:grpSpPr>
          <a:xfrm>
            <a:off x="-53681" y="-358003"/>
            <a:ext cx="1013684" cy="1013928"/>
            <a:chOff x="1347125" y="349025"/>
            <a:chExt cx="4978800" cy="4980000"/>
          </a:xfrm>
        </p:grpSpPr>
        <p:sp>
          <p:nvSpPr>
            <p:cNvPr id="358" name="Google Shape;358;p2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 name="Google Shape;359;p2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2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 name="Google Shape;361;p2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 name="Google Shape;362;p2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 name="Google Shape;363;p2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 name="Google Shape;364;p2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 name="Google Shape;365;p2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 name="Google Shape;366;p2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2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2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2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2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2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2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 name="Google Shape;373;p2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2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2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2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2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2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2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80" name="Google Shape;380;p20"/>
          <p:cNvSpPr/>
          <p:nvPr/>
        </p:nvSpPr>
        <p:spPr>
          <a:xfrm>
            <a:off x="11522700" y="4872867"/>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1" name="Google Shape;381;p20"/>
          <p:cNvSpPr/>
          <p:nvPr/>
        </p:nvSpPr>
        <p:spPr>
          <a:xfrm>
            <a:off x="187467" y="506800"/>
            <a:ext cx="213200" cy="2132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2" name="Google Shape;382;p20"/>
          <p:cNvSpPr/>
          <p:nvPr/>
        </p:nvSpPr>
        <p:spPr>
          <a:xfrm>
            <a:off x="10168000" y="5494200"/>
            <a:ext cx="1064000" cy="1064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3" name="Google Shape;383;p20"/>
          <p:cNvSpPr txBox="1">
            <a:spLocks noGrp="1"/>
          </p:cNvSpPr>
          <p:nvPr>
            <p:ph type="title"/>
          </p:nvPr>
        </p:nvSpPr>
        <p:spPr>
          <a:xfrm>
            <a:off x="1432200" y="512064"/>
            <a:ext cx="9327600" cy="5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Tree>
    <p:extLst>
      <p:ext uri="{BB962C8B-B14F-4D97-AF65-F5344CB8AC3E}">
        <p14:creationId xmlns:p14="http://schemas.microsoft.com/office/powerpoint/2010/main" val="36827617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mp; text">
  <p:cSld name="Numbers &amp; text">
    <p:bg>
      <p:bgPr>
        <a:solidFill>
          <a:schemeClr val="accent1"/>
        </a:solidFill>
        <a:effectLst/>
      </p:bgPr>
    </p:bg>
    <p:spTree>
      <p:nvGrpSpPr>
        <p:cNvPr id="1" name="Shape 384"/>
        <p:cNvGrpSpPr/>
        <p:nvPr/>
      </p:nvGrpSpPr>
      <p:grpSpPr>
        <a:xfrm>
          <a:off x="0" y="0"/>
          <a:ext cx="0" cy="0"/>
          <a:chOff x="0" y="0"/>
          <a:chExt cx="0" cy="0"/>
        </a:xfrm>
      </p:grpSpPr>
      <p:sp>
        <p:nvSpPr>
          <p:cNvPr id="385" name="Google Shape;385;p21"/>
          <p:cNvSpPr txBox="1">
            <a:spLocks noGrp="1"/>
          </p:cNvSpPr>
          <p:nvPr>
            <p:ph type="title" hasCustomPrompt="1"/>
          </p:nvPr>
        </p:nvSpPr>
        <p:spPr>
          <a:xfrm>
            <a:off x="415600" y="28171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86" name="Google Shape;386;p21"/>
          <p:cNvSpPr txBox="1">
            <a:spLocks noGrp="1"/>
          </p:cNvSpPr>
          <p:nvPr>
            <p:ph type="subTitle" idx="1"/>
          </p:nvPr>
        </p:nvSpPr>
        <p:spPr>
          <a:xfrm>
            <a:off x="3122000" y="35160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7" name="Google Shape;387;p21"/>
          <p:cNvSpPr txBox="1">
            <a:spLocks noGrp="1"/>
          </p:cNvSpPr>
          <p:nvPr>
            <p:ph type="title" idx="2" hasCustomPrompt="1"/>
          </p:nvPr>
        </p:nvSpPr>
        <p:spPr>
          <a:xfrm>
            <a:off x="415600" y="13436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88" name="Google Shape;388;p21"/>
          <p:cNvSpPr txBox="1">
            <a:spLocks noGrp="1"/>
          </p:cNvSpPr>
          <p:nvPr>
            <p:ph type="subTitle" idx="3"/>
          </p:nvPr>
        </p:nvSpPr>
        <p:spPr>
          <a:xfrm>
            <a:off x="3122000" y="20425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89" name="Google Shape;389;p21"/>
          <p:cNvSpPr txBox="1">
            <a:spLocks noGrp="1"/>
          </p:cNvSpPr>
          <p:nvPr>
            <p:ph type="title" idx="4" hasCustomPrompt="1"/>
          </p:nvPr>
        </p:nvSpPr>
        <p:spPr>
          <a:xfrm>
            <a:off x="415600" y="4290617"/>
            <a:ext cx="11360800" cy="848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0F7ED"/>
              </a:buClr>
              <a:buSzPts val="4000"/>
              <a:buNone/>
              <a:defRPr sz="5333">
                <a:solidFill>
                  <a:schemeClr val="lt2"/>
                </a:solidFill>
              </a:defRPr>
            </a:lvl1pPr>
            <a:lvl2pPr lvl="1" algn="ctr" rtl="0">
              <a:spcBef>
                <a:spcPts val="0"/>
              </a:spcBef>
              <a:spcAft>
                <a:spcPts val="0"/>
              </a:spcAft>
              <a:buClr>
                <a:srgbClr val="F0F7ED"/>
              </a:buClr>
              <a:buSzPts val="2700"/>
              <a:buNone/>
              <a:defRPr sz="3600">
                <a:solidFill>
                  <a:srgbClr val="F0F7ED"/>
                </a:solidFill>
              </a:defRPr>
            </a:lvl2pPr>
            <a:lvl3pPr lvl="2" algn="ctr" rtl="0">
              <a:spcBef>
                <a:spcPts val="0"/>
              </a:spcBef>
              <a:spcAft>
                <a:spcPts val="0"/>
              </a:spcAft>
              <a:buClr>
                <a:srgbClr val="F0F7ED"/>
              </a:buClr>
              <a:buSzPts val="2700"/>
              <a:buNone/>
              <a:defRPr sz="3600">
                <a:solidFill>
                  <a:srgbClr val="F0F7ED"/>
                </a:solidFill>
              </a:defRPr>
            </a:lvl3pPr>
            <a:lvl4pPr lvl="3" algn="ctr" rtl="0">
              <a:spcBef>
                <a:spcPts val="0"/>
              </a:spcBef>
              <a:spcAft>
                <a:spcPts val="0"/>
              </a:spcAft>
              <a:buClr>
                <a:srgbClr val="F0F7ED"/>
              </a:buClr>
              <a:buSzPts val="2700"/>
              <a:buNone/>
              <a:defRPr sz="3600">
                <a:solidFill>
                  <a:srgbClr val="F0F7ED"/>
                </a:solidFill>
              </a:defRPr>
            </a:lvl4pPr>
            <a:lvl5pPr lvl="4" algn="ctr" rtl="0">
              <a:spcBef>
                <a:spcPts val="0"/>
              </a:spcBef>
              <a:spcAft>
                <a:spcPts val="0"/>
              </a:spcAft>
              <a:buClr>
                <a:srgbClr val="F0F7ED"/>
              </a:buClr>
              <a:buSzPts val="2700"/>
              <a:buNone/>
              <a:defRPr sz="3600">
                <a:solidFill>
                  <a:srgbClr val="F0F7ED"/>
                </a:solidFill>
              </a:defRPr>
            </a:lvl5pPr>
            <a:lvl6pPr lvl="5" algn="ctr" rtl="0">
              <a:spcBef>
                <a:spcPts val="0"/>
              </a:spcBef>
              <a:spcAft>
                <a:spcPts val="0"/>
              </a:spcAft>
              <a:buClr>
                <a:srgbClr val="F0F7ED"/>
              </a:buClr>
              <a:buSzPts val="2700"/>
              <a:buNone/>
              <a:defRPr sz="3600">
                <a:solidFill>
                  <a:srgbClr val="F0F7ED"/>
                </a:solidFill>
              </a:defRPr>
            </a:lvl6pPr>
            <a:lvl7pPr lvl="6" algn="ctr" rtl="0">
              <a:spcBef>
                <a:spcPts val="0"/>
              </a:spcBef>
              <a:spcAft>
                <a:spcPts val="0"/>
              </a:spcAft>
              <a:buClr>
                <a:srgbClr val="F0F7ED"/>
              </a:buClr>
              <a:buSzPts val="2700"/>
              <a:buNone/>
              <a:defRPr sz="3600">
                <a:solidFill>
                  <a:srgbClr val="F0F7ED"/>
                </a:solidFill>
              </a:defRPr>
            </a:lvl7pPr>
            <a:lvl8pPr lvl="7" algn="ctr" rtl="0">
              <a:spcBef>
                <a:spcPts val="0"/>
              </a:spcBef>
              <a:spcAft>
                <a:spcPts val="0"/>
              </a:spcAft>
              <a:buClr>
                <a:srgbClr val="F0F7ED"/>
              </a:buClr>
              <a:buSzPts val="2700"/>
              <a:buNone/>
              <a:defRPr sz="3600">
                <a:solidFill>
                  <a:srgbClr val="F0F7ED"/>
                </a:solidFill>
              </a:defRPr>
            </a:lvl8pPr>
            <a:lvl9pPr lvl="8" algn="ctr" rtl="0">
              <a:spcBef>
                <a:spcPts val="0"/>
              </a:spcBef>
              <a:spcAft>
                <a:spcPts val="0"/>
              </a:spcAft>
              <a:buClr>
                <a:srgbClr val="F0F7ED"/>
              </a:buClr>
              <a:buSzPts val="2700"/>
              <a:buNone/>
              <a:defRPr sz="3600">
                <a:solidFill>
                  <a:srgbClr val="F0F7ED"/>
                </a:solidFill>
              </a:defRPr>
            </a:lvl9pPr>
          </a:lstStyle>
          <a:p>
            <a:r>
              <a:t>xx%</a:t>
            </a:r>
          </a:p>
        </p:txBody>
      </p:sp>
      <p:sp>
        <p:nvSpPr>
          <p:cNvPr id="390" name="Google Shape;390;p21"/>
          <p:cNvSpPr txBox="1">
            <a:spLocks noGrp="1"/>
          </p:cNvSpPr>
          <p:nvPr>
            <p:ph type="subTitle" idx="5"/>
          </p:nvPr>
        </p:nvSpPr>
        <p:spPr>
          <a:xfrm>
            <a:off x="3122000" y="4989584"/>
            <a:ext cx="5948000" cy="5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391" name="Google Shape;391;p21"/>
          <p:cNvSpPr/>
          <p:nvPr/>
        </p:nvSpPr>
        <p:spPr>
          <a:xfrm>
            <a:off x="10024365" y="5764133"/>
            <a:ext cx="1546000" cy="1546000"/>
          </a:xfrm>
          <a:prstGeom prst="donut">
            <a:avLst>
              <a:gd name="adj" fmla="val 17842"/>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92" name="Google Shape;392;p21"/>
          <p:cNvGrpSpPr/>
          <p:nvPr/>
        </p:nvGrpSpPr>
        <p:grpSpPr>
          <a:xfrm>
            <a:off x="-530861" y="-582239"/>
            <a:ext cx="2290248" cy="2290800"/>
            <a:chOff x="1347125" y="349025"/>
            <a:chExt cx="4978800" cy="4980000"/>
          </a:xfrm>
        </p:grpSpPr>
        <p:sp>
          <p:nvSpPr>
            <p:cNvPr id="393" name="Google Shape;393;p2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2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2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2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2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2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2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2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2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2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2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2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2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2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7" name="Google Shape;407;p2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8" name="Google Shape;408;p2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2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2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2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2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2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4" name="Google Shape;414;p2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15" name="Google Shape;415;p21"/>
          <p:cNvSpPr/>
          <p:nvPr/>
        </p:nvSpPr>
        <p:spPr>
          <a:xfrm>
            <a:off x="1302851" y="-582249"/>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6" name="Google Shape;416;p21"/>
          <p:cNvSpPr/>
          <p:nvPr/>
        </p:nvSpPr>
        <p:spPr>
          <a:xfrm>
            <a:off x="1047151" y="1830773"/>
            <a:ext cx="432800" cy="4328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7" name="Google Shape;417;p21"/>
          <p:cNvSpPr/>
          <p:nvPr/>
        </p:nvSpPr>
        <p:spPr>
          <a:xfrm>
            <a:off x="11076400" y="5643496"/>
            <a:ext cx="311200" cy="311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8" name="Google Shape;418;p21"/>
          <p:cNvSpPr/>
          <p:nvPr/>
        </p:nvSpPr>
        <p:spPr>
          <a:xfrm>
            <a:off x="10836300" y="5161599"/>
            <a:ext cx="180800" cy="1808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276950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mp; four columns">
  <p:cSld name="Title &amp; four columns">
    <p:spTree>
      <p:nvGrpSpPr>
        <p:cNvPr id="1" name="Shape 497"/>
        <p:cNvGrpSpPr/>
        <p:nvPr/>
      </p:nvGrpSpPr>
      <p:grpSpPr>
        <a:xfrm>
          <a:off x="0" y="0"/>
          <a:ext cx="0" cy="0"/>
          <a:chOff x="0" y="0"/>
          <a:chExt cx="0" cy="0"/>
        </a:xfrm>
      </p:grpSpPr>
      <p:sp>
        <p:nvSpPr>
          <p:cNvPr id="498" name="Google Shape;498;p24"/>
          <p:cNvSpPr txBox="1">
            <a:spLocks noGrp="1"/>
          </p:cNvSpPr>
          <p:nvPr>
            <p:ph type="title"/>
          </p:nvPr>
        </p:nvSpPr>
        <p:spPr>
          <a:xfrm>
            <a:off x="1432200" y="512064"/>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499" name="Google Shape;499;p24"/>
          <p:cNvSpPr/>
          <p:nvPr/>
        </p:nvSpPr>
        <p:spPr>
          <a:xfrm>
            <a:off x="11511733" y="5224667"/>
            <a:ext cx="344400" cy="3444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00" name="Google Shape;500;p24"/>
          <p:cNvGrpSpPr/>
          <p:nvPr/>
        </p:nvGrpSpPr>
        <p:grpSpPr>
          <a:xfrm>
            <a:off x="10538823" y="5780812"/>
            <a:ext cx="2290248" cy="2290800"/>
            <a:chOff x="1347125" y="349025"/>
            <a:chExt cx="4978800" cy="4980000"/>
          </a:xfrm>
        </p:grpSpPr>
        <p:sp>
          <p:nvSpPr>
            <p:cNvPr id="501" name="Google Shape;501;p2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2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2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2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2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2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2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2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2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2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2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2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2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2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5" name="Google Shape;515;p2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6" name="Google Shape;516;p2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7" name="Google Shape;517;p2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8" name="Google Shape;518;p2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9" name="Google Shape;519;p2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0" name="Google Shape;520;p2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1" name="Google Shape;521;p2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2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3" name="Google Shape;523;p24"/>
          <p:cNvSpPr/>
          <p:nvPr/>
        </p:nvSpPr>
        <p:spPr>
          <a:xfrm>
            <a:off x="295733" y="6296800"/>
            <a:ext cx="344400" cy="3444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4" name="Google Shape;524;p24"/>
          <p:cNvSpPr/>
          <p:nvPr/>
        </p:nvSpPr>
        <p:spPr>
          <a:xfrm>
            <a:off x="451400" y="6189800"/>
            <a:ext cx="188800" cy="188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5" name="Google Shape;525;p24"/>
          <p:cNvSpPr txBox="1">
            <a:spLocks noGrp="1"/>
          </p:cNvSpPr>
          <p:nvPr>
            <p:ph type="subTitle" idx="1"/>
          </p:nvPr>
        </p:nvSpPr>
        <p:spPr>
          <a:xfrm>
            <a:off x="1115967" y="2207765"/>
            <a:ext cx="3158000" cy="1106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lvl1pPr>
            <a:lvl2pPr lvl="1" algn="r" rtl="0">
              <a:spcBef>
                <a:spcPts val="0"/>
              </a:spcBef>
              <a:spcAft>
                <a:spcPts val="0"/>
              </a:spcAft>
              <a:buNone/>
              <a:defRPr sz="1867"/>
            </a:lvl2pPr>
            <a:lvl3pPr lvl="2" algn="r" rtl="0">
              <a:spcBef>
                <a:spcPts val="0"/>
              </a:spcBef>
              <a:spcAft>
                <a:spcPts val="0"/>
              </a:spcAft>
              <a:buNone/>
              <a:defRPr sz="1867"/>
            </a:lvl3pPr>
            <a:lvl4pPr lvl="3" algn="r" rtl="0">
              <a:spcBef>
                <a:spcPts val="0"/>
              </a:spcBef>
              <a:spcAft>
                <a:spcPts val="0"/>
              </a:spcAft>
              <a:buNone/>
              <a:defRPr sz="1867"/>
            </a:lvl4pPr>
            <a:lvl5pPr lvl="4" algn="r" rtl="0">
              <a:spcBef>
                <a:spcPts val="0"/>
              </a:spcBef>
              <a:spcAft>
                <a:spcPts val="0"/>
              </a:spcAft>
              <a:buNone/>
              <a:defRPr sz="1867"/>
            </a:lvl5pPr>
            <a:lvl6pPr lvl="5" algn="r" rtl="0">
              <a:spcBef>
                <a:spcPts val="0"/>
              </a:spcBef>
              <a:spcAft>
                <a:spcPts val="0"/>
              </a:spcAft>
              <a:buNone/>
              <a:defRPr sz="1867"/>
            </a:lvl6pPr>
            <a:lvl7pPr lvl="6" algn="r" rtl="0">
              <a:spcBef>
                <a:spcPts val="0"/>
              </a:spcBef>
              <a:spcAft>
                <a:spcPts val="0"/>
              </a:spcAft>
              <a:buNone/>
              <a:defRPr sz="1867"/>
            </a:lvl7pPr>
            <a:lvl8pPr lvl="7" algn="r" rtl="0">
              <a:spcBef>
                <a:spcPts val="0"/>
              </a:spcBef>
              <a:spcAft>
                <a:spcPts val="0"/>
              </a:spcAft>
              <a:buNone/>
              <a:defRPr sz="1867"/>
            </a:lvl8pPr>
            <a:lvl9pPr lvl="8" algn="r" rtl="0">
              <a:spcBef>
                <a:spcPts val="0"/>
              </a:spcBef>
              <a:spcAft>
                <a:spcPts val="0"/>
              </a:spcAft>
              <a:buNone/>
              <a:defRPr sz="1867"/>
            </a:lvl9pPr>
          </a:lstStyle>
          <a:p>
            <a:endParaRPr/>
          </a:p>
        </p:txBody>
      </p:sp>
      <p:sp>
        <p:nvSpPr>
          <p:cNvPr id="526" name="Google Shape;526;p24"/>
          <p:cNvSpPr txBox="1">
            <a:spLocks noGrp="1"/>
          </p:cNvSpPr>
          <p:nvPr>
            <p:ph type="subTitle" idx="2"/>
          </p:nvPr>
        </p:nvSpPr>
        <p:spPr>
          <a:xfrm>
            <a:off x="7918033" y="2174199"/>
            <a:ext cx="31580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527" name="Google Shape;527;p24"/>
          <p:cNvSpPr txBox="1">
            <a:spLocks noGrp="1"/>
          </p:cNvSpPr>
          <p:nvPr>
            <p:ph type="subTitle" idx="3"/>
          </p:nvPr>
        </p:nvSpPr>
        <p:spPr>
          <a:xfrm>
            <a:off x="7918000" y="4599465"/>
            <a:ext cx="31580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lvl1pPr>
            <a:lvl2pPr lvl="1" rtl="0">
              <a:spcBef>
                <a:spcPts val="0"/>
              </a:spcBef>
              <a:spcAft>
                <a:spcPts val="0"/>
              </a:spcAft>
              <a:buNone/>
              <a:defRPr sz="1867"/>
            </a:lvl2pPr>
            <a:lvl3pPr lvl="2" rtl="0">
              <a:spcBef>
                <a:spcPts val="0"/>
              </a:spcBef>
              <a:spcAft>
                <a:spcPts val="0"/>
              </a:spcAft>
              <a:buNone/>
              <a:defRPr sz="1867"/>
            </a:lvl3pPr>
            <a:lvl4pPr lvl="3" rtl="0">
              <a:spcBef>
                <a:spcPts val="0"/>
              </a:spcBef>
              <a:spcAft>
                <a:spcPts val="0"/>
              </a:spcAft>
              <a:buNone/>
              <a:defRPr sz="1867"/>
            </a:lvl4pPr>
            <a:lvl5pPr lvl="4" rtl="0">
              <a:spcBef>
                <a:spcPts val="0"/>
              </a:spcBef>
              <a:spcAft>
                <a:spcPts val="0"/>
              </a:spcAft>
              <a:buNone/>
              <a:defRPr sz="1867"/>
            </a:lvl5pPr>
            <a:lvl6pPr lvl="5" rtl="0">
              <a:spcBef>
                <a:spcPts val="0"/>
              </a:spcBef>
              <a:spcAft>
                <a:spcPts val="0"/>
              </a:spcAft>
              <a:buNone/>
              <a:defRPr sz="1867"/>
            </a:lvl6pPr>
            <a:lvl7pPr lvl="6" rtl="0">
              <a:spcBef>
                <a:spcPts val="0"/>
              </a:spcBef>
              <a:spcAft>
                <a:spcPts val="0"/>
              </a:spcAft>
              <a:buNone/>
              <a:defRPr sz="1867"/>
            </a:lvl7pPr>
            <a:lvl8pPr lvl="7" rtl="0">
              <a:spcBef>
                <a:spcPts val="0"/>
              </a:spcBef>
              <a:spcAft>
                <a:spcPts val="0"/>
              </a:spcAft>
              <a:buNone/>
              <a:defRPr sz="1867"/>
            </a:lvl8pPr>
            <a:lvl9pPr lvl="8" rtl="0">
              <a:spcBef>
                <a:spcPts val="0"/>
              </a:spcBef>
              <a:spcAft>
                <a:spcPts val="0"/>
              </a:spcAft>
              <a:buNone/>
              <a:defRPr sz="1867"/>
            </a:lvl9pPr>
          </a:lstStyle>
          <a:p>
            <a:endParaRPr/>
          </a:p>
        </p:txBody>
      </p:sp>
      <p:sp>
        <p:nvSpPr>
          <p:cNvPr id="528" name="Google Shape;528;p24"/>
          <p:cNvSpPr txBox="1">
            <a:spLocks noGrp="1"/>
          </p:cNvSpPr>
          <p:nvPr>
            <p:ph type="subTitle" idx="4"/>
          </p:nvPr>
        </p:nvSpPr>
        <p:spPr>
          <a:xfrm>
            <a:off x="1116000" y="4599465"/>
            <a:ext cx="3158000" cy="1106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67"/>
            </a:lvl1pPr>
            <a:lvl2pPr lvl="1" algn="r" rtl="0">
              <a:spcBef>
                <a:spcPts val="0"/>
              </a:spcBef>
              <a:spcAft>
                <a:spcPts val="0"/>
              </a:spcAft>
              <a:buNone/>
              <a:defRPr sz="1867"/>
            </a:lvl2pPr>
            <a:lvl3pPr lvl="2" algn="r" rtl="0">
              <a:spcBef>
                <a:spcPts val="0"/>
              </a:spcBef>
              <a:spcAft>
                <a:spcPts val="0"/>
              </a:spcAft>
              <a:buNone/>
              <a:defRPr sz="1867"/>
            </a:lvl3pPr>
            <a:lvl4pPr lvl="3" algn="r" rtl="0">
              <a:spcBef>
                <a:spcPts val="0"/>
              </a:spcBef>
              <a:spcAft>
                <a:spcPts val="0"/>
              </a:spcAft>
              <a:buNone/>
              <a:defRPr sz="1867"/>
            </a:lvl4pPr>
            <a:lvl5pPr lvl="4" algn="r" rtl="0">
              <a:spcBef>
                <a:spcPts val="0"/>
              </a:spcBef>
              <a:spcAft>
                <a:spcPts val="0"/>
              </a:spcAft>
              <a:buNone/>
              <a:defRPr sz="1867"/>
            </a:lvl5pPr>
            <a:lvl6pPr lvl="5" algn="r" rtl="0">
              <a:spcBef>
                <a:spcPts val="0"/>
              </a:spcBef>
              <a:spcAft>
                <a:spcPts val="0"/>
              </a:spcAft>
              <a:buNone/>
              <a:defRPr sz="1867"/>
            </a:lvl6pPr>
            <a:lvl7pPr lvl="6" algn="r" rtl="0">
              <a:spcBef>
                <a:spcPts val="0"/>
              </a:spcBef>
              <a:spcAft>
                <a:spcPts val="0"/>
              </a:spcAft>
              <a:buNone/>
              <a:defRPr sz="1867"/>
            </a:lvl7pPr>
            <a:lvl8pPr lvl="7" algn="r" rtl="0">
              <a:spcBef>
                <a:spcPts val="0"/>
              </a:spcBef>
              <a:spcAft>
                <a:spcPts val="0"/>
              </a:spcAft>
              <a:buNone/>
              <a:defRPr sz="1867"/>
            </a:lvl8pPr>
            <a:lvl9pPr lvl="8" algn="r" rtl="0">
              <a:spcBef>
                <a:spcPts val="0"/>
              </a:spcBef>
              <a:spcAft>
                <a:spcPts val="0"/>
              </a:spcAft>
              <a:buNone/>
              <a:defRPr sz="1867"/>
            </a:lvl9pPr>
          </a:lstStyle>
          <a:p>
            <a:endParaRPr/>
          </a:p>
        </p:txBody>
      </p:sp>
      <p:sp>
        <p:nvSpPr>
          <p:cNvPr id="529" name="Google Shape;529;p24"/>
          <p:cNvSpPr txBox="1">
            <a:spLocks noGrp="1"/>
          </p:cNvSpPr>
          <p:nvPr>
            <p:ph type="subTitle" idx="5"/>
          </p:nvPr>
        </p:nvSpPr>
        <p:spPr>
          <a:xfrm>
            <a:off x="1115967" y="1759605"/>
            <a:ext cx="31580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2267" b="1">
                <a:latin typeface="Roboto"/>
                <a:ea typeface="Roboto"/>
                <a:cs typeface="Roboto"/>
                <a:sym typeface="Roboto"/>
              </a:defRPr>
            </a:lvl1pPr>
            <a:lvl2pPr lvl="1" algn="r" rtl="0">
              <a:spcBef>
                <a:spcPts val="0"/>
              </a:spcBef>
              <a:spcAft>
                <a:spcPts val="0"/>
              </a:spcAft>
              <a:buNone/>
              <a:defRPr sz="2267" b="1">
                <a:latin typeface="Roboto"/>
                <a:ea typeface="Roboto"/>
                <a:cs typeface="Roboto"/>
                <a:sym typeface="Roboto"/>
              </a:defRPr>
            </a:lvl2pPr>
            <a:lvl3pPr lvl="2" algn="r" rtl="0">
              <a:spcBef>
                <a:spcPts val="0"/>
              </a:spcBef>
              <a:spcAft>
                <a:spcPts val="0"/>
              </a:spcAft>
              <a:buNone/>
              <a:defRPr sz="2267" b="1">
                <a:latin typeface="Roboto"/>
                <a:ea typeface="Roboto"/>
                <a:cs typeface="Roboto"/>
                <a:sym typeface="Roboto"/>
              </a:defRPr>
            </a:lvl3pPr>
            <a:lvl4pPr lvl="3" algn="r" rtl="0">
              <a:spcBef>
                <a:spcPts val="0"/>
              </a:spcBef>
              <a:spcAft>
                <a:spcPts val="0"/>
              </a:spcAft>
              <a:buNone/>
              <a:defRPr sz="2267" b="1">
                <a:latin typeface="Roboto"/>
                <a:ea typeface="Roboto"/>
                <a:cs typeface="Roboto"/>
                <a:sym typeface="Roboto"/>
              </a:defRPr>
            </a:lvl4pPr>
            <a:lvl5pPr lvl="4" algn="r" rtl="0">
              <a:spcBef>
                <a:spcPts val="0"/>
              </a:spcBef>
              <a:spcAft>
                <a:spcPts val="0"/>
              </a:spcAft>
              <a:buNone/>
              <a:defRPr sz="2267" b="1">
                <a:latin typeface="Roboto"/>
                <a:ea typeface="Roboto"/>
                <a:cs typeface="Roboto"/>
                <a:sym typeface="Roboto"/>
              </a:defRPr>
            </a:lvl5pPr>
            <a:lvl6pPr lvl="5" algn="r" rtl="0">
              <a:spcBef>
                <a:spcPts val="0"/>
              </a:spcBef>
              <a:spcAft>
                <a:spcPts val="0"/>
              </a:spcAft>
              <a:buNone/>
              <a:defRPr sz="2267" b="1">
                <a:latin typeface="Roboto"/>
                <a:ea typeface="Roboto"/>
                <a:cs typeface="Roboto"/>
                <a:sym typeface="Roboto"/>
              </a:defRPr>
            </a:lvl6pPr>
            <a:lvl7pPr lvl="6" algn="r" rtl="0">
              <a:spcBef>
                <a:spcPts val="0"/>
              </a:spcBef>
              <a:spcAft>
                <a:spcPts val="0"/>
              </a:spcAft>
              <a:buNone/>
              <a:defRPr sz="2267" b="1">
                <a:latin typeface="Roboto"/>
                <a:ea typeface="Roboto"/>
                <a:cs typeface="Roboto"/>
                <a:sym typeface="Roboto"/>
              </a:defRPr>
            </a:lvl7pPr>
            <a:lvl8pPr lvl="7" algn="r" rtl="0">
              <a:spcBef>
                <a:spcPts val="0"/>
              </a:spcBef>
              <a:spcAft>
                <a:spcPts val="0"/>
              </a:spcAft>
              <a:buNone/>
              <a:defRPr sz="2267" b="1">
                <a:latin typeface="Roboto"/>
                <a:ea typeface="Roboto"/>
                <a:cs typeface="Roboto"/>
                <a:sym typeface="Roboto"/>
              </a:defRPr>
            </a:lvl8pPr>
            <a:lvl9pPr lvl="8" algn="r" rtl="0">
              <a:spcBef>
                <a:spcPts val="0"/>
              </a:spcBef>
              <a:spcAft>
                <a:spcPts val="0"/>
              </a:spcAft>
              <a:buNone/>
              <a:defRPr sz="2267" b="1">
                <a:latin typeface="Roboto"/>
                <a:ea typeface="Roboto"/>
                <a:cs typeface="Roboto"/>
                <a:sym typeface="Roboto"/>
              </a:defRPr>
            </a:lvl9pPr>
          </a:lstStyle>
          <a:p>
            <a:endParaRPr/>
          </a:p>
        </p:txBody>
      </p:sp>
      <p:sp>
        <p:nvSpPr>
          <p:cNvPr id="530" name="Google Shape;530;p24"/>
          <p:cNvSpPr txBox="1">
            <a:spLocks noGrp="1"/>
          </p:cNvSpPr>
          <p:nvPr>
            <p:ph type="subTitle" idx="6"/>
          </p:nvPr>
        </p:nvSpPr>
        <p:spPr>
          <a:xfrm>
            <a:off x="7918033" y="1759605"/>
            <a:ext cx="3158000" cy="492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31" name="Google Shape;531;p24"/>
          <p:cNvSpPr txBox="1">
            <a:spLocks noGrp="1"/>
          </p:cNvSpPr>
          <p:nvPr>
            <p:ph type="subTitle" idx="7"/>
          </p:nvPr>
        </p:nvSpPr>
        <p:spPr>
          <a:xfrm>
            <a:off x="7918000" y="4151305"/>
            <a:ext cx="3158000" cy="492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32" name="Google Shape;532;p24"/>
          <p:cNvSpPr txBox="1">
            <a:spLocks noGrp="1"/>
          </p:cNvSpPr>
          <p:nvPr>
            <p:ph type="subTitle" idx="8"/>
          </p:nvPr>
        </p:nvSpPr>
        <p:spPr>
          <a:xfrm>
            <a:off x="1116000" y="4151305"/>
            <a:ext cx="3158000" cy="492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2267" b="1">
                <a:latin typeface="Roboto"/>
                <a:ea typeface="Roboto"/>
                <a:cs typeface="Roboto"/>
                <a:sym typeface="Roboto"/>
              </a:defRPr>
            </a:lvl1pPr>
            <a:lvl2pPr lvl="1" algn="r" rtl="0">
              <a:spcBef>
                <a:spcPts val="0"/>
              </a:spcBef>
              <a:spcAft>
                <a:spcPts val="0"/>
              </a:spcAft>
              <a:buNone/>
              <a:defRPr sz="2267" b="1">
                <a:latin typeface="Roboto"/>
                <a:ea typeface="Roboto"/>
                <a:cs typeface="Roboto"/>
                <a:sym typeface="Roboto"/>
              </a:defRPr>
            </a:lvl2pPr>
            <a:lvl3pPr lvl="2" algn="r" rtl="0">
              <a:spcBef>
                <a:spcPts val="0"/>
              </a:spcBef>
              <a:spcAft>
                <a:spcPts val="0"/>
              </a:spcAft>
              <a:buNone/>
              <a:defRPr sz="2267" b="1">
                <a:latin typeface="Roboto"/>
                <a:ea typeface="Roboto"/>
                <a:cs typeface="Roboto"/>
                <a:sym typeface="Roboto"/>
              </a:defRPr>
            </a:lvl3pPr>
            <a:lvl4pPr lvl="3" algn="r" rtl="0">
              <a:spcBef>
                <a:spcPts val="0"/>
              </a:spcBef>
              <a:spcAft>
                <a:spcPts val="0"/>
              </a:spcAft>
              <a:buNone/>
              <a:defRPr sz="2267" b="1">
                <a:latin typeface="Roboto"/>
                <a:ea typeface="Roboto"/>
                <a:cs typeface="Roboto"/>
                <a:sym typeface="Roboto"/>
              </a:defRPr>
            </a:lvl4pPr>
            <a:lvl5pPr lvl="4" algn="r" rtl="0">
              <a:spcBef>
                <a:spcPts val="0"/>
              </a:spcBef>
              <a:spcAft>
                <a:spcPts val="0"/>
              </a:spcAft>
              <a:buNone/>
              <a:defRPr sz="2267" b="1">
                <a:latin typeface="Roboto"/>
                <a:ea typeface="Roboto"/>
                <a:cs typeface="Roboto"/>
                <a:sym typeface="Roboto"/>
              </a:defRPr>
            </a:lvl5pPr>
            <a:lvl6pPr lvl="5" algn="r" rtl="0">
              <a:spcBef>
                <a:spcPts val="0"/>
              </a:spcBef>
              <a:spcAft>
                <a:spcPts val="0"/>
              </a:spcAft>
              <a:buNone/>
              <a:defRPr sz="2267" b="1">
                <a:latin typeface="Roboto"/>
                <a:ea typeface="Roboto"/>
                <a:cs typeface="Roboto"/>
                <a:sym typeface="Roboto"/>
              </a:defRPr>
            </a:lvl6pPr>
            <a:lvl7pPr lvl="6" algn="r" rtl="0">
              <a:spcBef>
                <a:spcPts val="0"/>
              </a:spcBef>
              <a:spcAft>
                <a:spcPts val="0"/>
              </a:spcAft>
              <a:buNone/>
              <a:defRPr sz="2267" b="1">
                <a:latin typeface="Roboto"/>
                <a:ea typeface="Roboto"/>
                <a:cs typeface="Roboto"/>
                <a:sym typeface="Roboto"/>
              </a:defRPr>
            </a:lvl7pPr>
            <a:lvl8pPr lvl="7" algn="r" rtl="0">
              <a:spcBef>
                <a:spcPts val="0"/>
              </a:spcBef>
              <a:spcAft>
                <a:spcPts val="0"/>
              </a:spcAft>
              <a:buNone/>
              <a:defRPr sz="2267" b="1">
                <a:latin typeface="Roboto"/>
                <a:ea typeface="Roboto"/>
                <a:cs typeface="Roboto"/>
                <a:sym typeface="Roboto"/>
              </a:defRPr>
            </a:lvl8pPr>
            <a:lvl9pPr lvl="8" algn="r"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7993641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mp; text 2">
  <p:cSld name="Title &amp; text 2">
    <p:bg>
      <p:bgPr>
        <a:solidFill>
          <a:schemeClr val="accent1"/>
        </a:solidFill>
        <a:effectLst/>
      </p:bgPr>
    </p:bg>
    <p:spTree>
      <p:nvGrpSpPr>
        <p:cNvPr id="1" name="Shape 533"/>
        <p:cNvGrpSpPr/>
        <p:nvPr/>
      </p:nvGrpSpPr>
      <p:grpSpPr>
        <a:xfrm>
          <a:off x="0" y="0"/>
          <a:ext cx="0" cy="0"/>
          <a:chOff x="0" y="0"/>
          <a:chExt cx="0" cy="0"/>
        </a:xfrm>
      </p:grpSpPr>
      <p:sp>
        <p:nvSpPr>
          <p:cNvPr id="534" name="Google Shape;534;p25"/>
          <p:cNvSpPr/>
          <p:nvPr/>
        </p:nvSpPr>
        <p:spPr>
          <a:xfrm>
            <a:off x="7489792" y="1"/>
            <a:ext cx="4702208" cy="6858049"/>
          </a:xfrm>
          <a:custGeom>
            <a:avLst/>
            <a:gdLst/>
            <a:ahLst/>
            <a:cxnLst/>
            <a:rect l="l" t="t" r="r" b="b"/>
            <a:pathLst>
              <a:path w="130629" h="190519" extrusionOk="0">
                <a:moveTo>
                  <a:pt x="74795" y="1"/>
                </a:moveTo>
                <a:lnTo>
                  <a:pt x="21418" y="19463"/>
                </a:lnTo>
                <a:cubicBezTo>
                  <a:pt x="7776" y="24447"/>
                  <a:pt x="0" y="42049"/>
                  <a:pt x="4055" y="58792"/>
                </a:cubicBezTo>
                <a:lnTo>
                  <a:pt x="36014" y="190518"/>
                </a:lnTo>
                <a:lnTo>
                  <a:pt x="130629" y="190518"/>
                </a:lnTo>
                <a:lnTo>
                  <a:pt x="130629" y="1"/>
                </a:lnTo>
                <a:close/>
              </a:path>
            </a:pathLst>
          </a:cu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5" name="Google Shape;535;p25"/>
          <p:cNvSpPr txBox="1">
            <a:spLocks noGrp="1"/>
          </p:cNvSpPr>
          <p:nvPr>
            <p:ph type="title"/>
          </p:nvPr>
        </p:nvSpPr>
        <p:spPr>
          <a:xfrm>
            <a:off x="960000" y="512064"/>
            <a:ext cx="3633200" cy="59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0F7ED"/>
              </a:buClr>
              <a:buSzPts val="2700"/>
              <a:buNone/>
              <a:defRPr sz="3600">
                <a:solidFill>
                  <a:schemeClr val="lt2"/>
                </a:solidFill>
              </a:defRPr>
            </a:lvl1pPr>
            <a:lvl2pPr lvl="1" rtl="0">
              <a:spcBef>
                <a:spcPts val="0"/>
              </a:spcBef>
              <a:spcAft>
                <a:spcPts val="0"/>
              </a:spcAft>
              <a:buClr>
                <a:srgbClr val="F0F7ED"/>
              </a:buClr>
              <a:buSzPts val="1400"/>
              <a:buNone/>
              <a:defRPr sz="1867">
                <a:solidFill>
                  <a:srgbClr val="F0F7ED"/>
                </a:solidFill>
              </a:defRPr>
            </a:lvl2pPr>
            <a:lvl3pPr lvl="2" rtl="0">
              <a:spcBef>
                <a:spcPts val="0"/>
              </a:spcBef>
              <a:spcAft>
                <a:spcPts val="0"/>
              </a:spcAft>
              <a:buClr>
                <a:srgbClr val="F0F7ED"/>
              </a:buClr>
              <a:buSzPts val="1400"/>
              <a:buNone/>
              <a:defRPr sz="1867">
                <a:solidFill>
                  <a:srgbClr val="F0F7ED"/>
                </a:solidFill>
              </a:defRPr>
            </a:lvl3pPr>
            <a:lvl4pPr lvl="3" rtl="0">
              <a:spcBef>
                <a:spcPts val="0"/>
              </a:spcBef>
              <a:spcAft>
                <a:spcPts val="0"/>
              </a:spcAft>
              <a:buClr>
                <a:srgbClr val="F0F7ED"/>
              </a:buClr>
              <a:buSzPts val="1400"/>
              <a:buNone/>
              <a:defRPr sz="1867">
                <a:solidFill>
                  <a:srgbClr val="F0F7ED"/>
                </a:solidFill>
              </a:defRPr>
            </a:lvl4pPr>
            <a:lvl5pPr lvl="4" rtl="0">
              <a:spcBef>
                <a:spcPts val="0"/>
              </a:spcBef>
              <a:spcAft>
                <a:spcPts val="0"/>
              </a:spcAft>
              <a:buClr>
                <a:srgbClr val="F0F7ED"/>
              </a:buClr>
              <a:buSzPts val="1400"/>
              <a:buNone/>
              <a:defRPr sz="1867">
                <a:solidFill>
                  <a:srgbClr val="F0F7ED"/>
                </a:solidFill>
              </a:defRPr>
            </a:lvl5pPr>
            <a:lvl6pPr lvl="5" rtl="0">
              <a:spcBef>
                <a:spcPts val="0"/>
              </a:spcBef>
              <a:spcAft>
                <a:spcPts val="0"/>
              </a:spcAft>
              <a:buClr>
                <a:srgbClr val="F0F7ED"/>
              </a:buClr>
              <a:buSzPts val="1400"/>
              <a:buNone/>
              <a:defRPr sz="1867">
                <a:solidFill>
                  <a:srgbClr val="F0F7ED"/>
                </a:solidFill>
              </a:defRPr>
            </a:lvl6pPr>
            <a:lvl7pPr lvl="6" rtl="0">
              <a:spcBef>
                <a:spcPts val="0"/>
              </a:spcBef>
              <a:spcAft>
                <a:spcPts val="0"/>
              </a:spcAft>
              <a:buClr>
                <a:srgbClr val="F0F7ED"/>
              </a:buClr>
              <a:buSzPts val="1400"/>
              <a:buNone/>
              <a:defRPr sz="1867">
                <a:solidFill>
                  <a:srgbClr val="F0F7ED"/>
                </a:solidFill>
              </a:defRPr>
            </a:lvl7pPr>
            <a:lvl8pPr lvl="7" rtl="0">
              <a:spcBef>
                <a:spcPts val="0"/>
              </a:spcBef>
              <a:spcAft>
                <a:spcPts val="0"/>
              </a:spcAft>
              <a:buClr>
                <a:srgbClr val="F0F7ED"/>
              </a:buClr>
              <a:buSzPts val="1400"/>
              <a:buNone/>
              <a:defRPr sz="1867">
                <a:solidFill>
                  <a:srgbClr val="F0F7ED"/>
                </a:solidFill>
              </a:defRPr>
            </a:lvl8pPr>
            <a:lvl9pPr lvl="8" rtl="0">
              <a:spcBef>
                <a:spcPts val="0"/>
              </a:spcBef>
              <a:spcAft>
                <a:spcPts val="0"/>
              </a:spcAft>
              <a:buClr>
                <a:srgbClr val="F0F7ED"/>
              </a:buClr>
              <a:buSzPts val="1400"/>
              <a:buNone/>
              <a:defRPr sz="1867">
                <a:solidFill>
                  <a:srgbClr val="F0F7ED"/>
                </a:solidFill>
              </a:defRPr>
            </a:lvl9pPr>
          </a:lstStyle>
          <a:p>
            <a:endParaRPr/>
          </a:p>
        </p:txBody>
      </p:sp>
      <p:sp>
        <p:nvSpPr>
          <p:cNvPr id="536" name="Google Shape;536;p25"/>
          <p:cNvSpPr/>
          <p:nvPr/>
        </p:nvSpPr>
        <p:spPr>
          <a:xfrm rot="2539751">
            <a:off x="5952336" y="-4446405"/>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7" name="Google Shape;537;p25"/>
          <p:cNvSpPr/>
          <p:nvPr/>
        </p:nvSpPr>
        <p:spPr>
          <a:xfrm rot="9266724">
            <a:off x="6379285" y="1588055"/>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8" name="Google Shape;538;p25"/>
          <p:cNvSpPr/>
          <p:nvPr/>
        </p:nvSpPr>
        <p:spPr>
          <a:xfrm>
            <a:off x="7981832" y="6091833"/>
            <a:ext cx="1546000" cy="15460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4882673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mp; two columns">
  <p:cSld name="Title &amp; two columns">
    <p:spTree>
      <p:nvGrpSpPr>
        <p:cNvPr id="1" name="Shape 539"/>
        <p:cNvGrpSpPr/>
        <p:nvPr/>
      </p:nvGrpSpPr>
      <p:grpSpPr>
        <a:xfrm>
          <a:off x="0" y="0"/>
          <a:ext cx="0" cy="0"/>
          <a:chOff x="0" y="0"/>
          <a:chExt cx="0" cy="0"/>
        </a:xfrm>
      </p:grpSpPr>
      <p:sp>
        <p:nvSpPr>
          <p:cNvPr id="540" name="Google Shape;540;p26"/>
          <p:cNvSpPr txBox="1">
            <a:spLocks noGrp="1"/>
          </p:cNvSpPr>
          <p:nvPr>
            <p:ph type="ctrTitle"/>
          </p:nvPr>
        </p:nvSpPr>
        <p:spPr>
          <a:xfrm>
            <a:off x="8663033" y="1153700"/>
            <a:ext cx="2789200" cy="136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343434"/>
              </a:buClr>
              <a:buSzPts val="4000"/>
              <a:buNone/>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541" name="Google Shape;541;p26"/>
          <p:cNvSpPr txBox="1">
            <a:spLocks noGrp="1"/>
          </p:cNvSpPr>
          <p:nvPr>
            <p:ph type="subTitle" idx="1"/>
          </p:nvPr>
        </p:nvSpPr>
        <p:spPr>
          <a:xfrm>
            <a:off x="3467467" y="180101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343434"/>
                </a:solidFill>
              </a:defRPr>
            </a:lvl1pPr>
            <a:lvl2pPr lvl="1" rtl="0">
              <a:spcBef>
                <a:spcPts val="0"/>
              </a:spcBef>
              <a:spcAft>
                <a:spcPts val="0"/>
              </a:spcAft>
              <a:buNone/>
              <a:defRPr sz="1867">
                <a:solidFill>
                  <a:srgbClr val="343434"/>
                </a:solidFill>
              </a:defRPr>
            </a:lvl2pPr>
            <a:lvl3pPr lvl="2" rtl="0">
              <a:spcBef>
                <a:spcPts val="0"/>
              </a:spcBef>
              <a:spcAft>
                <a:spcPts val="0"/>
              </a:spcAft>
              <a:buNone/>
              <a:defRPr sz="1867">
                <a:solidFill>
                  <a:srgbClr val="343434"/>
                </a:solidFill>
              </a:defRPr>
            </a:lvl3pPr>
            <a:lvl4pPr lvl="3" rtl="0">
              <a:spcBef>
                <a:spcPts val="0"/>
              </a:spcBef>
              <a:spcAft>
                <a:spcPts val="0"/>
              </a:spcAft>
              <a:buNone/>
              <a:defRPr sz="1867">
                <a:solidFill>
                  <a:srgbClr val="343434"/>
                </a:solidFill>
              </a:defRPr>
            </a:lvl4pPr>
            <a:lvl5pPr lvl="4" rtl="0">
              <a:spcBef>
                <a:spcPts val="0"/>
              </a:spcBef>
              <a:spcAft>
                <a:spcPts val="0"/>
              </a:spcAft>
              <a:buNone/>
              <a:defRPr sz="1867">
                <a:solidFill>
                  <a:srgbClr val="343434"/>
                </a:solidFill>
              </a:defRPr>
            </a:lvl5pPr>
            <a:lvl6pPr lvl="5" rtl="0">
              <a:spcBef>
                <a:spcPts val="0"/>
              </a:spcBef>
              <a:spcAft>
                <a:spcPts val="0"/>
              </a:spcAft>
              <a:buNone/>
              <a:defRPr sz="1867">
                <a:solidFill>
                  <a:srgbClr val="343434"/>
                </a:solidFill>
              </a:defRPr>
            </a:lvl6pPr>
            <a:lvl7pPr lvl="6" rtl="0">
              <a:spcBef>
                <a:spcPts val="0"/>
              </a:spcBef>
              <a:spcAft>
                <a:spcPts val="0"/>
              </a:spcAft>
              <a:buNone/>
              <a:defRPr sz="1867">
                <a:solidFill>
                  <a:srgbClr val="343434"/>
                </a:solidFill>
              </a:defRPr>
            </a:lvl7pPr>
            <a:lvl8pPr lvl="7" rtl="0">
              <a:spcBef>
                <a:spcPts val="0"/>
              </a:spcBef>
              <a:spcAft>
                <a:spcPts val="0"/>
              </a:spcAft>
              <a:buNone/>
              <a:defRPr sz="1867">
                <a:solidFill>
                  <a:srgbClr val="343434"/>
                </a:solidFill>
              </a:defRPr>
            </a:lvl8pPr>
            <a:lvl9pPr lvl="8" rtl="0">
              <a:spcBef>
                <a:spcPts val="0"/>
              </a:spcBef>
              <a:spcAft>
                <a:spcPts val="0"/>
              </a:spcAft>
              <a:buNone/>
              <a:defRPr sz="1867">
                <a:solidFill>
                  <a:srgbClr val="343434"/>
                </a:solidFill>
              </a:defRPr>
            </a:lvl9pPr>
          </a:lstStyle>
          <a:p>
            <a:endParaRPr/>
          </a:p>
        </p:txBody>
      </p:sp>
      <p:sp>
        <p:nvSpPr>
          <p:cNvPr id="542" name="Google Shape;542;p26"/>
          <p:cNvSpPr txBox="1">
            <a:spLocks noGrp="1"/>
          </p:cNvSpPr>
          <p:nvPr>
            <p:ph type="subTitle" idx="2"/>
          </p:nvPr>
        </p:nvSpPr>
        <p:spPr>
          <a:xfrm>
            <a:off x="3467467" y="4689267"/>
            <a:ext cx="2639200" cy="110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67">
                <a:solidFill>
                  <a:srgbClr val="343434"/>
                </a:solidFill>
              </a:defRPr>
            </a:lvl1pPr>
            <a:lvl2pPr lvl="1" rtl="0">
              <a:spcBef>
                <a:spcPts val="0"/>
              </a:spcBef>
              <a:spcAft>
                <a:spcPts val="0"/>
              </a:spcAft>
              <a:buNone/>
              <a:defRPr sz="1867">
                <a:solidFill>
                  <a:srgbClr val="343434"/>
                </a:solidFill>
              </a:defRPr>
            </a:lvl2pPr>
            <a:lvl3pPr lvl="2" rtl="0">
              <a:spcBef>
                <a:spcPts val="0"/>
              </a:spcBef>
              <a:spcAft>
                <a:spcPts val="0"/>
              </a:spcAft>
              <a:buNone/>
              <a:defRPr sz="1867">
                <a:solidFill>
                  <a:srgbClr val="343434"/>
                </a:solidFill>
              </a:defRPr>
            </a:lvl3pPr>
            <a:lvl4pPr lvl="3" rtl="0">
              <a:spcBef>
                <a:spcPts val="0"/>
              </a:spcBef>
              <a:spcAft>
                <a:spcPts val="0"/>
              </a:spcAft>
              <a:buNone/>
              <a:defRPr sz="1867">
                <a:solidFill>
                  <a:srgbClr val="343434"/>
                </a:solidFill>
              </a:defRPr>
            </a:lvl4pPr>
            <a:lvl5pPr lvl="4" rtl="0">
              <a:spcBef>
                <a:spcPts val="0"/>
              </a:spcBef>
              <a:spcAft>
                <a:spcPts val="0"/>
              </a:spcAft>
              <a:buNone/>
              <a:defRPr sz="1867">
                <a:solidFill>
                  <a:srgbClr val="343434"/>
                </a:solidFill>
              </a:defRPr>
            </a:lvl5pPr>
            <a:lvl6pPr lvl="5" rtl="0">
              <a:spcBef>
                <a:spcPts val="0"/>
              </a:spcBef>
              <a:spcAft>
                <a:spcPts val="0"/>
              </a:spcAft>
              <a:buNone/>
              <a:defRPr sz="1867">
                <a:solidFill>
                  <a:srgbClr val="343434"/>
                </a:solidFill>
              </a:defRPr>
            </a:lvl6pPr>
            <a:lvl7pPr lvl="6" rtl="0">
              <a:spcBef>
                <a:spcPts val="0"/>
              </a:spcBef>
              <a:spcAft>
                <a:spcPts val="0"/>
              </a:spcAft>
              <a:buNone/>
              <a:defRPr sz="1867">
                <a:solidFill>
                  <a:srgbClr val="343434"/>
                </a:solidFill>
              </a:defRPr>
            </a:lvl7pPr>
            <a:lvl8pPr lvl="7" rtl="0">
              <a:spcBef>
                <a:spcPts val="0"/>
              </a:spcBef>
              <a:spcAft>
                <a:spcPts val="0"/>
              </a:spcAft>
              <a:buNone/>
              <a:defRPr sz="1867">
                <a:solidFill>
                  <a:srgbClr val="343434"/>
                </a:solidFill>
              </a:defRPr>
            </a:lvl8pPr>
            <a:lvl9pPr lvl="8" rtl="0">
              <a:spcBef>
                <a:spcPts val="0"/>
              </a:spcBef>
              <a:spcAft>
                <a:spcPts val="0"/>
              </a:spcAft>
              <a:buNone/>
              <a:defRPr sz="1867">
                <a:solidFill>
                  <a:srgbClr val="343434"/>
                </a:solidFill>
              </a:defRPr>
            </a:lvl9pPr>
          </a:lstStyle>
          <a:p>
            <a:endParaRPr/>
          </a:p>
        </p:txBody>
      </p:sp>
      <p:sp>
        <p:nvSpPr>
          <p:cNvPr id="543" name="Google Shape;543;p26"/>
          <p:cNvSpPr/>
          <p:nvPr/>
        </p:nvSpPr>
        <p:spPr>
          <a:xfrm>
            <a:off x="-353432" y="-319299"/>
            <a:ext cx="969200" cy="9692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4" name="Google Shape;544;p26"/>
          <p:cNvGrpSpPr/>
          <p:nvPr/>
        </p:nvGrpSpPr>
        <p:grpSpPr>
          <a:xfrm>
            <a:off x="-620337" y="343144"/>
            <a:ext cx="1186945" cy="1187232"/>
            <a:chOff x="1347125" y="349025"/>
            <a:chExt cx="4978800" cy="4980000"/>
          </a:xfrm>
        </p:grpSpPr>
        <p:sp>
          <p:nvSpPr>
            <p:cNvPr id="545" name="Google Shape;545;p26"/>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26"/>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26"/>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26"/>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26"/>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26"/>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26"/>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26"/>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26"/>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26"/>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26"/>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26"/>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26"/>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26"/>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26"/>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26"/>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26"/>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26"/>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26"/>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26"/>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26"/>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26"/>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67" name="Google Shape;567;p26"/>
          <p:cNvSpPr txBox="1">
            <a:spLocks noGrp="1"/>
          </p:cNvSpPr>
          <p:nvPr>
            <p:ph type="subTitle" idx="3"/>
          </p:nvPr>
        </p:nvSpPr>
        <p:spPr>
          <a:xfrm>
            <a:off x="3467467" y="1349125"/>
            <a:ext cx="2639200" cy="592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568" name="Google Shape;568;p26"/>
          <p:cNvSpPr txBox="1">
            <a:spLocks noGrp="1"/>
          </p:cNvSpPr>
          <p:nvPr>
            <p:ph type="subTitle" idx="4"/>
          </p:nvPr>
        </p:nvSpPr>
        <p:spPr>
          <a:xfrm>
            <a:off x="3467467" y="4237367"/>
            <a:ext cx="2639200" cy="592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38498226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2">
  <p:cSld name="One column text 2">
    <p:spTree>
      <p:nvGrpSpPr>
        <p:cNvPr id="1" name="Shape 569"/>
        <p:cNvGrpSpPr/>
        <p:nvPr/>
      </p:nvGrpSpPr>
      <p:grpSpPr>
        <a:xfrm>
          <a:off x="0" y="0"/>
          <a:ext cx="0" cy="0"/>
          <a:chOff x="0" y="0"/>
          <a:chExt cx="0" cy="0"/>
        </a:xfrm>
      </p:grpSpPr>
      <p:sp>
        <p:nvSpPr>
          <p:cNvPr id="570" name="Google Shape;570;p27"/>
          <p:cNvSpPr txBox="1">
            <a:spLocks noGrp="1"/>
          </p:cNvSpPr>
          <p:nvPr>
            <p:ph type="title"/>
          </p:nvPr>
        </p:nvSpPr>
        <p:spPr>
          <a:xfrm>
            <a:off x="6767600" y="2333200"/>
            <a:ext cx="4464400" cy="7860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2700"/>
              <a:buNone/>
              <a:defRPr sz="3600"/>
            </a:lvl2pPr>
            <a:lvl3pPr lvl="2" rtl="0">
              <a:spcBef>
                <a:spcPts val="0"/>
              </a:spcBef>
              <a:spcAft>
                <a:spcPts val="0"/>
              </a:spcAft>
              <a:buSzPts val="2700"/>
              <a:buNone/>
              <a:defRPr sz="3600"/>
            </a:lvl3pPr>
            <a:lvl4pPr lvl="3" rtl="0">
              <a:spcBef>
                <a:spcPts val="0"/>
              </a:spcBef>
              <a:spcAft>
                <a:spcPts val="0"/>
              </a:spcAft>
              <a:buSzPts val="2700"/>
              <a:buNone/>
              <a:defRPr sz="3600"/>
            </a:lvl4pPr>
            <a:lvl5pPr lvl="4" rtl="0">
              <a:spcBef>
                <a:spcPts val="0"/>
              </a:spcBef>
              <a:spcAft>
                <a:spcPts val="0"/>
              </a:spcAft>
              <a:buSzPts val="2700"/>
              <a:buNone/>
              <a:defRPr sz="3600"/>
            </a:lvl5pPr>
            <a:lvl6pPr lvl="5" rtl="0">
              <a:spcBef>
                <a:spcPts val="0"/>
              </a:spcBef>
              <a:spcAft>
                <a:spcPts val="0"/>
              </a:spcAft>
              <a:buSzPts val="2700"/>
              <a:buNone/>
              <a:defRPr sz="3600"/>
            </a:lvl6pPr>
            <a:lvl7pPr lvl="6" rtl="0">
              <a:spcBef>
                <a:spcPts val="0"/>
              </a:spcBef>
              <a:spcAft>
                <a:spcPts val="0"/>
              </a:spcAft>
              <a:buSzPts val="2700"/>
              <a:buNone/>
              <a:defRPr sz="3600"/>
            </a:lvl7pPr>
            <a:lvl8pPr lvl="7" rtl="0">
              <a:spcBef>
                <a:spcPts val="0"/>
              </a:spcBef>
              <a:spcAft>
                <a:spcPts val="0"/>
              </a:spcAft>
              <a:buSzPts val="2700"/>
              <a:buNone/>
              <a:defRPr sz="3600"/>
            </a:lvl8pPr>
            <a:lvl9pPr lvl="8" rtl="0">
              <a:spcBef>
                <a:spcPts val="0"/>
              </a:spcBef>
              <a:spcAft>
                <a:spcPts val="0"/>
              </a:spcAft>
              <a:buSzPts val="2700"/>
              <a:buNone/>
              <a:defRPr sz="3600"/>
            </a:lvl9pPr>
          </a:lstStyle>
          <a:p>
            <a:endParaRPr/>
          </a:p>
        </p:txBody>
      </p:sp>
      <p:sp>
        <p:nvSpPr>
          <p:cNvPr id="571" name="Google Shape;571;p27"/>
          <p:cNvSpPr txBox="1">
            <a:spLocks noGrp="1"/>
          </p:cNvSpPr>
          <p:nvPr>
            <p:ph type="subTitle" idx="1"/>
          </p:nvPr>
        </p:nvSpPr>
        <p:spPr>
          <a:xfrm>
            <a:off x="6767600" y="3119200"/>
            <a:ext cx="3945600" cy="140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572" name="Google Shape;572;p27"/>
          <p:cNvSpPr/>
          <p:nvPr/>
        </p:nvSpPr>
        <p:spPr>
          <a:xfrm rot="2539751">
            <a:off x="9571003" y="-4971672"/>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3" name="Google Shape;573;p27"/>
          <p:cNvSpPr/>
          <p:nvPr/>
        </p:nvSpPr>
        <p:spPr>
          <a:xfrm rot="9266724">
            <a:off x="9997952" y="1062788"/>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1362333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3">
  <p:cSld name="One column text 3">
    <p:bg>
      <p:bgPr>
        <a:solidFill>
          <a:schemeClr val="accent1"/>
        </a:solidFill>
        <a:effectLst/>
      </p:bgPr>
    </p:bg>
    <p:spTree>
      <p:nvGrpSpPr>
        <p:cNvPr id="1" name="Shape 574"/>
        <p:cNvGrpSpPr/>
        <p:nvPr/>
      </p:nvGrpSpPr>
      <p:grpSpPr>
        <a:xfrm>
          <a:off x="0" y="0"/>
          <a:ext cx="0" cy="0"/>
          <a:chOff x="0" y="0"/>
          <a:chExt cx="0" cy="0"/>
        </a:xfrm>
      </p:grpSpPr>
      <p:sp>
        <p:nvSpPr>
          <p:cNvPr id="575" name="Google Shape;575;p28"/>
          <p:cNvSpPr txBox="1">
            <a:spLocks noGrp="1"/>
          </p:cNvSpPr>
          <p:nvPr>
            <p:ph type="title"/>
          </p:nvPr>
        </p:nvSpPr>
        <p:spPr>
          <a:xfrm>
            <a:off x="6767600" y="2342251"/>
            <a:ext cx="4464400" cy="770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2700"/>
              <a:buNone/>
              <a:defRPr sz="3600">
                <a:solidFill>
                  <a:schemeClr val="lt2"/>
                </a:solidFill>
              </a:defRPr>
            </a:lvl1pPr>
            <a:lvl2pPr lvl="1" rtl="0">
              <a:spcBef>
                <a:spcPts val="0"/>
              </a:spcBef>
              <a:spcAft>
                <a:spcPts val="0"/>
              </a:spcAft>
              <a:buClr>
                <a:srgbClr val="F0F7ED"/>
              </a:buClr>
              <a:buSzPts val="1400"/>
              <a:buNone/>
              <a:defRPr sz="1867">
                <a:solidFill>
                  <a:srgbClr val="F0F7ED"/>
                </a:solidFill>
              </a:defRPr>
            </a:lvl2pPr>
            <a:lvl3pPr lvl="2" rtl="0">
              <a:spcBef>
                <a:spcPts val="0"/>
              </a:spcBef>
              <a:spcAft>
                <a:spcPts val="0"/>
              </a:spcAft>
              <a:buClr>
                <a:srgbClr val="F0F7ED"/>
              </a:buClr>
              <a:buSzPts val="1400"/>
              <a:buNone/>
              <a:defRPr sz="1867">
                <a:solidFill>
                  <a:srgbClr val="F0F7ED"/>
                </a:solidFill>
              </a:defRPr>
            </a:lvl3pPr>
            <a:lvl4pPr lvl="3" rtl="0">
              <a:spcBef>
                <a:spcPts val="0"/>
              </a:spcBef>
              <a:spcAft>
                <a:spcPts val="0"/>
              </a:spcAft>
              <a:buClr>
                <a:srgbClr val="F0F7ED"/>
              </a:buClr>
              <a:buSzPts val="1400"/>
              <a:buNone/>
              <a:defRPr sz="1867">
                <a:solidFill>
                  <a:srgbClr val="F0F7ED"/>
                </a:solidFill>
              </a:defRPr>
            </a:lvl4pPr>
            <a:lvl5pPr lvl="4" rtl="0">
              <a:spcBef>
                <a:spcPts val="0"/>
              </a:spcBef>
              <a:spcAft>
                <a:spcPts val="0"/>
              </a:spcAft>
              <a:buClr>
                <a:srgbClr val="F0F7ED"/>
              </a:buClr>
              <a:buSzPts val="1400"/>
              <a:buNone/>
              <a:defRPr sz="1867">
                <a:solidFill>
                  <a:srgbClr val="F0F7ED"/>
                </a:solidFill>
              </a:defRPr>
            </a:lvl5pPr>
            <a:lvl6pPr lvl="5" rtl="0">
              <a:spcBef>
                <a:spcPts val="0"/>
              </a:spcBef>
              <a:spcAft>
                <a:spcPts val="0"/>
              </a:spcAft>
              <a:buClr>
                <a:srgbClr val="F0F7ED"/>
              </a:buClr>
              <a:buSzPts val="1400"/>
              <a:buNone/>
              <a:defRPr sz="1867">
                <a:solidFill>
                  <a:srgbClr val="F0F7ED"/>
                </a:solidFill>
              </a:defRPr>
            </a:lvl6pPr>
            <a:lvl7pPr lvl="6" rtl="0">
              <a:spcBef>
                <a:spcPts val="0"/>
              </a:spcBef>
              <a:spcAft>
                <a:spcPts val="0"/>
              </a:spcAft>
              <a:buClr>
                <a:srgbClr val="F0F7ED"/>
              </a:buClr>
              <a:buSzPts val="1400"/>
              <a:buNone/>
              <a:defRPr sz="1867">
                <a:solidFill>
                  <a:srgbClr val="F0F7ED"/>
                </a:solidFill>
              </a:defRPr>
            </a:lvl7pPr>
            <a:lvl8pPr lvl="7" rtl="0">
              <a:spcBef>
                <a:spcPts val="0"/>
              </a:spcBef>
              <a:spcAft>
                <a:spcPts val="0"/>
              </a:spcAft>
              <a:buClr>
                <a:srgbClr val="F0F7ED"/>
              </a:buClr>
              <a:buSzPts val="1400"/>
              <a:buNone/>
              <a:defRPr sz="1867">
                <a:solidFill>
                  <a:srgbClr val="F0F7ED"/>
                </a:solidFill>
              </a:defRPr>
            </a:lvl8pPr>
            <a:lvl9pPr lvl="8" rtl="0">
              <a:spcBef>
                <a:spcPts val="0"/>
              </a:spcBef>
              <a:spcAft>
                <a:spcPts val="0"/>
              </a:spcAft>
              <a:buClr>
                <a:srgbClr val="F0F7ED"/>
              </a:buClr>
              <a:buSzPts val="1400"/>
              <a:buNone/>
              <a:defRPr sz="1867">
                <a:solidFill>
                  <a:srgbClr val="F0F7ED"/>
                </a:solidFill>
              </a:defRPr>
            </a:lvl9pPr>
          </a:lstStyle>
          <a:p>
            <a:endParaRPr/>
          </a:p>
        </p:txBody>
      </p:sp>
      <p:sp>
        <p:nvSpPr>
          <p:cNvPr id="576" name="Google Shape;576;p28"/>
          <p:cNvSpPr txBox="1">
            <a:spLocks noGrp="1"/>
          </p:cNvSpPr>
          <p:nvPr>
            <p:ph type="subTitle" idx="1"/>
          </p:nvPr>
        </p:nvSpPr>
        <p:spPr>
          <a:xfrm>
            <a:off x="6767600" y="3138151"/>
            <a:ext cx="3919200" cy="137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577" name="Google Shape;577;p28"/>
          <p:cNvSpPr/>
          <p:nvPr/>
        </p:nvSpPr>
        <p:spPr>
          <a:xfrm rot="8260249" flipH="1">
            <a:off x="9561269" y="5252095"/>
            <a:ext cx="4229568" cy="6385136"/>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8" name="Google Shape;578;p28"/>
          <p:cNvSpPr/>
          <p:nvPr/>
        </p:nvSpPr>
        <p:spPr>
          <a:xfrm rot="1533276" flipH="1">
            <a:off x="9988219" y="5268024"/>
            <a:ext cx="334747" cy="334747"/>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657716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 Thanks slide">
  <p:cSld name=" Thanks slide">
    <p:bg>
      <p:bgPr>
        <a:solidFill>
          <a:schemeClr val="accent1"/>
        </a:solidFill>
        <a:effectLst/>
      </p:bgPr>
    </p:bg>
    <p:spTree>
      <p:nvGrpSpPr>
        <p:cNvPr id="1" name="Shape 579"/>
        <p:cNvGrpSpPr/>
        <p:nvPr/>
      </p:nvGrpSpPr>
      <p:grpSpPr>
        <a:xfrm>
          <a:off x="0" y="0"/>
          <a:ext cx="0" cy="0"/>
          <a:chOff x="0" y="0"/>
          <a:chExt cx="0" cy="0"/>
        </a:xfrm>
      </p:grpSpPr>
      <p:sp>
        <p:nvSpPr>
          <p:cNvPr id="580" name="Google Shape;580;p29"/>
          <p:cNvSpPr/>
          <p:nvPr/>
        </p:nvSpPr>
        <p:spPr>
          <a:xfrm>
            <a:off x="-1248833" y="1145933"/>
            <a:ext cx="4202400" cy="4202400"/>
          </a:xfrm>
          <a:prstGeom prst="donut">
            <a:avLst>
              <a:gd name="adj" fmla="val 17842"/>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1" name="Google Shape;581;p29"/>
          <p:cNvSpPr/>
          <p:nvPr/>
        </p:nvSpPr>
        <p:spPr>
          <a:xfrm>
            <a:off x="391851" y="4241067"/>
            <a:ext cx="632000" cy="632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7210"/>
              </a:solidFill>
            </a:endParaRPr>
          </a:p>
        </p:txBody>
      </p:sp>
      <p:grpSp>
        <p:nvGrpSpPr>
          <p:cNvPr id="582" name="Google Shape;582;p29"/>
          <p:cNvGrpSpPr/>
          <p:nvPr/>
        </p:nvGrpSpPr>
        <p:grpSpPr>
          <a:xfrm>
            <a:off x="1711043" y="1051605"/>
            <a:ext cx="1041565" cy="1041816"/>
            <a:chOff x="1347125" y="349025"/>
            <a:chExt cx="4978800" cy="4980000"/>
          </a:xfrm>
        </p:grpSpPr>
        <p:sp>
          <p:nvSpPr>
            <p:cNvPr id="583" name="Google Shape;583;p29"/>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4" name="Google Shape;584;p29"/>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5" name="Google Shape;585;p29"/>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6" name="Google Shape;586;p29"/>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29"/>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29"/>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29"/>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29"/>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29"/>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29"/>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29"/>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4" name="Google Shape;594;p29"/>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29"/>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29"/>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29"/>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29"/>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29"/>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29"/>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29"/>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29"/>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29"/>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29"/>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05" name="Google Shape;605;p29"/>
          <p:cNvSpPr txBox="1">
            <a:spLocks noGrp="1"/>
          </p:cNvSpPr>
          <p:nvPr>
            <p:ph type="title"/>
          </p:nvPr>
        </p:nvSpPr>
        <p:spPr>
          <a:xfrm>
            <a:off x="2978833" y="2867800"/>
            <a:ext cx="7572400" cy="11224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0F7ED"/>
              </a:buClr>
              <a:buSzPts val="4000"/>
              <a:buNone/>
              <a:defRPr sz="6667">
                <a:solidFill>
                  <a:srgbClr val="F0F7ED"/>
                </a:solidFill>
              </a:defRPr>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sp>
        <p:nvSpPr>
          <p:cNvPr id="606" name="Google Shape;606;p29"/>
          <p:cNvSpPr txBox="1">
            <a:spLocks noGrp="1"/>
          </p:cNvSpPr>
          <p:nvPr>
            <p:ph type="subTitle" idx="1"/>
          </p:nvPr>
        </p:nvSpPr>
        <p:spPr>
          <a:xfrm>
            <a:off x="6170167" y="5760167"/>
            <a:ext cx="5047200" cy="3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2"/>
              </a:buClr>
              <a:buSzPts val="1200"/>
              <a:buNone/>
              <a:defRPr>
                <a:solidFill>
                  <a:schemeClr val="lt1"/>
                </a:solidFill>
              </a:defRPr>
            </a:lvl1pPr>
            <a:lvl2pPr lvl="1" algn="r" rtl="0">
              <a:lnSpc>
                <a:spcPct val="100000"/>
              </a:lnSpc>
              <a:spcBef>
                <a:spcPts val="0"/>
              </a:spcBef>
              <a:spcAft>
                <a:spcPts val="0"/>
              </a:spcAft>
              <a:buClr>
                <a:schemeClr val="lt2"/>
              </a:buClr>
              <a:buSzPts val="1200"/>
              <a:buNone/>
              <a:defRPr>
                <a:solidFill>
                  <a:schemeClr val="lt2"/>
                </a:solidFill>
              </a:defRPr>
            </a:lvl2pPr>
            <a:lvl3pPr lvl="2" algn="r" rtl="0">
              <a:lnSpc>
                <a:spcPct val="100000"/>
              </a:lnSpc>
              <a:spcBef>
                <a:spcPts val="0"/>
              </a:spcBef>
              <a:spcAft>
                <a:spcPts val="0"/>
              </a:spcAft>
              <a:buClr>
                <a:schemeClr val="lt2"/>
              </a:buClr>
              <a:buSzPts val="1200"/>
              <a:buNone/>
              <a:defRPr>
                <a:solidFill>
                  <a:schemeClr val="lt2"/>
                </a:solidFill>
              </a:defRPr>
            </a:lvl3pPr>
            <a:lvl4pPr lvl="3" algn="r" rtl="0">
              <a:lnSpc>
                <a:spcPct val="100000"/>
              </a:lnSpc>
              <a:spcBef>
                <a:spcPts val="0"/>
              </a:spcBef>
              <a:spcAft>
                <a:spcPts val="0"/>
              </a:spcAft>
              <a:buClr>
                <a:schemeClr val="lt2"/>
              </a:buClr>
              <a:buSzPts val="1200"/>
              <a:buNone/>
              <a:defRPr>
                <a:solidFill>
                  <a:schemeClr val="lt2"/>
                </a:solidFill>
              </a:defRPr>
            </a:lvl4pPr>
            <a:lvl5pPr lvl="4" algn="r" rtl="0">
              <a:lnSpc>
                <a:spcPct val="100000"/>
              </a:lnSpc>
              <a:spcBef>
                <a:spcPts val="0"/>
              </a:spcBef>
              <a:spcAft>
                <a:spcPts val="0"/>
              </a:spcAft>
              <a:buClr>
                <a:schemeClr val="lt2"/>
              </a:buClr>
              <a:buSzPts val="1200"/>
              <a:buNone/>
              <a:defRPr>
                <a:solidFill>
                  <a:schemeClr val="lt2"/>
                </a:solidFill>
              </a:defRPr>
            </a:lvl5pPr>
            <a:lvl6pPr lvl="5" algn="r" rtl="0">
              <a:lnSpc>
                <a:spcPct val="100000"/>
              </a:lnSpc>
              <a:spcBef>
                <a:spcPts val="0"/>
              </a:spcBef>
              <a:spcAft>
                <a:spcPts val="0"/>
              </a:spcAft>
              <a:buClr>
                <a:schemeClr val="lt2"/>
              </a:buClr>
              <a:buSzPts val="1200"/>
              <a:buNone/>
              <a:defRPr>
                <a:solidFill>
                  <a:schemeClr val="lt2"/>
                </a:solidFill>
              </a:defRPr>
            </a:lvl6pPr>
            <a:lvl7pPr lvl="6" algn="r" rtl="0">
              <a:lnSpc>
                <a:spcPct val="100000"/>
              </a:lnSpc>
              <a:spcBef>
                <a:spcPts val="0"/>
              </a:spcBef>
              <a:spcAft>
                <a:spcPts val="0"/>
              </a:spcAft>
              <a:buClr>
                <a:schemeClr val="lt2"/>
              </a:buClr>
              <a:buSzPts val="1200"/>
              <a:buNone/>
              <a:defRPr>
                <a:solidFill>
                  <a:schemeClr val="lt2"/>
                </a:solidFill>
              </a:defRPr>
            </a:lvl7pPr>
            <a:lvl8pPr lvl="7" algn="r" rtl="0">
              <a:lnSpc>
                <a:spcPct val="100000"/>
              </a:lnSpc>
              <a:spcBef>
                <a:spcPts val="0"/>
              </a:spcBef>
              <a:spcAft>
                <a:spcPts val="0"/>
              </a:spcAft>
              <a:buClr>
                <a:schemeClr val="lt2"/>
              </a:buClr>
              <a:buSzPts val="1200"/>
              <a:buNone/>
              <a:defRPr>
                <a:solidFill>
                  <a:schemeClr val="lt2"/>
                </a:solidFill>
              </a:defRPr>
            </a:lvl8pPr>
            <a:lvl9pPr lvl="8" algn="r" rtl="0">
              <a:lnSpc>
                <a:spcPct val="100000"/>
              </a:lnSpc>
              <a:spcBef>
                <a:spcPts val="0"/>
              </a:spcBef>
              <a:spcAft>
                <a:spcPts val="0"/>
              </a:spcAft>
              <a:buClr>
                <a:schemeClr val="lt2"/>
              </a:buClr>
              <a:buSzPts val="1200"/>
              <a:buNone/>
              <a:defRPr>
                <a:solidFill>
                  <a:schemeClr val="lt2"/>
                </a:solidFill>
              </a:defRPr>
            </a:lvl9pPr>
          </a:lstStyle>
          <a:p>
            <a:endParaRPr/>
          </a:p>
        </p:txBody>
      </p:sp>
      <p:sp>
        <p:nvSpPr>
          <p:cNvPr id="607" name="Google Shape;607;p29"/>
          <p:cNvSpPr txBox="1"/>
          <p:nvPr/>
        </p:nvSpPr>
        <p:spPr>
          <a:xfrm>
            <a:off x="6772167" y="4551567"/>
            <a:ext cx="4460000" cy="614400"/>
          </a:xfrm>
          <a:prstGeom prst="rect">
            <a:avLst/>
          </a:prstGeom>
          <a:noFill/>
          <a:ln>
            <a:noFill/>
          </a:ln>
        </p:spPr>
        <p:txBody>
          <a:bodyPr spcFirstLastPara="1" wrap="square" lIns="121900" tIns="121900" rIns="121900" bIns="121900" anchor="t" anchorCtr="0">
            <a:noAutofit/>
          </a:bodyPr>
          <a:lstStyle/>
          <a:p>
            <a:pPr marL="0" lvl="0" indent="0" algn="r" rtl="0">
              <a:spcBef>
                <a:spcPts val="400"/>
              </a:spcBef>
              <a:spcAft>
                <a:spcPts val="0"/>
              </a:spcAft>
              <a:buNone/>
            </a:pPr>
            <a:r>
              <a:rPr lang="en" sz="1600">
                <a:solidFill>
                  <a:schemeClr val="lt2"/>
                </a:solidFill>
                <a:latin typeface="Barlow"/>
                <a:ea typeface="Barlow"/>
                <a:cs typeface="Barlow"/>
                <a:sym typeface="Barlow"/>
              </a:rPr>
              <a:t>CREDITS: This presentation template was created by </a:t>
            </a:r>
            <a:r>
              <a:rPr lang="en" sz="1600" b="1">
                <a:solidFill>
                  <a:schemeClr val="lt2"/>
                </a:solidFill>
                <a:uFill>
                  <a:noFill/>
                </a:u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600">
                <a:solidFill>
                  <a:schemeClr val="lt2"/>
                </a:solidFill>
                <a:latin typeface="Barlow"/>
                <a:ea typeface="Barlow"/>
                <a:cs typeface="Barlow"/>
                <a:sym typeface="Barlow"/>
              </a:rPr>
              <a:t>, including icons by </a:t>
            </a:r>
            <a:r>
              <a:rPr lang="en" sz="1600" b="1">
                <a:solidFill>
                  <a:schemeClr val="lt2"/>
                </a:solidFill>
                <a:uFill>
                  <a:noFill/>
                </a:u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600">
                <a:solidFill>
                  <a:schemeClr val="lt2"/>
                </a:solidFill>
                <a:latin typeface="Barlow"/>
                <a:ea typeface="Barlow"/>
                <a:cs typeface="Barlow"/>
                <a:sym typeface="Barlow"/>
              </a:rPr>
              <a:t>, and infographics &amp; images by </a:t>
            </a:r>
            <a:r>
              <a:rPr lang="en" sz="1600" b="1">
                <a:solidFill>
                  <a:schemeClr val="lt2"/>
                </a:solidFill>
                <a:uFill>
                  <a:noFill/>
                </a:u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r>
              <a:rPr lang="en" sz="1600">
                <a:solidFill>
                  <a:schemeClr val="lt2"/>
                </a:solidFill>
                <a:latin typeface="Barlow"/>
                <a:ea typeface="Barlow"/>
                <a:cs typeface="Barlow"/>
                <a:sym typeface="Barlow"/>
              </a:rPr>
              <a:t>. </a:t>
            </a:r>
            <a:endParaRPr sz="1600">
              <a:solidFill>
                <a:schemeClr val="lt2"/>
              </a:solidFill>
              <a:latin typeface="Barlow"/>
              <a:ea typeface="Barlow"/>
              <a:cs typeface="Barlow"/>
              <a:sym typeface="Barlow"/>
            </a:endParaRPr>
          </a:p>
        </p:txBody>
      </p:sp>
    </p:spTree>
    <p:extLst>
      <p:ext uri="{BB962C8B-B14F-4D97-AF65-F5344CB8AC3E}">
        <p14:creationId xmlns:p14="http://schemas.microsoft.com/office/powerpoint/2010/main" val="18798003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accent1"/>
        </a:solidFill>
        <a:effectLst/>
      </p:bgPr>
    </p:bg>
    <p:spTree>
      <p:nvGrpSpPr>
        <p:cNvPr id="1" name="Shape 608"/>
        <p:cNvGrpSpPr/>
        <p:nvPr/>
      </p:nvGrpSpPr>
      <p:grpSpPr>
        <a:xfrm>
          <a:off x="0" y="0"/>
          <a:ext cx="0" cy="0"/>
          <a:chOff x="0" y="0"/>
          <a:chExt cx="0" cy="0"/>
        </a:xfrm>
      </p:grpSpPr>
      <p:sp>
        <p:nvSpPr>
          <p:cNvPr id="609" name="Google Shape;609;p30"/>
          <p:cNvSpPr/>
          <p:nvPr/>
        </p:nvSpPr>
        <p:spPr>
          <a:xfrm>
            <a:off x="-1922624" y="843471"/>
            <a:ext cx="5018800" cy="5018800"/>
          </a:xfrm>
          <a:prstGeom prst="donut">
            <a:avLst>
              <a:gd name="adj" fmla="val 17842"/>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grpSp>
        <p:nvGrpSpPr>
          <p:cNvPr id="610" name="Google Shape;610;p30"/>
          <p:cNvGrpSpPr/>
          <p:nvPr/>
        </p:nvGrpSpPr>
        <p:grpSpPr>
          <a:xfrm>
            <a:off x="1781158" y="914925"/>
            <a:ext cx="867639" cy="867848"/>
            <a:chOff x="1347125" y="349025"/>
            <a:chExt cx="4978800" cy="4980000"/>
          </a:xfrm>
        </p:grpSpPr>
        <p:sp>
          <p:nvSpPr>
            <p:cNvPr id="611" name="Google Shape;611;p30"/>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30"/>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30"/>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30"/>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30"/>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30"/>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30"/>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30"/>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30"/>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0" name="Google Shape;620;p30"/>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1" name="Google Shape;621;p30"/>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2" name="Google Shape;622;p30"/>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3" name="Google Shape;623;p30"/>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4" name="Google Shape;624;p30"/>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5" name="Google Shape;625;p30"/>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6" name="Google Shape;626;p30"/>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7" name="Google Shape;627;p30"/>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8" name="Google Shape;628;p30"/>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9" name="Google Shape;629;p30"/>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0" name="Google Shape;630;p30"/>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1" name="Google Shape;631;p30"/>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2" name="Google Shape;632;p30"/>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33" name="Google Shape;633;p30"/>
          <p:cNvSpPr/>
          <p:nvPr/>
        </p:nvSpPr>
        <p:spPr>
          <a:xfrm>
            <a:off x="328196" y="4577867"/>
            <a:ext cx="668000" cy="66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34" name="Google Shape;634;p30"/>
          <p:cNvSpPr txBox="1">
            <a:spLocks noGrp="1"/>
          </p:cNvSpPr>
          <p:nvPr>
            <p:ph type="title"/>
          </p:nvPr>
        </p:nvSpPr>
        <p:spPr>
          <a:xfrm>
            <a:off x="3223633" y="2612651"/>
            <a:ext cx="7572400" cy="13804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35" name="Google Shape;635;p30"/>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36" name="Google Shape;636;p30"/>
          <p:cNvSpPr/>
          <p:nvPr/>
        </p:nvSpPr>
        <p:spPr>
          <a:xfrm>
            <a:off x="803331" y="4931700"/>
            <a:ext cx="314000" cy="3140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37" name="Google Shape;637;p30"/>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Tree>
    <p:extLst>
      <p:ext uri="{BB962C8B-B14F-4D97-AF65-F5344CB8AC3E}">
        <p14:creationId xmlns:p14="http://schemas.microsoft.com/office/powerpoint/2010/main" val="2192043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638"/>
        <p:cNvGrpSpPr/>
        <p:nvPr/>
      </p:nvGrpSpPr>
      <p:grpSpPr>
        <a:xfrm>
          <a:off x="0" y="0"/>
          <a:ext cx="0" cy="0"/>
          <a:chOff x="0" y="0"/>
          <a:chExt cx="0" cy="0"/>
        </a:xfrm>
      </p:grpSpPr>
      <p:sp>
        <p:nvSpPr>
          <p:cNvPr id="639" name="Google Shape;639;p31"/>
          <p:cNvSpPr/>
          <p:nvPr/>
        </p:nvSpPr>
        <p:spPr>
          <a:xfrm>
            <a:off x="-1922624" y="843471"/>
            <a:ext cx="5018800" cy="5018800"/>
          </a:xfrm>
          <a:prstGeom prst="donut">
            <a:avLst>
              <a:gd name="adj" fmla="val 17842"/>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grpSp>
        <p:nvGrpSpPr>
          <p:cNvPr id="640" name="Google Shape;640;p31"/>
          <p:cNvGrpSpPr/>
          <p:nvPr/>
        </p:nvGrpSpPr>
        <p:grpSpPr>
          <a:xfrm>
            <a:off x="1202238" y="512303"/>
            <a:ext cx="1569317" cy="1569696"/>
            <a:chOff x="1347125" y="349025"/>
            <a:chExt cx="4978800" cy="4980000"/>
          </a:xfrm>
        </p:grpSpPr>
        <p:sp>
          <p:nvSpPr>
            <p:cNvPr id="641" name="Google Shape;641;p31"/>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31"/>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31"/>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31"/>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31"/>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31"/>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31"/>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31"/>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31"/>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31"/>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31"/>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31"/>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31"/>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31"/>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31"/>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31"/>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31"/>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8" name="Google Shape;658;p31"/>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9" name="Google Shape;659;p31"/>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0" name="Google Shape;660;p31"/>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31"/>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31"/>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63" name="Google Shape;663;p31"/>
          <p:cNvSpPr/>
          <p:nvPr/>
        </p:nvSpPr>
        <p:spPr>
          <a:xfrm>
            <a:off x="1202229" y="5331467"/>
            <a:ext cx="668000" cy="66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4" name="Google Shape;664;p31"/>
          <p:cNvSpPr txBox="1">
            <a:spLocks noGrp="1"/>
          </p:cNvSpPr>
          <p:nvPr>
            <p:ph type="title"/>
          </p:nvPr>
        </p:nvSpPr>
        <p:spPr>
          <a:xfrm>
            <a:off x="3223633" y="2691584"/>
            <a:ext cx="7572400" cy="130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343434"/>
              </a:buClr>
              <a:buSzPts val="4000"/>
              <a:buNone/>
              <a:defRPr sz="5333">
                <a:solidFill>
                  <a:schemeClr val="accent5"/>
                </a:solidFill>
              </a:defRPr>
            </a:lvl1pPr>
            <a:lvl2pPr lvl="1" rtl="0">
              <a:spcBef>
                <a:spcPts val="0"/>
              </a:spcBef>
              <a:spcAft>
                <a:spcPts val="0"/>
              </a:spcAft>
              <a:buClr>
                <a:srgbClr val="343434"/>
              </a:buClr>
              <a:buSzPts val="3600"/>
              <a:buNone/>
              <a:defRPr sz="4800">
                <a:solidFill>
                  <a:srgbClr val="343434"/>
                </a:solidFill>
              </a:defRPr>
            </a:lvl2pPr>
            <a:lvl3pPr lvl="2" rtl="0">
              <a:spcBef>
                <a:spcPts val="0"/>
              </a:spcBef>
              <a:spcAft>
                <a:spcPts val="0"/>
              </a:spcAft>
              <a:buClr>
                <a:srgbClr val="343434"/>
              </a:buClr>
              <a:buSzPts val="3600"/>
              <a:buNone/>
              <a:defRPr sz="4800">
                <a:solidFill>
                  <a:srgbClr val="343434"/>
                </a:solidFill>
              </a:defRPr>
            </a:lvl3pPr>
            <a:lvl4pPr lvl="3" rtl="0">
              <a:spcBef>
                <a:spcPts val="0"/>
              </a:spcBef>
              <a:spcAft>
                <a:spcPts val="0"/>
              </a:spcAft>
              <a:buClr>
                <a:srgbClr val="343434"/>
              </a:buClr>
              <a:buSzPts val="3600"/>
              <a:buNone/>
              <a:defRPr sz="4800">
                <a:solidFill>
                  <a:srgbClr val="343434"/>
                </a:solidFill>
              </a:defRPr>
            </a:lvl4pPr>
            <a:lvl5pPr lvl="4" rtl="0">
              <a:spcBef>
                <a:spcPts val="0"/>
              </a:spcBef>
              <a:spcAft>
                <a:spcPts val="0"/>
              </a:spcAft>
              <a:buClr>
                <a:srgbClr val="343434"/>
              </a:buClr>
              <a:buSzPts val="3600"/>
              <a:buNone/>
              <a:defRPr sz="4800">
                <a:solidFill>
                  <a:srgbClr val="343434"/>
                </a:solidFill>
              </a:defRPr>
            </a:lvl5pPr>
            <a:lvl6pPr lvl="5" rtl="0">
              <a:spcBef>
                <a:spcPts val="0"/>
              </a:spcBef>
              <a:spcAft>
                <a:spcPts val="0"/>
              </a:spcAft>
              <a:buClr>
                <a:srgbClr val="343434"/>
              </a:buClr>
              <a:buSzPts val="3600"/>
              <a:buNone/>
              <a:defRPr sz="4800">
                <a:solidFill>
                  <a:srgbClr val="343434"/>
                </a:solidFill>
              </a:defRPr>
            </a:lvl6pPr>
            <a:lvl7pPr lvl="6" rtl="0">
              <a:spcBef>
                <a:spcPts val="0"/>
              </a:spcBef>
              <a:spcAft>
                <a:spcPts val="0"/>
              </a:spcAft>
              <a:buClr>
                <a:srgbClr val="343434"/>
              </a:buClr>
              <a:buSzPts val="3600"/>
              <a:buNone/>
              <a:defRPr sz="4800">
                <a:solidFill>
                  <a:srgbClr val="343434"/>
                </a:solidFill>
              </a:defRPr>
            </a:lvl7pPr>
            <a:lvl8pPr lvl="7" rtl="0">
              <a:spcBef>
                <a:spcPts val="0"/>
              </a:spcBef>
              <a:spcAft>
                <a:spcPts val="0"/>
              </a:spcAft>
              <a:buClr>
                <a:srgbClr val="343434"/>
              </a:buClr>
              <a:buSzPts val="3600"/>
              <a:buNone/>
              <a:defRPr sz="4800">
                <a:solidFill>
                  <a:srgbClr val="343434"/>
                </a:solidFill>
              </a:defRPr>
            </a:lvl8pPr>
            <a:lvl9pPr lvl="8" rtl="0">
              <a:spcBef>
                <a:spcPts val="0"/>
              </a:spcBef>
              <a:spcAft>
                <a:spcPts val="0"/>
              </a:spcAft>
              <a:buClr>
                <a:srgbClr val="343434"/>
              </a:buClr>
              <a:buSzPts val="3600"/>
              <a:buNone/>
              <a:defRPr sz="4800">
                <a:solidFill>
                  <a:srgbClr val="343434"/>
                </a:solidFill>
              </a:defRPr>
            </a:lvl9pPr>
          </a:lstStyle>
          <a:p>
            <a:endParaRPr/>
          </a:p>
        </p:txBody>
      </p:sp>
      <p:sp>
        <p:nvSpPr>
          <p:cNvPr id="665" name="Google Shape;665;p31"/>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666" name="Google Shape;666;p31"/>
          <p:cNvSpPr/>
          <p:nvPr/>
        </p:nvSpPr>
        <p:spPr>
          <a:xfrm rot="-6727045">
            <a:off x="7088455" y="50981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7" name="Google Shape;667;p31"/>
          <p:cNvSpPr/>
          <p:nvPr/>
        </p:nvSpPr>
        <p:spPr>
          <a:xfrm>
            <a:off x="10546164" y="5389233"/>
            <a:ext cx="314000" cy="3140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8" name="Google Shape;668;p31"/>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Tree>
    <p:extLst>
      <p:ext uri="{BB962C8B-B14F-4D97-AF65-F5344CB8AC3E}">
        <p14:creationId xmlns:p14="http://schemas.microsoft.com/office/powerpoint/2010/main" val="31015043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4">
  <p:cSld name="Section header 4">
    <p:bg>
      <p:bgPr>
        <a:solidFill>
          <a:schemeClr val="accent1"/>
        </a:solidFill>
        <a:effectLst/>
      </p:bgPr>
    </p:bg>
    <p:spTree>
      <p:nvGrpSpPr>
        <p:cNvPr id="1" name="Shape 669"/>
        <p:cNvGrpSpPr/>
        <p:nvPr/>
      </p:nvGrpSpPr>
      <p:grpSpPr>
        <a:xfrm>
          <a:off x="0" y="0"/>
          <a:ext cx="0" cy="0"/>
          <a:chOff x="0" y="0"/>
          <a:chExt cx="0" cy="0"/>
        </a:xfrm>
      </p:grpSpPr>
      <p:sp>
        <p:nvSpPr>
          <p:cNvPr id="670" name="Google Shape;670;p32"/>
          <p:cNvSpPr/>
          <p:nvPr/>
        </p:nvSpPr>
        <p:spPr>
          <a:xfrm>
            <a:off x="-1922624" y="843471"/>
            <a:ext cx="5018800" cy="5018800"/>
          </a:xfrm>
          <a:prstGeom prst="donut">
            <a:avLst>
              <a:gd name="adj" fmla="val 17842"/>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sp>
        <p:nvSpPr>
          <p:cNvPr id="671" name="Google Shape;671;p32"/>
          <p:cNvSpPr/>
          <p:nvPr/>
        </p:nvSpPr>
        <p:spPr>
          <a:xfrm>
            <a:off x="1538636" y="782391"/>
            <a:ext cx="592400" cy="592400"/>
          </a:xfrm>
          <a:prstGeom prst="ellips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2" name="Google Shape;672;p32"/>
          <p:cNvSpPr txBox="1">
            <a:spLocks noGrp="1"/>
          </p:cNvSpPr>
          <p:nvPr>
            <p:ph type="title"/>
          </p:nvPr>
        </p:nvSpPr>
        <p:spPr>
          <a:xfrm>
            <a:off x="3223633" y="2671851"/>
            <a:ext cx="7572400" cy="13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0F7ED"/>
              </a:buClr>
              <a:buSzPts val="4000"/>
              <a:buNone/>
              <a:defRPr sz="5333">
                <a:solidFill>
                  <a:schemeClr val="lt2"/>
                </a:solidFill>
              </a:defRPr>
            </a:lvl1pPr>
            <a:lvl2pPr lvl="1" rtl="0">
              <a:spcBef>
                <a:spcPts val="0"/>
              </a:spcBef>
              <a:spcAft>
                <a:spcPts val="0"/>
              </a:spcAft>
              <a:buClr>
                <a:srgbClr val="F0F7ED"/>
              </a:buClr>
              <a:buSzPts val="3600"/>
              <a:buNone/>
              <a:defRPr sz="4800">
                <a:solidFill>
                  <a:srgbClr val="F0F7ED"/>
                </a:solidFill>
              </a:defRPr>
            </a:lvl2pPr>
            <a:lvl3pPr lvl="2" rtl="0">
              <a:spcBef>
                <a:spcPts val="0"/>
              </a:spcBef>
              <a:spcAft>
                <a:spcPts val="0"/>
              </a:spcAft>
              <a:buClr>
                <a:srgbClr val="F0F7ED"/>
              </a:buClr>
              <a:buSzPts val="3600"/>
              <a:buNone/>
              <a:defRPr sz="4800">
                <a:solidFill>
                  <a:srgbClr val="F0F7ED"/>
                </a:solidFill>
              </a:defRPr>
            </a:lvl3pPr>
            <a:lvl4pPr lvl="3" rtl="0">
              <a:spcBef>
                <a:spcPts val="0"/>
              </a:spcBef>
              <a:spcAft>
                <a:spcPts val="0"/>
              </a:spcAft>
              <a:buClr>
                <a:srgbClr val="F0F7ED"/>
              </a:buClr>
              <a:buSzPts val="3600"/>
              <a:buNone/>
              <a:defRPr sz="4800">
                <a:solidFill>
                  <a:srgbClr val="F0F7ED"/>
                </a:solidFill>
              </a:defRPr>
            </a:lvl4pPr>
            <a:lvl5pPr lvl="4" rtl="0">
              <a:spcBef>
                <a:spcPts val="0"/>
              </a:spcBef>
              <a:spcAft>
                <a:spcPts val="0"/>
              </a:spcAft>
              <a:buClr>
                <a:srgbClr val="F0F7ED"/>
              </a:buClr>
              <a:buSzPts val="3600"/>
              <a:buNone/>
              <a:defRPr sz="4800">
                <a:solidFill>
                  <a:srgbClr val="F0F7ED"/>
                </a:solidFill>
              </a:defRPr>
            </a:lvl5pPr>
            <a:lvl6pPr lvl="5" rtl="0">
              <a:spcBef>
                <a:spcPts val="0"/>
              </a:spcBef>
              <a:spcAft>
                <a:spcPts val="0"/>
              </a:spcAft>
              <a:buClr>
                <a:srgbClr val="F0F7ED"/>
              </a:buClr>
              <a:buSzPts val="3600"/>
              <a:buNone/>
              <a:defRPr sz="4800">
                <a:solidFill>
                  <a:srgbClr val="F0F7ED"/>
                </a:solidFill>
              </a:defRPr>
            </a:lvl6pPr>
            <a:lvl7pPr lvl="6" rtl="0">
              <a:spcBef>
                <a:spcPts val="0"/>
              </a:spcBef>
              <a:spcAft>
                <a:spcPts val="0"/>
              </a:spcAft>
              <a:buClr>
                <a:srgbClr val="F0F7ED"/>
              </a:buClr>
              <a:buSzPts val="3600"/>
              <a:buNone/>
              <a:defRPr sz="4800">
                <a:solidFill>
                  <a:srgbClr val="F0F7ED"/>
                </a:solidFill>
              </a:defRPr>
            </a:lvl7pPr>
            <a:lvl8pPr lvl="7" rtl="0">
              <a:spcBef>
                <a:spcPts val="0"/>
              </a:spcBef>
              <a:spcAft>
                <a:spcPts val="0"/>
              </a:spcAft>
              <a:buClr>
                <a:srgbClr val="F0F7ED"/>
              </a:buClr>
              <a:buSzPts val="3600"/>
              <a:buNone/>
              <a:defRPr sz="4800">
                <a:solidFill>
                  <a:srgbClr val="F0F7ED"/>
                </a:solidFill>
              </a:defRPr>
            </a:lvl8pPr>
            <a:lvl9pPr lvl="8" rtl="0">
              <a:spcBef>
                <a:spcPts val="0"/>
              </a:spcBef>
              <a:spcAft>
                <a:spcPts val="0"/>
              </a:spcAft>
              <a:buClr>
                <a:srgbClr val="F0F7ED"/>
              </a:buClr>
              <a:buSzPts val="3600"/>
              <a:buNone/>
              <a:defRPr sz="4800">
                <a:solidFill>
                  <a:srgbClr val="F0F7ED"/>
                </a:solidFill>
              </a:defRPr>
            </a:lvl9pPr>
          </a:lstStyle>
          <a:p>
            <a:endParaRPr/>
          </a:p>
        </p:txBody>
      </p:sp>
      <p:sp>
        <p:nvSpPr>
          <p:cNvPr id="673" name="Google Shape;673;p32"/>
          <p:cNvSpPr txBox="1">
            <a:spLocks noGrp="1"/>
          </p:cNvSpPr>
          <p:nvPr>
            <p:ph type="subTitle" idx="1"/>
          </p:nvPr>
        </p:nvSpPr>
        <p:spPr>
          <a:xfrm>
            <a:off x="3223633" y="3993217"/>
            <a:ext cx="7572400" cy="105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0F7ED"/>
              </a:buClr>
              <a:buSzPts val="1200"/>
              <a:buNone/>
              <a:defRPr sz="1867">
                <a:solidFill>
                  <a:schemeClr val="lt1"/>
                </a:solidFill>
              </a:defRPr>
            </a:lvl1pPr>
            <a:lvl2pPr lvl="1" algn="ctr" rtl="0">
              <a:lnSpc>
                <a:spcPct val="100000"/>
              </a:lnSpc>
              <a:spcBef>
                <a:spcPts val="0"/>
              </a:spcBef>
              <a:spcAft>
                <a:spcPts val="0"/>
              </a:spcAft>
              <a:buClr>
                <a:srgbClr val="F0F7ED"/>
              </a:buClr>
              <a:buSzPts val="1200"/>
              <a:buNone/>
              <a:defRPr>
                <a:solidFill>
                  <a:srgbClr val="F0F7ED"/>
                </a:solidFill>
              </a:defRPr>
            </a:lvl2pPr>
            <a:lvl3pPr lvl="2" algn="ctr" rtl="0">
              <a:lnSpc>
                <a:spcPct val="100000"/>
              </a:lnSpc>
              <a:spcBef>
                <a:spcPts val="0"/>
              </a:spcBef>
              <a:spcAft>
                <a:spcPts val="0"/>
              </a:spcAft>
              <a:buClr>
                <a:srgbClr val="F0F7ED"/>
              </a:buClr>
              <a:buSzPts val="1200"/>
              <a:buNone/>
              <a:defRPr>
                <a:solidFill>
                  <a:srgbClr val="F0F7ED"/>
                </a:solidFill>
              </a:defRPr>
            </a:lvl3pPr>
            <a:lvl4pPr lvl="3" algn="ctr" rtl="0">
              <a:lnSpc>
                <a:spcPct val="100000"/>
              </a:lnSpc>
              <a:spcBef>
                <a:spcPts val="0"/>
              </a:spcBef>
              <a:spcAft>
                <a:spcPts val="0"/>
              </a:spcAft>
              <a:buClr>
                <a:srgbClr val="F0F7ED"/>
              </a:buClr>
              <a:buSzPts val="1200"/>
              <a:buNone/>
              <a:defRPr>
                <a:solidFill>
                  <a:srgbClr val="F0F7ED"/>
                </a:solidFill>
              </a:defRPr>
            </a:lvl4pPr>
            <a:lvl5pPr lvl="4" algn="ctr" rtl="0">
              <a:lnSpc>
                <a:spcPct val="100000"/>
              </a:lnSpc>
              <a:spcBef>
                <a:spcPts val="0"/>
              </a:spcBef>
              <a:spcAft>
                <a:spcPts val="0"/>
              </a:spcAft>
              <a:buClr>
                <a:srgbClr val="F0F7ED"/>
              </a:buClr>
              <a:buSzPts val="1200"/>
              <a:buNone/>
              <a:defRPr>
                <a:solidFill>
                  <a:srgbClr val="F0F7ED"/>
                </a:solidFill>
              </a:defRPr>
            </a:lvl5pPr>
            <a:lvl6pPr lvl="5" algn="ctr" rtl="0">
              <a:lnSpc>
                <a:spcPct val="100000"/>
              </a:lnSpc>
              <a:spcBef>
                <a:spcPts val="0"/>
              </a:spcBef>
              <a:spcAft>
                <a:spcPts val="0"/>
              </a:spcAft>
              <a:buClr>
                <a:srgbClr val="F0F7ED"/>
              </a:buClr>
              <a:buSzPts val="1200"/>
              <a:buNone/>
              <a:defRPr>
                <a:solidFill>
                  <a:srgbClr val="F0F7ED"/>
                </a:solidFill>
              </a:defRPr>
            </a:lvl6pPr>
            <a:lvl7pPr lvl="6" algn="ctr" rtl="0">
              <a:lnSpc>
                <a:spcPct val="100000"/>
              </a:lnSpc>
              <a:spcBef>
                <a:spcPts val="0"/>
              </a:spcBef>
              <a:spcAft>
                <a:spcPts val="0"/>
              </a:spcAft>
              <a:buClr>
                <a:srgbClr val="F0F7ED"/>
              </a:buClr>
              <a:buSzPts val="1200"/>
              <a:buNone/>
              <a:defRPr>
                <a:solidFill>
                  <a:srgbClr val="F0F7ED"/>
                </a:solidFill>
              </a:defRPr>
            </a:lvl7pPr>
            <a:lvl8pPr lvl="7" algn="ctr" rtl="0">
              <a:lnSpc>
                <a:spcPct val="100000"/>
              </a:lnSpc>
              <a:spcBef>
                <a:spcPts val="0"/>
              </a:spcBef>
              <a:spcAft>
                <a:spcPts val="0"/>
              </a:spcAft>
              <a:buClr>
                <a:srgbClr val="F0F7ED"/>
              </a:buClr>
              <a:buSzPts val="1200"/>
              <a:buNone/>
              <a:defRPr>
                <a:solidFill>
                  <a:srgbClr val="F0F7ED"/>
                </a:solidFill>
              </a:defRPr>
            </a:lvl8pPr>
            <a:lvl9pPr lvl="8" algn="ctr" rtl="0">
              <a:lnSpc>
                <a:spcPct val="100000"/>
              </a:lnSpc>
              <a:spcBef>
                <a:spcPts val="0"/>
              </a:spcBef>
              <a:spcAft>
                <a:spcPts val="0"/>
              </a:spcAft>
              <a:buClr>
                <a:srgbClr val="F0F7ED"/>
              </a:buClr>
              <a:buSzPts val="1200"/>
              <a:buNone/>
              <a:defRPr>
                <a:solidFill>
                  <a:srgbClr val="F0F7ED"/>
                </a:solidFill>
              </a:defRPr>
            </a:lvl9pPr>
          </a:lstStyle>
          <a:p>
            <a:endParaRPr/>
          </a:p>
        </p:txBody>
      </p:sp>
      <p:sp>
        <p:nvSpPr>
          <p:cNvPr id="674" name="Google Shape;674;p32"/>
          <p:cNvSpPr/>
          <p:nvPr/>
        </p:nvSpPr>
        <p:spPr>
          <a:xfrm>
            <a:off x="290567" y="3875033"/>
            <a:ext cx="592400" cy="592400"/>
          </a:xfrm>
          <a:prstGeom prst="ellipse">
            <a:avLst/>
          </a:prstGeom>
          <a:solidFill>
            <a:srgbClr val="34343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5" name="Google Shape;675;p32"/>
          <p:cNvSpPr/>
          <p:nvPr/>
        </p:nvSpPr>
        <p:spPr>
          <a:xfrm>
            <a:off x="9771599" y="5997633"/>
            <a:ext cx="1546000" cy="1546000"/>
          </a:xfrm>
          <a:prstGeom prst="donut">
            <a:avLst>
              <a:gd name="adj" fmla="val 17842"/>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76" name="Google Shape;676;p32"/>
          <p:cNvGrpSpPr/>
          <p:nvPr/>
        </p:nvGrpSpPr>
        <p:grpSpPr>
          <a:xfrm>
            <a:off x="10790105" y="5415841"/>
            <a:ext cx="1647651" cy="1648048"/>
            <a:chOff x="1347125" y="349025"/>
            <a:chExt cx="4978800" cy="4980000"/>
          </a:xfrm>
        </p:grpSpPr>
        <p:sp>
          <p:nvSpPr>
            <p:cNvPr id="677" name="Google Shape;677;p32"/>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32"/>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32"/>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32"/>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32"/>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32"/>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32"/>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4" name="Google Shape;684;p32"/>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32"/>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32"/>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32"/>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32"/>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32"/>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32"/>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32"/>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32"/>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32"/>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32"/>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32"/>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32"/>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32"/>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32"/>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99" name="Google Shape;699;p32"/>
          <p:cNvSpPr/>
          <p:nvPr/>
        </p:nvSpPr>
        <p:spPr>
          <a:xfrm>
            <a:off x="11404735" y="284473"/>
            <a:ext cx="321200" cy="321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0" name="Google Shape;700;p32"/>
          <p:cNvSpPr txBox="1">
            <a:spLocks noGrp="1"/>
          </p:cNvSpPr>
          <p:nvPr>
            <p:ph type="title" idx="2" hasCustomPrompt="1"/>
          </p:nvPr>
        </p:nvSpPr>
        <p:spPr>
          <a:xfrm>
            <a:off x="3223633" y="1807967"/>
            <a:ext cx="7572400" cy="1056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7210"/>
              </a:buClr>
              <a:buSzPts val="4000"/>
              <a:buNone/>
              <a:defRPr sz="5333">
                <a:solidFill>
                  <a:schemeClr val="accent2"/>
                </a:solidFill>
              </a:defRPr>
            </a:lvl1pPr>
            <a:lvl2pPr lvl="1" rtl="0">
              <a:spcBef>
                <a:spcPts val="0"/>
              </a:spcBef>
              <a:spcAft>
                <a:spcPts val="0"/>
              </a:spcAft>
              <a:buClr>
                <a:srgbClr val="FF7210"/>
              </a:buClr>
              <a:buSzPts val="4000"/>
              <a:buNone/>
              <a:defRPr sz="5333">
                <a:solidFill>
                  <a:srgbClr val="FF7210"/>
                </a:solidFill>
              </a:defRPr>
            </a:lvl2pPr>
            <a:lvl3pPr lvl="2" rtl="0">
              <a:spcBef>
                <a:spcPts val="0"/>
              </a:spcBef>
              <a:spcAft>
                <a:spcPts val="0"/>
              </a:spcAft>
              <a:buClr>
                <a:srgbClr val="FF7210"/>
              </a:buClr>
              <a:buSzPts val="4000"/>
              <a:buNone/>
              <a:defRPr sz="5333">
                <a:solidFill>
                  <a:srgbClr val="FF7210"/>
                </a:solidFill>
              </a:defRPr>
            </a:lvl3pPr>
            <a:lvl4pPr lvl="3" rtl="0">
              <a:spcBef>
                <a:spcPts val="0"/>
              </a:spcBef>
              <a:spcAft>
                <a:spcPts val="0"/>
              </a:spcAft>
              <a:buClr>
                <a:srgbClr val="FF7210"/>
              </a:buClr>
              <a:buSzPts val="4000"/>
              <a:buNone/>
              <a:defRPr sz="5333">
                <a:solidFill>
                  <a:srgbClr val="FF7210"/>
                </a:solidFill>
              </a:defRPr>
            </a:lvl4pPr>
            <a:lvl5pPr lvl="4" rtl="0">
              <a:spcBef>
                <a:spcPts val="0"/>
              </a:spcBef>
              <a:spcAft>
                <a:spcPts val="0"/>
              </a:spcAft>
              <a:buClr>
                <a:srgbClr val="FF7210"/>
              </a:buClr>
              <a:buSzPts val="4000"/>
              <a:buNone/>
              <a:defRPr sz="5333">
                <a:solidFill>
                  <a:srgbClr val="FF7210"/>
                </a:solidFill>
              </a:defRPr>
            </a:lvl5pPr>
            <a:lvl6pPr lvl="5" rtl="0">
              <a:spcBef>
                <a:spcPts val="0"/>
              </a:spcBef>
              <a:spcAft>
                <a:spcPts val="0"/>
              </a:spcAft>
              <a:buClr>
                <a:srgbClr val="FF7210"/>
              </a:buClr>
              <a:buSzPts val="4000"/>
              <a:buNone/>
              <a:defRPr sz="5333">
                <a:solidFill>
                  <a:srgbClr val="FF7210"/>
                </a:solidFill>
              </a:defRPr>
            </a:lvl6pPr>
            <a:lvl7pPr lvl="6" rtl="0">
              <a:spcBef>
                <a:spcPts val="0"/>
              </a:spcBef>
              <a:spcAft>
                <a:spcPts val="0"/>
              </a:spcAft>
              <a:buClr>
                <a:srgbClr val="FF7210"/>
              </a:buClr>
              <a:buSzPts val="4000"/>
              <a:buNone/>
              <a:defRPr sz="5333">
                <a:solidFill>
                  <a:srgbClr val="FF7210"/>
                </a:solidFill>
              </a:defRPr>
            </a:lvl7pPr>
            <a:lvl8pPr lvl="7" rtl="0">
              <a:spcBef>
                <a:spcPts val="0"/>
              </a:spcBef>
              <a:spcAft>
                <a:spcPts val="0"/>
              </a:spcAft>
              <a:buClr>
                <a:srgbClr val="FF7210"/>
              </a:buClr>
              <a:buSzPts val="4000"/>
              <a:buNone/>
              <a:defRPr sz="5333">
                <a:solidFill>
                  <a:srgbClr val="FF7210"/>
                </a:solidFill>
              </a:defRPr>
            </a:lvl8pPr>
            <a:lvl9pPr lvl="8" rtl="0">
              <a:spcBef>
                <a:spcPts val="0"/>
              </a:spcBef>
              <a:spcAft>
                <a:spcPts val="0"/>
              </a:spcAft>
              <a:buClr>
                <a:srgbClr val="FF7210"/>
              </a:buClr>
              <a:buSzPts val="4000"/>
              <a:buNone/>
              <a:defRPr sz="5333">
                <a:solidFill>
                  <a:srgbClr val="FF7210"/>
                </a:solidFill>
              </a:defRPr>
            </a:lvl9pPr>
          </a:lstStyle>
          <a:p>
            <a:r>
              <a:t>xx%</a:t>
            </a:r>
          </a:p>
        </p:txBody>
      </p:sp>
      <p:sp>
        <p:nvSpPr>
          <p:cNvPr id="701" name="Google Shape;701;p32"/>
          <p:cNvSpPr/>
          <p:nvPr/>
        </p:nvSpPr>
        <p:spPr>
          <a:xfrm>
            <a:off x="-723968" y="3993067"/>
            <a:ext cx="1546000" cy="1546000"/>
          </a:xfrm>
          <a:prstGeom prst="donut">
            <a:avLst>
              <a:gd name="adj" fmla="val 17842"/>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7764665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nly title 4">
  <p:cSld name="Only title 4">
    <p:bg>
      <p:bgPr>
        <a:solidFill>
          <a:schemeClr val="accent1"/>
        </a:solidFill>
        <a:effectLst/>
      </p:bgPr>
    </p:bg>
    <p:spTree>
      <p:nvGrpSpPr>
        <p:cNvPr id="1" name="Shape 702"/>
        <p:cNvGrpSpPr/>
        <p:nvPr/>
      </p:nvGrpSpPr>
      <p:grpSpPr>
        <a:xfrm>
          <a:off x="0" y="0"/>
          <a:ext cx="0" cy="0"/>
          <a:chOff x="0" y="0"/>
          <a:chExt cx="0" cy="0"/>
        </a:xfrm>
      </p:grpSpPr>
      <p:grpSp>
        <p:nvGrpSpPr>
          <p:cNvPr id="703" name="Google Shape;703;p33"/>
          <p:cNvGrpSpPr/>
          <p:nvPr/>
        </p:nvGrpSpPr>
        <p:grpSpPr>
          <a:xfrm>
            <a:off x="10626389" y="5072912"/>
            <a:ext cx="2290248" cy="2290800"/>
            <a:chOff x="1347125" y="349025"/>
            <a:chExt cx="4978800" cy="4980000"/>
          </a:xfrm>
        </p:grpSpPr>
        <p:sp>
          <p:nvSpPr>
            <p:cNvPr id="704" name="Google Shape;704;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26" name="Google Shape;726;p33"/>
          <p:cNvGrpSpPr/>
          <p:nvPr/>
        </p:nvGrpSpPr>
        <p:grpSpPr>
          <a:xfrm>
            <a:off x="-53681" y="-358003"/>
            <a:ext cx="1013684" cy="1013928"/>
            <a:chOff x="1347125" y="349025"/>
            <a:chExt cx="4978800" cy="4980000"/>
          </a:xfrm>
        </p:grpSpPr>
        <p:sp>
          <p:nvSpPr>
            <p:cNvPr id="727" name="Google Shape;727;p33"/>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33"/>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33"/>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33"/>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33"/>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33"/>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33"/>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33"/>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33"/>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33"/>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7" name="Google Shape;737;p33"/>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8" name="Google Shape;738;p33"/>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9" name="Google Shape;739;p33"/>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0" name="Google Shape;740;p33"/>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1" name="Google Shape;741;p33"/>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2" name="Google Shape;742;p33"/>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3" name="Google Shape;743;p33"/>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4" name="Google Shape;744;p33"/>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5" name="Google Shape;745;p33"/>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33"/>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7" name="Google Shape;747;p33"/>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8" name="Google Shape;748;p33"/>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49" name="Google Shape;749;p33"/>
          <p:cNvSpPr/>
          <p:nvPr/>
        </p:nvSpPr>
        <p:spPr>
          <a:xfrm>
            <a:off x="11522700" y="4872867"/>
            <a:ext cx="344400" cy="344400"/>
          </a:xfrm>
          <a:prstGeom prst="ellipse">
            <a:avLst/>
          </a:prstGeom>
          <a:solidFill>
            <a:srgbClr val="F0F7E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0" name="Google Shape;750;p33"/>
          <p:cNvSpPr/>
          <p:nvPr/>
        </p:nvSpPr>
        <p:spPr>
          <a:xfrm>
            <a:off x="187467" y="506800"/>
            <a:ext cx="213200" cy="2132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1" name="Google Shape;751;p33"/>
          <p:cNvSpPr/>
          <p:nvPr/>
        </p:nvSpPr>
        <p:spPr>
          <a:xfrm>
            <a:off x="10168000" y="5494200"/>
            <a:ext cx="1064000" cy="10640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2" name="Google Shape;752;p33"/>
          <p:cNvSpPr txBox="1">
            <a:spLocks noGrp="1"/>
          </p:cNvSpPr>
          <p:nvPr>
            <p:ph type="title"/>
          </p:nvPr>
        </p:nvSpPr>
        <p:spPr>
          <a:xfrm>
            <a:off x="1432200" y="525600"/>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0F7ED"/>
              </a:buClr>
              <a:buSzPts val="2700"/>
              <a:buNone/>
              <a:defRPr sz="3600">
                <a:solidFill>
                  <a:srgbClr val="F0F7ED"/>
                </a:solidFill>
              </a:defRPr>
            </a:lvl1pPr>
            <a:lvl2pPr lvl="1" algn="ctr" rtl="0">
              <a:spcBef>
                <a:spcPts val="0"/>
              </a:spcBef>
              <a:spcAft>
                <a:spcPts val="0"/>
              </a:spcAft>
              <a:buClr>
                <a:srgbClr val="F0F7ED"/>
              </a:buClr>
              <a:buSzPts val="1400"/>
              <a:buNone/>
              <a:defRPr sz="1867">
                <a:solidFill>
                  <a:srgbClr val="F0F7ED"/>
                </a:solidFill>
              </a:defRPr>
            </a:lvl2pPr>
            <a:lvl3pPr lvl="2" algn="ctr" rtl="0">
              <a:spcBef>
                <a:spcPts val="0"/>
              </a:spcBef>
              <a:spcAft>
                <a:spcPts val="0"/>
              </a:spcAft>
              <a:buClr>
                <a:srgbClr val="F0F7ED"/>
              </a:buClr>
              <a:buSzPts val="1400"/>
              <a:buNone/>
              <a:defRPr sz="1867">
                <a:solidFill>
                  <a:srgbClr val="F0F7ED"/>
                </a:solidFill>
              </a:defRPr>
            </a:lvl3pPr>
            <a:lvl4pPr lvl="3" algn="ctr" rtl="0">
              <a:spcBef>
                <a:spcPts val="0"/>
              </a:spcBef>
              <a:spcAft>
                <a:spcPts val="0"/>
              </a:spcAft>
              <a:buClr>
                <a:srgbClr val="F0F7ED"/>
              </a:buClr>
              <a:buSzPts val="1400"/>
              <a:buNone/>
              <a:defRPr sz="1867">
                <a:solidFill>
                  <a:srgbClr val="F0F7ED"/>
                </a:solidFill>
              </a:defRPr>
            </a:lvl4pPr>
            <a:lvl5pPr lvl="4" algn="ctr" rtl="0">
              <a:spcBef>
                <a:spcPts val="0"/>
              </a:spcBef>
              <a:spcAft>
                <a:spcPts val="0"/>
              </a:spcAft>
              <a:buClr>
                <a:srgbClr val="F0F7ED"/>
              </a:buClr>
              <a:buSzPts val="1400"/>
              <a:buNone/>
              <a:defRPr sz="1867">
                <a:solidFill>
                  <a:srgbClr val="F0F7ED"/>
                </a:solidFill>
              </a:defRPr>
            </a:lvl5pPr>
            <a:lvl6pPr lvl="5" algn="ctr" rtl="0">
              <a:spcBef>
                <a:spcPts val="0"/>
              </a:spcBef>
              <a:spcAft>
                <a:spcPts val="0"/>
              </a:spcAft>
              <a:buClr>
                <a:srgbClr val="F0F7ED"/>
              </a:buClr>
              <a:buSzPts val="1400"/>
              <a:buNone/>
              <a:defRPr sz="1867">
                <a:solidFill>
                  <a:srgbClr val="F0F7ED"/>
                </a:solidFill>
              </a:defRPr>
            </a:lvl6pPr>
            <a:lvl7pPr lvl="6" algn="ctr" rtl="0">
              <a:spcBef>
                <a:spcPts val="0"/>
              </a:spcBef>
              <a:spcAft>
                <a:spcPts val="0"/>
              </a:spcAft>
              <a:buClr>
                <a:srgbClr val="F0F7ED"/>
              </a:buClr>
              <a:buSzPts val="1400"/>
              <a:buNone/>
              <a:defRPr sz="1867">
                <a:solidFill>
                  <a:srgbClr val="F0F7ED"/>
                </a:solidFill>
              </a:defRPr>
            </a:lvl7pPr>
            <a:lvl8pPr lvl="7" algn="ctr" rtl="0">
              <a:spcBef>
                <a:spcPts val="0"/>
              </a:spcBef>
              <a:spcAft>
                <a:spcPts val="0"/>
              </a:spcAft>
              <a:buClr>
                <a:srgbClr val="F0F7ED"/>
              </a:buClr>
              <a:buSzPts val="1400"/>
              <a:buNone/>
              <a:defRPr sz="1867">
                <a:solidFill>
                  <a:srgbClr val="F0F7ED"/>
                </a:solidFill>
              </a:defRPr>
            </a:lvl8pPr>
            <a:lvl9pPr lvl="8" algn="ctr" rtl="0">
              <a:spcBef>
                <a:spcPts val="0"/>
              </a:spcBef>
              <a:spcAft>
                <a:spcPts val="0"/>
              </a:spcAft>
              <a:buClr>
                <a:srgbClr val="F0F7ED"/>
              </a:buClr>
              <a:buSzPts val="1400"/>
              <a:buNone/>
              <a:defRPr sz="1867">
                <a:solidFill>
                  <a:srgbClr val="F0F7ED"/>
                </a:solidFill>
              </a:defRPr>
            </a:lvl9pPr>
          </a:lstStyle>
          <a:p>
            <a:endParaRPr/>
          </a:p>
        </p:txBody>
      </p:sp>
    </p:spTree>
    <p:extLst>
      <p:ext uri="{BB962C8B-B14F-4D97-AF65-F5344CB8AC3E}">
        <p14:creationId xmlns:p14="http://schemas.microsoft.com/office/powerpoint/2010/main" val="42123681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text 3">
  <p:cSld name="Title &amp; text 3">
    <p:spTree>
      <p:nvGrpSpPr>
        <p:cNvPr id="1" name="Shape 753"/>
        <p:cNvGrpSpPr/>
        <p:nvPr/>
      </p:nvGrpSpPr>
      <p:grpSpPr>
        <a:xfrm>
          <a:off x="0" y="0"/>
          <a:ext cx="0" cy="0"/>
          <a:chOff x="0" y="0"/>
          <a:chExt cx="0" cy="0"/>
        </a:xfrm>
      </p:grpSpPr>
      <p:sp>
        <p:nvSpPr>
          <p:cNvPr id="754" name="Google Shape;754;p34"/>
          <p:cNvSpPr txBox="1">
            <a:spLocks noGrp="1"/>
          </p:cNvSpPr>
          <p:nvPr>
            <p:ph type="title"/>
          </p:nvPr>
        </p:nvSpPr>
        <p:spPr>
          <a:xfrm>
            <a:off x="960000" y="2588400"/>
            <a:ext cx="4392000" cy="1681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BBC1"/>
              </a:buClr>
              <a:buSzPts val="2700"/>
              <a:buNone/>
              <a:defRPr sz="3600">
                <a:solidFill>
                  <a:schemeClr val="accent5"/>
                </a:solidFill>
              </a:defRPr>
            </a:lvl1pPr>
            <a:lvl2pPr lvl="1" rtl="0">
              <a:spcBef>
                <a:spcPts val="0"/>
              </a:spcBef>
              <a:spcAft>
                <a:spcPts val="0"/>
              </a:spcAft>
              <a:buSzPts val="1400"/>
              <a:buNone/>
              <a:defRPr sz="1867"/>
            </a:lvl2pPr>
            <a:lvl3pPr lvl="2" rtl="0">
              <a:spcBef>
                <a:spcPts val="0"/>
              </a:spcBef>
              <a:spcAft>
                <a:spcPts val="0"/>
              </a:spcAft>
              <a:buSzPts val="1400"/>
              <a:buNone/>
              <a:defRPr sz="1867"/>
            </a:lvl3pPr>
            <a:lvl4pPr lvl="3" rtl="0">
              <a:spcBef>
                <a:spcPts val="0"/>
              </a:spcBef>
              <a:spcAft>
                <a:spcPts val="0"/>
              </a:spcAft>
              <a:buSzPts val="1400"/>
              <a:buNone/>
              <a:defRPr sz="1867"/>
            </a:lvl4pPr>
            <a:lvl5pPr lvl="4" rtl="0">
              <a:spcBef>
                <a:spcPts val="0"/>
              </a:spcBef>
              <a:spcAft>
                <a:spcPts val="0"/>
              </a:spcAft>
              <a:buSzPts val="1400"/>
              <a:buNone/>
              <a:defRPr sz="1867"/>
            </a:lvl5pPr>
            <a:lvl6pPr lvl="5" rtl="0">
              <a:spcBef>
                <a:spcPts val="0"/>
              </a:spcBef>
              <a:spcAft>
                <a:spcPts val="0"/>
              </a:spcAft>
              <a:buSzPts val="1400"/>
              <a:buNone/>
              <a:defRPr sz="1867"/>
            </a:lvl6pPr>
            <a:lvl7pPr lvl="6" rtl="0">
              <a:spcBef>
                <a:spcPts val="0"/>
              </a:spcBef>
              <a:spcAft>
                <a:spcPts val="0"/>
              </a:spcAft>
              <a:buSzPts val="1400"/>
              <a:buNone/>
              <a:defRPr sz="1867"/>
            </a:lvl7pPr>
            <a:lvl8pPr lvl="7" rtl="0">
              <a:spcBef>
                <a:spcPts val="0"/>
              </a:spcBef>
              <a:spcAft>
                <a:spcPts val="0"/>
              </a:spcAft>
              <a:buSzPts val="1400"/>
              <a:buNone/>
              <a:defRPr sz="1867"/>
            </a:lvl8pPr>
            <a:lvl9pPr lvl="8" rtl="0">
              <a:spcBef>
                <a:spcPts val="0"/>
              </a:spcBef>
              <a:spcAft>
                <a:spcPts val="0"/>
              </a:spcAft>
              <a:buSzPts val="1400"/>
              <a:buNone/>
              <a:defRPr sz="1867"/>
            </a:lvl9pPr>
          </a:lstStyle>
          <a:p>
            <a:endParaRPr/>
          </a:p>
        </p:txBody>
      </p:sp>
      <p:sp>
        <p:nvSpPr>
          <p:cNvPr id="755" name="Google Shape;755;p34"/>
          <p:cNvSpPr txBox="1">
            <a:spLocks noGrp="1"/>
          </p:cNvSpPr>
          <p:nvPr>
            <p:ph type="subTitle" idx="1"/>
          </p:nvPr>
        </p:nvSpPr>
        <p:spPr>
          <a:xfrm>
            <a:off x="6785367" y="1319600"/>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6" name="Google Shape;756;p34"/>
          <p:cNvSpPr txBox="1">
            <a:spLocks noGrp="1"/>
          </p:cNvSpPr>
          <p:nvPr>
            <p:ph type="subTitle" idx="2"/>
          </p:nvPr>
        </p:nvSpPr>
        <p:spPr>
          <a:xfrm>
            <a:off x="6785367" y="2508367"/>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7" name="Google Shape;757;p34"/>
          <p:cNvSpPr txBox="1">
            <a:spLocks noGrp="1"/>
          </p:cNvSpPr>
          <p:nvPr>
            <p:ph type="subTitle" idx="3"/>
          </p:nvPr>
        </p:nvSpPr>
        <p:spPr>
          <a:xfrm>
            <a:off x="6785367" y="3676017"/>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58" name="Google Shape;758;p34"/>
          <p:cNvSpPr txBox="1">
            <a:spLocks noGrp="1"/>
          </p:cNvSpPr>
          <p:nvPr>
            <p:ph type="subTitle" idx="4"/>
          </p:nvPr>
        </p:nvSpPr>
        <p:spPr>
          <a:xfrm>
            <a:off x="6785367" y="4962933"/>
            <a:ext cx="3184400" cy="75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grpSp>
        <p:nvGrpSpPr>
          <p:cNvPr id="759" name="Google Shape;759;p34"/>
          <p:cNvGrpSpPr/>
          <p:nvPr/>
        </p:nvGrpSpPr>
        <p:grpSpPr>
          <a:xfrm>
            <a:off x="10681305" y="-698855"/>
            <a:ext cx="2290248" cy="2290800"/>
            <a:chOff x="1347125" y="349025"/>
            <a:chExt cx="4978800" cy="4980000"/>
          </a:xfrm>
        </p:grpSpPr>
        <p:sp>
          <p:nvSpPr>
            <p:cNvPr id="760" name="Google Shape;760;p34"/>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1" name="Google Shape;761;p34"/>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2" name="Google Shape;762;p34"/>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3" name="Google Shape;763;p34"/>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4" name="Google Shape;764;p34"/>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5" name="Google Shape;765;p34"/>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6" name="Google Shape;766;p34"/>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7" name="Google Shape;767;p34"/>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8" name="Google Shape;768;p34"/>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9" name="Google Shape;769;p34"/>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0" name="Google Shape;770;p34"/>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1" name="Google Shape;771;p34"/>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2" name="Google Shape;772;p34"/>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3" name="Google Shape;773;p34"/>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4" name="Google Shape;774;p34"/>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5" name="Google Shape;775;p34"/>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6" name="Google Shape;776;p34"/>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7" name="Google Shape;777;p34"/>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8" name="Google Shape;778;p34"/>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9" name="Google Shape;779;p34"/>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0" name="Google Shape;780;p34"/>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1" name="Google Shape;781;p34"/>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82" name="Google Shape;782;p34"/>
          <p:cNvSpPr/>
          <p:nvPr/>
        </p:nvSpPr>
        <p:spPr>
          <a:xfrm>
            <a:off x="11554651" y="720000"/>
            <a:ext cx="1148000" cy="11480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3" name="Google Shape;783;p34"/>
          <p:cNvSpPr/>
          <p:nvPr/>
        </p:nvSpPr>
        <p:spPr>
          <a:xfrm>
            <a:off x="9912017" y="230124"/>
            <a:ext cx="432800" cy="432800"/>
          </a:xfrm>
          <a:prstGeom prst="ellipse">
            <a:avLst/>
          </a:prstGeom>
          <a:solidFill>
            <a:srgbClr val="00BBC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4" name="Google Shape;784;p34"/>
          <p:cNvSpPr/>
          <p:nvPr/>
        </p:nvSpPr>
        <p:spPr>
          <a:xfrm rot="-6727045">
            <a:off x="-3031179" y="5407682"/>
            <a:ext cx="4229435" cy="6384935"/>
          </a:xfrm>
          <a:custGeom>
            <a:avLst/>
            <a:gdLst/>
            <a:ahLst/>
            <a:cxnLst/>
            <a:rect l="l" t="t" r="r" b="b"/>
            <a:pathLst>
              <a:path w="126885" h="191551" extrusionOk="0">
                <a:moveTo>
                  <a:pt x="16464" y="0"/>
                </a:moveTo>
                <a:cubicBezTo>
                  <a:pt x="14016" y="0"/>
                  <a:pt x="11533" y="624"/>
                  <a:pt x="9255" y="1936"/>
                </a:cubicBezTo>
                <a:cubicBezTo>
                  <a:pt x="2362" y="5919"/>
                  <a:pt x="1" y="14743"/>
                  <a:pt x="3984" y="21636"/>
                </a:cubicBezTo>
                <a:lnTo>
                  <a:pt x="97907" y="184344"/>
                </a:lnTo>
                <a:cubicBezTo>
                  <a:pt x="100593" y="188966"/>
                  <a:pt x="105447" y="191551"/>
                  <a:pt x="110431" y="191551"/>
                </a:cubicBezTo>
                <a:cubicBezTo>
                  <a:pt x="112880" y="191551"/>
                  <a:pt x="115360" y="190927"/>
                  <a:pt x="117631" y="189615"/>
                </a:cubicBezTo>
                <a:cubicBezTo>
                  <a:pt x="124524" y="185632"/>
                  <a:pt x="126885" y="176807"/>
                  <a:pt x="122902" y="169914"/>
                </a:cubicBezTo>
                <a:lnTo>
                  <a:pt x="28955" y="7207"/>
                </a:lnTo>
                <a:cubicBezTo>
                  <a:pt x="26284" y="2584"/>
                  <a:pt x="21447" y="0"/>
                  <a:pt x="16464" y="0"/>
                </a:cubicBezTo>
                <a:close/>
              </a:path>
            </a:pathLst>
          </a:cu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5" name="Google Shape;785;p34"/>
          <p:cNvSpPr/>
          <p:nvPr/>
        </p:nvSpPr>
        <p:spPr>
          <a:xfrm>
            <a:off x="1586067" y="6373667"/>
            <a:ext cx="334800" cy="334800"/>
          </a:xfrm>
          <a:prstGeom prst="ellipse">
            <a:avLst/>
          </a:prstGeom>
          <a:solidFill>
            <a:srgbClr val="FF721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3515624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mp; text 4">
  <p:cSld name="Title &amp; text 4">
    <p:spTree>
      <p:nvGrpSpPr>
        <p:cNvPr id="1" name="Shape 786"/>
        <p:cNvGrpSpPr/>
        <p:nvPr/>
      </p:nvGrpSpPr>
      <p:grpSpPr>
        <a:xfrm>
          <a:off x="0" y="0"/>
          <a:ext cx="0" cy="0"/>
          <a:chOff x="0" y="0"/>
          <a:chExt cx="0" cy="0"/>
        </a:xfrm>
      </p:grpSpPr>
      <p:sp>
        <p:nvSpPr>
          <p:cNvPr id="787" name="Google Shape;787;p35"/>
          <p:cNvSpPr txBox="1">
            <a:spLocks noGrp="1"/>
          </p:cNvSpPr>
          <p:nvPr>
            <p:ph type="title"/>
          </p:nvPr>
        </p:nvSpPr>
        <p:spPr>
          <a:xfrm>
            <a:off x="1014667" y="512067"/>
            <a:ext cx="10412400" cy="685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BBC1"/>
              </a:buClr>
              <a:buSzPts val="2700"/>
              <a:buNone/>
              <a:defRPr sz="3600">
                <a:solidFill>
                  <a:schemeClr val="accent5"/>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88" name="Google Shape;788;p35"/>
          <p:cNvSpPr txBox="1">
            <a:spLocks noGrp="1"/>
          </p:cNvSpPr>
          <p:nvPr>
            <p:ph type="subTitle" idx="1"/>
          </p:nvPr>
        </p:nvSpPr>
        <p:spPr>
          <a:xfrm>
            <a:off x="1432200" y="1792497"/>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89" name="Google Shape;789;p35"/>
          <p:cNvSpPr txBox="1">
            <a:spLocks noGrp="1"/>
          </p:cNvSpPr>
          <p:nvPr>
            <p:ph type="subTitle" idx="2"/>
          </p:nvPr>
        </p:nvSpPr>
        <p:spPr>
          <a:xfrm>
            <a:off x="1432200" y="3290833"/>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0" name="Google Shape;790;p35"/>
          <p:cNvSpPr txBox="1">
            <a:spLocks noGrp="1"/>
          </p:cNvSpPr>
          <p:nvPr>
            <p:ph type="subTitle" idx="3"/>
          </p:nvPr>
        </p:nvSpPr>
        <p:spPr>
          <a:xfrm>
            <a:off x="1432200" y="4039999"/>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1" name="Google Shape;791;p35"/>
          <p:cNvSpPr txBox="1">
            <a:spLocks noGrp="1"/>
          </p:cNvSpPr>
          <p:nvPr>
            <p:ph type="subTitle" idx="4"/>
          </p:nvPr>
        </p:nvSpPr>
        <p:spPr>
          <a:xfrm>
            <a:off x="1432200" y="4789164"/>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2" name="Google Shape;792;p35"/>
          <p:cNvSpPr txBox="1">
            <a:spLocks noGrp="1"/>
          </p:cNvSpPr>
          <p:nvPr>
            <p:ph type="subTitle" idx="5"/>
          </p:nvPr>
        </p:nvSpPr>
        <p:spPr>
          <a:xfrm>
            <a:off x="1432200" y="2541667"/>
            <a:ext cx="5685200" cy="54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Tree>
    <p:extLst>
      <p:ext uri="{BB962C8B-B14F-4D97-AF65-F5344CB8AC3E}">
        <p14:creationId xmlns:p14="http://schemas.microsoft.com/office/powerpoint/2010/main" val="22059201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mp; two columns 2">
  <p:cSld name="Title &amp; two columns 2">
    <p:spTree>
      <p:nvGrpSpPr>
        <p:cNvPr id="1" name="Shape 793"/>
        <p:cNvGrpSpPr/>
        <p:nvPr/>
      </p:nvGrpSpPr>
      <p:grpSpPr>
        <a:xfrm>
          <a:off x="0" y="0"/>
          <a:ext cx="0" cy="0"/>
          <a:chOff x="0" y="0"/>
          <a:chExt cx="0" cy="0"/>
        </a:xfrm>
      </p:grpSpPr>
      <p:sp>
        <p:nvSpPr>
          <p:cNvPr id="794" name="Google Shape;794;p36"/>
          <p:cNvSpPr txBox="1">
            <a:spLocks noGrp="1"/>
          </p:cNvSpPr>
          <p:nvPr>
            <p:ph type="subTitle" idx="1"/>
          </p:nvPr>
        </p:nvSpPr>
        <p:spPr>
          <a:xfrm>
            <a:off x="1406667" y="3299697"/>
            <a:ext cx="2727200" cy="148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5" name="Google Shape;795;p36"/>
          <p:cNvSpPr txBox="1">
            <a:spLocks noGrp="1"/>
          </p:cNvSpPr>
          <p:nvPr>
            <p:ph type="subTitle" idx="2"/>
          </p:nvPr>
        </p:nvSpPr>
        <p:spPr>
          <a:xfrm>
            <a:off x="8032533" y="3299697"/>
            <a:ext cx="2727200" cy="148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343434"/>
              </a:buClr>
              <a:buSzPts val="1200"/>
              <a:buNone/>
              <a:defRPr sz="1867"/>
            </a:lvl1pPr>
            <a:lvl2pPr lvl="1" algn="ctr" rtl="0">
              <a:lnSpc>
                <a:spcPct val="100000"/>
              </a:lnSpc>
              <a:spcBef>
                <a:spcPts val="0"/>
              </a:spcBef>
              <a:spcAft>
                <a:spcPts val="0"/>
              </a:spcAft>
              <a:buClr>
                <a:srgbClr val="343434"/>
              </a:buClr>
              <a:buSzPts val="1200"/>
              <a:buNone/>
              <a:defRPr>
                <a:solidFill>
                  <a:srgbClr val="343434"/>
                </a:solidFill>
              </a:defRPr>
            </a:lvl2pPr>
            <a:lvl3pPr lvl="2" algn="ctr" rtl="0">
              <a:lnSpc>
                <a:spcPct val="100000"/>
              </a:lnSpc>
              <a:spcBef>
                <a:spcPts val="0"/>
              </a:spcBef>
              <a:spcAft>
                <a:spcPts val="0"/>
              </a:spcAft>
              <a:buClr>
                <a:srgbClr val="343434"/>
              </a:buClr>
              <a:buSzPts val="1200"/>
              <a:buNone/>
              <a:defRPr>
                <a:solidFill>
                  <a:srgbClr val="343434"/>
                </a:solidFill>
              </a:defRPr>
            </a:lvl3pPr>
            <a:lvl4pPr lvl="3" algn="ctr" rtl="0">
              <a:lnSpc>
                <a:spcPct val="100000"/>
              </a:lnSpc>
              <a:spcBef>
                <a:spcPts val="0"/>
              </a:spcBef>
              <a:spcAft>
                <a:spcPts val="0"/>
              </a:spcAft>
              <a:buClr>
                <a:srgbClr val="343434"/>
              </a:buClr>
              <a:buSzPts val="1200"/>
              <a:buNone/>
              <a:defRPr>
                <a:solidFill>
                  <a:srgbClr val="343434"/>
                </a:solidFill>
              </a:defRPr>
            </a:lvl4pPr>
            <a:lvl5pPr lvl="4" algn="ctr" rtl="0">
              <a:lnSpc>
                <a:spcPct val="100000"/>
              </a:lnSpc>
              <a:spcBef>
                <a:spcPts val="0"/>
              </a:spcBef>
              <a:spcAft>
                <a:spcPts val="0"/>
              </a:spcAft>
              <a:buClr>
                <a:srgbClr val="343434"/>
              </a:buClr>
              <a:buSzPts val="1200"/>
              <a:buNone/>
              <a:defRPr>
                <a:solidFill>
                  <a:srgbClr val="343434"/>
                </a:solidFill>
              </a:defRPr>
            </a:lvl5pPr>
            <a:lvl6pPr lvl="5" algn="ctr" rtl="0">
              <a:lnSpc>
                <a:spcPct val="100000"/>
              </a:lnSpc>
              <a:spcBef>
                <a:spcPts val="0"/>
              </a:spcBef>
              <a:spcAft>
                <a:spcPts val="0"/>
              </a:spcAft>
              <a:buClr>
                <a:srgbClr val="343434"/>
              </a:buClr>
              <a:buSzPts val="1200"/>
              <a:buNone/>
              <a:defRPr>
                <a:solidFill>
                  <a:srgbClr val="343434"/>
                </a:solidFill>
              </a:defRPr>
            </a:lvl6pPr>
            <a:lvl7pPr lvl="6" algn="ctr" rtl="0">
              <a:lnSpc>
                <a:spcPct val="100000"/>
              </a:lnSpc>
              <a:spcBef>
                <a:spcPts val="0"/>
              </a:spcBef>
              <a:spcAft>
                <a:spcPts val="0"/>
              </a:spcAft>
              <a:buClr>
                <a:srgbClr val="343434"/>
              </a:buClr>
              <a:buSzPts val="1200"/>
              <a:buNone/>
              <a:defRPr>
                <a:solidFill>
                  <a:srgbClr val="343434"/>
                </a:solidFill>
              </a:defRPr>
            </a:lvl7pPr>
            <a:lvl8pPr lvl="7" algn="ctr" rtl="0">
              <a:lnSpc>
                <a:spcPct val="100000"/>
              </a:lnSpc>
              <a:spcBef>
                <a:spcPts val="0"/>
              </a:spcBef>
              <a:spcAft>
                <a:spcPts val="0"/>
              </a:spcAft>
              <a:buClr>
                <a:srgbClr val="343434"/>
              </a:buClr>
              <a:buSzPts val="1200"/>
              <a:buNone/>
              <a:defRPr>
                <a:solidFill>
                  <a:srgbClr val="343434"/>
                </a:solidFill>
              </a:defRPr>
            </a:lvl8pPr>
            <a:lvl9pPr lvl="8" algn="ctr" rtl="0">
              <a:lnSpc>
                <a:spcPct val="100000"/>
              </a:lnSpc>
              <a:spcBef>
                <a:spcPts val="0"/>
              </a:spcBef>
              <a:spcAft>
                <a:spcPts val="0"/>
              </a:spcAft>
              <a:buClr>
                <a:srgbClr val="343434"/>
              </a:buClr>
              <a:buSzPts val="1200"/>
              <a:buNone/>
              <a:defRPr>
                <a:solidFill>
                  <a:srgbClr val="343434"/>
                </a:solidFill>
              </a:defRPr>
            </a:lvl9pPr>
          </a:lstStyle>
          <a:p>
            <a:endParaRPr/>
          </a:p>
        </p:txBody>
      </p:sp>
      <p:sp>
        <p:nvSpPr>
          <p:cNvPr id="796" name="Google Shape;796;p36"/>
          <p:cNvSpPr txBox="1">
            <a:spLocks noGrp="1"/>
          </p:cNvSpPr>
          <p:nvPr>
            <p:ph type="title"/>
          </p:nvPr>
        </p:nvSpPr>
        <p:spPr>
          <a:xfrm>
            <a:off x="1432200" y="512064"/>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rgbClr val="00BBC1"/>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797" name="Google Shape;797;p36"/>
          <p:cNvSpPr txBox="1">
            <a:spLocks noGrp="1"/>
          </p:cNvSpPr>
          <p:nvPr>
            <p:ph type="subTitle" idx="3"/>
          </p:nvPr>
        </p:nvSpPr>
        <p:spPr>
          <a:xfrm>
            <a:off x="1406667" y="2666147"/>
            <a:ext cx="2727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
        <p:nvSpPr>
          <p:cNvPr id="798" name="Google Shape;798;p36"/>
          <p:cNvSpPr txBox="1">
            <a:spLocks noGrp="1"/>
          </p:cNvSpPr>
          <p:nvPr>
            <p:ph type="subTitle" idx="4"/>
          </p:nvPr>
        </p:nvSpPr>
        <p:spPr>
          <a:xfrm>
            <a:off x="8032533" y="2666147"/>
            <a:ext cx="2727200" cy="49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267" b="1">
                <a:latin typeface="Roboto"/>
                <a:ea typeface="Roboto"/>
                <a:cs typeface="Roboto"/>
                <a:sym typeface="Roboto"/>
              </a:defRPr>
            </a:lvl1pPr>
            <a:lvl2pPr lvl="1" rtl="0">
              <a:spcBef>
                <a:spcPts val="0"/>
              </a:spcBef>
              <a:spcAft>
                <a:spcPts val="0"/>
              </a:spcAft>
              <a:buNone/>
              <a:defRPr sz="2267" b="1">
                <a:latin typeface="Roboto"/>
                <a:ea typeface="Roboto"/>
                <a:cs typeface="Roboto"/>
                <a:sym typeface="Roboto"/>
              </a:defRPr>
            </a:lvl2pPr>
            <a:lvl3pPr lvl="2" rtl="0">
              <a:spcBef>
                <a:spcPts val="0"/>
              </a:spcBef>
              <a:spcAft>
                <a:spcPts val="0"/>
              </a:spcAft>
              <a:buNone/>
              <a:defRPr sz="2267" b="1">
                <a:latin typeface="Roboto"/>
                <a:ea typeface="Roboto"/>
                <a:cs typeface="Roboto"/>
                <a:sym typeface="Roboto"/>
              </a:defRPr>
            </a:lvl3pPr>
            <a:lvl4pPr lvl="3" rtl="0">
              <a:spcBef>
                <a:spcPts val="0"/>
              </a:spcBef>
              <a:spcAft>
                <a:spcPts val="0"/>
              </a:spcAft>
              <a:buNone/>
              <a:defRPr sz="2267" b="1">
                <a:latin typeface="Roboto"/>
                <a:ea typeface="Roboto"/>
                <a:cs typeface="Roboto"/>
                <a:sym typeface="Roboto"/>
              </a:defRPr>
            </a:lvl4pPr>
            <a:lvl5pPr lvl="4" rtl="0">
              <a:spcBef>
                <a:spcPts val="0"/>
              </a:spcBef>
              <a:spcAft>
                <a:spcPts val="0"/>
              </a:spcAft>
              <a:buNone/>
              <a:defRPr sz="2267" b="1">
                <a:latin typeface="Roboto"/>
                <a:ea typeface="Roboto"/>
                <a:cs typeface="Roboto"/>
                <a:sym typeface="Roboto"/>
              </a:defRPr>
            </a:lvl5pPr>
            <a:lvl6pPr lvl="5" rtl="0">
              <a:spcBef>
                <a:spcPts val="0"/>
              </a:spcBef>
              <a:spcAft>
                <a:spcPts val="0"/>
              </a:spcAft>
              <a:buNone/>
              <a:defRPr sz="2267" b="1">
                <a:latin typeface="Roboto"/>
                <a:ea typeface="Roboto"/>
                <a:cs typeface="Roboto"/>
                <a:sym typeface="Roboto"/>
              </a:defRPr>
            </a:lvl6pPr>
            <a:lvl7pPr lvl="6" rtl="0">
              <a:spcBef>
                <a:spcPts val="0"/>
              </a:spcBef>
              <a:spcAft>
                <a:spcPts val="0"/>
              </a:spcAft>
              <a:buNone/>
              <a:defRPr sz="2267" b="1">
                <a:latin typeface="Roboto"/>
                <a:ea typeface="Roboto"/>
                <a:cs typeface="Roboto"/>
                <a:sym typeface="Roboto"/>
              </a:defRPr>
            </a:lvl7pPr>
            <a:lvl8pPr lvl="7" rtl="0">
              <a:spcBef>
                <a:spcPts val="0"/>
              </a:spcBef>
              <a:spcAft>
                <a:spcPts val="0"/>
              </a:spcAft>
              <a:buNone/>
              <a:defRPr sz="2267" b="1">
                <a:latin typeface="Roboto"/>
                <a:ea typeface="Roboto"/>
                <a:cs typeface="Roboto"/>
                <a:sym typeface="Roboto"/>
              </a:defRPr>
            </a:lvl8pPr>
            <a:lvl9pPr lvl="8" rtl="0">
              <a:spcBef>
                <a:spcPts val="0"/>
              </a:spcBef>
              <a:spcAft>
                <a:spcPts val="0"/>
              </a:spcAft>
              <a:buNone/>
              <a:defRPr sz="2267" b="1">
                <a:latin typeface="Roboto"/>
                <a:ea typeface="Roboto"/>
                <a:cs typeface="Roboto"/>
                <a:sym typeface="Roboto"/>
              </a:defRPr>
            </a:lvl9pPr>
          </a:lstStyle>
          <a:p>
            <a:endParaRPr/>
          </a:p>
        </p:txBody>
      </p:sp>
    </p:spTree>
    <p:extLst>
      <p:ext uri="{BB962C8B-B14F-4D97-AF65-F5344CB8AC3E}">
        <p14:creationId xmlns:p14="http://schemas.microsoft.com/office/powerpoint/2010/main" val="7846442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mp; body 2">
  <p:cSld name="Title &amp; body 2">
    <p:spTree>
      <p:nvGrpSpPr>
        <p:cNvPr id="1" name="Shape 799"/>
        <p:cNvGrpSpPr/>
        <p:nvPr/>
      </p:nvGrpSpPr>
      <p:grpSpPr>
        <a:xfrm>
          <a:off x="0" y="0"/>
          <a:ext cx="0" cy="0"/>
          <a:chOff x="0" y="0"/>
          <a:chExt cx="0" cy="0"/>
        </a:xfrm>
      </p:grpSpPr>
      <p:sp>
        <p:nvSpPr>
          <p:cNvPr id="800" name="Google Shape;800;p37"/>
          <p:cNvSpPr txBox="1">
            <a:spLocks noGrp="1"/>
          </p:cNvSpPr>
          <p:nvPr>
            <p:ph type="title"/>
          </p:nvPr>
        </p:nvSpPr>
        <p:spPr>
          <a:xfrm>
            <a:off x="1432200" y="525600"/>
            <a:ext cx="9327600" cy="6852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BBC1"/>
              </a:buClr>
              <a:buSzPts val="2700"/>
              <a:buNone/>
              <a:defRPr sz="3600">
                <a:solidFill>
                  <a:srgbClr val="00BBC1"/>
                </a:solidFill>
              </a:defRPr>
            </a:lvl1pPr>
            <a:lvl2pPr lvl="1" algn="ctr" rtl="0">
              <a:spcBef>
                <a:spcPts val="0"/>
              </a:spcBef>
              <a:spcAft>
                <a:spcPts val="0"/>
              </a:spcAft>
              <a:buSzPts val="1400"/>
              <a:buNone/>
              <a:defRPr sz="1867"/>
            </a:lvl2pPr>
            <a:lvl3pPr lvl="2" algn="ctr" rtl="0">
              <a:spcBef>
                <a:spcPts val="0"/>
              </a:spcBef>
              <a:spcAft>
                <a:spcPts val="0"/>
              </a:spcAft>
              <a:buSzPts val="1400"/>
              <a:buNone/>
              <a:defRPr sz="1867"/>
            </a:lvl3pPr>
            <a:lvl4pPr lvl="3" algn="ctr" rtl="0">
              <a:spcBef>
                <a:spcPts val="0"/>
              </a:spcBef>
              <a:spcAft>
                <a:spcPts val="0"/>
              </a:spcAft>
              <a:buSzPts val="1400"/>
              <a:buNone/>
              <a:defRPr sz="1867"/>
            </a:lvl4pPr>
            <a:lvl5pPr lvl="4" algn="ctr" rtl="0">
              <a:spcBef>
                <a:spcPts val="0"/>
              </a:spcBef>
              <a:spcAft>
                <a:spcPts val="0"/>
              </a:spcAft>
              <a:buSzPts val="1400"/>
              <a:buNone/>
              <a:defRPr sz="1867"/>
            </a:lvl5pPr>
            <a:lvl6pPr lvl="5" algn="ctr" rtl="0">
              <a:spcBef>
                <a:spcPts val="0"/>
              </a:spcBef>
              <a:spcAft>
                <a:spcPts val="0"/>
              </a:spcAft>
              <a:buSzPts val="1400"/>
              <a:buNone/>
              <a:defRPr sz="1867"/>
            </a:lvl6pPr>
            <a:lvl7pPr lvl="6" algn="ctr" rtl="0">
              <a:spcBef>
                <a:spcPts val="0"/>
              </a:spcBef>
              <a:spcAft>
                <a:spcPts val="0"/>
              </a:spcAft>
              <a:buSzPts val="1400"/>
              <a:buNone/>
              <a:defRPr sz="1867"/>
            </a:lvl7pPr>
            <a:lvl8pPr lvl="7" algn="ctr" rtl="0">
              <a:spcBef>
                <a:spcPts val="0"/>
              </a:spcBef>
              <a:spcAft>
                <a:spcPts val="0"/>
              </a:spcAft>
              <a:buSzPts val="1400"/>
              <a:buNone/>
              <a:defRPr sz="1867"/>
            </a:lvl8pPr>
            <a:lvl9pPr lvl="8" algn="ctr" rtl="0">
              <a:spcBef>
                <a:spcPts val="0"/>
              </a:spcBef>
              <a:spcAft>
                <a:spcPts val="0"/>
              </a:spcAft>
              <a:buSzPts val="1400"/>
              <a:buNone/>
              <a:defRPr sz="1867"/>
            </a:lvl9pPr>
          </a:lstStyle>
          <a:p>
            <a:endParaRPr/>
          </a:p>
        </p:txBody>
      </p:sp>
      <p:sp>
        <p:nvSpPr>
          <p:cNvPr id="801" name="Google Shape;801;p37"/>
          <p:cNvSpPr txBox="1">
            <a:spLocks noGrp="1"/>
          </p:cNvSpPr>
          <p:nvPr>
            <p:ph type="subTitle" idx="1"/>
          </p:nvPr>
        </p:nvSpPr>
        <p:spPr>
          <a:xfrm>
            <a:off x="1432200" y="1535533"/>
            <a:ext cx="9327600" cy="445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43434"/>
              </a:buClr>
              <a:buSzPts val="1200"/>
              <a:buChar char="●"/>
              <a:defRPr>
                <a:solidFill>
                  <a:srgbClr val="343434"/>
                </a:solidFill>
              </a:defRPr>
            </a:lvl1pPr>
            <a:lvl2pPr lvl="1" algn="ctr" rtl="0">
              <a:lnSpc>
                <a:spcPct val="100000"/>
              </a:lnSpc>
              <a:spcBef>
                <a:spcPts val="0"/>
              </a:spcBef>
              <a:spcAft>
                <a:spcPts val="0"/>
              </a:spcAft>
              <a:buClr>
                <a:srgbClr val="343434"/>
              </a:buClr>
              <a:buSzPts val="1200"/>
              <a:buChar char="○"/>
              <a:defRPr>
                <a:solidFill>
                  <a:srgbClr val="343434"/>
                </a:solidFill>
              </a:defRPr>
            </a:lvl2pPr>
            <a:lvl3pPr lvl="2" algn="ctr" rtl="0">
              <a:lnSpc>
                <a:spcPct val="100000"/>
              </a:lnSpc>
              <a:spcBef>
                <a:spcPts val="0"/>
              </a:spcBef>
              <a:spcAft>
                <a:spcPts val="0"/>
              </a:spcAft>
              <a:buClr>
                <a:srgbClr val="343434"/>
              </a:buClr>
              <a:buSzPts val="1200"/>
              <a:buChar char="■"/>
              <a:defRPr>
                <a:solidFill>
                  <a:srgbClr val="343434"/>
                </a:solidFill>
              </a:defRPr>
            </a:lvl3pPr>
            <a:lvl4pPr lvl="3" algn="ctr" rtl="0">
              <a:lnSpc>
                <a:spcPct val="100000"/>
              </a:lnSpc>
              <a:spcBef>
                <a:spcPts val="0"/>
              </a:spcBef>
              <a:spcAft>
                <a:spcPts val="0"/>
              </a:spcAft>
              <a:buClr>
                <a:srgbClr val="343434"/>
              </a:buClr>
              <a:buSzPts val="1200"/>
              <a:buChar char="●"/>
              <a:defRPr>
                <a:solidFill>
                  <a:srgbClr val="343434"/>
                </a:solidFill>
              </a:defRPr>
            </a:lvl4pPr>
            <a:lvl5pPr lvl="4" algn="ctr" rtl="0">
              <a:lnSpc>
                <a:spcPct val="100000"/>
              </a:lnSpc>
              <a:spcBef>
                <a:spcPts val="0"/>
              </a:spcBef>
              <a:spcAft>
                <a:spcPts val="0"/>
              </a:spcAft>
              <a:buClr>
                <a:srgbClr val="343434"/>
              </a:buClr>
              <a:buSzPts val="1200"/>
              <a:buChar char="○"/>
              <a:defRPr>
                <a:solidFill>
                  <a:srgbClr val="343434"/>
                </a:solidFill>
              </a:defRPr>
            </a:lvl5pPr>
            <a:lvl6pPr lvl="5" algn="ctr" rtl="0">
              <a:lnSpc>
                <a:spcPct val="100000"/>
              </a:lnSpc>
              <a:spcBef>
                <a:spcPts val="0"/>
              </a:spcBef>
              <a:spcAft>
                <a:spcPts val="0"/>
              </a:spcAft>
              <a:buClr>
                <a:srgbClr val="343434"/>
              </a:buClr>
              <a:buSzPts val="1200"/>
              <a:buChar char="■"/>
              <a:defRPr>
                <a:solidFill>
                  <a:srgbClr val="343434"/>
                </a:solidFill>
              </a:defRPr>
            </a:lvl6pPr>
            <a:lvl7pPr lvl="6" algn="ctr" rtl="0">
              <a:lnSpc>
                <a:spcPct val="100000"/>
              </a:lnSpc>
              <a:spcBef>
                <a:spcPts val="0"/>
              </a:spcBef>
              <a:spcAft>
                <a:spcPts val="0"/>
              </a:spcAft>
              <a:buClr>
                <a:srgbClr val="343434"/>
              </a:buClr>
              <a:buSzPts val="1200"/>
              <a:buChar char="●"/>
              <a:defRPr>
                <a:solidFill>
                  <a:srgbClr val="343434"/>
                </a:solidFill>
              </a:defRPr>
            </a:lvl7pPr>
            <a:lvl8pPr lvl="7" algn="ctr" rtl="0">
              <a:lnSpc>
                <a:spcPct val="100000"/>
              </a:lnSpc>
              <a:spcBef>
                <a:spcPts val="0"/>
              </a:spcBef>
              <a:spcAft>
                <a:spcPts val="0"/>
              </a:spcAft>
              <a:buClr>
                <a:srgbClr val="343434"/>
              </a:buClr>
              <a:buSzPts val="1200"/>
              <a:buChar char="○"/>
              <a:defRPr>
                <a:solidFill>
                  <a:srgbClr val="343434"/>
                </a:solidFill>
              </a:defRPr>
            </a:lvl8pPr>
            <a:lvl9pPr lvl="8" algn="ctr" rtl="0">
              <a:lnSpc>
                <a:spcPct val="100000"/>
              </a:lnSpc>
              <a:spcBef>
                <a:spcPts val="0"/>
              </a:spcBef>
              <a:spcAft>
                <a:spcPts val="0"/>
              </a:spcAft>
              <a:buClr>
                <a:srgbClr val="343434"/>
              </a:buClr>
              <a:buSzPts val="1200"/>
              <a:buChar char="■"/>
              <a:defRPr>
                <a:solidFill>
                  <a:srgbClr val="343434"/>
                </a:solidFill>
              </a:defRPr>
            </a:lvl9pPr>
          </a:lstStyle>
          <a:p>
            <a:endParaRPr/>
          </a:p>
        </p:txBody>
      </p:sp>
    </p:spTree>
    <p:extLst>
      <p:ext uri="{BB962C8B-B14F-4D97-AF65-F5344CB8AC3E}">
        <p14:creationId xmlns:p14="http://schemas.microsoft.com/office/powerpoint/2010/main" val="1013818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C39028-96BE-4614-9405-013D1118DD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A9771F-DD59-4070-8659-8F65788882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E51CAF-F5DD-4A19-AE88-104A08953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E2E732-3E64-47DB-8640-4229D2F824D8}" type="datetimeFigureOut">
              <a:rPr lang="en-US" smtClean="0"/>
              <a:t>9/16/2026</a:t>
            </a:fld>
            <a:endParaRPr lang="en-US"/>
          </a:p>
        </p:txBody>
      </p:sp>
      <p:sp>
        <p:nvSpPr>
          <p:cNvPr id="5" name="Footer Placeholder 4">
            <a:extLst>
              <a:ext uri="{FF2B5EF4-FFF2-40B4-BE49-F238E27FC236}">
                <a16:creationId xmlns:a16="http://schemas.microsoft.com/office/drawing/2014/main" id="{AEAE81AB-63C2-4672-BB3C-9DF3D8FC2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C05DB8-E570-49B9-9A1B-2B265B2605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CB041C-0839-4238-94E9-E84C39054D8D}" type="slidenum">
              <a:rPr lang="en-US" smtClean="0"/>
              <a:t>‹#›</a:t>
            </a:fld>
            <a:endParaRPr lang="en-US"/>
          </a:p>
        </p:txBody>
      </p:sp>
    </p:spTree>
    <p:extLst>
      <p:ext uri="{BB962C8B-B14F-4D97-AF65-F5344CB8AC3E}">
        <p14:creationId xmlns:p14="http://schemas.microsoft.com/office/powerpoint/2010/main" val="301235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0F7E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1pPr>
            <a:lvl2pPr lvl="1">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2pPr>
            <a:lvl3pPr lvl="2">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3pPr>
            <a:lvl4pPr lvl="3">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4pPr>
            <a:lvl5pPr lvl="4">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5pPr>
            <a:lvl6pPr lvl="5">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6pPr>
            <a:lvl7pPr lvl="6">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7pPr>
            <a:lvl8pPr lvl="7">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8pPr>
            <a:lvl9pPr lvl="8">
              <a:spcBef>
                <a:spcPts val="0"/>
              </a:spcBef>
              <a:spcAft>
                <a:spcPts val="0"/>
              </a:spcAft>
              <a:buClr>
                <a:schemeClr val="dk2"/>
              </a:buClr>
              <a:buSzPts val="2700"/>
              <a:buFont typeface="Roboto"/>
              <a:buNone/>
              <a:defRPr sz="2700" b="1">
                <a:solidFill>
                  <a:schemeClr val="dk2"/>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1pPr>
            <a:lvl2pPr marL="914400" lvl="1"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2pPr>
            <a:lvl3pPr marL="1371600" lvl="2"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3pPr>
            <a:lvl4pPr marL="1828800" lvl="3"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4pPr>
            <a:lvl5pPr marL="2286000" lvl="4"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5pPr>
            <a:lvl6pPr marL="2743200" lvl="5"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6pPr>
            <a:lvl7pPr marL="3200400" lvl="6"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7pPr>
            <a:lvl8pPr marL="3657600" lvl="7"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8pPr>
            <a:lvl9pPr marL="4114800" lvl="8" indent="-304800">
              <a:lnSpc>
                <a:spcPct val="100000"/>
              </a:lnSpc>
              <a:spcBef>
                <a:spcPts val="0"/>
              </a:spcBef>
              <a:spcAft>
                <a:spcPts val="0"/>
              </a:spcAft>
              <a:buClr>
                <a:schemeClr val="dk2"/>
              </a:buClr>
              <a:buSzPts val="1200"/>
              <a:buFont typeface="Muli"/>
              <a:buChar char="■"/>
              <a:defRPr sz="1200">
                <a:solidFill>
                  <a:schemeClr val="dk2"/>
                </a:solidFill>
                <a:latin typeface="Muli"/>
                <a:ea typeface="Muli"/>
                <a:cs typeface="Muli"/>
                <a:sym typeface="Muli"/>
              </a:defRPr>
            </a:lvl9pPr>
          </a:lstStyle>
          <a:p>
            <a:endParaRPr/>
          </a:p>
        </p:txBody>
      </p:sp>
    </p:spTree>
    <p:extLst>
      <p:ext uri="{BB962C8B-B14F-4D97-AF65-F5344CB8AC3E}">
        <p14:creationId xmlns:p14="http://schemas.microsoft.com/office/powerpoint/2010/main" val="226003487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9" r:id="rId8"/>
    <p:sldLayoutId id="2147483670" r:id="rId9"/>
    <p:sldLayoutId id="2147483671" r:id="rId10"/>
    <p:sldLayoutId id="2147483672" r:id="rId11"/>
    <p:sldLayoutId id="2147483673" r:id="rId12"/>
    <p:sldLayoutId id="2147483675" r:id="rId13"/>
    <p:sldLayoutId id="2147483676" r:id="rId14"/>
    <p:sldLayoutId id="2147483677" r:id="rId15"/>
    <p:sldLayoutId id="2147483679" r:id="rId16"/>
    <p:sldLayoutId id="2147483680"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692" r:id="rId27"/>
    <p:sldLayoutId id="2147483693" r:id="rId28"/>
    <p:sldLayoutId id="2147483694" r:id="rId29"/>
    <p:sldLayoutId id="2147483695" r:id="rId30"/>
    <p:sldLayoutId id="2147483696"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9.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9.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75"/>
        <p:cNvGrpSpPr/>
        <p:nvPr/>
      </p:nvGrpSpPr>
      <p:grpSpPr>
        <a:xfrm>
          <a:off x="0" y="0"/>
          <a:ext cx="0" cy="0"/>
          <a:chOff x="0" y="0"/>
          <a:chExt cx="0" cy="0"/>
        </a:xfrm>
      </p:grpSpPr>
      <p:sp>
        <p:nvSpPr>
          <p:cNvPr id="3476" name="Google Shape;3476;p55"/>
          <p:cNvSpPr/>
          <p:nvPr/>
        </p:nvSpPr>
        <p:spPr>
          <a:xfrm>
            <a:off x="9402009" y="1162471"/>
            <a:ext cx="5018800" cy="5018800"/>
          </a:xfrm>
          <a:prstGeom prst="donut">
            <a:avLst>
              <a:gd name="adj" fmla="val 17842"/>
            </a:avLst>
          </a:pr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3477" name="Google Shape;3477;p55"/>
          <p:cNvGrpSpPr/>
          <p:nvPr/>
        </p:nvGrpSpPr>
        <p:grpSpPr>
          <a:xfrm>
            <a:off x="2742864" y="237777"/>
            <a:ext cx="1186945" cy="1187232"/>
            <a:chOff x="1347125" y="349025"/>
            <a:chExt cx="4978800" cy="4980000"/>
          </a:xfrm>
        </p:grpSpPr>
        <p:sp>
          <p:nvSpPr>
            <p:cNvPr id="3478" name="Google Shape;3478;p55"/>
            <p:cNvSpPr/>
            <p:nvPr/>
          </p:nvSpPr>
          <p:spPr>
            <a:xfrm>
              <a:off x="4756525" y="523725"/>
              <a:ext cx="1394100" cy="1393475"/>
            </a:xfrm>
            <a:custGeom>
              <a:avLst/>
              <a:gdLst/>
              <a:ahLst/>
              <a:cxnLst/>
              <a:rect l="l" t="t" r="r" b="b"/>
              <a:pathLst>
                <a:path w="55764" h="55739" extrusionOk="0">
                  <a:moveTo>
                    <a:pt x="1" y="0"/>
                  </a:moveTo>
                  <a:lnTo>
                    <a:pt x="55763" y="55739"/>
                  </a:lnTo>
                  <a:cubicBezTo>
                    <a:pt x="54928" y="53568"/>
                    <a:pt x="53998" y="51446"/>
                    <a:pt x="52973" y="49371"/>
                  </a:cubicBezTo>
                  <a:lnTo>
                    <a:pt x="6417" y="2815"/>
                  </a:lnTo>
                  <a:cubicBezTo>
                    <a:pt x="4318" y="1789"/>
                    <a:pt x="2195" y="859"/>
                    <a:pt x="1"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79" name="Google Shape;3479;p55"/>
            <p:cNvSpPr/>
            <p:nvPr/>
          </p:nvSpPr>
          <p:spPr>
            <a:xfrm>
              <a:off x="4312325" y="393150"/>
              <a:ext cx="1968875" cy="1968875"/>
            </a:xfrm>
            <a:custGeom>
              <a:avLst/>
              <a:gdLst/>
              <a:ahLst/>
              <a:cxnLst/>
              <a:rect l="l" t="t" r="r" b="b"/>
              <a:pathLst>
                <a:path w="78755" h="78755" extrusionOk="0">
                  <a:moveTo>
                    <a:pt x="0" y="0"/>
                  </a:moveTo>
                  <a:lnTo>
                    <a:pt x="78754" y="78754"/>
                  </a:lnTo>
                  <a:cubicBezTo>
                    <a:pt x="78492" y="77204"/>
                    <a:pt x="78158" y="75654"/>
                    <a:pt x="77753" y="74151"/>
                  </a:cubicBezTo>
                  <a:lnTo>
                    <a:pt x="4627" y="1026"/>
                  </a:lnTo>
                  <a:cubicBezTo>
                    <a:pt x="3125" y="620"/>
                    <a:pt x="1551" y="286"/>
                    <a:pt x="0"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0" name="Google Shape;3480;p55"/>
            <p:cNvSpPr/>
            <p:nvPr/>
          </p:nvSpPr>
          <p:spPr>
            <a:xfrm>
              <a:off x="3955175" y="350200"/>
              <a:ext cx="2370750" cy="2370175"/>
            </a:xfrm>
            <a:custGeom>
              <a:avLst/>
              <a:gdLst/>
              <a:ahLst/>
              <a:cxnLst/>
              <a:rect l="l" t="t" r="r" b="b"/>
              <a:pathLst>
                <a:path w="94830" h="94807" extrusionOk="0">
                  <a:moveTo>
                    <a:pt x="0" y="1"/>
                  </a:moveTo>
                  <a:lnTo>
                    <a:pt x="94829" y="94806"/>
                  </a:lnTo>
                  <a:lnTo>
                    <a:pt x="94829" y="94806"/>
                  </a:lnTo>
                  <a:cubicBezTo>
                    <a:pt x="94734" y="93542"/>
                    <a:pt x="94662" y="92254"/>
                    <a:pt x="94567" y="90966"/>
                  </a:cubicBezTo>
                  <a:lnTo>
                    <a:pt x="3840" y="239"/>
                  </a:lnTo>
                  <a:cubicBezTo>
                    <a:pt x="2576" y="120"/>
                    <a:pt x="1288" y="49"/>
                    <a:pt x="0"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1" name="Google Shape;3481;p55"/>
            <p:cNvSpPr/>
            <p:nvPr/>
          </p:nvSpPr>
          <p:spPr>
            <a:xfrm>
              <a:off x="3646300" y="349025"/>
              <a:ext cx="2679625" cy="2679625"/>
            </a:xfrm>
            <a:custGeom>
              <a:avLst/>
              <a:gdLst/>
              <a:ahLst/>
              <a:cxnLst/>
              <a:rect l="l" t="t" r="r" b="b"/>
              <a:pathLst>
                <a:path w="107185" h="107185" extrusionOk="0">
                  <a:moveTo>
                    <a:pt x="3387" y="0"/>
                  </a:moveTo>
                  <a:cubicBezTo>
                    <a:pt x="2266" y="48"/>
                    <a:pt x="1145" y="119"/>
                    <a:pt x="1" y="215"/>
                  </a:cubicBezTo>
                  <a:lnTo>
                    <a:pt x="106969" y="107184"/>
                  </a:lnTo>
                  <a:cubicBezTo>
                    <a:pt x="107065" y="106063"/>
                    <a:pt x="107160" y="104942"/>
                    <a:pt x="107184" y="103797"/>
                  </a:cubicBezTo>
                  <a:lnTo>
                    <a:pt x="3387"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2" name="Google Shape;3482;p55"/>
            <p:cNvSpPr/>
            <p:nvPr/>
          </p:nvSpPr>
          <p:spPr>
            <a:xfrm>
              <a:off x="3370225" y="377650"/>
              <a:ext cx="2926475" cy="2927650"/>
            </a:xfrm>
            <a:custGeom>
              <a:avLst/>
              <a:gdLst/>
              <a:ahLst/>
              <a:cxnLst/>
              <a:rect l="l" t="t" r="r" b="b"/>
              <a:pathLst>
                <a:path w="117059" h="117106" extrusionOk="0">
                  <a:moveTo>
                    <a:pt x="3006" y="0"/>
                  </a:moveTo>
                  <a:cubicBezTo>
                    <a:pt x="1980" y="191"/>
                    <a:pt x="979" y="358"/>
                    <a:pt x="1" y="549"/>
                  </a:cubicBezTo>
                  <a:lnTo>
                    <a:pt x="116558" y="117106"/>
                  </a:lnTo>
                  <a:cubicBezTo>
                    <a:pt x="116748" y="116104"/>
                    <a:pt x="116939" y="115055"/>
                    <a:pt x="117058" y="114053"/>
                  </a:cubicBezTo>
                  <a:lnTo>
                    <a:pt x="3006"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3" name="Google Shape;3483;p55"/>
            <p:cNvSpPr/>
            <p:nvPr/>
          </p:nvSpPr>
          <p:spPr>
            <a:xfrm>
              <a:off x="3118025" y="433675"/>
              <a:ext cx="3123825" cy="3123250"/>
            </a:xfrm>
            <a:custGeom>
              <a:avLst/>
              <a:gdLst/>
              <a:ahLst/>
              <a:cxnLst/>
              <a:rect l="l" t="t" r="r" b="b"/>
              <a:pathLst>
                <a:path w="124953" h="124930" extrusionOk="0">
                  <a:moveTo>
                    <a:pt x="2815" y="1"/>
                  </a:moveTo>
                  <a:cubicBezTo>
                    <a:pt x="1861" y="239"/>
                    <a:pt x="930" y="526"/>
                    <a:pt x="0" y="788"/>
                  </a:cubicBezTo>
                  <a:lnTo>
                    <a:pt x="124141" y="124930"/>
                  </a:lnTo>
                  <a:cubicBezTo>
                    <a:pt x="124427" y="124023"/>
                    <a:pt x="124690" y="123093"/>
                    <a:pt x="124952" y="122163"/>
                  </a:cubicBezTo>
                  <a:lnTo>
                    <a:pt x="2815"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4" name="Google Shape;3484;p55"/>
            <p:cNvSpPr/>
            <p:nvPr/>
          </p:nvSpPr>
          <p:spPr>
            <a:xfrm>
              <a:off x="2887275" y="510600"/>
              <a:ext cx="3277050" cy="3277675"/>
            </a:xfrm>
            <a:custGeom>
              <a:avLst/>
              <a:gdLst/>
              <a:ahLst/>
              <a:cxnLst/>
              <a:rect l="l" t="t" r="r" b="b"/>
              <a:pathLst>
                <a:path w="131082" h="131107" extrusionOk="0">
                  <a:moveTo>
                    <a:pt x="2552" y="1"/>
                  </a:moveTo>
                  <a:cubicBezTo>
                    <a:pt x="2242" y="120"/>
                    <a:pt x="1980" y="215"/>
                    <a:pt x="1670" y="358"/>
                  </a:cubicBezTo>
                  <a:cubicBezTo>
                    <a:pt x="1097" y="573"/>
                    <a:pt x="549" y="812"/>
                    <a:pt x="0" y="1026"/>
                  </a:cubicBezTo>
                  <a:lnTo>
                    <a:pt x="130080" y="131107"/>
                  </a:lnTo>
                  <a:cubicBezTo>
                    <a:pt x="130461" y="130248"/>
                    <a:pt x="130795" y="129389"/>
                    <a:pt x="131082" y="128531"/>
                  </a:cubicBezTo>
                  <a:lnTo>
                    <a:pt x="2552"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5" name="Google Shape;3485;p55"/>
            <p:cNvSpPr/>
            <p:nvPr/>
          </p:nvSpPr>
          <p:spPr>
            <a:xfrm>
              <a:off x="2673800" y="606600"/>
              <a:ext cx="3395125" cy="3395125"/>
            </a:xfrm>
            <a:custGeom>
              <a:avLst/>
              <a:gdLst/>
              <a:ahLst/>
              <a:cxnLst/>
              <a:rect l="l" t="t" r="r" b="b"/>
              <a:pathLst>
                <a:path w="135805" h="135805" extrusionOk="0">
                  <a:moveTo>
                    <a:pt x="2362" y="1"/>
                  </a:moveTo>
                  <a:cubicBezTo>
                    <a:pt x="1551" y="358"/>
                    <a:pt x="764" y="764"/>
                    <a:pt x="1" y="1217"/>
                  </a:cubicBezTo>
                  <a:lnTo>
                    <a:pt x="134612" y="135805"/>
                  </a:lnTo>
                  <a:cubicBezTo>
                    <a:pt x="135041" y="135018"/>
                    <a:pt x="135447" y="134255"/>
                    <a:pt x="135805" y="133444"/>
                  </a:cubicBezTo>
                  <a:lnTo>
                    <a:pt x="2362"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6" name="Google Shape;3486;p55"/>
            <p:cNvSpPr/>
            <p:nvPr/>
          </p:nvSpPr>
          <p:spPr>
            <a:xfrm>
              <a:off x="2475850" y="718100"/>
              <a:ext cx="3482175" cy="3481600"/>
            </a:xfrm>
            <a:custGeom>
              <a:avLst/>
              <a:gdLst/>
              <a:ahLst/>
              <a:cxnLst/>
              <a:rect l="l" t="t" r="r" b="b"/>
              <a:pathLst>
                <a:path w="139287" h="139264" extrusionOk="0">
                  <a:moveTo>
                    <a:pt x="2195" y="1"/>
                  </a:moveTo>
                  <a:cubicBezTo>
                    <a:pt x="1455" y="430"/>
                    <a:pt x="740" y="859"/>
                    <a:pt x="0" y="1384"/>
                  </a:cubicBezTo>
                  <a:lnTo>
                    <a:pt x="137879" y="139263"/>
                  </a:lnTo>
                  <a:cubicBezTo>
                    <a:pt x="138380" y="138572"/>
                    <a:pt x="138833" y="137832"/>
                    <a:pt x="139286" y="137069"/>
                  </a:cubicBezTo>
                  <a:lnTo>
                    <a:pt x="2195"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7" name="Google Shape;3487;p55"/>
            <p:cNvSpPr/>
            <p:nvPr/>
          </p:nvSpPr>
          <p:spPr>
            <a:xfrm>
              <a:off x="2292800" y="843925"/>
              <a:ext cx="3538225" cy="3538825"/>
            </a:xfrm>
            <a:custGeom>
              <a:avLst/>
              <a:gdLst/>
              <a:ahLst/>
              <a:cxnLst/>
              <a:rect l="l" t="t" r="r" b="b"/>
              <a:pathLst>
                <a:path w="141529" h="141553" extrusionOk="0">
                  <a:moveTo>
                    <a:pt x="2004" y="0"/>
                  </a:moveTo>
                  <a:cubicBezTo>
                    <a:pt x="1312" y="549"/>
                    <a:pt x="668" y="1049"/>
                    <a:pt x="0" y="1574"/>
                  </a:cubicBezTo>
                  <a:lnTo>
                    <a:pt x="139978" y="141552"/>
                  </a:lnTo>
                  <a:cubicBezTo>
                    <a:pt x="140503" y="140861"/>
                    <a:pt x="141004" y="140193"/>
                    <a:pt x="141528" y="139525"/>
                  </a:cubicBezTo>
                  <a:lnTo>
                    <a:pt x="2004"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8" name="Google Shape;3488;p55"/>
            <p:cNvSpPr/>
            <p:nvPr/>
          </p:nvSpPr>
          <p:spPr>
            <a:xfrm>
              <a:off x="2124050" y="985825"/>
              <a:ext cx="3565650" cy="3565075"/>
            </a:xfrm>
            <a:custGeom>
              <a:avLst/>
              <a:gdLst/>
              <a:ahLst/>
              <a:cxnLst/>
              <a:rect l="l" t="t" r="r" b="b"/>
              <a:pathLst>
                <a:path w="142626" h="142603" extrusionOk="0">
                  <a:moveTo>
                    <a:pt x="1885" y="0"/>
                  </a:moveTo>
                  <a:cubicBezTo>
                    <a:pt x="1241" y="549"/>
                    <a:pt x="621" y="1145"/>
                    <a:pt x="1" y="1718"/>
                  </a:cubicBezTo>
                  <a:lnTo>
                    <a:pt x="140885" y="142602"/>
                  </a:lnTo>
                  <a:cubicBezTo>
                    <a:pt x="141481" y="141982"/>
                    <a:pt x="142077" y="141386"/>
                    <a:pt x="142626" y="140742"/>
                  </a:cubicBezTo>
                  <a:lnTo>
                    <a:pt x="1885"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9" name="Google Shape;3489;p55"/>
            <p:cNvSpPr/>
            <p:nvPr/>
          </p:nvSpPr>
          <p:spPr>
            <a:xfrm>
              <a:off x="1970825" y="1141450"/>
              <a:ext cx="3563250" cy="3563875"/>
            </a:xfrm>
            <a:custGeom>
              <a:avLst/>
              <a:gdLst/>
              <a:ahLst/>
              <a:cxnLst/>
              <a:rect l="l" t="t" r="r" b="b"/>
              <a:pathLst>
                <a:path w="142530" h="142555" extrusionOk="0">
                  <a:moveTo>
                    <a:pt x="1693" y="0"/>
                  </a:moveTo>
                  <a:cubicBezTo>
                    <a:pt x="1097" y="621"/>
                    <a:pt x="525" y="1264"/>
                    <a:pt x="0" y="1885"/>
                  </a:cubicBezTo>
                  <a:lnTo>
                    <a:pt x="140669" y="142555"/>
                  </a:lnTo>
                  <a:cubicBezTo>
                    <a:pt x="141290" y="141982"/>
                    <a:pt x="141934" y="141434"/>
                    <a:pt x="142530" y="140837"/>
                  </a:cubicBezTo>
                  <a:lnTo>
                    <a:pt x="1693"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0" name="Google Shape;3490;p55"/>
            <p:cNvSpPr/>
            <p:nvPr/>
          </p:nvSpPr>
          <p:spPr>
            <a:xfrm>
              <a:off x="1830100" y="1311375"/>
              <a:ext cx="3534050" cy="3534075"/>
            </a:xfrm>
            <a:custGeom>
              <a:avLst/>
              <a:gdLst/>
              <a:ahLst/>
              <a:cxnLst/>
              <a:rect l="l" t="t" r="r" b="b"/>
              <a:pathLst>
                <a:path w="141362" h="141363" extrusionOk="0">
                  <a:moveTo>
                    <a:pt x="1551" y="1"/>
                  </a:moveTo>
                  <a:cubicBezTo>
                    <a:pt x="1026" y="692"/>
                    <a:pt x="525" y="1336"/>
                    <a:pt x="0" y="2028"/>
                  </a:cubicBezTo>
                  <a:lnTo>
                    <a:pt x="139334" y="141362"/>
                  </a:lnTo>
                  <a:cubicBezTo>
                    <a:pt x="140026" y="140838"/>
                    <a:pt x="140717" y="140337"/>
                    <a:pt x="141361" y="139812"/>
                  </a:cubicBezTo>
                  <a:lnTo>
                    <a:pt x="1551"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1" name="Google Shape;3491;p55"/>
            <p:cNvSpPr/>
            <p:nvPr/>
          </p:nvSpPr>
          <p:spPr>
            <a:xfrm>
              <a:off x="1704875" y="1495025"/>
              <a:ext cx="3476225" cy="3475050"/>
            </a:xfrm>
            <a:custGeom>
              <a:avLst/>
              <a:gdLst/>
              <a:ahLst/>
              <a:cxnLst/>
              <a:rect l="l" t="t" r="r" b="b"/>
              <a:pathLst>
                <a:path w="139049" h="139002" extrusionOk="0">
                  <a:moveTo>
                    <a:pt x="1384" y="1"/>
                  </a:moveTo>
                  <a:cubicBezTo>
                    <a:pt x="907" y="740"/>
                    <a:pt x="454" y="1479"/>
                    <a:pt x="1" y="2219"/>
                  </a:cubicBezTo>
                  <a:lnTo>
                    <a:pt x="136783" y="139001"/>
                  </a:lnTo>
                  <a:cubicBezTo>
                    <a:pt x="137546" y="138572"/>
                    <a:pt x="138309" y="138119"/>
                    <a:pt x="139048" y="137666"/>
                  </a:cubicBezTo>
                  <a:lnTo>
                    <a:pt x="1384"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2" name="Google Shape;3492;p55"/>
            <p:cNvSpPr/>
            <p:nvPr/>
          </p:nvSpPr>
          <p:spPr>
            <a:xfrm>
              <a:off x="1594575" y="1694175"/>
              <a:ext cx="3386775" cy="3386800"/>
            </a:xfrm>
            <a:custGeom>
              <a:avLst/>
              <a:gdLst/>
              <a:ahLst/>
              <a:cxnLst/>
              <a:rect l="l" t="t" r="r" b="b"/>
              <a:pathLst>
                <a:path w="135471" h="135472" extrusionOk="0">
                  <a:moveTo>
                    <a:pt x="1193" y="1"/>
                  </a:moveTo>
                  <a:cubicBezTo>
                    <a:pt x="764" y="788"/>
                    <a:pt x="382" y="1575"/>
                    <a:pt x="1" y="2386"/>
                  </a:cubicBezTo>
                  <a:lnTo>
                    <a:pt x="133085" y="135471"/>
                  </a:lnTo>
                  <a:cubicBezTo>
                    <a:pt x="133896" y="135090"/>
                    <a:pt x="134683" y="134684"/>
                    <a:pt x="135471" y="134255"/>
                  </a:cubicBezTo>
                  <a:lnTo>
                    <a:pt x="1193"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3" name="Google Shape;3493;p55"/>
            <p:cNvSpPr/>
            <p:nvPr/>
          </p:nvSpPr>
          <p:spPr>
            <a:xfrm>
              <a:off x="1500975" y="1909425"/>
              <a:ext cx="3264525" cy="3265150"/>
            </a:xfrm>
            <a:custGeom>
              <a:avLst/>
              <a:gdLst/>
              <a:ahLst/>
              <a:cxnLst/>
              <a:rect l="l" t="t" r="r" b="b"/>
              <a:pathLst>
                <a:path w="130581" h="130606" extrusionOk="0">
                  <a:moveTo>
                    <a:pt x="978" y="1"/>
                  </a:moveTo>
                  <a:cubicBezTo>
                    <a:pt x="644" y="859"/>
                    <a:pt x="310" y="1718"/>
                    <a:pt x="0" y="2577"/>
                  </a:cubicBezTo>
                  <a:lnTo>
                    <a:pt x="128029" y="130606"/>
                  </a:lnTo>
                  <a:cubicBezTo>
                    <a:pt x="128625" y="130367"/>
                    <a:pt x="129174" y="130177"/>
                    <a:pt x="129746" y="129938"/>
                  </a:cubicBezTo>
                  <a:cubicBezTo>
                    <a:pt x="130032" y="129843"/>
                    <a:pt x="130318" y="129723"/>
                    <a:pt x="130581" y="129604"/>
                  </a:cubicBezTo>
                  <a:lnTo>
                    <a:pt x="978"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4" name="Google Shape;3494;p55"/>
            <p:cNvSpPr/>
            <p:nvPr/>
          </p:nvSpPr>
          <p:spPr>
            <a:xfrm>
              <a:off x="1425825" y="2142575"/>
              <a:ext cx="3107150" cy="3107125"/>
            </a:xfrm>
            <a:custGeom>
              <a:avLst/>
              <a:gdLst/>
              <a:ahLst/>
              <a:cxnLst/>
              <a:rect l="l" t="t" r="r" b="b"/>
              <a:pathLst>
                <a:path w="124286" h="124285" extrusionOk="0">
                  <a:moveTo>
                    <a:pt x="788" y="0"/>
                  </a:moveTo>
                  <a:cubicBezTo>
                    <a:pt x="478" y="930"/>
                    <a:pt x="239" y="1861"/>
                    <a:pt x="1" y="2791"/>
                  </a:cubicBezTo>
                  <a:lnTo>
                    <a:pt x="121495" y="124285"/>
                  </a:lnTo>
                  <a:cubicBezTo>
                    <a:pt x="122425" y="124023"/>
                    <a:pt x="123355" y="123784"/>
                    <a:pt x="124285" y="123498"/>
                  </a:cubicBezTo>
                  <a:lnTo>
                    <a:pt x="788"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5" name="Google Shape;3495;p55"/>
            <p:cNvSpPr/>
            <p:nvPr/>
          </p:nvSpPr>
          <p:spPr>
            <a:xfrm>
              <a:off x="1372175" y="2395975"/>
              <a:ext cx="2906775" cy="2906800"/>
            </a:xfrm>
            <a:custGeom>
              <a:avLst/>
              <a:gdLst/>
              <a:ahLst/>
              <a:cxnLst/>
              <a:rect l="l" t="t" r="r" b="b"/>
              <a:pathLst>
                <a:path w="116271" h="116272" extrusionOk="0">
                  <a:moveTo>
                    <a:pt x="501" y="1"/>
                  </a:moveTo>
                  <a:cubicBezTo>
                    <a:pt x="334" y="1002"/>
                    <a:pt x="143" y="2052"/>
                    <a:pt x="0" y="3054"/>
                  </a:cubicBezTo>
                  <a:lnTo>
                    <a:pt x="113218" y="116272"/>
                  </a:lnTo>
                  <a:cubicBezTo>
                    <a:pt x="114220" y="116129"/>
                    <a:pt x="115269" y="115962"/>
                    <a:pt x="116271" y="115771"/>
                  </a:cubicBezTo>
                  <a:lnTo>
                    <a:pt x="501"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6" name="Google Shape;3496;p55"/>
            <p:cNvSpPr/>
            <p:nvPr/>
          </p:nvSpPr>
          <p:spPr>
            <a:xfrm>
              <a:off x="1347125" y="2675025"/>
              <a:ext cx="2653375" cy="2654000"/>
            </a:xfrm>
            <a:custGeom>
              <a:avLst/>
              <a:gdLst/>
              <a:ahLst/>
              <a:cxnLst/>
              <a:rect l="l" t="t" r="r" b="b"/>
              <a:pathLst>
                <a:path w="106135" h="106160" extrusionOk="0">
                  <a:moveTo>
                    <a:pt x="144" y="1"/>
                  </a:moveTo>
                  <a:cubicBezTo>
                    <a:pt x="72" y="1146"/>
                    <a:pt x="1" y="2290"/>
                    <a:pt x="1" y="3459"/>
                  </a:cubicBezTo>
                  <a:lnTo>
                    <a:pt x="102676" y="106159"/>
                  </a:lnTo>
                  <a:cubicBezTo>
                    <a:pt x="103821" y="106111"/>
                    <a:pt x="104966" y="106064"/>
                    <a:pt x="106135" y="105992"/>
                  </a:cubicBezTo>
                  <a:lnTo>
                    <a:pt x="144" y="1"/>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7" name="Google Shape;3497;p55"/>
            <p:cNvSpPr/>
            <p:nvPr/>
          </p:nvSpPr>
          <p:spPr>
            <a:xfrm>
              <a:off x="1349525" y="2987475"/>
              <a:ext cx="2337350" cy="2337375"/>
            </a:xfrm>
            <a:custGeom>
              <a:avLst/>
              <a:gdLst/>
              <a:ahLst/>
              <a:cxnLst/>
              <a:rect l="l" t="t" r="r" b="b"/>
              <a:pathLst>
                <a:path w="93494" h="93495" extrusionOk="0">
                  <a:moveTo>
                    <a:pt x="0" y="0"/>
                  </a:moveTo>
                  <a:lnTo>
                    <a:pt x="0" y="0"/>
                  </a:lnTo>
                  <a:cubicBezTo>
                    <a:pt x="72" y="1288"/>
                    <a:pt x="167" y="2600"/>
                    <a:pt x="334" y="3912"/>
                  </a:cubicBezTo>
                  <a:lnTo>
                    <a:pt x="89606" y="93184"/>
                  </a:lnTo>
                  <a:cubicBezTo>
                    <a:pt x="90894" y="93327"/>
                    <a:pt x="92182" y="93446"/>
                    <a:pt x="93493" y="93494"/>
                  </a:cubicBezTo>
                  <a:lnTo>
                    <a:pt x="0"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8" name="Google Shape;3498;p55"/>
            <p:cNvSpPr/>
            <p:nvPr/>
          </p:nvSpPr>
          <p:spPr>
            <a:xfrm>
              <a:off x="1398400" y="3351200"/>
              <a:ext cx="1924750" cy="1924750"/>
            </a:xfrm>
            <a:custGeom>
              <a:avLst/>
              <a:gdLst/>
              <a:ahLst/>
              <a:cxnLst/>
              <a:rect l="l" t="t" r="r" b="b"/>
              <a:pathLst>
                <a:path w="76990" h="76990" extrusionOk="0">
                  <a:moveTo>
                    <a:pt x="1" y="0"/>
                  </a:moveTo>
                  <a:lnTo>
                    <a:pt x="1" y="0"/>
                  </a:lnTo>
                  <a:cubicBezTo>
                    <a:pt x="335" y="1550"/>
                    <a:pt x="716" y="3125"/>
                    <a:pt x="1122" y="4675"/>
                  </a:cubicBezTo>
                  <a:lnTo>
                    <a:pt x="72339" y="75892"/>
                  </a:lnTo>
                  <a:cubicBezTo>
                    <a:pt x="73889" y="76298"/>
                    <a:pt x="75439" y="76679"/>
                    <a:pt x="76990" y="76989"/>
                  </a:cubicBezTo>
                  <a:lnTo>
                    <a:pt x="1"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9" name="Google Shape;3499;p55"/>
            <p:cNvSpPr/>
            <p:nvPr/>
          </p:nvSpPr>
          <p:spPr>
            <a:xfrm>
              <a:off x="1543300" y="3809125"/>
              <a:ext cx="1323125" cy="1323125"/>
            </a:xfrm>
            <a:custGeom>
              <a:avLst/>
              <a:gdLst/>
              <a:ahLst/>
              <a:cxnLst/>
              <a:rect l="l" t="t" r="r" b="b"/>
              <a:pathLst>
                <a:path w="52925" h="52925" extrusionOk="0">
                  <a:moveTo>
                    <a:pt x="0" y="0"/>
                  </a:moveTo>
                  <a:lnTo>
                    <a:pt x="0" y="0"/>
                  </a:lnTo>
                  <a:cubicBezTo>
                    <a:pt x="954" y="2314"/>
                    <a:pt x="2004" y="4556"/>
                    <a:pt x="3173" y="6750"/>
                  </a:cubicBezTo>
                  <a:lnTo>
                    <a:pt x="46222" y="49824"/>
                  </a:lnTo>
                  <a:cubicBezTo>
                    <a:pt x="48417" y="50945"/>
                    <a:pt x="50635" y="51994"/>
                    <a:pt x="52924" y="52924"/>
                  </a:cubicBezTo>
                  <a:lnTo>
                    <a:pt x="0" y="0"/>
                  </a:ln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3501" name="Google Shape;3501;p55"/>
          <p:cNvSpPr/>
          <p:nvPr/>
        </p:nvSpPr>
        <p:spPr>
          <a:xfrm flipH="1">
            <a:off x="10094257" y="5904641"/>
            <a:ext cx="1013736" cy="392403"/>
          </a:xfrm>
          <a:custGeom>
            <a:avLst/>
            <a:gdLst/>
            <a:ahLst/>
            <a:cxnLst/>
            <a:rect l="l" t="t" r="r" b="b"/>
            <a:pathLst>
              <a:path w="8874" h="3435" extrusionOk="0">
                <a:moveTo>
                  <a:pt x="1" y="0"/>
                </a:moveTo>
                <a:lnTo>
                  <a:pt x="1" y="3435"/>
                </a:lnTo>
                <a:lnTo>
                  <a:pt x="8873" y="3435"/>
                </a:lnTo>
                <a:lnTo>
                  <a:pt x="8873" y="0"/>
                </a:ln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2" name="Google Shape;3502;p55"/>
          <p:cNvSpPr/>
          <p:nvPr/>
        </p:nvSpPr>
        <p:spPr>
          <a:xfrm flipH="1">
            <a:off x="7898286" y="2926607"/>
            <a:ext cx="5402937" cy="3057088"/>
          </a:xfrm>
          <a:custGeom>
            <a:avLst/>
            <a:gdLst/>
            <a:ahLst/>
            <a:cxnLst/>
            <a:rect l="l" t="t" r="r" b="b"/>
            <a:pathLst>
              <a:path w="47296" h="26761" extrusionOk="0">
                <a:moveTo>
                  <a:pt x="2696" y="1"/>
                </a:moveTo>
                <a:cubicBezTo>
                  <a:pt x="1193" y="1"/>
                  <a:pt x="0" y="1193"/>
                  <a:pt x="0" y="2672"/>
                </a:cubicBezTo>
                <a:lnTo>
                  <a:pt x="0" y="24090"/>
                </a:lnTo>
                <a:cubicBezTo>
                  <a:pt x="0" y="25568"/>
                  <a:pt x="1193" y="26761"/>
                  <a:pt x="2696" y="26761"/>
                </a:cubicBezTo>
                <a:lnTo>
                  <a:pt x="44601" y="26761"/>
                </a:lnTo>
                <a:cubicBezTo>
                  <a:pt x="46103" y="26761"/>
                  <a:pt x="47296" y="25568"/>
                  <a:pt x="47296" y="24090"/>
                </a:cubicBezTo>
                <a:lnTo>
                  <a:pt x="47296" y="2672"/>
                </a:lnTo>
                <a:cubicBezTo>
                  <a:pt x="47296" y="1193"/>
                  <a:pt x="46103" y="1"/>
                  <a:pt x="44601" y="1"/>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3" name="Google Shape;3503;p55"/>
          <p:cNvSpPr/>
          <p:nvPr/>
        </p:nvSpPr>
        <p:spPr>
          <a:xfrm flipH="1">
            <a:off x="8039940" y="3062891"/>
            <a:ext cx="5116889" cy="2781891"/>
          </a:xfrm>
          <a:custGeom>
            <a:avLst/>
            <a:gdLst/>
            <a:ahLst/>
            <a:cxnLst/>
            <a:rect l="l" t="t" r="r" b="b"/>
            <a:pathLst>
              <a:path w="44792" h="24352" extrusionOk="0">
                <a:moveTo>
                  <a:pt x="1694" y="0"/>
                </a:moveTo>
                <a:cubicBezTo>
                  <a:pt x="740" y="0"/>
                  <a:pt x="1" y="763"/>
                  <a:pt x="1" y="1694"/>
                </a:cubicBezTo>
                <a:lnTo>
                  <a:pt x="1" y="22658"/>
                </a:lnTo>
                <a:cubicBezTo>
                  <a:pt x="1" y="23612"/>
                  <a:pt x="764" y="24352"/>
                  <a:pt x="1694" y="24352"/>
                </a:cubicBezTo>
                <a:lnTo>
                  <a:pt x="43098" y="24352"/>
                </a:lnTo>
                <a:cubicBezTo>
                  <a:pt x="44028" y="24352"/>
                  <a:pt x="44768" y="23612"/>
                  <a:pt x="44791" y="22658"/>
                </a:cubicBezTo>
                <a:lnTo>
                  <a:pt x="44791" y="1694"/>
                </a:lnTo>
                <a:cubicBezTo>
                  <a:pt x="44791" y="740"/>
                  <a:pt x="44028" y="0"/>
                  <a:pt x="43098"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4" name="Google Shape;3504;p55"/>
          <p:cNvSpPr/>
          <p:nvPr/>
        </p:nvSpPr>
        <p:spPr>
          <a:xfrm flipH="1">
            <a:off x="8042680" y="3245441"/>
            <a:ext cx="5114147" cy="2422275"/>
          </a:xfrm>
          <a:custGeom>
            <a:avLst/>
            <a:gdLst/>
            <a:ahLst/>
            <a:cxnLst/>
            <a:rect l="l" t="t" r="r" b="b"/>
            <a:pathLst>
              <a:path w="44768" h="21204" extrusionOk="0">
                <a:moveTo>
                  <a:pt x="1" y="0"/>
                </a:moveTo>
                <a:lnTo>
                  <a:pt x="1" y="21203"/>
                </a:lnTo>
                <a:lnTo>
                  <a:pt x="44768" y="21203"/>
                </a:lnTo>
                <a:lnTo>
                  <a:pt x="4476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5" name="Google Shape;3505;p55"/>
          <p:cNvSpPr/>
          <p:nvPr/>
        </p:nvSpPr>
        <p:spPr>
          <a:xfrm flipH="1">
            <a:off x="9080750" y="6296932"/>
            <a:ext cx="3035268" cy="117321"/>
          </a:xfrm>
          <a:custGeom>
            <a:avLst/>
            <a:gdLst/>
            <a:ahLst/>
            <a:cxnLst/>
            <a:rect l="l" t="t" r="r" b="b"/>
            <a:pathLst>
              <a:path w="26570" h="1027" extrusionOk="0">
                <a:moveTo>
                  <a:pt x="501" y="1"/>
                </a:moveTo>
                <a:cubicBezTo>
                  <a:pt x="215" y="1"/>
                  <a:pt x="0" y="239"/>
                  <a:pt x="0" y="502"/>
                </a:cubicBezTo>
                <a:cubicBezTo>
                  <a:pt x="0" y="812"/>
                  <a:pt x="239" y="1026"/>
                  <a:pt x="501" y="1026"/>
                </a:cubicBezTo>
                <a:lnTo>
                  <a:pt x="26069" y="1026"/>
                </a:lnTo>
                <a:cubicBezTo>
                  <a:pt x="26331" y="1026"/>
                  <a:pt x="26546" y="788"/>
                  <a:pt x="26570" y="502"/>
                </a:cubicBezTo>
                <a:cubicBezTo>
                  <a:pt x="26570" y="215"/>
                  <a:pt x="26331" y="1"/>
                  <a:pt x="26069" y="1"/>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6" name="Google Shape;3506;p55"/>
          <p:cNvSpPr/>
          <p:nvPr/>
        </p:nvSpPr>
        <p:spPr>
          <a:xfrm flipH="1">
            <a:off x="10631055" y="3615911"/>
            <a:ext cx="877452" cy="885677"/>
          </a:xfrm>
          <a:custGeom>
            <a:avLst/>
            <a:gdLst/>
            <a:ahLst/>
            <a:cxnLst/>
            <a:rect l="l" t="t" r="r" b="b"/>
            <a:pathLst>
              <a:path w="7681" h="7753" extrusionOk="0">
                <a:moveTo>
                  <a:pt x="3841" y="1647"/>
                </a:moveTo>
                <a:cubicBezTo>
                  <a:pt x="4246" y="1647"/>
                  <a:pt x="4652" y="1766"/>
                  <a:pt x="4962" y="1957"/>
                </a:cubicBezTo>
                <a:cubicBezTo>
                  <a:pt x="5654" y="2338"/>
                  <a:pt x="6107" y="3078"/>
                  <a:pt x="6107" y="3912"/>
                </a:cubicBezTo>
                <a:cubicBezTo>
                  <a:pt x="6107" y="4509"/>
                  <a:pt x="5868" y="5057"/>
                  <a:pt x="5510" y="5439"/>
                </a:cubicBezTo>
                <a:cubicBezTo>
                  <a:pt x="5081" y="5892"/>
                  <a:pt x="4485" y="6178"/>
                  <a:pt x="3841" y="6178"/>
                </a:cubicBezTo>
                <a:cubicBezTo>
                  <a:pt x="2625" y="6178"/>
                  <a:pt x="1599" y="5200"/>
                  <a:pt x="1575" y="3984"/>
                </a:cubicBezTo>
                <a:lnTo>
                  <a:pt x="1575" y="3912"/>
                </a:lnTo>
                <a:cubicBezTo>
                  <a:pt x="1575" y="2958"/>
                  <a:pt x="2171" y="2124"/>
                  <a:pt x="3006" y="1790"/>
                </a:cubicBezTo>
                <a:cubicBezTo>
                  <a:pt x="3268" y="1718"/>
                  <a:pt x="3531" y="1647"/>
                  <a:pt x="3841" y="1647"/>
                </a:cubicBezTo>
                <a:close/>
                <a:moveTo>
                  <a:pt x="3841" y="1"/>
                </a:moveTo>
                <a:cubicBezTo>
                  <a:pt x="3340" y="72"/>
                  <a:pt x="2887" y="168"/>
                  <a:pt x="2434" y="311"/>
                </a:cubicBezTo>
                <a:cubicBezTo>
                  <a:pt x="1003" y="859"/>
                  <a:pt x="1" y="2267"/>
                  <a:pt x="1" y="3912"/>
                </a:cubicBezTo>
                <a:cubicBezTo>
                  <a:pt x="1" y="6035"/>
                  <a:pt x="1718" y="7752"/>
                  <a:pt x="3841" y="7752"/>
                </a:cubicBezTo>
                <a:cubicBezTo>
                  <a:pt x="4962" y="7752"/>
                  <a:pt x="5987" y="7275"/>
                  <a:pt x="6703" y="6488"/>
                </a:cubicBezTo>
                <a:cubicBezTo>
                  <a:pt x="7323" y="5797"/>
                  <a:pt x="7681" y="4890"/>
                  <a:pt x="7681" y="3889"/>
                </a:cubicBezTo>
                <a:cubicBezTo>
                  <a:pt x="7681" y="2457"/>
                  <a:pt x="6918" y="1241"/>
                  <a:pt x="5773" y="549"/>
                </a:cubicBezTo>
                <a:cubicBezTo>
                  <a:pt x="5200" y="216"/>
                  <a:pt x="4533" y="1"/>
                  <a:pt x="3841" y="1"/>
                </a:cubicBezTo>
                <a:close/>
              </a:path>
            </a:pathLst>
          </a:custGeom>
          <a:solidFill>
            <a:srgbClr val="00BBC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7" name="Google Shape;3507;p55"/>
          <p:cNvSpPr/>
          <p:nvPr/>
        </p:nvSpPr>
        <p:spPr>
          <a:xfrm flipH="1">
            <a:off x="10745406" y="4062804"/>
            <a:ext cx="768471" cy="444152"/>
          </a:xfrm>
          <a:custGeom>
            <a:avLst/>
            <a:gdLst/>
            <a:ahLst/>
            <a:cxnLst/>
            <a:rect l="l" t="t" r="r" b="b"/>
            <a:pathLst>
              <a:path w="6727" h="3888" extrusionOk="0">
                <a:moveTo>
                  <a:pt x="0" y="0"/>
                </a:moveTo>
                <a:cubicBezTo>
                  <a:pt x="0" y="2123"/>
                  <a:pt x="1741" y="3840"/>
                  <a:pt x="3864" y="3888"/>
                </a:cubicBezTo>
                <a:cubicBezTo>
                  <a:pt x="4985" y="3888"/>
                  <a:pt x="6011" y="3363"/>
                  <a:pt x="6726" y="2600"/>
                </a:cubicBezTo>
                <a:lnTo>
                  <a:pt x="5534" y="1527"/>
                </a:lnTo>
                <a:cubicBezTo>
                  <a:pt x="5104" y="1980"/>
                  <a:pt x="4508" y="2266"/>
                  <a:pt x="3864" y="2266"/>
                </a:cubicBezTo>
                <a:cubicBezTo>
                  <a:pt x="2624" y="2266"/>
                  <a:pt x="1622" y="1288"/>
                  <a:pt x="1598" y="72"/>
                </a:cubicBezTo>
                <a:lnTo>
                  <a:pt x="1598" y="0"/>
                </a:lnTo>
                <a:close/>
              </a:path>
            </a:pathLst>
          </a:custGeom>
          <a:solidFill>
            <a:srgbClr val="00899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8" name="Google Shape;3508;p55"/>
          <p:cNvSpPr/>
          <p:nvPr/>
        </p:nvSpPr>
        <p:spPr>
          <a:xfrm flipH="1">
            <a:off x="10742779" y="4656721"/>
            <a:ext cx="1656660" cy="703127"/>
          </a:xfrm>
          <a:custGeom>
            <a:avLst/>
            <a:gdLst/>
            <a:ahLst/>
            <a:cxnLst/>
            <a:rect l="l" t="t" r="r" b="b"/>
            <a:pathLst>
              <a:path w="14502" h="6155" extrusionOk="0">
                <a:moveTo>
                  <a:pt x="526" y="1"/>
                </a:moveTo>
                <a:cubicBezTo>
                  <a:pt x="239" y="1"/>
                  <a:pt x="1" y="239"/>
                  <a:pt x="1" y="502"/>
                </a:cubicBezTo>
                <a:cubicBezTo>
                  <a:pt x="1" y="764"/>
                  <a:pt x="239" y="1002"/>
                  <a:pt x="526" y="1002"/>
                </a:cubicBezTo>
                <a:lnTo>
                  <a:pt x="14001" y="1002"/>
                </a:lnTo>
                <a:cubicBezTo>
                  <a:pt x="14263" y="1002"/>
                  <a:pt x="14502" y="764"/>
                  <a:pt x="14502" y="502"/>
                </a:cubicBezTo>
                <a:cubicBezTo>
                  <a:pt x="14502" y="239"/>
                  <a:pt x="14263" y="1"/>
                  <a:pt x="14001" y="1"/>
                </a:cubicBezTo>
                <a:close/>
                <a:moveTo>
                  <a:pt x="526" y="1718"/>
                </a:moveTo>
                <a:cubicBezTo>
                  <a:pt x="239" y="1718"/>
                  <a:pt x="1" y="1956"/>
                  <a:pt x="1" y="2219"/>
                </a:cubicBezTo>
                <a:cubicBezTo>
                  <a:pt x="1" y="2481"/>
                  <a:pt x="239" y="2744"/>
                  <a:pt x="526" y="2744"/>
                </a:cubicBezTo>
                <a:lnTo>
                  <a:pt x="14001" y="2744"/>
                </a:lnTo>
                <a:cubicBezTo>
                  <a:pt x="14263" y="2744"/>
                  <a:pt x="14502" y="2481"/>
                  <a:pt x="14502" y="2219"/>
                </a:cubicBezTo>
                <a:cubicBezTo>
                  <a:pt x="14502" y="1933"/>
                  <a:pt x="14263" y="1718"/>
                  <a:pt x="14001" y="1718"/>
                </a:cubicBezTo>
                <a:close/>
                <a:moveTo>
                  <a:pt x="526" y="3411"/>
                </a:moveTo>
                <a:cubicBezTo>
                  <a:pt x="239" y="3411"/>
                  <a:pt x="1" y="3650"/>
                  <a:pt x="1" y="3936"/>
                </a:cubicBezTo>
                <a:cubicBezTo>
                  <a:pt x="1" y="4198"/>
                  <a:pt x="239" y="4437"/>
                  <a:pt x="526" y="4437"/>
                </a:cubicBezTo>
                <a:lnTo>
                  <a:pt x="14001" y="4437"/>
                </a:lnTo>
                <a:cubicBezTo>
                  <a:pt x="14263" y="4437"/>
                  <a:pt x="14502" y="4198"/>
                  <a:pt x="14502" y="3936"/>
                </a:cubicBezTo>
                <a:cubicBezTo>
                  <a:pt x="14502" y="3650"/>
                  <a:pt x="14263" y="3411"/>
                  <a:pt x="14001" y="3411"/>
                </a:cubicBezTo>
                <a:close/>
                <a:moveTo>
                  <a:pt x="526" y="5152"/>
                </a:moveTo>
                <a:cubicBezTo>
                  <a:pt x="239" y="5152"/>
                  <a:pt x="1" y="5391"/>
                  <a:pt x="1" y="5653"/>
                </a:cubicBezTo>
                <a:cubicBezTo>
                  <a:pt x="1" y="5916"/>
                  <a:pt x="239" y="6154"/>
                  <a:pt x="526" y="6154"/>
                </a:cubicBezTo>
                <a:lnTo>
                  <a:pt x="14001" y="6154"/>
                </a:lnTo>
                <a:cubicBezTo>
                  <a:pt x="14263" y="6154"/>
                  <a:pt x="14502" y="5916"/>
                  <a:pt x="14502" y="5653"/>
                </a:cubicBezTo>
                <a:cubicBezTo>
                  <a:pt x="14502" y="5367"/>
                  <a:pt x="14263" y="5152"/>
                  <a:pt x="14001" y="5152"/>
                </a:cubicBezTo>
                <a:close/>
              </a:path>
            </a:pathLst>
          </a:custGeom>
          <a:solidFill>
            <a:srgbClr val="00BBC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9" name="Google Shape;3509;p55"/>
          <p:cNvSpPr/>
          <p:nvPr/>
        </p:nvSpPr>
        <p:spPr>
          <a:xfrm flipH="1">
            <a:off x="8489461" y="3703187"/>
            <a:ext cx="1763015" cy="1697443"/>
          </a:xfrm>
          <a:custGeom>
            <a:avLst/>
            <a:gdLst/>
            <a:ahLst/>
            <a:cxnLst/>
            <a:rect l="l" t="t" r="r" b="b"/>
            <a:pathLst>
              <a:path w="15433" h="14859" extrusionOk="0">
                <a:moveTo>
                  <a:pt x="2076" y="0"/>
                </a:moveTo>
                <a:cubicBezTo>
                  <a:pt x="931" y="0"/>
                  <a:pt x="1" y="906"/>
                  <a:pt x="1" y="2075"/>
                </a:cubicBezTo>
                <a:lnTo>
                  <a:pt x="1" y="12784"/>
                </a:lnTo>
                <a:cubicBezTo>
                  <a:pt x="1" y="13953"/>
                  <a:pt x="931" y="14859"/>
                  <a:pt x="2076" y="14859"/>
                </a:cubicBezTo>
                <a:lnTo>
                  <a:pt x="13357" y="14859"/>
                </a:lnTo>
                <a:cubicBezTo>
                  <a:pt x="14526" y="14859"/>
                  <a:pt x="15432" y="13905"/>
                  <a:pt x="15432" y="12784"/>
                </a:cubicBezTo>
                <a:lnTo>
                  <a:pt x="15432" y="2075"/>
                </a:lnTo>
                <a:cubicBezTo>
                  <a:pt x="15432" y="906"/>
                  <a:pt x="14526" y="0"/>
                  <a:pt x="13357" y="0"/>
                </a:cubicBezTo>
                <a:close/>
              </a:path>
            </a:pathLst>
          </a:custGeom>
          <a:solidFill>
            <a:srgbClr val="00BBC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0" name="Google Shape;3510;p55"/>
          <p:cNvSpPr/>
          <p:nvPr/>
        </p:nvSpPr>
        <p:spPr>
          <a:xfrm flipH="1">
            <a:off x="8620262" y="3833873"/>
            <a:ext cx="1498671" cy="626816"/>
          </a:xfrm>
          <a:custGeom>
            <a:avLst/>
            <a:gdLst/>
            <a:ahLst/>
            <a:cxnLst/>
            <a:rect l="l" t="t" r="r" b="b"/>
            <a:pathLst>
              <a:path w="13119" h="5487" extrusionOk="0">
                <a:moveTo>
                  <a:pt x="6512" y="335"/>
                </a:moveTo>
                <a:cubicBezTo>
                  <a:pt x="6369" y="335"/>
                  <a:pt x="6273" y="454"/>
                  <a:pt x="6273" y="573"/>
                </a:cubicBezTo>
                <a:cubicBezTo>
                  <a:pt x="6273" y="716"/>
                  <a:pt x="6393" y="812"/>
                  <a:pt x="6512" y="812"/>
                </a:cubicBezTo>
                <a:lnTo>
                  <a:pt x="12880" y="812"/>
                </a:lnTo>
                <a:cubicBezTo>
                  <a:pt x="12890" y="814"/>
                  <a:pt x="12900" y="815"/>
                  <a:pt x="12911" y="815"/>
                </a:cubicBezTo>
                <a:cubicBezTo>
                  <a:pt x="13019" y="815"/>
                  <a:pt x="13118" y="704"/>
                  <a:pt x="13118" y="573"/>
                </a:cubicBezTo>
                <a:cubicBezTo>
                  <a:pt x="13118" y="430"/>
                  <a:pt x="12999" y="335"/>
                  <a:pt x="12880" y="335"/>
                </a:cubicBezTo>
                <a:close/>
                <a:moveTo>
                  <a:pt x="12911" y="1787"/>
                </a:moveTo>
                <a:cubicBezTo>
                  <a:pt x="12900" y="1787"/>
                  <a:pt x="12890" y="1788"/>
                  <a:pt x="12880" y="1790"/>
                </a:cubicBezTo>
                <a:lnTo>
                  <a:pt x="6512" y="1790"/>
                </a:lnTo>
                <a:cubicBezTo>
                  <a:pt x="6393" y="1790"/>
                  <a:pt x="6273" y="1885"/>
                  <a:pt x="6273" y="2028"/>
                </a:cubicBezTo>
                <a:cubicBezTo>
                  <a:pt x="6273" y="2147"/>
                  <a:pt x="6369" y="2267"/>
                  <a:pt x="6512" y="2267"/>
                </a:cubicBezTo>
                <a:lnTo>
                  <a:pt x="12880" y="2267"/>
                </a:lnTo>
                <a:cubicBezTo>
                  <a:pt x="12999" y="2267"/>
                  <a:pt x="13118" y="2195"/>
                  <a:pt x="13118" y="2028"/>
                </a:cubicBezTo>
                <a:cubicBezTo>
                  <a:pt x="13118" y="1897"/>
                  <a:pt x="13019" y="1787"/>
                  <a:pt x="12911" y="1787"/>
                </a:cubicBezTo>
                <a:close/>
                <a:moveTo>
                  <a:pt x="6512" y="3221"/>
                </a:moveTo>
                <a:cubicBezTo>
                  <a:pt x="6393" y="3221"/>
                  <a:pt x="6273" y="3316"/>
                  <a:pt x="6273" y="3459"/>
                </a:cubicBezTo>
                <a:cubicBezTo>
                  <a:pt x="6273" y="3578"/>
                  <a:pt x="6369" y="3698"/>
                  <a:pt x="6512" y="3698"/>
                </a:cubicBezTo>
                <a:lnTo>
                  <a:pt x="12880" y="3698"/>
                </a:lnTo>
                <a:cubicBezTo>
                  <a:pt x="12999" y="3698"/>
                  <a:pt x="13118" y="3626"/>
                  <a:pt x="13118" y="3459"/>
                </a:cubicBezTo>
                <a:cubicBezTo>
                  <a:pt x="13118" y="3316"/>
                  <a:pt x="12999" y="3221"/>
                  <a:pt x="12880" y="3221"/>
                </a:cubicBezTo>
                <a:close/>
                <a:moveTo>
                  <a:pt x="6512" y="4652"/>
                </a:moveTo>
                <a:cubicBezTo>
                  <a:pt x="6393" y="4652"/>
                  <a:pt x="6273" y="4747"/>
                  <a:pt x="6273" y="4890"/>
                </a:cubicBezTo>
                <a:cubicBezTo>
                  <a:pt x="6273" y="5010"/>
                  <a:pt x="6369" y="5129"/>
                  <a:pt x="6512" y="5129"/>
                </a:cubicBezTo>
                <a:lnTo>
                  <a:pt x="12880" y="5129"/>
                </a:lnTo>
                <a:cubicBezTo>
                  <a:pt x="12999" y="5129"/>
                  <a:pt x="13118" y="5057"/>
                  <a:pt x="13118" y="4890"/>
                </a:cubicBezTo>
                <a:cubicBezTo>
                  <a:pt x="13118" y="4771"/>
                  <a:pt x="12999" y="4652"/>
                  <a:pt x="12880" y="4652"/>
                </a:cubicBezTo>
                <a:close/>
                <a:moveTo>
                  <a:pt x="1217" y="1"/>
                </a:moveTo>
                <a:cubicBezTo>
                  <a:pt x="525" y="1"/>
                  <a:pt x="1" y="549"/>
                  <a:pt x="1" y="1241"/>
                </a:cubicBezTo>
                <a:lnTo>
                  <a:pt x="1" y="4270"/>
                </a:lnTo>
                <a:cubicBezTo>
                  <a:pt x="1" y="4962"/>
                  <a:pt x="525" y="5487"/>
                  <a:pt x="1217" y="5487"/>
                </a:cubicBezTo>
                <a:lnTo>
                  <a:pt x="4246" y="5487"/>
                </a:lnTo>
                <a:cubicBezTo>
                  <a:pt x="4938" y="5487"/>
                  <a:pt x="5486" y="4938"/>
                  <a:pt x="5486" y="4270"/>
                </a:cubicBezTo>
                <a:lnTo>
                  <a:pt x="5486" y="1241"/>
                </a:lnTo>
                <a:cubicBezTo>
                  <a:pt x="5486" y="549"/>
                  <a:pt x="4938" y="1"/>
                  <a:pt x="4246"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1" name="Google Shape;3511;p55"/>
          <p:cNvSpPr/>
          <p:nvPr/>
        </p:nvSpPr>
        <p:spPr>
          <a:xfrm flipH="1">
            <a:off x="8620262" y="4637643"/>
            <a:ext cx="1498671" cy="626816"/>
          </a:xfrm>
          <a:custGeom>
            <a:avLst/>
            <a:gdLst/>
            <a:ahLst/>
            <a:cxnLst/>
            <a:rect l="l" t="t" r="r" b="b"/>
            <a:pathLst>
              <a:path w="13119" h="5487" extrusionOk="0">
                <a:moveTo>
                  <a:pt x="6512" y="359"/>
                </a:moveTo>
                <a:cubicBezTo>
                  <a:pt x="6369" y="359"/>
                  <a:pt x="6273" y="478"/>
                  <a:pt x="6273" y="597"/>
                </a:cubicBezTo>
                <a:cubicBezTo>
                  <a:pt x="6273" y="764"/>
                  <a:pt x="6393" y="836"/>
                  <a:pt x="6512" y="836"/>
                </a:cubicBezTo>
                <a:lnTo>
                  <a:pt x="12880" y="836"/>
                </a:lnTo>
                <a:cubicBezTo>
                  <a:pt x="12999" y="836"/>
                  <a:pt x="13118" y="716"/>
                  <a:pt x="13118" y="597"/>
                </a:cubicBezTo>
                <a:cubicBezTo>
                  <a:pt x="13118" y="454"/>
                  <a:pt x="12999" y="359"/>
                  <a:pt x="12880" y="359"/>
                </a:cubicBezTo>
                <a:close/>
                <a:moveTo>
                  <a:pt x="6512" y="1790"/>
                </a:moveTo>
                <a:cubicBezTo>
                  <a:pt x="6393" y="1790"/>
                  <a:pt x="6273" y="1885"/>
                  <a:pt x="6273" y="2028"/>
                </a:cubicBezTo>
                <a:cubicBezTo>
                  <a:pt x="6273" y="2147"/>
                  <a:pt x="6369" y="2267"/>
                  <a:pt x="6512" y="2267"/>
                </a:cubicBezTo>
                <a:lnTo>
                  <a:pt x="12880" y="2267"/>
                </a:lnTo>
                <a:cubicBezTo>
                  <a:pt x="12999" y="2267"/>
                  <a:pt x="13118" y="2195"/>
                  <a:pt x="13118" y="2028"/>
                </a:cubicBezTo>
                <a:cubicBezTo>
                  <a:pt x="13118" y="1885"/>
                  <a:pt x="12999" y="1790"/>
                  <a:pt x="12880" y="1790"/>
                </a:cubicBezTo>
                <a:close/>
                <a:moveTo>
                  <a:pt x="12933" y="3258"/>
                </a:moveTo>
                <a:cubicBezTo>
                  <a:pt x="12916" y="3258"/>
                  <a:pt x="12898" y="3261"/>
                  <a:pt x="12880" y="3268"/>
                </a:cubicBezTo>
                <a:lnTo>
                  <a:pt x="6512" y="3268"/>
                </a:lnTo>
                <a:cubicBezTo>
                  <a:pt x="6393" y="3268"/>
                  <a:pt x="6273" y="3340"/>
                  <a:pt x="6273" y="3507"/>
                </a:cubicBezTo>
                <a:cubicBezTo>
                  <a:pt x="6273" y="3626"/>
                  <a:pt x="6369" y="3745"/>
                  <a:pt x="6512" y="3745"/>
                </a:cubicBezTo>
                <a:lnTo>
                  <a:pt x="12880" y="3745"/>
                </a:lnTo>
                <a:cubicBezTo>
                  <a:pt x="12999" y="3745"/>
                  <a:pt x="13118" y="3650"/>
                  <a:pt x="13118" y="3507"/>
                </a:cubicBezTo>
                <a:cubicBezTo>
                  <a:pt x="13118" y="3365"/>
                  <a:pt x="13032" y="3258"/>
                  <a:pt x="12933" y="3258"/>
                </a:cubicBezTo>
                <a:close/>
                <a:moveTo>
                  <a:pt x="6512" y="4699"/>
                </a:moveTo>
                <a:cubicBezTo>
                  <a:pt x="6393" y="4699"/>
                  <a:pt x="6273" y="4771"/>
                  <a:pt x="6273" y="4938"/>
                </a:cubicBezTo>
                <a:cubicBezTo>
                  <a:pt x="6273" y="5057"/>
                  <a:pt x="6369" y="5176"/>
                  <a:pt x="6512" y="5176"/>
                </a:cubicBezTo>
                <a:lnTo>
                  <a:pt x="12880" y="5176"/>
                </a:lnTo>
                <a:cubicBezTo>
                  <a:pt x="12999" y="5176"/>
                  <a:pt x="13118" y="5081"/>
                  <a:pt x="13118" y="4938"/>
                </a:cubicBezTo>
                <a:cubicBezTo>
                  <a:pt x="13118" y="4771"/>
                  <a:pt x="12999" y="4699"/>
                  <a:pt x="12880" y="4699"/>
                </a:cubicBezTo>
                <a:close/>
                <a:moveTo>
                  <a:pt x="1217" y="1"/>
                </a:moveTo>
                <a:cubicBezTo>
                  <a:pt x="525" y="1"/>
                  <a:pt x="1" y="549"/>
                  <a:pt x="1" y="1241"/>
                </a:cubicBezTo>
                <a:lnTo>
                  <a:pt x="1" y="4270"/>
                </a:lnTo>
                <a:cubicBezTo>
                  <a:pt x="1" y="4962"/>
                  <a:pt x="525" y="5486"/>
                  <a:pt x="1217" y="5486"/>
                </a:cubicBezTo>
                <a:lnTo>
                  <a:pt x="4246" y="5486"/>
                </a:lnTo>
                <a:cubicBezTo>
                  <a:pt x="4938" y="5486"/>
                  <a:pt x="5486" y="4962"/>
                  <a:pt x="5486" y="4270"/>
                </a:cubicBezTo>
                <a:lnTo>
                  <a:pt x="5486" y="1241"/>
                </a:lnTo>
                <a:cubicBezTo>
                  <a:pt x="5486" y="549"/>
                  <a:pt x="4938" y="1"/>
                  <a:pt x="4246"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2" name="Google Shape;3512;p55"/>
          <p:cNvSpPr/>
          <p:nvPr/>
        </p:nvSpPr>
        <p:spPr>
          <a:xfrm flipH="1">
            <a:off x="7108111" y="3994719"/>
            <a:ext cx="1550420" cy="2419532"/>
          </a:xfrm>
          <a:custGeom>
            <a:avLst/>
            <a:gdLst/>
            <a:ahLst/>
            <a:cxnLst/>
            <a:rect l="l" t="t" r="r" b="b"/>
            <a:pathLst>
              <a:path w="13572" h="21180" extrusionOk="0">
                <a:moveTo>
                  <a:pt x="2385" y="0"/>
                </a:moveTo>
                <a:cubicBezTo>
                  <a:pt x="1074" y="0"/>
                  <a:pt x="0" y="1073"/>
                  <a:pt x="0" y="2385"/>
                </a:cubicBezTo>
                <a:lnTo>
                  <a:pt x="0" y="18794"/>
                </a:lnTo>
                <a:cubicBezTo>
                  <a:pt x="0" y="20106"/>
                  <a:pt x="1074" y="21179"/>
                  <a:pt x="2385" y="21179"/>
                </a:cubicBezTo>
                <a:lnTo>
                  <a:pt x="11186" y="21179"/>
                </a:lnTo>
                <a:cubicBezTo>
                  <a:pt x="12498" y="21179"/>
                  <a:pt x="13571" y="20106"/>
                  <a:pt x="13571" y="18794"/>
                </a:cubicBezTo>
                <a:lnTo>
                  <a:pt x="13571" y="2385"/>
                </a:lnTo>
                <a:cubicBezTo>
                  <a:pt x="13571" y="1073"/>
                  <a:pt x="12498" y="0"/>
                  <a:pt x="11186" y="0"/>
                </a:cubicBezTo>
                <a:close/>
              </a:path>
            </a:pathLst>
          </a:custGeom>
          <a:solidFill>
            <a:srgbClr val="343434"/>
          </a:solidFill>
          <a:ln w="38100" cap="flat" cmpd="sng">
            <a:solidFill>
              <a:srgbClr val="343434"/>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3" name="Google Shape;3513;p55"/>
          <p:cNvSpPr/>
          <p:nvPr/>
        </p:nvSpPr>
        <p:spPr>
          <a:xfrm flipH="1">
            <a:off x="7135337" y="4160833"/>
            <a:ext cx="1498680" cy="2087219"/>
          </a:xfrm>
          <a:custGeom>
            <a:avLst/>
            <a:gdLst/>
            <a:ahLst/>
            <a:cxnLst/>
            <a:rect l="l" t="t" r="r" b="b"/>
            <a:pathLst>
              <a:path w="13548" h="18271" extrusionOk="0">
                <a:moveTo>
                  <a:pt x="0" y="1"/>
                </a:moveTo>
                <a:lnTo>
                  <a:pt x="0" y="18270"/>
                </a:lnTo>
                <a:lnTo>
                  <a:pt x="13547" y="18270"/>
                </a:lnTo>
                <a:lnTo>
                  <a:pt x="13547" y="1"/>
                </a:lnTo>
                <a:close/>
              </a:path>
            </a:pathLst>
          </a:custGeom>
          <a:solidFill>
            <a:srgbClr val="FFFFFF"/>
          </a:solidFill>
          <a:ln w="19050" cap="flat" cmpd="sng">
            <a:solidFill>
              <a:srgbClr val="343434"/>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4" name="Google Shape;3514;p55"/>
          <p:cNvSpPr/>
          <p:nvPr/>
        </p:nvSpPr>
        <p:spPr>
          <a:xfrm flipH="1">
            <a:off x="7222576" y="4253466"/>
            <a:ext cx="1324232" cy="62831"/>
          </a:xfrm>
          <a:custGeom>
            <a:avLst/>
            <a:gdLst/>
            <a:ahLst/>
            <a:cxnLst/>
            <a:rect l="l" t="t" r="r" b="b"/>
            <a:pathLst>
              <a:path w="11592" h="550" extrusionOk="0">
                <a:moveTo>
                  <a:pt x="263" y="1"/>
                </a:moveTo>
                <a:cubicBezTo>
                  <a:pt x="120" y="1"/>
                  <a:pt x="0" y="120"/>
                  <a:pt x="0" y="263"/>
                </a:cubicBezTo>
                <a:cubicBezTo>
                  <a:pt x="0" y="430"/>
                  <a:pt x="120" y="549"/>
                  <a:pt x="263" y="549"/>
                </a:cubicBezTo>
                <a:lnTo>
                  <a:pt x="11329" y="549"/>
                </a:lnTo>
                <a:cubicBezTo>
                  <a:pt x="11472" y="549"/>
                  <a:pt x="11592" y="430"/>
                  <a:pt x="11592" y="263"/>
                </a:cubicBezTo>
                <a:cubicBezTo>
                  <a:pt x="11592" y="120"/>
                  <a:pt x="11472" y="1"/>
                  <a:pt x="11329"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5" name="Google Shape;3515;p55"/>
          <p:cNvSpPr/>
          <p:nvPr/>
        </p:nvSpPr>
        <p:spPr>
          <a:xfrm flipH="1">
            <a:off x="7222576" y="4387008"/>
            <a:ext cx="1324232" cy="60088"/>
          </a:xfrm>
          <a:custGeom>
            <a:avLst/>
            <a:gdLst/>
            <a:ahLst/>
            <a:cxnLst/>
            <a:rect l="l" t="t" r="r" b="b"/>
            <a:pathLst>
              <a:path w="11592" h="526" extrusionOk="0">
                <a:moveTo>
                  <a:pt x="263" y="1"/>
                </a:moveTo>
                <a:cubicBezTo>
                  <a:pt x="120" y="1"/>
                  <a:pt x="0" y="120"/>
                  <a:pt x="0" y="263"/>
                </a:cubicBezTo>
                <a:cubicBezTo>
                  <a:pt x="0" y="406"/>
                  <a:pt x="120" y="525"/>
                  <a:pt x="263" y="525"/>
                </a:cubicBezTo>
                <a:lnTo>
                  <a:pt x="11329" y="525"/>
                </a:lnTo>
                <a:cubicBezTo>
                  <a:pt x="11472" y="525"/>
                  <a:pt x="11592" y="406"/>
                  <a:pt x="11592" y="263"/>
                </a:cubicBezTo>
                <a:cubicBezTo>
                  <a:pt x="11592" y="120"/>
                  <a:pt x="11472" y="1"/>
                  <a:pt x="11329"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6" name="Google Shape;3516;p55"/>
          <p:cNvSpPr/>
          <p:nvPr/>
        </p:nvSpPr>
        <p:spPr>
          <a:xfrm flipH="1">
            <a:off x="7222576" y="4515067"/>
            <a:ext cx="1324232" cy="62831"/>
          </a:xfrm>
          <a:custGeom>
            <a:avLst/>
            <a:gdLst/>
            <a:ahLst/>
            <a:cxnLst/>
            <a:rect l="l" t="t" r="r" b="b"/>
            <a:pathLst>
              <a:path w="11592" h="550" extrusionOk="0">
                <a:moveTo>
                  <a:pt x="263" y="1"/>
                </a:moveTo>
                <a:cubicBezTo>
                  <a:pt x="120" y="1"/>
                  <a:pt x="0" y="120"/>
                  <a:pt x="0" y="287"/>
                </a:cubicBezTo>
                <a:cubicBezTo>
                  <a:pt x="0" y="430"/>
                  <a:pt x="120" y="549"/>
                  <a:pt x="263" y="549"/>
                </a:cubicBezTo>
                <a:lnTo>
                  <a:pt x="11329" y="549"/>
                </a:lnTo>
                <a:cubicBezTo>
                  <a:pt x="11472" y="549"/>
                  <a:pt x="11592" y="430"/>
                  <a:pt x="11592" y="287"/>
                </a:cubicBezTo>
                <a:cubicBezTo>
                  <a:pt x="11592" y="120"/>
                  <a:pt x="11472" y="1"/>
                  <a:pt x="11329" y="1"/>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7" name="Google Shape;3517;p55"/>
          <p:cNvSpPr/>
          <p:nvPr/>
        </p:nvSpPr>
        <p:spPr>
          <a:xfrm flipH="1">
            <a:off x="7222576" y="4648610"/>
            <a:ext cx="1324232" cy="62716"/>
          </a:xfrm>
          <a:custGeom>
            <a:avLst/>
            <a:gdLst/>
            <a:ahLst/>
            <a:cxnLst/>
            <a:rect l="l" t="t" r="r" b="b"/>
            <a:pathLst>
              <a:path w="11592" h="549" extrusionOk="0">
                <a:moveTo>
                  <a:pt x="263" y="0"/>
                </a:moveTo>
                <a:cubicBezTo>
                  <a:pt x="120" y="0"/>
                  <a:pt x="0" y="119"/>
                  <a:pt x="0" y="263"/>
                </a:cubicBezTo>
                <a:cubicBezTo>
                  <a:pt x="0" y="430"/>
                  <a:pt x="120" y="549"/>
                  <a:pt x="263" y="549"/>
                </a:cubicBezTo>
                <a:lnTo>
                  <a:pt x="11329" y="549"/>
                </a:lnTo>
                <a:cubicBezTo>
                  <a:pt x="11472" y="549"/>
                  <a:pt x="11592" y="430"/>
                  <a:pt x="11592" y="263"/>
                </a:cubicBezTo>
                <a:cubicBezTo>
                  <a:pt x="11592" y="119"/>
                  <a:pt x="11472" y="0"/>
                  <a:pt x="11329"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8" name="Google Shape;3518;p55"/>
          <p:cNvSpPr/>
          <p:nvPr/>
        </p:nvSpPr>
        <p:spPr>
          <a:xfrm flipH="1">
            <a:off x="7222576" y="4773927"/>
            <a:ext cx="1326973" cy="1013621"/>
          </a:xfrm>
          <a:custGeom>
            <a:avLst/>
            <a:gdLst/>
            <a:ahLst/>
            <a:cxnLst/>
            <a:rect l="l" t="t" r="r" b="b"/>
            <a:pathLst>
              <a:path w="11616" h="8873" extrusionOk="0">
                <a:moveTo>
                  <a:pt x="1360" y="0"/>
                </a:moveTo>
                <a:cubicBezTo>
                  <a:pt x="597" y="0"/>
                  <a:pt x="0" y="644"/>
                  <a:pt x="0" y="1384"/>
                </a:cubicBezTo>
                <a:lnTo>
                  <a:pt x="0" y="7489"/>
                </a:lnTo>
                <a:cubicBezTo>
                  <a:pt x="0" y="8276"/>
                  <a:pt x="621" y="8873"/>
                  <a:pt x="1360" y="8873"/>
                </a:cubicBezTo>
                <a:lnTo>
                  <a:pt x="10256" y="8873"/>
                </a:lnTo>
                <a:cubicBezTo>
                  <a:pt x="11019" y="8873"/>
                  <a:pt x="11616" y="8276"/>
                  <a:pt x="11616" y="7489"/>
                </a:cubicBezTo>
                <a:lnTo>
                  <a:pt x="11616" y="1384"/>
                </a:lnTo>
                <a:cubicBezTo>
                  <a:pt x="11616" y="597"/>
                  <a:pt x="10995" y="0"/>
                  <a:pt x="10256" y="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9" name="Google Shape;3519;p55"/>
          <p:cNvSpPr/>
          <p:nvPr/>
        </p:nvSpPr>
        <p:spPr>
          <a:xfrm flipH="1">
            <a:off x="7222576" y="5861005"/>
            <a:ext cx="1326973" cy="275311"/>
          </a:xfrm>
          <a:custGeom>
            <a:avLst/>
            <a:gdLst/>
            <a:ahLst/>
            <a:cxnLst/>
            <a:rect l="l" t="t" r="r" b="b"/>
            <a:pathLst>
              <a:path w="11616" h="2410" extrusionOk="0">
                <a:moveTo>
                  <a:pt x="263" y="1"/>
                </a:moveTo>
                <a:cubicBezTo>
                  <a:pt x="120" y="1"/>
                  <a:pt x="0" y="120"/>
                  <a:pt x="0" y="263"/>
                </a:cubicBezTo>
                <a:cubicBezTo>
                  <a:pt x="0" y="430"/>
                  <a:pt x="120" y="549"/>
                  <a:pt x="263" y="549"/>
                </a:cubicBezTo>
                <a:lnTo>
                  <a:pt x="11353" y="549"/>
                </a:lnTo>
                <a:cubicBezTo>
                  <a:pt x="11496" y="549"/>
                  <a:pt x="11616" y="430"/>
                  <a:pt x="11616" y="263"/>
                </a:cubicBezTo>
                <a:cubicBezTo>
                  <a:pt x="11616" y="120"/>
                  <a:pt x="11496" y="1"/>
                  <a:pt x="11353" y="1"/>
                </a:cubicBezTo>
                <a:close/>
                <a:moveTo>
                  <a:pt x="716" y="1050"/>
                </a:moveTo>
                <a:cubicBezTo>
                  <a:pt x="334" y="1050"/>
                  <a:pt x="24" y="1336"/>
                  <a:pt x="24" y="1742"/>
                </a:cubicBezTo>
                <a:cubicBezTo>
                  <a:pt x="24" y="2123"/>
                  <a:pt x="334" y="2410"/>
                  <a:pt x="716" y="2410"/>
                </a:cubicBezTo>
                <a:lnTo>
                  <a:pt x="10948" y="2410"/>
                </a:lnTo>
                <a:cubicBezTo>
                  <a:pt x="11329" y="2410"/>
                  <a:pt x="11616" y="2123"/>
                  <a:pt x="11616" y="1742"/>
                </a:cubicBezTo>
                <a:cubicBezTo>
                  <a:pt x="11616" y="1336"/>
                  <a:pt x="11329" y="1050"/>
                  <a:pt x="10948" y="1050"/>
                </a:cubicBezTo>
                <a:close/>
              </a:path>
            </a:pathLst>
          </a:custGeom>
          <a:solidFill>
            <a:srgbClr val="F0F7E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3520" name="Google Shape;3520;p55"/>
          <p:cNvGrpSpPr/>
          <p:nvPr/>
        </p:nvGrpSpPr>
        <p:grpSpPr>
          <a:xfrm>
            <a:off x="6615761" y="2846280"/>
            <a:ext cx="1269740" cy="1854176"/>
            <a:chOff x="5038020" y="2134710"/>
            <a:chExt cx="952305" cy="1390632"/>
          </a:xfrm>
        </p:grpSpPr>
        <p:sp>
          <p:nvSpPr>
            <p:cNvPr id="3521" name="Google Shape;3521;p55"/>
            <p:cNvSpPr/>
            <p:nvPr/>
          </p:nvSpPr>
          <p:spPr>
            <a:xfrm flipH="1">
              <a:off x="5046402" y="3383800"/>
              <a:ext cx="177623" cy="87998"/>
            </a:xfrm>
            <a:custGeom>
              <a:avLst/>
              <a:gdLst/>
              <a:ahLst/>
              <a:cxnLst/>
              <a:rect l="l" t="t" r="r" b="b"/>
              <a:pathLst>
                <a:path w="2243" h="1437" extrusionOk="0">
                  <a:moveTo>
                    <a:pt x="501" y="0"/>
                  </a:moveTo>
                  <a:lnTo>
                    <a:pt x="0" y="191"/>
                  </a:lnTo>
                  <a:cubicBezTo>
                    <a:pt x="0" y="191"/>
                    <a:pt x="215" y="692"/>
                    <a:pt x="263" y="883"/>
                  </a:cubicBezTo>
                  <a:lnTo>
                    <a:pt x="263" y="1026"/>
                  </a:lnTo>
                  <a:lnTo>
                    <a:pt x="263" y="1169"/>
                  </a:lnTo>
                  <a:cubicBezTo>
                    <a:pt x="263" y="1264"/>
                    <a:pt x="287" y="1407"/>
                    <a:pt x="382" y="1407"/>
                  </a:cubicBezTo>
                  <a:cubicBezTo>
                    <a:pt x="382" y="1431"/>
                    <a:pt x="382" y="1431"/>
                    <a:pt x="406" y="1431"/>
                  </a:cubicBezTo>
                  <a:cubicBezTo>
                    <a:pt x="412" y="1435"/>
                    <a:pt x="423" y="1436"/>
                    <a:pt x="436" y="1436"/>
                  </a:cubicBezTo>
                  <a:cubicBezTo>
                    <a:pt x="522" y="1436"/>
                    <a:pt x="729" y="1377"/>
                    <a:pt x="811" y="1336"/>
                  </a:cubicBezTo>
                  <a:cubicBezTo>
                    <a:pt x="883" y="1336"/>
                    <a:pt x="978" y="1312"/>
                    <a:pt x="1074" y="1288"/>
                  </a:cubicBezTo>
                  <a:cubicBezTo>
                    <a:pt x="1455" y="1240"/>
                    <a:pt x="1694" y="1074"/>
                    <a:pt x="1694" y="1074"/>
                  </a:cubicBezTo>
                  <a:cubicBezTo>
                    <a:pt x="2242" y="787"/>
                    <a:pt x="2147" y="692"/>
                    <a:pt x="2147" y="692"/>
                  </a:cubicBezTo>
                  <a:cubicBezTo>
                    <a:pt x="2052" y="668"/>
                    <a:pt x="2004" y="668"/>
                    <a:pt x="1956" y="668"/>
                  </a:cubicBezTo>
                  <a:cubicBezTo>
                    <a:pt x="1932" y="668"/>
                    <a:pt x="1455" y="740"/>
                    <a:pt x="1455" y="740"/>
                  </a:cubicBezTo>
                  <a:cubicBezTo>
                    <a:pt x="1455" y="740"/>
                    <a:pt x="1002" y="716"/>
                    <a:pt x="740" y="692"/>
                  </a:cubicBezTo>
                  <a:cubicBezTo>
                    <a:pt x="597" y="477"/>
                    <a:pt x="501" y="0"/>
                    <a:pt x="501" y="0"/>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2" name="Google Shape;3522;p55"/>
            <p:cNvSpPr/>
            <p:nvPr/>
          </p:nvSpPr>
          <p:spPr>
            <a:xfrm flipH="1">
              <a:off x="5038020" y="3420644"/>
              <a:ext cx="165615" cy="66571"/>
            </a:xfrm>
            <a:custGeom>
              <a:avLst/>
              <a:gdLst/>
              <a:ahLst/>
              <a:cxnLst/>
              <a:rect l="l" t="t" r="r" b="b"/>
              <a:pathLst>
                <a:path w="1933" h="777" extrusionOk="0">
                  <a:moveTo>
                    <a:pt x="1670" y="0"/>
                  </a:moveTo>
                  <a:cubicBezTo>
                    <a:pt x="1647" y="0"/>
                    <a:pt x="1170" y="95"/>
                    <a:pt x="1170" y="95"/>
                  </a:cubicBezTo>
                  <a:cubicBezTo>
                    <a:pt x="1170" y="95"/>
                    <a:pt x="955" y="95"/>
                    <a:pt x="740" y="48"/>
                  </a:cubicBezTo>
                  <a:cubicBezTo>
                    <a:pt x="552" y="194"/>
                    <a:pt x="383" y="267"/>
                    <a:pt x="152" y="267"/>
                  </a:cubicBezTo>
                  <a:cubicBezTo>
                    <a:pt x="119" y="267"/>
                    <a:pt x="84" y="265"/>
                    <a:pt x="49" y="262"/>
                  </a:cubicBezTo>
                  <a:lnTo>
                    <a:pt x="1" y="262"/>
                  </a:lnTo>
                  <a:lnTo>
                    <a:pt x="1" y="358"/>
                  </a:lnTo>
                  <a:lnTo>
                    <a:pt x="1" y="453"/>
                  </a:lnTo>
                  <a:cubicBezTo>
                    <a:pt x="1" y="525"/>
                    <a:pt x="1" y="692"/>
                    <a:pt x="96" y="739"/>
                  </a:cubicBezTo>
                  <a:cubicBezTo>
                    <a:pt x="96" y="763"/>
                    <a:pt x="96" y="763"/>
                    <a:pt x="120" y="763"/>
                  </a:cubicBezTo>
                  <a:cubicBezTo>
                    <a:pt x="125" y="773"/>
                    <a:pt x="139" y="776"/>
                    <a:pt x="158" y="776"/>
                  </a:cubicBezTo>
                  <a:cubicBezTo>
                    <a:pt x="240" y="776"/>
                    <a:pt x="425" y="711"/>
                    <a:pt x="502" y="692"/>
                  </a:cubicBezTo>
                  <a:cubicBezTo>
                    <a:pt x="597" y="692"/>
                    <a:pt x="693" y="644"/>
                    <a:pt x="764" y="620"/>
                  </a:cubicBezTo>
                  <a:cubicBezTo>
                    <a:pt x="1170" y="572"/>
                    <a:pt x="1408" y="406"/>
                    <a:pt x="1408" y="406"/>
                  </a:cubicBezTo>
                  <a:cubicBezTo>
                    <a:pt x="1933" y="119"/>
                    <a:pt x="1837" y="24"/>
                    <a:pt x="1837" y="24"/>
                  </a:cubicBezTo>
                  <a:cubicBezTo>
                    <a:pt x="1766" y="0"/>
                    <a:pt x="1694" y="0"/>
                    <a:pt x="1670" y="0"/>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3" name="Google Shape;3523;p55"/>
            <p:cNvSpPr/>
            <p:nvPr/>
          </p:nvSpPr>
          <p:spPr>
            <a:xfrm flipH="1">
              <a:off x="5085225" y="3414475"/>
              <a:ext cx="167675" cy="106252"/>
            </a:xfrm>
            <a:custGeom>
              <a:avLst/>
              <a:gdLst/>
              <a:ahLst/>
              <a:cxnLst/>
              <a:rect l="l" t="t" r="r" b="b"/>
              <a:pathLst>
                <a:path w="2243" h="1437" extrusionOk="0">
                  <a:moveTo>
                    <a:pt x="501" y="0"/>
                  </a:moveTo>
                  <a:lnTo>
                    <a:pt x="0" y="191"/>
                  </a:lnTo>
                  <a:cubicBezTo>
                    <a:pt x="0" y="191"/>
                    <a:pt x="215" y="692"/>
                    <a:pt x="263" y="859"/>
                  </a:cubicBezTo>
                  <a:lnTo>
                    <a:pt x="263" y="1026"/>
                  </a:lnTo>
                  <a:lnTo>
                    <a:pt x="263" y="1169"/>
                  </a:lnTo>
                  <a:cubicBezTo>
                    <a:pt x="310" y="1264"/>
                    <a:pt x="310" y="1408"/>
                    <a:pt x="382" y="1408"/>
                  </a:cubicBezTo>
                  <a:cubicBezTo>
                    <a:pt x="382" y="1431"/>
                    <a:pt x="382" y="1431"/>
                    <a:pt x="430" y="1431"/>
                  </a:cubicBezTo>
                  <a:cubicBezTo>
                    <a:pt x="433" y="1435"/>
                    <a:pt x="441" y="1436"/>
                    <a:pt x="452" y="1436"/>
                  </a:cubicBezTo>
                  <a:cubicBezTo>
                    <a:pt x="522" y="1436"/>
                    <a:pt x="729" y="1377"/>
                    <a:pt x="811" y="1336"/>
                  </a:cubicBezTo>
                  <a:cubicBezTo>
                    <a:pt x="883" y="1336"/>
                    <a:pt x="978" y="1312"/>
                    <a:pt x="1074" y="1288"/>
                  </a:cubicBezTo>
                  <a:cubicBezTo>
                    <a:pt x="1455" y="1217"/>
                    <a:pt x="1694" y="1074"/>
                    <a:pt x="1694" y="1074"/>
                  </a:cubicBezTo>
                  <a:cubicBezTo>
                    <a:pt x="2242" y="787"/>
                    <a:pt x="2147" y="692"/>
                    <a:pt x="2147" y="692"/>
                  </a:cubicBezTo>
                  <a:cubicBezTo>
                    <a:pt x="2051" y="644"/>
                    <a:pt x="2004" y="644"/>
                    <a:pt x="1980" y="644"/>
                  </a:cubicBezTo>
                  <a:cubicBezTo>
                    <a:pt x="1932" y="644"/>
                    <a:pt x="1455" y="740"/>
                    <a:pt x="1455" y="740"/>
                  </a:cubicBezTo>
                  <a:cubicBezTo>
                    <a:pt x="1455" y="740"/>
                    <a:pt x="1026" y="716"/>
                    <a:pt x="740" y="692"/>
                  </a:cubicBezTo>
                  <a:cubicBezTo>
                    <a:pt x="597" y="477"/>
                    <a:pt x="501" y="0"/>
                    <a:pt x="501" y="0"/>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4" name="Google Shape;3524;p55"/>
            <p:cNvSpPr/>
            <p:nvPr/>
          </p:nvSpPr>
          <p:spPr>
            <a:xfrm flipH="1">
              <a:off x="5072719" y="3459456"/>
              <a:ext cx="167671" cy="65886"/>
            </a:xfrm>
            <a:custGeom>
              <a:avLst/>
              <a:gdLst/>
              <a:ahLst/>
              <a:cxnLst/>
              <a:rect l="l" t="t" r="r" b="b"/>
              <a:pathLst>
                <a:path w="1957" h="769" extrusionOk="0">
                  <a:moveTo>
                    <a:pt x="1670" y="0"/>
                  </a:moveTo>
                  <a:cubicBezTo>
                    <a:pt x="1646" y="0"/>
                    <a:pt x="1169" y="72"/>
                    <a:pt x="1169" y="72"/>
                  </a:cubicBezTo>
                  <a:cubicBezTo>
                    <a:pt x="1169" y="72"/>
                    <a:pt x="955" y="72"/>
                    <a:pt x="764" y="48"/>
                  </a:cubicBezTo>
                  <a:cubicBezTo>
                    <a:pt x="571" y="176"/>
                    <a:pt x="379" y="266"/>
                    <a:pt x="152" y="266"/>
                  </a:cubicBezTo>
                  <a:cubicBezTo>
                    <a:pt x="126" y="266"/>
                    <a:pt x="99" y="265"/>
                    <a:pt x="72" y="263"/>
                  </a:cubicBezTo>
                  <a:lnTo>
                    <a:pt x="1" y="263"/>
                  </a:lnTo>
                  <a:lnTo>
                    <a:pt x="1" y="358"/>
                  </a:lnTo>
                  <a:lnTo>
                    <a:pt x="1" y="430"/>
                  </a:lnTo>
                  <a:cubicBezTo>
                    <a:pt x="1" y="525"/>
                    <a:pt x="1" y="668"/>
                    <a:pt x="96" y="740"/>
                  </a:cubicBezTo>
                  <a:cubicBezTo>
                    <a:pt x="96" y="763"/>
                    <a:pt x="96" y="763"/>
                    <a:pt x="120" y="763"/>
                  </a:cubicBezTo>
                  <a:cubicBezTo>
                    <a:pt x="126" y="767"/>
                    <a:pt x="137" y="768"/>
                    <a:pt x="150" y="768"/>
                  </a:cubicBezTo>
                  <a:cubicBezTo>
                    <a:pt x="236" y="768"/>
                    <a:pt x="443" y="709"/>
                    <a:pt x="525" y="668"/>
                  </a:cubicBezTo>
                  <a:cubicBezTo>
                    <a:pt x="597" y="668"/>
                    <a:pt x="692" y="644"/>
                    <a:pt x="788" y="620"/>
                  </a:cubicBezTo>
                  <a:cubicBezTo>
                    <a:pt x="1169" y="549"/>
                    <a:pt x="1408" y="406"/>
                    <a:pt x="1408" y="406"/>
                  </a:cubicBezTo>
                  <a:cubicBezTo>
                    <a:pt x="1956" y="119"/>
                    <a:pt x="1861" y="24"/>
                    <a:pt x="1861" y="24"/>
                  </a:cubicBezTo>
                  <a:cubicBezTo>
                    <a:pt x="1766" y="0"/>
                    <a:pt x="1718" y="0"/>
                    <a:pt x="1670" y="0"/>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5" name="Google Shape;3525;p55"/>
            <p:cNvSpPr/>
            <p:nvPr/>
          </p:nvSpPr>
          <p:spPr>
            <a:xfrm flipH="1">
              <a:off x="5162681" y="2789201"/>
              <a:ext cx="827645" cy="664172"/>
            </a:xfrm>
            <a:custGeom>
              <a:avLst/>
              <a:gdLst/>
              <a:ahLst/>
              <a:cxnLst/>
              <a:rect l="l" t="t" r="r" b="b"/>
              <a:pathLst>
                <a:path w="9660" h="7752" extrusionOk="0">
                  <a:moveTo>
                    <a:pt x="2362" y="0"/>
                  </a:moveTo>
                  <a:lnTo>
                    <a:pt x="525" y="453"/>
                  </a:lnTo>
                  <a:cubicBezTo>
                    <a:pt x="1" y="2004"/>
                    <a:pt x="525" y="2409"/>
                    <a:pt x="1479" y="2743"/>
                  </a:cubicBezTo>
                  <a:cubicBezTo>
                    <a:pt x="1557" y="2766"/>
                    <a:pt x="1733" y="2774"/>
                    <a:pt x="1973" y="2774"/>
                  </a:cubicBezTo>
                  <a:cubicBezTo>
                    <a:pt x="2535" y="2774"/>
                    <a:pt x="3449" y="2730"/>
                    <a:pt x="4278" y="2730"/>
                  </a:cubicBezTo>
                  <a:cubicBezTo>
                    <a:pt x="4948" y="2730"/>
                    <a:pt x="5564" y="2759"/>
                    <a:pt x="5892" y="2862"/>
                  </a:cubicBezTo>
                  <a:cubicBezTo>
                    <a:pt x="6822" y="3172"/>
                    <a:pt x="8801" y="7752"/>
                    <a:pt x="8801" y="7752"/>
                  </a:cubicBezTo>
                  <a:lnTo>
                    <a:pt x="9660" y="7251"/>
                  </a:lnTo>
                  <a:cubicBezTo>
                    <a:pt x="9660" y="7251"/>
                    <a:pt x="7728" y="1884"/>
                    <a:pt x="7418" y="1694"/>
                  </a:cubicBezTo>
                  <a:cubicBezTo>
                    <a:pt x="6965" y="1407"/>
                    <a:pt x="4413" y="1145"/>
                    <a:pt x="3673" y="954"/>
                  </a:cubicBezTo>
                  <a:cubicBezTo>
                    <a:pt x="2910" y="740"/>
                    <a:pt x="2362" y="0"/>
                    <a:pt x="2362" y="0"/>
                  </a:cubicBezTo>
                  <a:close/>
                </a:path>
              </a:pathLst>
            </a:cu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6" name="Google Shape;3526;p55"/>
            <p:cNvSpPr/>
            <p:nvPr/>
          </p:nvSpPr>
          <p:spPr>
            <a:xfrm flipH="1">
              <a:off x="5454841" y="2507151"/>
              <a:ext cx="466000" cy="367042"/>
            </a:xfrm>
            <a:custGeom>
              <a:avLst/>
              <a:gdLst/>
              <a:ahLst/>
              <a:cxnLst/>
              <a:rect l="l" t="t" r="r" b="b"/>
              <a:pathLst>
                <a:path w="5439" h="4284" extrusionOk="0">
                  <a:moveTo>
                    <a:pt x="859" y="1"/>
                  </a:moveTo>
                  <a:lnTo>
                    <a:pt x="0" y="192"/>
                  </a:lnTo>
                  <a:cubicBezTo>
                    <a:pt x="0" y="192"/>
                    <a:pt x="191" y="2362"/>
                    <a:pt x="430" y="2815"/>
                  </a:cubicBezTo>
                  <a:cubicBezTo>
                    <a:pt x="668" y="3268"/>
                    <a:pt x="3650" y="4270"/>
                    <a:pt x="3888" y="4270"/>
                  </a:cubicBezTo>
                  <a:cubicBezTo>
                    <a:pt x="3917" y="4275"/>
                    <a:pt x="3946" y="4277"/>
                    <a:pt x="3977" y="4277"/>
                  </a:cubicBezTo>
                  <a:cubicBezTo>
                    <a:pt x="4251" y="4277"/>
                    <a:pt x="4580" y="4103"/>
                    <a:pt x="4580" y="4103"/>
                  </a:cubicBezTo>
                  <a:cubicBezTo>
                    <a:pt x="4580" y="4103"/>
                    <a:pt x="5085" y="4284"/>
                    <a:pt x="5263" y="4284"/>
                  </a:cubicBezTo>
                  <a:cubicBezTo>
                    <a:pt x="5290" y="4284"/>
                    <a:pt x="5310" y="4279"/>
                    <a:pt x="5319" y="4270"/>
                  </a:cubicBezTo>
                  <a:cubicBezTo>
                    <a:pt x="5438" y="4222"/>
                    <a:pt x="4723" y="3745"/>
                    <a:pt x="4484" y="3674"/>
                  </a:cubicBezTo>
                  <a:cubicBezTo>
                    <a:pt x="4458" y="3669"/>
                    <a:pt x="4431" y="3667"/>
                    <a:pt x="4403" y="3667"/>
                  </a:cubicBezTo>
                  <a:cubicBezTo>
                    <a:pt x="4149" y="3667"/>
                    <a:pt x="3840" y="3841"/>
                    <a:pt x="3840" y="3841"/>
                  </a:cubicBezTo>
                  <a:cubicBezTo>
                    <a:pt x="3840" y="3841"/>
                    <a:pt x="1551" y="2887"/>
                    <a:pt x="1312" y="2458"/>
                  </a:cubicBezTo>
                  <a:cubicBezTo>
                    <a:pt x="1026" y="2052"/>
                    <a:pt x="859" y="1"/>
                    <a:pt x="859" y="1"/>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7" name="Google Shape;3527;p55"/>
            <p:cNvSpPr/>
            <p:nvPr/>
          </p:nvSpPr>
          <p:spPr>
            <a:xfrm flipH="1">
              <a:off x="5826767" y="2341707"/>
              <a:ext cx="71626" cy="77709"/>
            </a:xfrm>
            <a:custGeom>
              <a:avLst/>
              <a:gdLst/>
              <a:ahLst/>
              <a:cxnLst/>
              <a:rect l="l" t="t" r="r" b="b"/>
              <a:pathLst>
                <a:path w="836" h="907" extrusionOk="0">
                  <a:moveTo>
                    <a:pt x="287" y="0"/>
                  </a:moveTo>
                  <a:lnTo>
                    <a:pt x="1" y="763"/>
                  </a:lnTo>
                  <a:lnTo>
                    <a:pt x="716" y="906"/>
                  </a:lnTo>
                  <a:lnTo>
                    <a:pt x="836" y="72"/>
                  </a:lnTo>
                  <a:lnTo>
                    <a:pt x="287" y="0"/>
                  </a:lnTo>
                  <a:close/>
                </a:path>
              </a:pathLst>
            </a:custGeom>
            <a:solidFill>
              <a:srgbClr val="FFCCC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8" name="Google Shape;3528;p55"/>
            <p:cNvSpPr/>
            <p:nvPr/>
          </p:nvSpPr>
          <p:spPr>
            <a:xfrm flipH="1">
              <a:off x="5749143" y="2201025"/>
              <a:ext cx="157390" cy="175468"/>
            </a:xfrm>
            <a:custGeom>
              <a:avLst/>
              <a:gdLst/>
              <a:ahLst/>
              <a:cxnLst/>
              <a:rect l="l" t="t" r="r" b="b"/>
              <a:pathLst>
                <a:path w="1837" h="2048" extrusionOk="0">
                  <a:moveTo>
                    <a:pt x="748" y="1"/>
                  </a:moveTo>
                  <a:cubicBezTo>
                    <a:pt x="614" y="1"/>
                    <a:pt x="488" y="65"/>
                    <a:pt x="406" y="163"/>
                  </a:cubicBezTo>
                  <a:lnTo>
                    <a:pt x="144" y="497"/>
                  </a:lnTo>
                  <a:cubicBezTo>
                    <a:pt x="48" y="616"/>
                    <a:pt x="0" y="760"/>
                    <a:pt x="48" y="903"/>
                  </a:cubicBezTo>
                  <a:lnTo>
                    <a:pt x="96" y="1117"/>
                  </a:lnTo>
                  <a:cubicBezTo>
                    <a:pt x="96" y="1141"/>
                    <a:pt x="96" y="1165"/>
                    <a:pt x="120" y="1213"/>
                  </a:cubicBezTo>
                  <a:cubicBezTo>
                    <a:pt x="144" y="1380"/>
                    <a:pt x="215" y="1594"/>
                    <a:pt x="334" y="1737"/>
                  </a:cubicBezTo>
                  <a:cubicBezTo>
                    <a:pt x="454" y="1928"/>
                    <a:pt x="621" y="2047"/>
                    <a:pt x="835" y="2047"/>
                  </a:cubicBezTo>
                  <a:cubicBezTo>
                    <a:pt x="1026" y="2047"/>
                    <a:pt x="1193" y="1976"/>
                    <a:pt x="1336" y="1833"/>
                  </a:cubicBezTo>
                  <a:cubicBezTo>
                    <a:pt x="1503" y="1714"/>
                    <a:pt x="1575" y="1523"/>
                    <a:pt x="1646" y="1356"/>
                  </a:cubicBezTo>
                  <a:cubicBezTo>
                    <a:pt x="1741" y="1093"/>
                    <a:pt x="1837" y="736"/>
                    <a:pt x="1694" y="497"/>
                  </a:cubicBezTo>
                  <a:cubicBezTo>
                    <a:pt x="1598" y="378"/>
                    <a:pt x="1217" y="163"/>
                    <a:pt x="931" y="44"/>
                  </a:cubicBezTo>
                  <a:cubicBezTo>
                    <a:pt x="871" y="14"/>
                    <a:pt x="808" y="1"/>
                    <a:pt x="748" y="1"/>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9" name="Google Shape;3529;p55"/>
            <p:cNvSpPr/>
            <p:nvPr/>
          </p:nvSpPr>
          <p:spPr>
            <a:xfrm flipH="1">
              <a:off x="5706219" y="2134710"/>
              <a:ext cx="255490" cy="192774"/>
            </a:xfrm>
            <a:custGeom>
              <a:avLst/>
              <a:gdLst/>
              <a:ahLst/>
              <a:cxnLst/>
              <a:rect l="l" t="t" r="r" b="b"/>
              <a:pathLst>
                <a:path w="2982" h="2250" extrusionOk="0">
                  <a:moveTo>
                    <a:pt x="1429" y="0"/>
                  </a:moveTo>
                  <a:cubicBezTo>
                    <a:pt x="1199" y="0"/>
                    <a:pt x="970" y="99"/>
                    <a:pt x="764" y="365"/>
                  </a:cubicBezTo>
                  <a:cubicBezTo>
                    <a:pt x="0" y="627"/>
                    <a:pt x="358" y="1653"/>
                    <a:pt x="549" y="1891"/>
                  </a:cubicBezTo>
                  <a:cubicBezTo>
                    <a:pt x="668" y="2034"/>
                    <a:pt x="668" y="2154"/>
                    <a:pt x="835" y="2249"/>
                  </a:cubicBezTo>
                  <a:cubicBezTo>
                    <a:pt x="788" y="2058"/>
                    <a:pt x="978" y="1844"/>
                    <a:pt x="1098" y="1701"/>
                  </a:cubicBezTo>
                  <a:cubicBezTo>
                    <a:pt x="1026" y="1653"/>
                    <a:pt x="978" y="1581"/>
                    <a:pt x="954" y="1486"/>
                  </a:cubicBezTo>
                  <a:cubicBezTo>
                    <a:pt x="883" y="1414"/>
                    <a:pt x="883" y="1319"/>
                    <a:pt x="907" y="1224"/>
                  </a:cubicBezTo>
                  <a:cubicBezTo>
                    <a:pt x="948" y="1162"/>
                    <a:pt x="1007" y="1100"/>
                    <a:pt x="1084" y="1100"/>
                  </a:cubicBezTo>
                  <a:cubicBezTo>
                    <a:pt x="1096" y="1100"/>
                    <a:pt x="1109" y="1101"/>
                    <a:pt x="1121" y="1104"/>
                  </a:cubicBezTo>
                  <a:cubicBezTo>
                    <a:pt x="1217" y="1104"/>
                    <a:pt x="1241" y="1462"/>
                    <a:pt x="1265" y="1462"/>
                  </a:cubicBezTo>
                  <a:cubicBezTo>
                    <a:pt x="1267" y="1463"/>
                    <a:pt x="1270" y="1463"/>
                    <a:pt x="1273" y="1463"/>
                  </a:cubicBezTo>
                  <a:cubicBezTo>
                    <a:pt x="1341" y="1463"/>
                    <a:pt x="1426" y="1222"/>
                    <a:pt x="1473" y="1222"/>
                  </a:cubicBezTo>
                  <a:cubicBezTo>
                    <a:pt x="1475" y="1222"/>
                    <a:pt x="1477" y="1223"/>
                    <a:pt x="1479" y="1224"/>
                  </a:cubicBezTo>
                  <a:cubicBezTo>
                    <a:pt x="1575" y="1271"/>
                    <a:pt x="1670" y="1319"/>
                    <a:pt x="1742" y="1367"/>
                  </a:cubicBezTo>
                  <a:cubicBezTo>
                    <a:pt x="1881" y="1436"/>
                    <a:pt x="2008" y="1481"/>
                    <a:pt x="2150" y="1481"/>
                  </a:cubicBezTo>
                  <a:cubicBezTo>
                    <a:pt x="2202" y="1481"/>
                    <a:pt x="2256" y="1475"/>
                    <a:pt x="2314" y="1462"/>
                  </a:cubicBezTo>
                  <a:cubicBezTo>
                    <a:pt x="2767" y="1414"/>
                    <a:pt x="2982" y="1057"/>
                    <a:pt x="2982" y="842"/>
                  </a:cubicBezTo>
                  <a:lnTo>
                    <a:pt x="2982" y="842"/>
                  </a:lnTo>
                  <a:cubicBezTo>
                    <a:pt x="2976" y="845"/>
                    <a:pt x="2970" y="846"/>
                    <a:pt x="2963" y="846"/>
                  </a:cubicBezTo>
                  <a:cubicBezTo>
                    <a:pt x="2785" y="846"/>
                    <a:pt x="2101" y="0"/>
                    <a:pt x="1429" y="0"/>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0" name="Google Shape;3530;p55"/>
            <p:cNvSpPr/>
            <p:nvPr/>
          </p:nvSpPr>
          <p:spPr>
            <a:xfrm flipH="1">
              <a:off x="5187184" y="2762641"/>
              <a:ext cx="795002" cy="709153"/>
            </a:xfrm>
            <a:custGeom>
              <a:avLst/>
              <a:gdLst/>
              <a:ahLst/>
              <a:cxnLst/>
              <a:rect l="l" t="t" r="r" b="b"/>
              <a:pathLst>
                <a:path w="9279" h="8277" extrusionOk="0">
                  <a:moveTo>
                    <a:pt x="2338" y="0"/>
                  </a:moveTo>
                  <a:lnTo>
                    <a:pt x="526" y="501"/>
                  </a:lnTo>
                  <a:cubicBezTo>
                    <a:pt x="1" y="2051"/>
                    <a:pt x="168" y="2958"/>
                    <a:pt x="1122" y="3292"/>
                  </a:cubicBezTo>
                  <a:cubicBezTo>
                    <a:pt x="1504" y="3411"/>
                    <a:pt x="5892" y="3435"/>
                    <a:pt x="5892" y="3435"/>
                  </a:cubicBezTo>
                  <a:lnTo>
                    <a:pt x="8420" y="8276"/>
                  </a:lnTo>
                  <a:lnTo>
                    <a:pt x="9279" y="7752"/>
                  </a:lnTo>
                  <a:cubicBezTo>
                    <a:pt x="9279" y="7752"/>
                    <a:pt x="7180" y="2361"/>
                    <a:pt x="6941" y="2147"/>
                  </a:cubicBezTo>
                  <a:cubicBezTo>
                    <a:pt x="6703" y="1956"/>
                    <a:pt x="4127" y="1598"/>
                    <a:pt x="3388" y="1407"/>
                  </a:cubicBezTo>
                  <a:cubicBezTo>
                    <a:pt x="2648" y="1193"/>
                    <a:pt x="2338" y="0"/>
                    <a:pt x="2338" y="0"/>
                  </a:cubicBezTo>
                  <a:close/>
                </a:path>
              </a:pathLst>
            </a:custGeom>
            <a:solidFill>
              <a:srgbClr val="FF721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1" name="Google Shape;3531;p55"/>
            <p:cNvSpPr/>
            <p:nvPr/>
          </p:nvSpPr>
          <p:spPr>
            <a:xfrm flipH="1">
              <a:off x="5673490" y="2389001"/>
              <a:ext cx="314779" cy="544138"/>
            </a:xfrm>
            <a:custGeom>
              <a:avLst/>
              <a:gdLst/>
              <a:ahLst/>
              <a:cxnLst/>
              <a:rect l="l" t="t" r="r" b="b"/>
              <a:pathLst>
                <a:path w="3674" h="6351" extrusionOk="0">
                  <a:moveTo>
                    <a:pt x="1244" y="0"/>
                  </a:moveTo>
                  <a:cubicBezTo>
                    <a:pt x="727" y="0"/>
                    <a:pt x="263" y="583"/>
                    <a:pt x="143" y="1952"/>
                  </a:cubicBezTo>
                  <a:cubicBezTo>
                    <a:pt x="0" y="3813"/>
                    <a:pt x="120" y="6245"/>
                    <a:pt x="120" y="6245"/>
                  </a:cubicBezTo>
                  <a:cubicBezTo>
                    <a:pt x="406" y="6318"/>
                    <a:pt x="696" y="6350"/>
                    <a:pt x="984" y="6350"/>
                  </a:cubicBezTo>
                  <a:cubicBezTo>
                    <a:pt x="1921" y="6350"/>
                    <a:pt x="2853" y="6014"/>
                    <a:pt x="3673" y="5649"/>
                  </a:cubicBezTo>
                  <a:cubicBezTo>
                    <a:pt x="3673" y="5649"/>
                    <a:pt x="2695" y="4409"/>
                    <a:pt x="2481" y="3216"/>
                  </a:cubicBezTo>
                  <a:cubicBezTo>
                    <a:pt x="2242" y="2191"/>
                    <a:pt x="2409" y="736"/>
                    <a:pt x="1861" y="259"/>
                  </a:cubicBezTo>
                  <a:cubicBezTo>
                    <a:pt x="1659" y="91"/>
                    <a:pt x="1447" y="0"/>
                    <a:pt x="1244" y="0"/>
                  </a:cubicBezTo>
                  <a:close/>
                </a:path>
              </a:pathLst>
            </a:custGeom>
            <a:solidFill>
              <a:srgbClr val="D0D1D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2" name="Google Shape;3532;p55"/>
            <p:cNvSpPr/>
            <p:nvPr/>
          </p:nvSpPr>
          <p:spPr>
            <a:xfrm flipH="1">
              <a:off x="5493653" y="2535595"/>
              <a:ext cx="416992" cy="352734"/>
            </a:xfrm>
            <a:custGeom>
              <a:avLst/>
              <a:gdLst/>
              <a:ahLst/>
              <a:cxnLst/>
              <a:rect l="l" t="t" r="r" b="b"/>
              <a:pathLst>
                <a:path w="4867" h="4117" extrusionOk="0">
                  <a:moveTo>
                    <a:pt x="423" y="1"/>
                  </a:moveTo>
                  <a:cubicBezTo>
                    <a:pt x="409" y="1"/>
                    <a:pt x="396" y="1"/>
                    <a:pt x="382" y="3"/>
                  </a:cubicBezTo>
                  <a:cubicBezTo>
                    <a:pt x="144" y="51"/>
                    <a:pt x="1" y="241"/>
                    <a:pt x="25" y="480"/>
                  </a:cubicBezTo>
                  <a:cubicBezTo>
                    <a:pt x="72" y="1148"/>
                    <a:pt x="263" y="2388"/>
                    <a:pt x="430" y="2722"/>
                  </a:cubicBezTo>
                  <a:cubicBezTo>
                    <a:pt x="669" y="3175"/>
                    <a:pt x="3054" y="4057"/>
                    <a:pt x="3340" y="4105"/>
                  </a:cubicBezTo>
                  <a:cubicBezTo>
                    <a:pt x="3483" y="4105"/>
                    <a:pt x="3721" y="4034"/>
                    <a:pt x="3864" y="3986"/>
                  </a:cubicBezTo>
                  <a:cubicBezTo>
                    <a:pt x="3912" y="3962"/>
                    <a:pt x="3966" y="3950"/>
                    <a:pt x="4019" y="3950"/>
                  </a:cubicBezTo>
                  <a:cubicBezTo>
                    <a:pt x="4073" y="3950"/>
                    <a:pt x="4127" y="3962"/>
                    <a:pt x="4175" y="3986"/>
                  </a:cubicBezTo>
                  <a:cubicBezTo>
                    <a:pt x="4335" y="4026"/>
                    <a:pt x="4595" y="4116"/>
                    <a:pt x="4717" y="4116"/>
                  </a:cubicBezTo>
                  <a:cubicBezTo>
                    <a:pt x="4741" y="4116"/>
                    <a:pt x="4759" y="4113"/>
                    <a:pt x="4771" y="4105"/>
                  </a:cubicBezTo>
                  <a:cubicBezTo>
                    <a:pt x="4866" y="4034"/>
                    <a:pt x="4175" y="3557"/>
                    <a:pt x="3936" y="3509"/>
                  </a:cubicBezTo>
                  <a:cubicBezTo>
                    <a:pt x="3897" y="3498"/>
                    <a:pt x="3857" y="3493"/>
                    <a:pt x="3816" y="3493"/>
                  </a:cubicBezTo>
                  <a:cubicBezTo>
                    <a:pt x="3682" y="3493"/>
                    <a:pt x="3539" y="3544"/>
                    <a:pt x="3411" y="3580"/>
                  </a:cubicBezTo>
                  <a:cubicBezTo>
                    <a:pt x="3358" y="3602"/>
                    <a:pt x="3304" y="3614"/>
                    <a:pt x="3250" y="3614"/>
                  </a:cubicBezTo>
                  <a:cubicBezTo>
                    <a:pt x="3185" y="3614"/>
                    <a:pt x="3119" y="3596"/>
                    <a:pt x="3054" y="3557"/>
                  </a:cubicBezTo>
                  <a:cubicBezTo>
                    <a:pt x="2624" y="3318"/>
                    <a:pt x="1503" y="2722"/>
                    <a:pt x="1312" y="2388"/>
                  </a:cubicBezTo>
                  <a:cubicBezTo>
                    <a:pt x="1122" y="2102"/>
                    <a:pt x="979" y="1052"/>
                    <a:pt x="907" y="432"/>
                  </a:cubicBezTo>
                  <a:cubicBezTo>
                    <a:pt x="862" y="185"/>
                    <a:pt x="647" y="1"/>
                    <a:pt x="423" y="1"/>
                  </a:cubicBezTo>
                  <a:close/>
                </a:path>
              </a:pathLst>
            </a:custGeom>
            <a:solidFill>
              <a:srgbClr val="FFD1C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3" name="Google Shape;3533;p55"/>
            <p:cNvSpPr/>
            <p:nvPr/>
          </p:nvSpPr>
          <p:spPr>
            <a:xfrm flipH="1">
              <a:off x="5806290" y="2417789"/>
              <a:ext cx="161588" cy="187634"/>
            </a:xfrm>
            <a:custGeom>
              <a:avLst/>
              <a:gdLst/>
              <a:ahLst/>
              <a:cxnLst/>
              <a:rect l="l" t="t" r="r" b="b"/>
              <a:pathLst>
                <a:path w="1886" h="2190" extrusionOk="0">
                  <a:moveTo>
                    <a:pt x="1033" y="1"/>
                  </a:moveTo>
                  <a:cubicBezTo>
                    <a:pt x="993" y="1"/>
                    <a:pt x="951" y="6"/>
                    <a:pt x="907" y="18"/>
                  </a:cubicBezTo>
                  <a:cubicBezTo>
                    <a:pt x="1" y="257"/>
                    <a:pt x="430" y="2093"/>
                    <a:pt x="430" y="2093"/>
                  </a:cubicBezTo>
                  <a:cubicBezTo>
                    <a:pt x="596" y="2162"/>
                    <a:pt x="777" y="2190"/>
                    <a:pt x="971" y="2190"/>
                  </a:cubicBezTo>
                  <a:cubicBezTo>
                    <a:pt x="1253" y="2190"/>
                    <a:pt x="1561" y="2130"/>
                    <a:pt x="1885" y="2046"/>
                  </a:cubicBezTo>
                  <a:cubicBezTo>
                    <a:pt x="1750" y="1618"/>
                    <a:pt x="1700" y="1"/>
                    <a:pt x="1033" y="1"/>
                  </a:cubicBezTo>
                  <a:close/>
                </a:path>
              </a:pathLst>
            </a:custGeom>
            <a:solidFill>
              <a:srgbClr val="D0D1D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4" name="Google Shape;3534;p55"/>
            <p:cNvSpPr/>
            <p:nvPr/>
          </p:nvSpPr>
          <p:spPr>
            <a:xfrm flipH="1">
              <a:off x="5317928" y="2590943"/>
              <a:ext cx="376124" cy="310752"/>
            </a:xfrm>
            <a:custGeom>
              <a:avLst/>
              <a:gdLst/>
              <a:ahLst/>
              <a:cxnLst/>
              <a:rect l="l" t="t" r="r" b="b"/>
              <a:pathLst>
                <a:path w="4390" h="3627" extrusionOk="0">
                  <a:moveTo>
                    <a:pt x="4199" y="1"/>
                  </a:moveTo>
                  <a:cubicBezTo>
                    <a:pt x="4079" y="1"/>
                    <a:pt x="3984" y="48"/>
                    <a:pt x="3960" y="168"/>
                  </a:cubicBezTo>
                  <a:lnTo>
                    <a:pt x="3483" y="3221"/>
                  </a:lnTo>
                  <a:lnTo>
                    <a:pt x="215" y="3221"/>
                  </a:lnTo>
                  <a:cubicBezTo>
                    <a:pt x="96" y="3221"/>
                    <a:pt x="1" y="3292"/>
                    <a:pt x="1" y="3411"/>
                  </a:cubicBezTo>
                  <a:cubicBezTo>
                    <a:pt x="1" y="3531"/>
                    <a:pt x="96" y="3626"/>
                    <a:pt x="215" y="3626"/>
                  </a:cubicBezTo>
                  <a:lnTo>
                    <a:pt x="3674" y="3626"/>
                  </a:lnTo>
                  <a:cubicBezTo>
                    <a:pt x="3793" y="3626"/>
                    <a:pt x="3841" y="3531"/>
                    <a:pt x="3912" y="3459"/>
                  </a:cubicBezTo>
                  <a:lnTo>
                    <a:pt x="4389" y="239"/>
                  </a:lnTo>
                  <a:cubicBezTo>
                    <a:pt x="4389" y="120"/>
                    <a:pt x="4318" y="25"/>
                    <a:pt x="4199" y="1"/>
                  </a:cubicBezTo>
                  <a:close/>
                </a:path>
              </a:pathLst>
            </a:custGeom>
            <a:solidFill>
              <a:srgbClr val="34343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3535" name="Google Shape;3535;p55"/>
          <p:cNvSpPr txBox="1">
            <a:spLocks noGrp="1"/>
          </p:cNvSpPr>
          <p:nvPr>
            <p:ph type="subTitle" idx="1"/>
          </p:nvPr>
        </p:nvSpPr>
        <p:spPr>
          <a:xfrm>
            <a:off x="226297" y="3342868"/>
            <a:ext cx="6443955" cy="1776000"/>
          </a:xfrm>
          <a:prstGeom prst="rect">
            <a:avLst/>
          </a:prstGeom>
        </p:spPr>
        <p:txBody>
          <a:bodyPr spcFirstLastPara="1" wrap="square" lIns="121900" tIns="121900" rIns="121900" bIns="121900" anchor="t" anchorCtr="0">
            <a:noAutofit/>
          </a:bodyPr>
          <a:lstStyle/>
          <a:p>
            <a:pPr marL="0" indent="0"/>
            <a:r>
              <a:rPr lang="en" sz="3600" b="1" dirty="0">
                <a:solidFill>
                  <a:schemeClr val="bg1"/>
                </a:solidFill>
              </a:rPr>
              <a:t>Seminar 4 </a:t>
            </a:r>
            <a:r>
              <a:rPr lang="ro-RO" sz="3600" b="1" dirty="0">
                <a:solidFill>
                  <a:schemeClr val="bg1"/>
                </a:solidFill>
              </a:rPr>
              <a:t>- </a:t>
            </a:r>
            <a:r>
              <a:rPr lang="ro-RO" sz="3600" dirty="0">
                <a:solidFill>
                  <a:schemeClr val="bg1"/>
                </a:solidFill>
              </a:rPr>
              <a:t>Limbajul UML</a:t>
            </a:r>
          </a:p>
          <a:p>
            <a:pPr marL="0" indent="0"/>
            <a:r>
              <a:rPr lang="en-US" sz="3600" dirty="0" err="1">
                <a:solidFill>
                  <a:schemeClr val="bg1"/>
                </a:solidFill>
              </a:rPr>
              <a:t>Diagrama</a:t>
            </a:r>
            <a:r>
              <a:rPr lang="en-US" sz="3600" dirty="0">
                <a:solidFill>
                  <a:schemeClr val="bg1"/>
                </a:solidFill>
              </a:rPr>
              <a:t> </a:t>
            </a:r>
            <a:r>
              <a:rPr lang="en-US" sz="3600" dirty="0" err="1">
                <a:solidFill>
                  <a:schemeClr val="bg1"/>
                </a:solidFill>
              </a:rPr>
              <a:t>claselor</a:t>
            </a:r>
            <a:endParaRPr lang="en-US" sz="3600" dirty="0">
              <a:solidFill>
                <a:schemeClr val="bg1"/>
              </a:solidFill>
            </a:endParaRPr>
          </a:p>
        </p:txBody>
      </p:sp>
      <p:sp>
        <p:nvSpPr>
          <p:cNvPr id="3536" name="Google Shape;3536;p55"/>
          <p:cNvSpPr txBox="1">
            <a:spLocks noGrp="1"/>
          </p:cNvSpPr>
          <p:nvPr>
            <p:ph type="title"/>
          </p:nvPr>
        </p:nvSpPr>
        <p:spPr>
          <a:xfrm>
            <a:off x="191348" y="1594804"/>
            <a:ext cx="7450606" cy="1776000"/>
          </a:xfrm>
          <a:prstGeom prst="rect">
            <a:avLst/>
          </a:prstGeom>
        </p:spPr>
        <p:txBody>
          <a:bodyPr spcFirstLastPara="1" wrap="square" lIns="121900" tIns="121900" rIns="121900" bIns="121900" anchor="ctr" anchorCtr="0">
            <a:noAutofit/>
          </a:bodyPr>
          <a:lstStyle/>
          <a:p>
            <a:r>
              <a:rPr lang="ro-RO" sz="4800" dirty="0"/>
              <a:t>Analiza </a:t>
            </a:r>
            <a:r>
              <a:rPr lang="ro-RO" sz="4800"/>
              <a:t>și p</a:t>
            </a:r>
            <a:r>
              <a:rPr lang="en" sz="4800"/>
              <a:t>roiectarea </a:t>
            </a:r>
            <a:r>
              <a:rPr lang="en" sz="4800" dirty="0"/>
              <a:t>sistemelor informatice</a:t>
            </a:r>
            <a:endParaRPr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35" name="Google Shape;3635;p60"/>
          <p:cNvSpPr txBox="1">
            <a:spLocks noGrp="1"/>
          </p:cNvSpPr>
          <p:nvPr>
            <p:ph type="title"/>
          </p:nvPr>
        </p:nvSpPr>
        <p:spPr>
          <a:xfrm>
            <a:off x="8118" y="2020677"/>
            <a:ext cx="2854652" cy="1271611"/>
          </a:xfrm>
          <a:prstGeom prst="rect">
            <a:avLst/>
          </a:prstGeom>
        </p:spPr>
        <p:txBody>
          <a:bodyPr spcFirstLastPara="1" wrap="square" lIns="121900" tIns="121900" rIns="121900" bIns="121900" anchor="b" anchorCtr="0">
            <a:noAutofit/>
          </a:bodyPr>
          <a:lstStyle/>
          <a:p>
            <a:r>
              <a:rPr lang="ro-RO" dirty="0"/>
              <a:t>Definirea unei clase</a:t>
            </a:r>
            <a:endParaRPr dirty="0"/>
          </a:p>
        </p:txBody>
      </p:sp>
      <p:sp>
        <p:nvSpPr>
          <p:cNvPr id="3636" name="Google Shape;3636;p60"/>
          <p:cNvSpPr/>
          <p:nvPr/>
        </p:nvSpPr>
        <p:spPr>
          <a:xfrm>
            <a:off x="2787629" y="2875443"/>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37" name="Google Shape;3637;p60"/>
          <p:cNvSpPr/>
          <p:nvPr/>
        </p:nvSpPr>
        <p:spPr>
          <a:xfrm>
            <a:off x="2774857" y="1913296"/>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38" name="Google Shape;3638;p60"/>
          <p:cNvSpPr/>
          <p:nvPr/>
        </p:nvSpPr>
        <p:spPr>
          <a:xfrm>
            <a:off x="2771632" y="979053"/>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40" name="Google Shape;3640;p60"/>
          <p:cNvSpPr txBox="1">
            <a:spLocks noGrp="1"/>
          </p:cNvSpPr>
          <p:nvPr>
            <p:ph type="subTitle" idx="1"/>
          </p:nvPr>
        </p:nvSpPr>
        <p:spPr>
          <a:xfrm>
            <a:off x="3862807" y="1035761"/>
            <a:ext cx="7133930" cy="751200"/>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a:effectLst/>
                <a:latin typeface="Calibri" panose="020F0502020204030204" pitchFamily="34" charset="0"/>
                <a:ea typeface="Calibri" panose="020F0502020204030204" pitchFamily="34" charset="0"/>
                <a:cs typeface="Times New Roman" panose="02020603050405020304" pitchFamily="18" charset="0"/>
              </a:rPr>
              <a:t>Ansamblu de obiecte care au aceleaşi </a:t>
            </a:r>
            <a:r>
              <a:rPr lang="ro-RO" sz="2000" b="1">
                <a:effectLst/>
                <a:latin typeface="Calibri" panose="020F0502020204030204" pitchFamily="34" charset="0"/>
                <a:ea typeface="Calibri" panose="020F0502020204030204" pitchFamily="34" charset="0"/>
                <a:cs typeface="Times New Roman" panose="02020603050405020304" pitchFamily="18" charset="0"/>
              </a:rPr>
              <a:t>caracteristici </a:t>
            </a:r>
            <a:r>
              <a:rPr lang="ro-RO" sz="2000">
                <a:effectLst/>
                <a:latin typeface="Calibri" panose="020F0502020204030204" pitchFamily="34" charset="0"/>
                <a:ea typeface="Calibri" panose="020F0502020204030204" pitchFamily="34" charset="0"/>
                <a:cs typeface="Times New Roman" panose="02020603050405020304" pitchFamily="18" charset="0"/>
              </a:rPr>
              <a:t>şi </a:t>
            </a:r>
            <a:r>
              <a:rPr lang="ro-RO" sz="2000" b="1">
                <a:effectLst/>
                <a:latin typeface="Calibri" panose="020F0502020204030204" pitchFamily="34" charset="0"/>
                <a:ea typeface="Calibri" panose="020F0502020204030204" pitchFamily="34" charset="0"/>
                <a:cs typeface="Times New Roman" panose="02020603050405020304" pitchFamily="18" charset="0"/>
              </a:rPr>
              <a:t>contrângeri</a:t>
            </a:r>
            <a:r>
              <a:rPr lang="ro-RO" sz="200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3641" name="Google Shape;3641;p60"/>
          <p:cNvSpPr txBox="1">
            <a:spLocks noGrp="1"/>
          </p:cNvSpPr>
          <p:nvPr>
            <p:ph type="subTitle" idx="2"/>
          </p:nvPr>
        </p:nvSpPr>
        <p:spPr>
          <a:xfrm>
            <a:off x="3869257" y="1786812"/>
            <a:ext cx="7592567" cy="751200"/>
          </a:xfrm>
          <a:prstGeom prst="rect">
            <a:avLst/>
          </a:prstGeom>
        </p:spPr>
        <p:txBody>
          <a:bodyPr spcFirstLastPara="1" wrap="square" lIns="121900" tIns="121900" rIns="121900" bIns="121900" anchor="t" anchorCtr="0">
            <a:noAutofit/>
          </a:bodyPr>
          <a:lstStyle/>
          <a:p>
            <a:pPr marL="0" indent="0"/>
            <a:r>
              <a:rPr lang="ro-RO" sz="2000">
                <a:effectLst/>
                <a:latin typeface="Calibri" panose="020F0502020204030204" pitchFamily="34" charset="0"/>
                <a:ea typeface="Calibri" panose="020F0502020204030204" pitchFamily="34" charset="0"/>
                <a:cs typeface="Times New Roman" panose="02020603050405020304" pitchFamily="18" charset="0"/>
              </a:rPr>
              <a:t>Caracteristicile unei clase sunt </a:t>
            </a:r>
            <a:r>
              <a:rPr lang="ro-RO" sz="2000" b="1">
                <a:effectLst/>
                <a:latin typeface="Calibri" panose="020F0502020204030204" pitchFamily="34" charset="0"/>
                <a:ea typeface="Calibri" panose="020F0502020204030204" pitchFamily="34" charset="0"/>
                <a:cs typeface="Times New Roman" panose="02020603050405020304" pitchFamily="18" charset="0"/>
              </a:rPr>
              <a:t>atributele</a:t>
            </a:r>
            <a:r>
              <a:rPr lang="ro-RO" sz="2000">
                <a:effectLst/>
                <a:latin typeface="Calibri" panose="020F0502020204030204" pitchFamily="34" charset="0"/>
                <a:ea typeface="Calibri" panose="020F0502020204030204" pitchFamily="34" charset="0"/>
                <a:cs typeface="Times New Roman" panose="02020603050405020304" pitchFamily="18" charset="0"/>
              </a:rPr>
              <a:t> şi </a:t>
            </a:r>
            <a:r>
              <a:rPr lang="ro-RO" sz="2000" b="1">
                <a:effectLst/>
                <a:latin typeface="Calibri" panose="020F0502020204030204" pitchFamily="34" charset="0"/>
                <a:ea typeface="Calibri" panose="020F0502020204030204" pitchFamily="34" charset="0"/>
                <a:cs typeface="Times New Roman" panose="02020603050405020304" pitchFamily="18" charset="0"/>
              </a:rPr>
              <a:t>operaţiile</a:t>
            </a:r>
            <a:r>
              <a:rPr lang="ro-RO" sz="2000">
                <a:effectLst/>
                <a:latin typeface="Calibri" panose="020F0502020204030204" pitchFamily="34" charset="0"/>
                <a:ea typeface="Calibri" panose="020F0502020204030204" pitchFamily="34" charset="0"/>
                <a:cs typeface="Times New Roman" panose="02020603050405020304" pitchFamily="18" charset="0"/>
              </a:rPr>
              <a:t>, prin care de descriu proprietăți și comportamente .</a:t>
            </a:r>
          </a:p>
        </p:txBody>
      </p:sp>
      <p:sp>
        <p:nvSpPr>
          <p:cNvPr id="3642" name="Google Shape;3642;p60"/>
          <p:cNvSpPr txBox="1">
            <a:spLocks noGrp="1"/>
          </p:cNvSpPr>
          <p:nvPr>
            <p:ph type="subTitle" idx="3"/>
          </p:nvPr>
        </p:nvSpPr>
        <p:spPr>
          <a:xfrm>
            <a:off x="3869258" y="2800616"/>
            <a:ext cx="7592566" cy="751200"/>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a:effectLst/>
                <a:latin typeface="Calibri" panose="020F0502020204030204" pitchFamily="34" charset="0"/>
                <a:ea typeface="Calibri" panose="020F0502020204030204" pitchFamily="34" charset="0"/>
                <a:cs typeface="Times New Roman" panose="02020603050405020304" pitchFamily="18" charset="0"/>
              </a:rPr>
              <a:t>Clasele </a:t>
            </a:r>
            <a:r>
              <a:rPr lang="ro-RO" sz="2000" b="1">
                <a:effectLst/>
                <a:latin typeface="Calibri" panose="020F0502020204030204" pitchFamily="34" charset="0"/>
                <a:ea typeface="Calibri" panose="020F0502020204030204" pitchFamily="34" charset="0"/>
                <a:cs typeface="Times New Roman" panose="02020603050405020304" pitchFamily="18" charset="0"/>
              </a:rPr>
              <a:t>abstracte</a:t>
            </a:r>
            <a:r>
              <a:rPr lang="ro-RO" sz="2000">
                <a:effectLst/>
                <a:latin typeface="Calibri" panose="020F0502020204030204" pitchFamily="34" charset="0"/>
                <a:ea typeface="Calibri" panose="020F0502020204030204" pitchFamily="34" charset="0"/>
                <a:cs typeface="Times New Roman" panose="02020603050405020304" pitchFamily="18" charset="0"/>
              </a:rPr>
              <a:t> nu pot fi instanţiate. Rolul lor este de a permite altor clase să le moştenească, în vederea reutilizării caracteristicilor.</a:t>
            </a:r>
          </a:p>
        </p:txBody>
      </p:sp>
      <p:sp>
        <p:nvSpPr>
          <p:cNvPr id="3643" name="Google Shape;3643;p60"/>
          <p:cNvSpPr txBox="1">
            <a:spLocks noGrp="1"/>
          </p:cNvSpPr>
          <p:nvPr>
            <p:ph type="subTitle" idx="4"/>
          </p:nvPr>
        </p:nvSpPr>
        <p:spPr>
          <a:xfrm>
            <a:off x="3869257" y="3789498"/>
            <a:ext cx="7870543" cy="751200"/>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a:effectLst/>
                <a:latin typeface="Calibri" panose="020F0502020204030204" pitchFamily="34" charset="0"/>
                <a:ea typeface="Calibri" panose="020F0502020204030204" pitchFamily="34" charset="0"/>
                <a:cs typeface="Times New Roman" panose="02020603050405020304" pitchFamily="18" charset="0"/>
              </a:rPr>
              <a:t>O </a:t>
            </a:r>
            <a:r>
              <a:rPr lang="ro-RO" sz="2000" b="1">
                <a:effectLst/>
                <a:latin typeface="Calibri" panose="020F0502020204030204" pitchFamily="34" charset="0"/>
                <a:ea typeface="Calibri" panose="020F0502020204030204" pitchFamily="34" charset="0"/>
                <a:cs typeface="Times New Roman" panose="02020603050405020304" pitchFamily="18" charset="0"/>
              </a:rPr>
              <a:t>interfaţă </a:t>
            </a:r>
            <a:r>
              <a:rPr lang="ro-RO" sz="2000">
                <a:effectLst/>
                <a:latin typeface="Calibri" panose="020F0502020204030204" pitchFamily="34" charset="0"/>
                <a:ea typeface="Calibri" panose="020F0502020204030204" pitchFamily="34" charset="0"/>
                <a:cs typeface="Times New Roman" panose="02020603050405020304" pitchFamily="18" charset="0"/>
              </a:rPr>
              <a:t>descrie un set de caracteristici şi obligaţii publice. Specifică, de fapt, </a:t>
            </a:r>
            <a:r>
              <a:rPr lang="ro-RO" sz="2000" b="1">
                <a:effectLst/>
                <a:latin typeface="Calibri" panose="020F0502020204030204" pitchFamily="34" charset="0"/>
                <a:ea typeface="Calibri" panose="020F0502020204030204" pitchFamily="34" charset="0"/>
                <a:cs typeface="Times New Roman" panose="02020603050405020304" pitchFamily="18" charset="0"/>
              </a:rPr>
              <a:t>un contract</a:t>
            </a:r>
            <a:r>
              <a:rPr lang="ro-RO" sz="2000">
                <a:effectLst/>
                <a:latin typeface="Calibri" panose="020F0502020204030204" pitchFamily="34" charset="0"/>
                <a:ea typeface="Calibri" panose="020F0502020204030204" pitchFamily="34" charset="0"/>
                <a:cs typeface="Times New Roman" panose="02020603050405020304" pitchFamily="18" charset="0"/>
              </a:rPr>
              <a:t>. Orice instanţă care implementează interfaţa trebuie să ofere serviciile furnizate prin contract.</a:t>
            </a:r>
          </a:p>
        </p:txBody>
      </p:sp>
      <p:sp>
        <p:nvSpPr>
          <p:cNvPr id="31" name="Google Shape;3573;p58">
            <a:extLst>
              <a:ext uri="{FF2B5EF4-FFF2-40B4-BE49-F238E27FC236}">
                <a16:creationId xmlns:a16="http://schemas.microsoft.com/office/drawing/2014/main" id="{924978CA-1610-4AC6-8928-8884091AF56D}"/>
              </a:ext>
            </a:extLst>
          </p:cNvPr>
          <p:cNvSpPr/>
          <p:nvPr/>
        </p:nvSpPr>
        <p:spPr>
          <a:xfrm>
            <a:off x="2816785" y="3800098"/>
            <a:ext cx="729600" cy="730000"/>
          </a:xfrm>
          <a:prstGeom prst="ellipse">
            <a:avLst/>
          </a:prstGeom>
          <a:noFill/>
          <a:ln w="19050" cap="flat" cmpd="sng">
            <a:solidFill>
              <a:srgbClr val="FF7210"/>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 name="Google Shape;3648;p60">
            <a:extLst>
              <a:ext uri="{FF2B5EF4-FFF2-40B4-BE49-F238E27FC236}">
                <a16:creationId xmlns:a16="http://schemas.microsoft.com/office/drawing/2014/main" id="{B3ED05D7-D0F9-4E7B-8C4F-42BD941CCFE3}"/>
              </a:ext>
            </a:extLst>
          </p:cNvPr>
          <p:cNvCxnSpPr>
            <a:cxnSpLocks/>
            <a:stCxn id="3638" idx="4"/>
            <a:endCxn id="3637" idx="0"/>
          </p:cNvCxnSpPr>
          <p:nvPr/>
        </p:nvCxnSpPr>
        <p:spPr>
          <a:xfrm>
            <a:off x="3136432" y="1709053"/>
            <a:ext cx="3225" cy="204243"/>
          </a:xfrm>
          <a:prstGeom prst="straightConnector1">
            <a:avLst/>
          </a:prstGeom>
          <a:noFill/>
          <a:ln w="19050" cap="flat" cmpd="sng">
            <a:solidFill>
              <a:schemeClr val="accent2"/>
            </a:solidFill>
            <a:prstDash val="dot"/>
            <a:round/>
            <a:headEnd type="none" w="med" len="med"/>
            <a:tailEnd type="none" w="med" len="med"/>
          </a:ln>
        </p:spPr>
      </p:cxnSp>
      <p:cxnSp>
        <p:nvCxnSpPr>
          <p:cNvPr id="36" name="Google Shape;3648;p60">
            <a:extLst>
              <a:ext uri="{FF2B5EF4-FFF2-40B4-BE49-F238E27FC236}">
                <a16:creationId xmlns:a16="http://schemas.microsoft.com/office/drawing/2014/main" id="{69B5BD6E-9C27-436A-BE23-1AD69F3DF84D}"/>
              </a:ext>
            </a:extLst>
          </p:cNvPr>
          <p:cNvCxnSpPr>
            <a:cxnSpLocks/>
          </p:cNvCxnSpPr>
          <p:nvPr/>
        </p:nvCxnSpPr>
        <p:spPr>
          <a:xfrm>
            <a:off x="3147267" y="2698495"/>
            <a:ext cx="3225" cy="204243"/>
          </a:xfrm>
          <a:prstGeom prst="straightConnector1">
            <a:avLst/>
          </a:prstGeom>
          <a:noFill/>
          <a:ln w="19050" cap="flat" cmpd="sng">
            <a:solidFill>
              <a:schemeClr val="accent2"/>
            </a:solidFill>
            <a:prstDash val="dot"/>
            <a:round/>
            <a:headEnd type="none" w="med" len="med"/>
            <a:tailEnd type="none" w="med" len="med"/>
          </a:ln>
        </p:spPr>
      </p:cxnSp>
      <p:cxnSp>
        <p:nvCxnSpPr>
          <p:cNvPr id="37" name="Google Shape;3648;p60">
            <a:extLst>
              <a:ext uri="{FF2B5EF4-FFF2-40B4-BE49-F238E27FC236}">
                <a16:creationId xmlns:a16="http://schemas.microsoft.com/office/drawing/2014/main" id="{33E1D4EC-D442-49E8-B064-FF66CC61C985}"/>
              </a:ext>
            </a:extLst>
          </p:cNvPr>
          <p:cNvCxnSpPr>
            <a:cxnSpLocks/>
          </p:cNvCxnSpPr>
          <p:nvPr/>
        </p:nvCxnSpPr>
        <p:spPr>
          <a:xfrm>
            <a:off x="3191221" y="3647914"/>
            <a:ext cx="3225" cy="204243"/>
          </a:xfrm>
          <a:prstGeom prst="straightConnector1">
            <a:avLst/>
          </a:prstGeom>
          <a:noFill/>
          <a:ln w="19050" cap="flat" cmpd="sng">
            <a:solidFill>
              <a:schemeClr val="accent2"/>
            </a:solidFill>
            <a:prstDash val="dot"/>
            <a:round/>
            <a:headEnd type="none" w="med" len="med"/>
            <a:tailEnd type="none" w="med" len="med"/>
          </a:ln>
        </p:spPr>
      </p:cxnSp>
      <p:pic>
        <p:nvPicPr>
          <p:cNvPr id="3" name="Picture 2">
            <a:extLst>
              <a:ext uri="{FF2B5EF4-FFF2-40B4-BE49-F238E27FC236}">
                <a16:creationId xmlns:a16="http://schemas.microsoft.com/office/drawing/2014/main" id="{BEFE3D75-F431-4BC6-94FD-4EDFB6FD4072}"/>
              </a:ext>
            </a:extLst>
          </p:cNvPr>
          <p:cNvPicPr>
            <a:picLocks noChangeAspect="1"/>
          </p:cNvPicPr>
          <p:nvPr/>
        </p:nvPicPr>
        <p:blipFill>
          <a:blip r:embed="rId3"/>
          <a:stretch>
            <a:fillRect/>
          </a:stretch>
        </p:blipFill>
        <p:spPr>
          <a:xfrm>
            <a:off x="4529686" y="5425420"/>
            <a:ext cx="1659972" cy="1125216"/>
          </a:xfrm>
          <a:prstGeom prst="rect">
            <a:avLst/>
          </a:prstGeom>
          <a:ln>
            <a:noFill/>
          </a:ln>
          <a:effectLst>
            <a:outerShdw blurRad="190500" algn="tl" rotWithShape="0">
              <a:srgbClr val="000000">
                <a:alpha val="70000"/>
              </a:srgbClr>
            </a:outerShdw>
          </a:effectLst>
        </p:spPr>
      </p:pic>
      <p:pic>
        <p:nvPicPr>
          <p:cNvPr id="5" name="Picture 4">
            <a:extLst>
              <a:ext uri="{FF2B5EF4-FFF2-40B4-BE49-F238E27FC236}">
                <a16:creationId xmlns:a16="http://schemas.microsoft.com/office/drawing/2014/main" id="{7CAE7510-DDE4-470E-AD55-683CBA9282FA}"/>
              </a:ext>
            </a:extLst>
          </p:cNvPr>
          <p:cNvPicPr>
            <a:picLocks noChangeAspect="1"/>
          </p:cNvPicPr>
          <p:nvPr/>
        </p:nvPicPr>
        <p:blipFill>
          <a:blip r:embed="rId4"/>
          <a:stretch>
            <a:fillRect/>
          </a:stretch>
        </p:blipFill>
        <p:spPr>
          <a:xfrm>
            <a:off x="7253524" y="5230824"/>
            <a:ext cx="3177078" cy="1514407"/>
          </a:xfrm>
          <a:prstGeom prst="rect">
            <a:avLst/>
          </a:prstGeom>
          <a:ln>
            <a:noFill/>
          </a:ln>
          <a:effectLst>
            <a:outerShdw blurRad="190500" algn="tl" rotWithShape="0">
              <a:srgbClr val="000000">
                <a:alpha val="70000"/>
              </a:srgbClr>
            </a:outerShdw>
          </a:effectLst>
        </p:spPr>
      </p:pic>
      <p:grpSp>
        <p:nvGrpSpPr>
          <p:cNvPr id="30" name="Google Shape;14047;p89">
            <a:extLst>
              <a:ext uri="{FF2B5EF4-FFF2-40B4-BE49-F238E27FC236}">
                <a16:creationId xmlns:a16="http://schemas.microsoft.com/office/drawing/2014/main" id="{4AD62AEF-FD82-4B65-84EF-D13CAD85111F}"/>
              </a:ext>
            </a:extLst>
          </p:cNvPr>
          <p:cNvGrpSpPr/>
          <p:nvPr/>
        </p:nvGrpSpPr>
        <p:grpSpPr>
          <a:xfrm>
            <a:off x="2966765" y="2098495"/>
            <a:ext cx="361004" cy="357961"/>
            <a:chOff x="-47529700" y="2342000"/>
            <a:chExt cx="302450" cy="299900"/>
          </a:xfrm>
        </p:grpSpPr>
        <p:sp>
          <p:nvSpPr>
            <p:cNvPr id="38" name="Google Shape;14048;p89">
              <a:extLst>
                <a:ext uri="{FF2B5EF4-FFF2-40B4-BE49-F238E27FC236}">
                  <a16:creationId xmlns:a16="http://schemas.microsoft.com/office/drawing/2014/main" id="{92A35E2B-7714-42F9-8D8D-1E5D65F4E5DB}"/>
                </a:ext>
              </a:extLst>
            </p:cNvPr>
            <p:cNvSpPr/>
            <p:nvPr/>
          </p:nvSpPr>
          <p:spPr>
            <a:xfrm>
              <a:off x="-47529700" y="2342000"/>
              <a:ext cx="302450" cy="299900"/>
            </a:xfrm>
            <a:custGeom>
              <a:avLst/>
              <a:gdLst/>
              <a:ahLst/>
              <a:cxnLst/>
              <a:rect l="l" t="t" r="r" b="b"/>
              <a:pathLst>
                <a:path w="12098" h="11996" extrusionOk="0">
                  <a:moveTo>
                    <a:pt x="7530" y="725"/>
                  </a:moveTo>
                  <a:cubicBezTo>
                    <a:pt x="9672" y="725"/>
                    <a:pt x="11405" y="2457"/>
                    <a:pt x="11405" y="4568"/>
                  </a:cubicBezTo>
                  <a:cubicBezTo>
                    <a:pt x="11405" y="6711"/>
                    <a:pt x="9672" y="8443"/>
                    <a:pt x="7530" y="8443"/>
                  </a:cubicBezTo>
                  <a:cubicBezTo>
                    <a:pt x="5419" y="8443"/>
                    <a:pt x="3686" y="6711"/>
                    <a:pt x="3686" y="4568"/>
                  </a:cubicBezTo>
                  <a:cubicBezTo>
                    <a:pt x="3686" y="2457"/>
                    <a:pt x="5419" y="725"/>
                    <a:pt x="7530" y="725"/>
                  </a:cubicBezTo>
                  <a:close/>
                  <a:moveTo>
                    <a:pt x="4064" y="7530"/>
                  </a:moveTo>
                  <a:cubicBezTo>
                    <a:pt x="4222" y="7719"/>
                    <a:pt x="4379" y="7876"/>
                    <a:pt x="4568" y="8034"/>
                  </a:cubicBezTo>
                  <a:lnTo>
                    <a:pt x="3686" y="8947"/>
                  </a:lnTo>
                  <a:lnTo>
                    <a:pt x="3151" y="8443"/>
                  </a:lnTo>
                  <a:lnTo>
                    <a:pt x="4064" y="7530"/>
                  </a:lnTo>
                  <a:close/>
                  <a:moveTo>
                    <a:pt x="2647" y="8916"/>
                  </a:moveTo>
                  <a:lnTo>
                    <a:pt x="3151" y="9420"/>
                  </a:lnTo>
                  <a:lnTo>
                    <a:pt x="1386" y="11184"/>
                  </a:lnTo>
                  <a:cubicBezTo>
                    <a:pt x="1323" y="11247"/>
                    <a:pt x="1237" y="11279"/>
                    <a:pt x="1146" y="11279"/>
                  </a:cubicBezTo>
                  <a:cubicBezTo>
                    <a:pt x="1056" y="11279"/>
                    <a:pt x="961" y="11247"/>
                    <a:pt x="882" y="11184"/>
                  </a:cubicBezTo>
                  <a:cubicBezTo>
                    <a:pt x="756" y="11090"/>
                    <a:pt x="756" y="10838"/>
                    <a:pt x="882" y="10680"/>
                  </a:cubicBezTo>
                  <a:lnTo>
                    <a:pt x="2647" y="8916"/>
                  </a:lnTo>
                  <a:close/>
                  <a:moveTo>
                    <a:pt x="7530" y="0"/>
                  </a:moveTo>
                  <a:cubicBezTo>
                    <a:pt x="5009" y="0"/>
                    <a:pt x="2962" y="2048"/>
                    <a:pt x="2962" y="4568"/>
                  </a:cubicBezTo>
                  <a:cubicBezTo>
                    <a:pt x="2962" y="5450"/>
                    <a:pt x="3214" y="6270"/>
                    <a:pt x="3623" y="6963"/>
                  </a:cubicBezTo>
                  <a:lnTo>
                    <a:pt x="410" y="10208"/>
                  </a:lnTo>
                  <a:cubicBezTo>
                    <a:pt x="0" y="10586"/>
                    <a:pt x="0" y="11279"/>
                    <a:pt x="410" y="11688"/>
                  </a:cubicBezTo>
                  <a:cubicBezTo>
                    <a:pt x="599" y="11893"/>
                    <a:pt x="867" y="11996"/>
                    <a:pt x="1138" y="11996"/>
                  </a:cubicBezTo>
                  <a:cubicBezTo>
                    <a:pt x="1410" y="11996"/>
                    <a:pt x="1686" y="11893"/>
                    <a:pt x="1890" y="11688"/>
                  </a:cubicBezTo>
                  <a:lnTo>
                    <a:pt x="5135" y="8475"/>
                  </a:lnTo>
                  <a:cubicBezTo>
                    <a:pt x="5829" y="8916"/>
                    <a:pt x="6679" y="9137"/>
                    <a:pt x="7530" y="9137"/>
                  </a:cubicBezTo>
                  <a:cubicBezTo>
                    <a:pt x="10050" y="9137"/>
                    <a:pt x="12098" y="7089"/>
                    <a:pt x="12098" y="4568"/>
                  </a:cubicBezTo>
                  <a:cubicBezTo>
                    <a:pt x="12098" y="2048"/>
                    <a:pt x="10050" y="0"/>
                    <a:pt x="75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049;p89">
              <a:extLst>
                <a:ext uri="{FF2B5EF4-FFF2-40B4-BE49-F238E27FC236}">
                  <a16:creationId xmlns:a16="http://schemas.microsoft.com/office/drawing/2014/main" id="{00BE0386-3F0F-4AB8-B873-620C203135C5}"/>
                </a:ext>
              </a:extLst>
            </p:cNvPr>
            <p:cNvSpPr/>
            <p:nvPr/>
          </p:nvSpPr>
          <p:spPr>
            <a:xfrm>
              <a:off x="-47404475" y="2395550"/>
              <a:ext cx="124475" cy="123675"/>
            </a:xfrm>
            <a:custGeom>
              <a:avLst/>
              <a:gdLst/>
              <a:ahLst/>
              <a:cxnLst/>
              <a:rect l="l" t="t" r="r" b="b"/>
              <a:pathLst>
                <a:path w="4979" h="4947" extrusionOk="0">
                  <a:moveTo>
                    <a:pt x="2804" y="2080"/>
                  </a:moveTo>
                  <a:cubicBezTo>
                    <a:pt x="2678" y="2395"/>
                    <a:pt x="2458" y="2647"/>
                    <a:pt x="2174" y="2710"/>
                  </a:cubicBezTo>
                  <a:lnTo>
                    <a:pt x="2174" y="2080"/>
                  </a:lnTo>
                  <a:close/>
                  <a:moveTo>
                    <a:pt x="1828" y="694"/>
                  </a:moveTo>
                  <a:cubicBezTo>
                    <a:pt x="2300" y="694"/>
                    <a:pt x="2678" y="977"/>
                    <a:pt x="2804" y="1418"/>
                  </a:cubicBezTo>
                  <a:lnTo>
                    <a:pt x="1828" y="1418"/>
                  </a:lnTo>
                  <a:cubicBezTo>
                    <a:pt x="1607" y="1418"/>
                    <a:pt x="1481" y="1576"/>
                    <a:pt x="1481" y="1765"/>
                  </a:cubicBezTo>
                  <a:lnTo>
                    <a:pt x="1481" y="2741"/>
                  </a:lnTo>
                  <a:cubicBezTo>
                    <a:pt x="1072" y="2584"/>
                    <a:pt x="757" y="2206"/>
                    <a:pt x="757" y="1765"/>
                  </a:cubicBezTo>
                  <a:cubicBezTo>
                    <a:pt x="757" y="1166"/>
                    <a:pt x="1229" y="694"/>
                    <a:pt x="1828" y="694"/>
                  </a:cubicBezTo>
                  <a:close/>
                  <a:moveTo>
                    <a:pt x="4254" y="2080"/>
                  </a:moveTo>
                  <a:lnTo>
                    <a:pt x="4254" y="4222"/>
                  </a:lnTo>
                  <a:lnTo>
                    <a:pt x="2143" y="4222"/>
                  </a:lnTo>
                  <a:lnTo>
                    <a:pt x="2143" y="3466"/>
                  </a:lnTo>
                  <a:cubicBezTo>
                    <a:pt x="2804" y="3308"/>
                    <a:pt x="3371" y="2804"/>
                    <a:pt x="3498" y="2080"/>
                  </a:cubicBezTo>
                  <a:close/>
                  <a:moveTo>
                    <a:pt x="1796" y="0"/>
                  </a:moveTo>
                  <a:cubicBezTo>
                    <a:pt x="788" y="0"/>
                    <a:pt x="0" y="788"/>
                    <a:pt x="0" y="1765"/>
                  </a:cubicBezTo>
                  <a:cubicBezTo>
                    <a:pt x="0" y="2615"/>
                    <a:pt x="599" y="3340"/>
                    <a:pt x="1418" y="3497"/>
                  </a:cubicBezTo>
                  <a:lnTo>
                    <a:pt x="1418" y="4600"/>
                  </a:lnTo>
                  <a:cubicBezTo>
                    <a:pt x="1418" y="4789"/>
                    <a:pt x="1576" y="4947"/>
                    <a:pt x="1796" y="4947"/>
                  </a:cubicBezTo>
                  <a:lnTo>
                    <a:pt x="4569" y="4947"/>
                  </a:lnTo>
                  <a:cubicBezTo>
                    <a:pt x="4789" y="4947"/>
                    <a:pt x="4947" y="4789"/>
                    <a:pt x="4947" y="4600"/>
                  </a:cubicBezTo>
                  <a:lnTo>
                    <a:pt x="4947" y="1796"/>
                  </a:lnTo>
                  <a:cubicBezTo>
                    <a:pt x="4978" y="1576"/>
                    <a:pt x="4821" y="1418"/>
                    <a:pt x="4632" y="1418"/>
                  </a:cubicBezTo>
                  <a:lnTo>
                    <a:pt x="3498" y="1418"/>
                  </a:lnTo>
                  <a:cubicBezTo>
                    <a:pt x="3371" y="631"/>
                    <a:pt x="2647" y="0"/>
                    <a:pt x="17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14154;p89">
            <a:extLst>
              <a:ext uri="{FF2B5EF4-FFF2-40B4-BE49-F238E27FC236}">
                <a16:creationId xmlns:a16="http://schemas.microsoft.com/office/drawing/2014/main" id="{C5229AA9-CFA0-49BA-8223-9F02EE8DFB17}"/>
              </a:ext>
            </a:extLst>
          </p:cNvPr>
          <p:cNvGrpSpPr/>
          <p:nvPr/>
        </p:nvGrpSpPr>
        <p:grpSpPr>
          <a:xfrm>
            <a:off x="2989786" y="3069858"/>
            <a:ext cx="341555" cy="341580"/>
            <a:chOff x="-13529550" y="1639424"/>
            <a:chExt cx="353650" cy="353676"/>
          </a:xfrm>
          <a:solidFill>
            <a:schemeClr val="accent2"/>
          </a:solidFill>
        </p:grpSpPr>
        <p:sp>
          <p:nvSpPr>
            <p:cNvPr id="41" name="Google Shape;14155;p89">
              <a:extLst>
                <a:ext uri="{FF2B5EF4-FFF2-40B4-BE49-F238E27FC236}">
                  <a16:creationId xmlns:a16="http://schemas.microsoft.com/office/drawing/2014/main" id="{1D70E0FF-5C0B-4702-9DB3-F438973EC3F8}"/>
                </a:ext>
              </a:extLst>
            </p:cNvPr>
            <p:cNvSpPr/>
            <p:nvPr/>
          </p:nvSpPr>
          <p:spPr>
            <a:xfrm>
              <a:off x="-13529550" y="1910125"/>
              <a:ext cx="353650" cy="82975"/>
            </a:xfrm>
            <a:custGeom>
              <a:avLst/>
              <a:gdLst/>
              <a:ahLst/>
              <a:cxnLst/>
              <a:rect l="l" t="t" r="r" b="b"/>
              <a:pathLst>
                <a:path w="14146" h="3319" extrusionOk="0">
                  <a:moveTo>
                    <a:pt x="3434" y="893"/>
                  </a:moveTo>
                  <a:lnTo>
                    <a:pt x="3434" y="893"/>
                  </a:lnTo>
                  <a:cubicBezTo>
                    <a:pt x="3340" y="1145"/>
                    <a:pt x="3308" y="1428"/>
                    <a:pt x="3308" y="1649"/>
                  </a:cubicBezTo>
                  <a:cubicBezTo>
                    <a:pt x="3308" y="1932"/>
                    <a:pt x="3340" y="2153"/>
                    <a:pt x="3434" y="2405"/>
                  </a:cubicBezTo>
                  <a:cubicBezTo>
                    <a:pt x="2899" y="2373"/>
                    <a:pt x="2426" y="2279"/>
                    <a:pt x="2017" y="2153"/>
                  </a:cubicBezTo>
                  <a:cubicBezTo>
                    <a:pt x="1229" y="1964"/>
                    <a:pt x="914" y="1743"/>
                    <a:pt x="819" y="1649"/>
                  </a:cubicBezTo>
                  <a:cubicBezTo>
                    <a:pt x="914" y="1586"/>
                    <a:pt x="1166" y="1334"/>
                    <a:pt x="2017" y="1145"/>
                  </a:cubicBezTo>
                  <a:cubicBezTo>
                    <a:pt x="2426" y="1019"/>
                    <a:pt x="2899" y="956"/>
                    <a:pt x="3434" y="893"/>
                  </a:cubicBezTo>
                  <a:close/>
                  <a:moveTo>
                    <a:pt x="6018" y="861"/>
                  </a:moveTo>
                  <a:cubicBezTo>
                    <a:pt x="7908" y="987"/>
                    <a:pt x="8948" y="1428"/>
                    <a:pt x="9137" y="1649"/>
                  </a:cubicBezTo>
                  <a:cubicBezTo>
                    <a:pt x="9042" y="1743"/>
                    <a:pt x="8790" y="1964"/>
                    <a:pt x="7940" y="2153"/>
                  </a:cubicBezTo>
                  <a:cubicBezTo>
                    <a:pt x="7404" y="2279"/>
                    <a:pt x="6742" y="2405"/>
                    <a:pt x="6018" y="2436"/>
                  </a:cubicBezTo>
                  <a:cubicBezTo>
                    <a:pt x="5892" y="2216"/>
                    <a:pt x="5829" y="1932"/>
                    <a:pt x="5829" y="1649"/>
                  </a:cubicBezTo>
                  <a:cubicBezTo>
                    <a:pt x="5829" y="1365"/>
                    <a:pt x="5892" y="1113"/>
                    <a:pt x="6018" y="861"/>
                  </a:cubicBezTo>
                  <a:close/>
                  <a:moveTo>
                    <a:pt x="5104" y="798"/>
                  </a:moveTo>
                  <a:cubicBezTo>
                    <a:pt x="5041" y="1050"/>
                    <a:pt x="4947" y="1334"/>
                    <a:pt x="4947" y="1617"/>
                  </a:cubicBezTo>
                  <a:cubicBezTo>
                    <a:pt x="4947" y="1901"/>
                    <a:pt x="5010" y="2153"/>
                    <a:pt x="5104" y="2436"/>
                  </a:cubicBezTo>
                  <a:cubicBezTo>
                    <a:pt x="4994" y="2452"/>
                    <a:pt x="4876" y="2460"/>
                    <a:pt x="4754" y="2460"/>
                  </a:cubicBezTo>
                  <a:cubicBezTo>
                    <a:pt x="4632" y="2460"/>
                    <a:pt x="4506" y="2452"/>
                    <a:pt x="4379" y="2436"/>
                  </a:cubicBezTo>
                  <a:cubicBezTo>
                    <a:pt x="4222" y="2216"/>
                    <a:pt x="4159" y="1932"/>
                    <a:pt x="4159" y="1617"/>
                  </a:cubicBezTo>
                  <a:cubicBezTo>
                    <a:pt x="4159" y="1334"/>
                    <a:pt x="4253" y="1050"/>
                    <a:pt x="4379" y="798"/>
                  </a:cubicBezTo>
                  <a:close/>
                  <a:moveTo>
                    <a:pt x="10801" y="817"/>
                  </a:moveTo>
                  <a:cubicBezTo>
                    <a:pt x="10917" y="817"/>
                    <a:pt x="11036" y="841"/>
                    <a:pt x="11153" y="893"/>
                  </a:cubicBezTo>
                  <a:lnTo>
                    <a:pt x="12728" y="1649"/>
                  </a:lnTo>
                  <a:lnTo>
                    <a:pt x="11153" y="2405"/>
                  </a:lnTo>
                  <a:cubicBezTo>
                    <a:pt x="11032" y="2465"/>
                    <a:pt x="10908" y="2493"/>
                    <a:pt x="10788" y="2493"/>
                  </a:cubicBezTo>
                  <a:cubicBezTo>
                    <a:pt x="10346" y="2493"/>
                    <a:pt x="9956" y="2120"/>
                    <a:pt x="9956" y="1649"/>
                  </a:cubicBezTo>
                  <a:cubicBezTo>
                    <a:pt x="9956" y="1173"/>
                    <a:pt x="10354" y="817"/>
                    <a:pt x="10801" y="817"/>
                  </a:cubicBezTo>
                  <a:close/>
                  <a:moveTo>
                    <a:pt x="10785" y="0"/>
                  </a:moveTo>
                  <a:cubicBezTo>
                    <a:pt x="10221" y="0"/>
                    <a:pt x="9666" y="291"/>
                    <a:pt x="9357" y="798"/>
                  </a:cubicBezTo>
                  <a:cubicBezTo>
                    <a:pt x="8349" y="168"/>
                    <a:pt x="6207" y="10"/>
                    <a:pt x="5010" y="10"/>
                  </a:cubicBezTo>
                  <a:cubicBezTo>
                    <a:pt x="3592" y="10"/>
                    <a:pt x="0" y="231"/>
                    <a:pt x="0" y="1649"/>
                  </a:cubicBezTo>
                  <a:cubicBezTo>
                    <a:pt x="0" y="3066"/>
                    <a:pt x="3529" y="3318"/>
                    <a:pt x="5010" y="3318"/>
                  </a:cubicBezTo>
                  <a:cubicBezTo>
                    <a:pt x="6207" y="3318"/>
                    <a:pt x="8349" y="3161"/>
                    <a:pt x="9357" y="2531"/>
                  </a:cubicBezTo>
                  <a:cubicBezTo>
                    <a:pt x="9667" y="3039"/>
                    <a:pt x="10224" y="3315"/>
                    <a:pt x="10790" y="3315"/>
                  </a:cubicBezTo>
                  <a:cubicBezTo>
                    <a:pt x="11031" y="3315"/>
                    <a:pt x="11274" y="3265"/>
                    <a:pt x="11500" y="3161"/>
                  </a:cubicBezTo>
                  <a:lnTo>
                    <a:pt x="13894" y="2058"/>
                  </a:lnTo>
                  <a:cubicBezTo>
                    <a:pt x="14052" y="1964"/>
                    <a:pt x="14146" y="1838"/>
                    <a:pt x="14146" y="1649"/>
                  </a:cubicBezTo>
                  <a:cubicBezTo>
                    <a:pt x="14146" y="1491"/>
                    <a:pt x="14020" y="1334"/>
                    <a:pt x="13894" y="1271"/>
                  </a:cubicBezTo>
                  <a:lnTo>
                    <a:pt x="11500" y="168"/>
                  </a:lnTo>
                  <a:cubicBezTo>
                    <a:pt x="11272" y="54"/>
                    <a:pt x="11028" y="0"/>
                    <a:pt x="1078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156;p89">
              <a:extLst>
                <a:ext uri="{FF2B5EF4-FFF2-40B4-BE49-F238E27FC236}">
                  <a16:creationId xmlns:a16="http://schemas.microsoft.com/office/drawing/2014/main" id="{3DBEC299-8DEE-49A1-9EF6-17F6CF9D897A}"/>
                </a:ext>
              </a:extLst>
            </p:cNvPr>
            <p:cNvSpPr/>
            <p:nvPr/>
          </p:nvSpPr>
          <p:spPr>
            <a:xfrm>
              <a:off x="-13383850" y="1681175"/>
              <a:ext cx="40975" cy="41775"/>
            </a:xfrm>
            <a:custGeom>
              <a:avLst/>
              <a:gdLst/>
              <a:ahLst/>
              <a:cxnLst/>
              <a:rect l="l" t="t" r="r" b="b"/>
              <a:pathLst>
                <a:path w="1639" h="1671" extrusionOk="0">
                  <a:moveTo>
                    <a:pt x="820" y="1"/>
                  </a:moveTo>
                  <a:cubicBezTo>
                    <a:pt x="379" y="1"/>
                    <a:pt x="1" y="379"/>
                    <a:pt x="1" y="851"/>
                  </a:cubicBezTo>
                  <a:cubicBezTo>
                    <a:pt x="1" y="1292"/>
                    <a:pt x="379" y="1670"/>
                    <a:pt x="820" y="1670"/>
                  </a:cubicBezTo>
                  <a:cubicBezTo>
                    <a:pt x="1292" y="1670"/>
                    <a:pt x="1639" y="1292"/>
                    <a:pt x="1639" y="851"/>
                  </a:cubicBezTo>
                  <a:cubicBezTo>
                    <a:pt x="1639" y="379"/>
                    <a:pt x="1292" y="1"/>
                    <a:pt x="8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14157;p89">
              <a:extLst>
                <a:ext uri="{FF2B5EF4-FFF2-40B4-BE49-F238E27FC236}">
                  <a16:creationId xmlns:a16="http://schemas.microsoft.com/office/drawing/2014/main" id="{3AF9C762-ABCD-4843-BF8A-DB2976FCD9F1}"/>
                </a:ext>
              </a:extLst>
            </p:cNvPr>
            <p:cNvSpPr/>
            <p:nvPr/>
          </p:nvSpPr>
          <p:spPr>
            <a:xfrm>
              <a:off x="-13446075" y="1692200"/>
              <a:ext cx="41775" cy="41775"/>
            </a:xfrm>
            <a:custGeom>
              <a:avLst/>
              <a:gdLst/>
              <a:ahLst/>
              <a:cxnLst/>
              <a:rect l="l" t="t" r="r" b="b"/>
              <a:pathLst>
                <a:path w="1671" h="1671" extrusionOk="0">
                  <a:moveTo>
                    <a:pt x="820" y="1"/>
                  </a:moveTo>
                  <a:cubicBezTo>
                    <a:pt x="379" y="1"/>
                    <a:pt x="1" y="379"/>
                    <a:pt x="1" y="851"/>
                  </a:cubicBezTo>
                  <a:cubicBezTo>
                    <a:pt x="1" y="1292"/>
                    <a:pt x="379" y="1670"/>
                    <a:pt x="820" y="1670"/>
                  </a:cubicBezTo>
                  <a:cubicBezTo>
                    <a:pt x="1293" y="1670"/>
                    <a:pt x="1671" y="1292"/>
                    <a:pt x="1671" y="851"/>
                  </a:cubicBezTo>
                  <a:cubicBezTo>
                    <a:pt x="1671" y="379"/>
                    <a:pt x="1293" y="1"/>
                    <a:pt x="8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158;p89">
              <a:extLst>
                <a:ext uri="{FF2B5EF4-FFF2-40B4-BE49-F238E27FC236}">
                  <a16:creationId xmlns:a16="http://schemas.microsoft.com/office/drawing/2014/main" id="{D8A0CB3F-97F8-4A20-B719-4636765F0DAF}"/>
                </a:ext>
              </a:extLst>
            </p:cNvPr>
            <p:cNvSpPr/>
            <p:nvPr/>
          </p:nvSpPr>
          <p:spPr>
            <a:xfrm>
              <a:off x="-13446075" y="1796175"/>
              <a:ext cx="41775" cy="40975"/>
            </a:xfrm>
            <a:custGeom>
              <a:avLst/>
              <a:gdLst/>
              <a:ahLst/>
              <a:cxnLst/>
              <a:rect l="l" t="t" r="r" b="b"/>
              <a:pathLst>
                <a:path w="1671" h="1639" extrusionOk="0">
                  <a:moveTo>
                    <a:pt x="820" y="0"/>
                  </a:moveTo>
                  <a:cubicBezTo>
                    <a:pt x="379" y="0"/>
                    <a:pt x="1" y="347"/>
                    <a:pt x="1" y="819"/>
                  </a:cubicBezTo>
                  <a:cubicBezTo>
                    <a:pt x="1" y="1260"/>
                    <a:pt x="379" y="1639"/>
                    <a:pt x="820" y="1639"/>
                  </a:cubicBezTo>
                  <a:cubicBezTo>
                    <a:pt x="1293" y="1639"/>
                    <a:pt x="1671" y="1260"/>
                    <a:pt x="1671" y="819"/>
                  </a:cubicBezTo>
                  <a:cubicBezTo>
                    <a:pt x="1671" y="347"/>
                    <a:pt x="1293" y="0"/>
                    <a:pt x="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159;p89">
              <a:extLst>
                <a:ext uri="{FF2B5EF4-FFF2-40B4-BE49-F238E27FC236}">
                  <a16:creationId xmlns:a16="http://schemas.microsoft.com/office/drawing/2014/main" id="{FC1E893E-8EC2-4657-A634-0CABFAEC57CA}"/>
                </a:ext>
              </a:extLst>
            </p:cNvPr>
            <p:cNvSpPr/>
            <p:nvPr/>
          </p:nvSpPr>
          <p:spPr>
            <a:xfrm>
              <a:off x="-13487025" y="1743400"/>
              <a:ext cx="40975" cy="41775"/>
            </a:xfrm>
            <a:custGeom>
              <a:avLst/>
              <a:gdLst/>
              <a:ahLst/>
              <a:cxnLst/>
              <a:rect l="l" t="t" r="r" b="b"/>
              <a:pathLst>
                <a:path w="1639" h="1671" extrusionOk="0">
                  <a:moveTo>
                    <a:pt x="820" y="0"/>
                  </a:moveTo>
                  <a:cubicBezTo>
                    <a:pt x="379" y="0"/>
                    <a:pt x="1" y="379"/>
                    <a:pt x="1" y="851"/>
                  </a:cubicBezTo>
                  <a:cubicBezTo>
                    <a:pt x="1" y="1292"/>
                    <a:pt x="379" y="1670"/>
                    <a:pt x="820" y="1670"/>
                  </a:cubicBezTo>
                  <a:cubicBezTo>
                    <a:pt x="1261" y="1670"/>
                    <a:pt x="1639" y="1292"/>
                    <a:pt x="1639" y="851"/>
                  </a:cubicBezTo>
                  <a:cubicBezTo>
                    <a:pt x="1639" y="379"/>
                    <a:pt x="1261" y="0"/>
                    <a:pt x="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160;p89">
              <a:extLst>
                <a:ext uri="{FF2B5EF4-FFF2-40B4-BE49-F238E27FC236}">
                  <a16:creationId xmlns:a16="http://schemas.microsoft.com/office/drawing/2014/main" id="{863CCAFF-59E9-4394-9B35-BFC7F9336665}"/>
                </a:ext>
              </a:extLst>
            </p:cNvPr>
            <p:cNvSpPr/>
            <p:nvPr/>
          </p:nvSpPr>
          <p:spPr>
            <a:xfrm>
              <a:off x="-13383850" y="1805625"/>
              <a:ext cx="40975" cy="41775"/>
            </a:xfrm>
            <a:custGeom>
              <a:avLst/>
              <a:gdLst/>
              <a:ahLst/>
              <a:cxnLst/>
              <a:rect l="l" t="t" r="r" b="b"/>
              <a:pathLst>
                <a:path w="1639" h="1671" extrusionOk="0">
                  <a:moveTo>
                    <a:pt x="820" y="0"/>
                  </a:moveTo>
                  <a:cubicBezTo>
                    <a:pt x="379" y="0"/>
                    <a:pt x="1" y="378"/>
                    <a:pt x="1" y="819"/>
                  </a:cubicBezTo>
                  <a:cubicBezTo>
                    <a:pt x="1" y="1292"/>
                    <a:pt x="379" y="1670"/>
                    <a:pt x="820" y="1670"/>
                  </a:cubicBezTo>
                  <a:cubicBezTo>
                    <a:pt x="1292" y="1670"/>
                    <a:pt x="1639" y="1292"/>
                    <a:pt x="1639" y="819"/>
                  </a:cubicBezTo>
                  <a:cubicBezTo>
                    <a:pt x="1639" y="378"/>
                    <a:pt x="1292" y="0"/>
                    <a:pt x="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161;p89">
              <a:extLst>
                <a:ext uri="{FF2B5EF4-FFF2-40B4-BE49-F238E27FC236}">
                  <a16:creationId xmlns:a16="http://schemas.microsoft.com/office/drawing/2014/main" id="{E76FAB6F-74C0-48E6-9789-868D3CF00EA2}"/>
                </a:ext>
              </a:extLst>
            </p:cNvPr>
            <p:cNvSpPr/>
            <p:nvPr/>
          </p:nvSpPr>
          <p:spPr>
            <a:xfrm>
              <a:off x="-13529544" y="1639424"/>
              <a:ext cx="352075" cy="248925"/>
            </a:xfrm>
            <a:custGeom>
              <a:avLst/>
              <a:gdLst/>
              <a:ahLst/>
              <a:cxnLst/>
              <a:rect l="l" t="t" r="r" b="b"/>
              <a:pathLst>
                <a:path w="14083" h="9957" extrusionOk="0">
                  <a:moveTo>
                    <a:pt x="7057" y="820"/>
                  </a:moveTo>
                  <a:cubicBezTo>
                    <a:pt x="10554" y="820"/>
                    <a:pt x="13264" y="2805"/>
                    <a:pt x="13264" y="5010"/>
                  </a:cubicBezTo>
                  <a:cubicBezTo>
                    <a:pt x="13264" y="7215"/>
                    <a:pt x="10554" y="9137"/>
                    <a:pt x="7057" y="9137"/>
                  </a:cubicBezTo>
                  <a:cubicBezTo>
                    <a:pt x="3529" y="9137"/>
                    <a:pt x="819" y="7215"/>
                    <a:pt x="819" y="5010"/>
                  </a:cubicBezTo>
                  <a:cubicBezTo>
                    <a:pt x="819" y="2742"/>
                    <a:pt x="3623" y="820"/>
                    <a:pt x="7057" y="820"/>
                  </a:cubicBezTo>
                  <a:close/>
                  <a:moveTo>
                    <a:pt x="7057" y="1"/>
                  </a:moveTo>
                  <a:cubicBezTo>
                    <a:pt x="3151" y="1"/>
                    <a:pt x="0" y="2238"/>
                    <a:pt x="0" y="5010"/>
                  </a:cubicBezTo>
                  <a:cubicBezTo>
                    <a:pt x="0" y="7846"/>
                    <a:pt x="3277" y="9956"/>
                    <a:pt x="7057" y="9956"/>
                  </a:cubicBezTo>
                  <a:cubicBezTo>
                    <a:pt x="10870" y="9956"/>
                    <a:pt x="14083" y="7783"/>
                    <a:pt x="14083" y="5010"/>
                  </a:cubicBezTo>
                  <a:cubicBezTo>
                    <a:pt x="14083" y="2238"/>
                    <a:pt x="10933" y="1"/>
                    <a:pt x="70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162;p89">
              <a:extLst>
                <a:ext uri="{FF2B5EF4-FFF2-40B4-BE49-F238E27FC236}">
                  <a16:creationId xmlns:a16="http://schemas.microsoft.com/office/drawing/2014/main" id="{FA5D9E84-D01A-4698-9D8E-7BBCE6C442AE}"/>
                </a:ext>
              </a:extLst>
            </p:cNvPr>
            <p:cNvSpPr/>
            <p:nvPr/>
          </p:nvSpPr>
          <p:spPr>
            <a:xfrm>
              <a:off x="-13323200" y="1722925"/>
              <a:ext cx="104775" cy="82725"/>
            </a:xfrm>
            <a:custGeom>
              <a:avLst/>
              <a:gdLst/>
              <a:ahLst/>
              <a:cxnLst/>
              <a:rect l="l" t="t" r="r" b="b"/>
              <a:pathLst>
                <a:path w="4191" h="3309" extrusionOk="0">
                  <a:moveTo>
                    <a:pt x="2111" y="819"/>
                  </a:moveTo>
                  <a:cubicBezTo>
                    <a:pt x="2773" y="819"/>
                    <a:pt x="3372" y="1229"/>
                    <a:pt x="3372" y="1670"/>
                  </a:cubicBezTo>
                  <a:cubicBezTo>
                    <a:pt x="3372" y="2080"/>
                    <a:pt x="2805" y="2489"/>
                    <a:pt x="2111" y="2489"/>
                  </a:cubicBezTo>
                  <a:cubicBezTo>
                    <a:pt x="1418" y="2489"/>
                    <a:pt x="851" y="2080"/>
                    <a:pt x="851" y="1670"/>
                  </a:cubicBezTo>
                  <a:cubicBezTo>
                    <a:pt x="883" y="1229"/>
                    <a:pt x="1418" y="819"/>
                    <a:pt x="2111" y="819"/>
                  </a:cubicBezTo>
                  <a:close/>
                  <a:moveTo>
                    <a:pt x="2111" y="0"/>
                  </a:moveTo>
                  <a:cubicBezTo>
                    <a:pt x="914" y="0"/>
                    <a:pt x="1" y="756"/>
                    <a:pt x="1" y="1670"/>
                  </a:cubicBezTo>
                  <a:cubicBezTo>
                    <a:pt x="64" y="2552"/>
                    <a:pt x="946" y="3308"/>
                    <a:pt x="2111" y="3308"/>
                  </a:cubicBezTo>
                  <a:cubicBezTo>
                    <a:pt x="3277" y="3308"/>
                    <a:pt x="4191" y="2552"/>
                    <a:pt x="4191" y="1670"/>
                  </a:cubicBezTo>
                  <a:cubicBezTo>
                    <a:pt x="4191" y="756"/>
                    <a:pt x="3277" y="0"/>
                    <a:pt x="211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12763;p85">
            <a:extLst>
              <a:ext uri="{FF2B5EF4-FFF2-40B4-BE49-F238E27FC236}">
                <a16:creationId xmlns:a16="http://schemas.microsoft.com/office/drawing/2014/main" id="{C627E7EE-7127-4B35-83AD-328DD4D42EC8}"/>
              </a:ext>
            </a:extLst>
          </p:cNvPr>
          <p:cNvGrpSpPr/>
          <p:nvPr/>
        </p:nvGrpSpPr>
        <p:grpSpPr>
          <a:xfrm>
            <a:off x="2966765" y="1158479"/>
            <a:ext cx="312955" cy="340168"/>
            <a:chOff x="2100300" y="3804850"/>
            <a:chExt cx="444475" cy="483125"/>
          </a:xfrm>
          <a:solidFill>
            <a:schemeClr val="accent2"/>
          </a:solidFill>
        </p:grpSpPr>
        <p:sp>
          <p:nvSpPr>
            <p:cNvPr id="50" name="Google Shape;12764;p85">
              <a:extLst>
                <a:ext uri="{FF2B5EF4-FFF2-40B4-BE49-F238E27FC236}">
                  <a16:creationId xmlns:a16="http://schemas.microsoft.com/office/drawing/2014/main" id="{4D42A9DA-C329-4A43-8E9B-E1B3B9A30083}"/>
                </a:ext>
              </a:extLst>
            </p:cNvPr>
            <p:cNvSpPr/>
            <p:nvPr/>
          </p:nvSpPr>
          <p:spPr>
            <a:xfrm>
              <a:off x="2100300" y="3804850"/>
              <a:ext cx="444475" cy="483125"/>
            </a:xfrm>
            <a:custGeom>
              <a:avLst/>
              <a:gdLst/>
              <a:ahLst/>
              <a:cxnLst/>
              <a:rect l="l" t="t" r="r" b="b"/>
              <a:pathLst>
                <a:path w="17779" h="19325" extrusionOk="0">
                  <a:moveTo>
                    <a:pt x="2123" y="4001"/>
                  </a:moveTo>
                  <a:cubicBezTo>
                    <a:pt x="2627" y="4001"/>
                    <a:pt x="2881" y="4611"/>
                    <a:pt x="2524" y="4967"/>
                  </a:cubicBezTo>
                  <a:cubicBezTo>
                    <a:pt x="2408" y="5083"/>
                    <a:pt x="2265" y="5134"/>
                    <a:pt x="2126" y="5134"/>
                  </a:cubicBezTo>
                  <a:cubicBezTo>
                    <a:pt x="1835" y="5134"/>
                    <a:pt x="1558" y="4909"/>
                    <a:pt x="1558" y="4569"/>
                  </a:cubicBezTo>
                  <a:cubicBezTo>
                    <a:pt x="1558" y="4255"/>
                    <a:pt x="1809" y="4001"/>
                    <a:pt x="2123" y="4001"/>
                  </a:cubicBezTo>
                  <a:close/>
                  <a:moveTo>
                    <a:pt x="15710" y="4001"/>
                  </a:moveTo>
                  <a:cubicBezTo>
                    <a:pt x="16215" y="4001"/>
                    <a:pt x="16468" y="4611"/>
                    <a:pt x="16112" y="4967"/>
                  </a:cubicBezTo>
                  <a:cubicBezTo>
                    <a:pt x="15995" y="5083"/>
                    <a:pt x="15853" y="5134"/>
                    <a:pt x="15714" y="5134"/>
                  </a:cubicBezTo>
                  <a:cubicBezTo>
                    <a:pt x="15423" y="5134"/>
                    <a:pt x="15146" y="4909"/>
                    <a:pt x="15146" y="4569"/>
                  </a:cubicBezTo>
                  <a:cubicBezTo>
                    <a:pt x="15146" y="4255"/>
                    <a:pt x="15396" y="4001"/>
                    <a:pt x="15710" y="4001"/>
                  </a:cubicBezTo>
                  <a:close/>
                  <a:moveTo>
                    <a:pt x="8917" y="1132"/>
                  </a:moveTo>
                  <a:cubicBezTo>
                    <a:pt x="9551" y="1132"/>
                    <a:pt x="10251" y="1993"/>
                    <a:pt x="10789" y="3436"/>
                  </a:cubicBezTo>
                  <a:cubicBezTo>
                    <a:pt x="10894" y="3723"/>
                    <a:pt x="10994" y="4028"/>
                    <a:pt x="11084" y="4345"/>
                  </a:cubicBezTo>
                  <a:cubicBezTo>
                    <a:pt x="10345" y="4590"/>
                    <a:pt x="9623" y="4877"/>
                    <a:pt x="8917" y="5203"/>
                  </a:cubicBezTo>
                  <a:cubicBezTo>
                    <a:pt x="8210" y="4877"/>
                    <a:pt x="7488" y="4590"/>
                    <a:pt x="6749" y="4345"/>
                  </a:cubicBezTo>
                  <a:cubicBezTo>
                    <a:pt x="6842" y="4028"/>
                    <a:pt x="6939" y="3723"/>
                    <a:pt x="7044" y="3436"/>
                  </a:cubicBezTo>
                  <a:cubicBezTo>
                    <a:pt x="7582" y="1993"/>
                    <a:pt x="8282" y="1132"/>
                    <a:pt x="8917" y="1132"/>
                  </a:cubicBezTo>
                  <a:close/>
                  <a:moveTo>
                    <a:pt x="6483" y="5453"/>
                  </a:moveTo>
                  <a:cubicBezTo>
                    <a:pt x="6845" y="5577"/>
                    <a:pt x="7217" y="5713"/>
                    <a:pt x="7591" y="5867"/>
                  </a:cubicBezTo>
                  <a:cubicBezTo>
                    <a:pt x="7371" y="5985"/>
                    <a:pt x="7153" y="6105"/>
                    <a:pt x="6936" y="6229"/>
                  </a:cubicBezTo>
                  <a:cubicBezTo>
                    <a:pt x="6715" y="6356"/>
                    <a:pt x="6501" y="6486"/>
                    <a:pt x="6287" y="6619"/>
                  </a:cubicBezTo>
                  <a:cubicBezTo>
                    <a:pt x="6341" y="6217"/>
                    <a:pt x="6407" y="5831"/>
                    <a:pt x="6483" y="5453"/>
                  </a:cubicBezTo>
                  <a:close/>
                  <a:moveTo>
                    <a:pt x="11350" y="5453"/>
                  </a:moveTo>
                  <a:cubicBezTo>
                    <a:pt x="11426" y="5831"/>
                    <a:pt x="11492" y="6217"/>
                    <a:pt x="11546" y="6619"/>
                  </a:cubicBezTo>
                  <a:cubicBezTo>
                    <a:pt x="11335" y="6486"/>
                    <a:pt x="11118" y="6356"/>
                    <a:pt x="10897" y="6229"/>
                  </a:cubicBezTo>
                  <a:cubicBezTo>
                    <a:pt x="10677" y="6102"/>
                    <a:pt x="10459" y="5982"/>
                    <a:pt x="10242" y="5867"/>
                  </a:cubicBezTo>
                  <a:cubicBezTo>
                    <a:pt x="10619" y="5716"/>
                    <a:pt x="10988" y="5574"/>
                    <a:pt x="11350" y="5453"/>
                  </a:cubicBezTo>
                  <a:close/>
                  <a:moveTo>
                    <a:pt x="3799" y="4852"/>
                  </a:moveTo>
                  <a:cubicBezTo>
                    <a:pt x="4336" y="4904"/>
                    <a:pt x="4870" y="4997"/>
                    <a:pt x="5396" y="5133"/>
                  </a:cubicBezTo>
                  <a:cubicBezTo>
                    <a:pt x="5239" y="5894"/>
                    <a:pt x="5124" y="6661"/>
                    <a:pt x="5055" y="7434"/>
                  </a:cubicBezTo>
                  <a:cubicBezTo>
                    <a:pt x="4421" y="7881"/>
                    <a:pt x="3811" y="8361"/>
                    <a:pt x="3231" y="8877"/>
                  </a:cubicBezTo>
                  <a:cubicBezTo>
                    <a:pt x="3004" y="8645"/>
                    <a:pt x="2796" y="8412"/>
                    <a:pt x="2606" y="8180"/>
                  </a:cubicBezTo>
                  <a:cubicBezTo>
                    <a:pt x="1969" y="7404"/>
                    <a:pt x="1579" y="6691"/>
                    <a:pt x="1483" y="6139"/>
                  </a:cubicBezTo>
                  <a:lnTo>
                    <a:pt x="1483" y="6139"/>
                  </a:lnTo>
                  <a:cubicBezTo>
                    <a:pt x="1695" y="6225"/>
                    <a:pt x="1912" y="6266"/>
                    <a:pt x="2125" y="6266"/>
                  </a:cubicBezTo>
                  <a:cubicBezTo>
                    <a:pt x="2922" y="6266"/>
                    <a:pt x="3656" y="5698"/>
                    <a:pt x="3799" y="4852"/>
                  </a:cubicBezTo>
                  <a:close/>
                  <a:moveTo>
                    <a:pt x="14037" y="4852"/>
                  </a:moveTo>
                  <a:cubicBezTo>
                    <a:pt x="14180" y="5698"/>
                    <a:pt x="14914" y="6266"/>
                    <a:pt x="15711" y="6266"/>
                  </a:cubicBezTo>
                  <a:cubicBezTo>
                    <a:pt x="15924" y="6266"/>
                    <a:pt x="16141" y="6225"/>
                    <a:pt x="16353" y="6139"/>
                  </a:cubicBezTo>
                  <a:lnTo>
                    <a:pt x="16353" y="6139"/>
                  </a:lnTo>
                  <a:cubicBezTo>
                    <a:pt x="16254" y="6691"/>
                    <a:pt x="15867" y="7404"/>
                    <a:pt x="15227" y="8180"/>
                  </a:cubicBezTo>
                  <a:cubicBezTo>
                    <a:pt x="15037" y="8412"/>
                    <a:pt x="14829" y="8645"/>
                    <a:pt x="14602" y="8877"/>
                  </a:cubicBezTo>
                  <a:cubicBezTo>
                    <a:pt x="14022" y="8361"/>
                    <a:pt x="13412" y="7881"/>
                    <a:pt x="12778" y="7434"/>
                  </a:cubicBezTo>
                  <a:cubicBezTo>
                    <a:pt x="12709" y="6661"/>
                    <a:pt x="12594" y="5894"/>
                    <a:pt x="12440" y="5133"/>
                  </a:cubicBezTo>
                  <a:cubicBezTo>
                    <a:pt x="12963" y="4997"/>
                    <a:pt x="13497" y="4904"/>
                    <a:pt x="14037" y="4852"/>
                  </a:cubicBezTo>
                  <a:close/>
                  <a:moveTo>
                    <a:pt x="4964" y="8908"/>
                  </a:moveTo>
                  <a:lnTo>
                    <a:pt x="4964" y="8908"/>
                  </a:lnTo>
                  <a:cubicBezTo>
                    <a:pt x="4958" y="9158"/>
                    <a:pt x="4955" y="9409"/>
                    <a:pt x="4955" y="9662"/>
                  </a:cubicBezTo>
                  <a:cubicBezTo>
                    <a:pt x="4952" y="9916"/>
                    <a:pt x="4958" y="10167"/>
                    <a:pt x="4964" y="10417"/>
                  </a:cubicBezTo>
                  <a:cubicBezTo>
                    <a:pt x="4644" y="10170"/>
                    <a:pt x="4339" y="9916"/>
                    <a:pt x="4052" y="9662"/>
                  </a:cubicBezTo>
                  <a:cubicBezTo>
                    <a:pt x="4339" y="9409"/>
                    <a:pt x="4644" y="9155"/>
                    <a:pt x="4964" y="8908"/>
                  </a:cubicBezTo>
                  <a:close/>
                  <a:moveTo>
                    <a:pt x="12869" y="8908"/>
                  </a:moveTo>
                  <a:lnTo>
                    <a:pt x="12869" y="8908"/>
                  </a:lnTo>
                  <a:cubicBezTo>
                    <a:pt x="13189" y="9155"/>
                    <a:pt x="13491" y="9409"/>
                    <a:pt x="13781" y="9662"/>
                  </a:cubicBezTo>
                  <a:cubicBezTo>
                    <a:pt x="13494" y="9916"/>
                    <a:pt x="13189" y="10170"/>
                    <a:pt x="12869" y="10417"/>
                  </a:cubicBezTo>
                  <a:cubicBezTo>
                    <a:pt x="12875" y="10167"/>
                    <a:pt x="12878" y="9916"/>
                    <a:pt x="12881" y="9662"/>
                  </a:cubicBezTo>
                  <a:cubicBezTo>
                    <a:pt x="12881" y="9409"/>
                    <a:pt x="12875" y="9158"/>
                    <a:pt x="12869" y="8908"/>
                  </a:cubicBezTo>
                  <a:close/>
                  <a:moveTo>
                    <a:pt x="8917" y="6459"/>
                  </a:moveTo>
                  <a:cubicBezTo>
                    <a:pt x="9391" y="6688"/>
                    <a:pt x="9865" y="6942"/>
                    <a:pt x="10333" y="7211"/>
                  </a:cubicBezTo>
                  <a:cubicBezTo>
                    <a:pt x="10801" y="7482"/>
                    <a:pt x="11260" y="7766"/>
                    <a:pt x="11694" y="8059"/>
                  </a:cubicBezTo>
                  <a:cubicBezTo>
                    <a:pt x="11728" y="8581"/>
                    <a:pt x="11749" y="9119"/>
                    <a:pt x="11749" y="9662"/>
                  </a:cubicBezTo>
                  <a:cubicBezTo>
                    <a:pt x="11749" y="10206"/>
                    <a:pt x="11728" y="10743"/>
                    <a:pt x="11694" y="11266"/>
                  </a:cubicBezTo>
                  <a:cubicBezTo>
                    <a:pt x="11260" y="11559"/>
                    <a:pt x="10804" y="11839"/>
                    <a:pt x="10333" y="12114"/>
                  </a:cubicBezTo>
                  <a:cubicBezTo>
                    <a:pt x="9862" y="12386"/>
                    <a:pt x="9388" y="12637"/>
                    <a:pt x="8920" y="12869"/>
                  </a:cubicBezTo>
                  <a:cubicBezTo>
                    <a:pt x="8445" y="12640"/>
                    <a:pt x="7971" y="12386"/>
                    <a:pt x="7500" y="12114"/>
                  </a:cubicBezTo>
                  <a:cubicBezTo>
                    <a:pt x="7032" y="11842"/>
                    <a:pt x="6576" y="11559"/>
                    <a:pt x="6139" y="11266"/>
                  </a:cubicBezTo>
                  <a:cubicBezTo>
                    <a:pt x="6105" y="10743"/>
                    <a:pt x="6087" y="10206"/>
                    <a:pt x="6087" y="9662"/>
                  </a:cubicBezTo>
                  <a:cubicBezTo>
                    <a:pt x="6087" y="9119"/>
                    <a:pt x="6105" y="8581"/>
                    <a:pt x="6139" y="8059"/>
                  </a:cubicBezTo>
                  <a:cubicBezTo>
                    <a:pt x="6576" y="7766"/>
                    <a:pt x="7029" y="7485"/>
                    <a:pt x="7500" y="7211"/>
                  </a:cubicBezTo>
                  <a:cubicBezTo>
                    <a:pt x="7971" y="6942"/>
                    <a:pt x="8445" y="6688"/>
                    <a:pt x="8917" y="6459"/>
                  </a:cubicBezTo>
                  <a:close/>
                  <a:moveTo>
                    <a:pt x="11546" y="12706"/>
                  </a:moveTo>
                  <a:lnTo>
                    <a:pt x="11546" y="12706"/>
                  </a:lnTo>
                  <a:cubicBezTo>
                    <a:pt x="11492" y="13108"/>
                    <a:pt x="11426" y="13497"/>
                    <a:pt x="11350" y="13872"/>
                  </a:cubicBezTo>
                  <a:cubicBezTo>
                    <a:pt x="10988" y="13751"/>
                    <a:pt x="10619" y="13612"/>
                    <a:pt x="10242" y="13461"/>
                  </a:cubicBezTo>
                  <a:cubicBezTo>
                    <a:pt x="10462" y="13343"/>
                    <a:pt x="10680" y="13219"/>
                    <a:pt x="10897" y="13096"/>
                  </a:cubicBezTo>
                  <a:cubicBezTo>
                    <a:pt x="11115" y="12969"/>
                    <a:pt x="11332" y="12839"/>
                    <a:pt x="11546" y="12706"/>
                  </a:cubicBezTo>
                  <a:close/>
                  <a:moveTo>
                    <a:pt x="6287" y="12706"/>
                  </a:moveTo>
                  <a:cubicBezTo>
                    <a:pt x="6498" y="12836"/>
                    <a:pt x="6715" y="12966"/>
                    <a:pt x="6936" y="13092"/>
                  </a:cubicBezTo>
                  <a:cubicBezTo>
                    <a:pt x="7153" y="13219"/>
                    <a:pt x="7374" y="13343"/>
                    <a:pt x="7597" y="13461"/>
                  </a:cubicBezTo>
                  <a:lnTo>
                    <a:pt x="7594" y="13461"/>
                  </a:lnTo>
                  <a:cubicBezTo>
                    <a:pt x="7217" y="13615"/>
                    <a:pt x="6848" y="13754"/>
                    <a:pt x="6483" y="13875"/>
                  </a:cubicBezTo>
                  <a:cubicBezTo>
                    <a:pt x="6407" y="13497"/>
                    <a:pt x="6341" y="13108"/>
                    <a:pt x="6287" y="12706"/>
                  </a:cubicBezTo>
                  <a:close/>
                  <a:moveTo>
                    <a:pt x="14602" y="10447"/>
                  </a:moveTo>
                  <a:cubicBezTo>
                    <a:pt x="14829" y="10680"/>
                    <a:pt x="15037" y="10912"/>
                    <a:pt x="15227" y="11145"/>
                  </a:cubicBezTo>
                  <a:cubicBezTo>
                    <a:pt x="15867" y="11921"/>
                    <a:pt x="16254" y="12634"/>
                    <a:pt x="16353" y="13186"/>
                  </a:cubicBezTo>
                  <a:cubicBezTo>
                    <a:pt x="16141" y="13099"/>
                    <a:pt x="15923" y="13059"/>
                    <a:pt x="15710" y="13059"/>
                  </a:cubicBezTo>
                  <a:cubicBezTo>
                    <a:pt x="14912" y="13059"/>
                    <a:pt x="14180" y="13627"/>
                    <a:pt x="14034" y="14472"/>
                  </a:cubicBezTo>
                  <a:cubicBezTo>
                    <a:pt x="13497" y="14421"/>
                    <a:pt x="12963" y="14327"/>
                    <a:pt x="12440" y="14192"/>
                  </a:cubicBezTo>
                  <a:cubicBezTo>
                    <a:pt x="12594" y="13431"/>
                    <a:pt x="12709" y="12664"/>
                    <a:pt x="12778" y="11891"/>
                  </a:cubicBezTo>
                  <a:cubicBezTo>
                    <a:pt x="13412" y="11444"/>
                    <a:pt x="14022" y="10964"/>
                    <a:pt x="14602" y="10447"/>
                  </a:cubicBezTo>
                  <a:close/>
                  <a:moveTo>
                    <a:pt x="3231" y="10447"/>
                  </a:moveTo>
                  <a:cubicBezTo>
                    <a:pt x="3811" y="10964"/>
                    <a:pt x="4421" y="11444"/>
                    <a:pt x="5055" y="11891"/>
                  </a:cubicBezTo>
                  <a:cubicBezTo>
                    <a:pt x="5124" y="12664"/>
                    <a:pt x="5239" y="13434"/>
                    <a:pt x="5393" y="14195"/>
                  </a:cubicBezTo>
                  <a:cubicBezTo>
                    <a:pt x="5079" y="14273"/>
                    <a:pt x="4774" y="14336"/>
                    <a:pt x="4478" y="14388"/>
                  </a:cubicBezTo>
                  <a:cubicBezTo>
                    <a:pt x="4028" y="14462"/>
                    <a:pt x="3616" y="14499"/>
                    <a:pt x="3250" y="14499"/>
                  </a:cubicBezTo>
                  <a:cubicBezTo>
                    <a:pt x="2389" y="14499"/>
                    <a:pt x="1786" y="14296"/>
                    <a:pt x="1561" y="13908"/>
                  </a:cubicBezTo>
                  <a:cubicBezTo>
                    <a:pt x="1244" y="13358"/>
                    <a:pt x="1634" y="12326"/>
                    <a:pt x="2606" y="11145"/>
                  </a:cubicBezTo>
                  <a:cubicBezTo>
                    <a:pt x="2796" y="10912"/>
                    <a:pt x="3007" y="10680"/>
                    <a:pt x="3231" y="10447"/>
                  </a:cubicBezTo>
                  <a:close/>
                  <a:moveTo>
                    <a:pt x="15707" y="14191"/>
                  </a:moveTo>
                  <a:cubicBezTo>
                    <a:pt x="15999" y="14191"/>
                    <a:pt x="16278" y="14416"/>
                    <a:pt x="16278" y="14759"/>
                  </a:cubicBezTo>
                  <a:cubicBezTo>
                    <a:pt x="16278" y="15070"/>
                    <a:pt x="16024" y="15324"/>
                    <a:pt x="15710" y="15324"/>
                  </a:cubicBezTo>
                  <a:cubicBezTo>
                    <a:pt x="15206" y="15324"/>
                    <a:pt x="14952" y="14714"/>
                    <a:pt x="15309" y="14358"/>
                  </a:cubicBezTo>
                  <a:cubicBezTo>
                    <a:pt x="15425" y="14242"/>
                    <a:pt x="15568" y="14191"/>
                    <a:pt x="15707" y="14191"/>
                  </a:cubicBezTo>
                  <a:close/>
                  <a:moveTo>
                    <a:pt x="8917" y="14122"/>
                  </a:moveTo>
                  <a:cubicBezTo>
                    <a:pt x="9623" y="14448"/>
                    <a:pt x="10348" y="14735"/>
                    <a:pt x="11084" y="14980"/>
                  </a:cubicBezTo>
                  <a:cubicBezTo>
                    <a:pt x="10994" y="15297"/>
                    <a:pt x="10894" y="15602"/>
                    <a:pt x="10789" y="15892"/>
                  </a:cubicBezTo>
                  <a:cubicBezTo>
                    <a:pt x="10251" y="17332"/>
                    <a:pt x="9551" y="18192"/>
                    <a:pt x="8917" y="18192"/>
                  </a:cubicBezTo>
                  <a:cubicBezTo>
                    <a:pt x="8282" y="18192"/>
                    <a:pt x="7582" y="17332"/>
                    <a:pt x="7044" y="15892"/>
                  </a:cubicBezTo>
                  <a:cubicBezTo>
                    <a:pt x="6939" y="15602"/>
                    <a:pt x="6839" y="15300"/>
                    <a:pt x="6749" y="14980"/>
                  </a:cubicBezTo>
                  <a:cubicBezTo>
                    <a:pt x="7488" y="14735"/>
                    <a:pt x="8213" y="14448"/>
                    <a:pt x="8917" y="14122"/>
                  </a:cubicBezTo>
                  <a:close/>
                  <a:moveTo>
                    <a:pt x="8917" y="0"/>
                  </a:moveTo>
                  <a:cubicBezTo>
                    <a:pt x="7757" y="0"/>
                    <a:pt x="6715" y="1081"/>
                    <a:pt x="5985" y="3041"/>
                  </a:cubicBezTo>
                  <a:cubicBezTo>
                    <a:pt x="5867" y="3355"/>
                    <a:pt x="5758" y="3687"/>
                    <a:pt x="5662" y="4031"/>
                  </a:cubicBezTo>
                  <a:cubicBezTo>
                    <a:pt x="4919" y="3844"/>
                    <a:pt x="4215" y="3732"/>
                    <a:pt x="3587" y="3702"/>
                  </a:cubicBezTo>
                  <a:cubicBezTo>
                    <a:pt x="3271" y="3173"/>
                    <a:pt x="2709" y="2871"/>
                    <a:pt x="2126" y="2871"/>
                  </a:cubicBezTo>
                  <a:cubicBezTo>
                    <a:pt x="1901" y="2871"/>
                    <a:pt x="1673" y="2916"/>
                    <a:pt x="1455" y="3011"/>
                  </a:cubicBezTo>
                  <a:cubicBezTo>
                    <a:pt x="670" y="3346"/>
                    <a:pt x="260" y="4212"/>
                    <a:pt x="492" y="5034"/>
                  </a:cubicBezTo>
                  <a:cubicBezTo>
                    <a:pt x="54" y="6024"/>
                    <a:pt x="489" y="7389"/>
                    <a:pt x="1733" y="8898"/>
                  </a:cubicBezTo>
                  <a:cubicBezTo>
                    <a:pt x="1942" y="9152"/>
                    <a:pt x="2171" y="9409"/>
                    <a:pt x="2416" y="9662"/>
                  </a:cubicBezTo>
                  <a:cubicBezTo>
                    <a:pt x="2171" y="9916"/>
                    <a:pt x="1942" y="10170"/>
                    <a:pt x="1733" y="10426"/>
                  </a:cubicBezTo>
                  <a:cubicBezTo>
                    <a:pt x="411" y="12033"/>
                    <a:pt x="0" y="13470"/>
                    <a:pt x="583" y="14475"/>
                  </a:cubicBezTo>
                  <a:cubicBezTo>
                    <a:pt x="1021" y="15233"/>
                    <a:pt x="1954" y="15629"/>
                    <a:pt x="3270" y="15629"/>
                  </a:cubicBezTo>
                  <a:cubicBezTo>
                    <a:pt x="3738" y="15626"/>
                    <a:pt x="4203" y="15584"/>
                    <a:pt x="4662" y="15505"/>
                  </a:cubicBezTo>
                  <a:cubicBezTo>
                    <a:pt x="4985" y="15451"/>
                    <a:pt x="5320" y="15378"/>
                    <a:pt x="5662" y="15294"/>
                  </a:cubicBezTo>
                  <a:cubicBezTo>
                    <a:pt x="5761" y="15641"/>
                    <a:pt x="5867" y="15970"/>
                    <a:pt x="5985" y="16284"/>
                  </a:cubicBezTo>
                  <a:cubicBezTo>
                    <a:pt x="6715" y="18244"/>
                    <a:pt x="7757" y="19325"/>
                    <a:pt x="8917" y="19325"/>
                  </a:cubicBezTo>
                  <a:cubicBezTo>
                    <a:pt x="10076" y="19325"/>
                    <a:pt x="11118" y="18244"/>
                    <a:pt x="11848" y="16284"/>
                  </a:cubicBezTo>
                  <a:cubicBezTo>
                    <a:pt x="11966" y="15970"/>
                    <a:pt x="12075" y="15638"/>
                    <a:pt x="12171" y="15294"/>
                  </a:cubicBezTo>
                  <a:cubicBezTo>
                    <a:pt x="12917" y="15481"/>
                    <a:pt x="13618" y="15593"/>
                    <a:pt x="14246" y="15623"/>
                  </a:cubicBezTo>
                  <a:cubicBezTo>
                    <a:pt x="14562" y="16152"/>
                    <a:pt x="15123" y="16453"/>
                    <a:pt x="15705" y="16453"/>
                  </a:cubicBezTo>
                  <a:cubicBezTo>
                    <a:pt x="15930" y="16453"/>
                    <a:pt x="16159" y="16408"/>
                    <a:pt x="16378" y="16314"/>
                  </a:cubicBezTo>
                  <a:cubicBezTo>
                    <a:pt x="17163" y="15979"/>
                    <a:pt x="17573" y="15112"/>
                    <a:pt x="17341" y="14291"/>
                  </a:cubicBezTo>
                  <a:cubicBezTo>
                    <a:pt x="17779" y="13301"/>
                    <a:pt x="17344" y="11936"/>
                    <a:pt x="16100" y="10426"/>
                  </a:cubicBezTo>
                  <a:cubicBezTo>
                    <a:pt x="15891" y="10170"/>
                    <a:pt x="15662" y="9916"/>
                    <a:pt x="15417" y="9662"/>
                  </a:cubicBezTo>
                  <a:cubicBezTo>
                    <a:pt x="15662" y="9409"/>
                    <a:pt x="15891" y="9152"/>
                    <a:pt x="16100" y="8898"/>
                  </a:cubicBezTo>
                  <a:cubicBezTo>
                    <a:pt x="17347" y="7389"/>
                    <a:pt x="17779" y="6024"/>
                    <a:pt x="17341" y="5034"/>
                  </a:cubicBezTo>
                  <a:cubicBezTo>
                    <a:pt x="17573" y="4212"/>
                    <a:pt x="17163" y="3346"/>
                    <a:pt x="16378" y="3011"/>
                  </a:cubicBezTo>
                  <a:cubicBezTo>
                    <a:pt x="16159" y="2916"/>
                    <a:pt x="15930" y="2871"/>
                    <a:pt x="15705" y="2871"/>
                  </a:cubicBezTo>
                  <a:cubicBezTo>
                    <a:pt x="15123" y="2871"/>
                    <a:pt x="14562" y="3173"/>
                    <a:pt x="14246" y="3702"/>
                  </a:cubicBezTo>
                  <a:cubicBezTo>
                    <a:pt x="13615" y="3732"/>
                    <a:pt x="12914" y="3844"/>
                    <a:pt x="12171" y="4031"/>
                  </a:cubicBezTo>
                  <a:cubicBezTo>
                    <a:pt x="12075" y="3684"/>
                    <a:pt x="11966" y="3355"/>
                    <a:pt x="11848" y="3041"/>
                  </a:cubicBezTo>
                  <a:cubicBezTo>
                    <a:pt x="11118" y="1081"/>
                    <a:pt x="10076" y="0"/>
                    <a:pt x="89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1" name="Google Shape;12765;p85">
              <a:extLst>
                <a:ext uri="{FF2B5EF4-FFF2-40B4-BE49-F238E27FC236}">
                  <a16:creationId xmlns:a16="http://schemas.microsoft.com/office/drawing/2014/main" id="{13FD3AD9-0A55-48E2-8A2C-5814C8C37B4E}"/>
                </a:ext>
              </a:extLst>
            </p:cNvPr>
            <p:cNvSpPr/>
            <p:nvPr/>
          </p:nvSpPr>
          <p:spPr>
            <a:xfrm>
              <a:off x="2280775" y="4003900"/>
              <a:ext cx="88275" cy="85025"/>
            </a:xfrm>
            <a:custGeom>
              <a:avLst/>
              <a:gdLst/>
              <a:ahLst/>
              <a:cxnLst/>
              <a:rect l="l" t="t" r="r" b="b"/>
              <a:pathLst>
                <a:path w="3531" h="3401" extrusionOk="0">
                  <a:moveTo>
                    <a:pt x="1698" y="1136"/>
                  </a:moveTo>
                  <a:cubicBezTo>
                    <a:pt x="2202" y="1136"/>
                    <a:pt x="2455" y="1743"/>
                    <a:pt x="2099" y="2102"/>
                  </a:cubicBezTo>
                  <a:cubicBezTo>
                    <a:pt x="1983" y="2217"/>
                    <a:pt x="1841" y="2268"/>
                    <a:pt x="1703" y="2268"/>
                  </a:cubicBezTo>
                  <a:cubicBezTo>
                    <a:pt x="1411" y="2268"/>
                    <a:pt x="1133" y="2042"/>
                    <a:pt x="1133" y="1700"/>
                  </a:cubicBezTo>
                  <a:cubicBezTo>
                    <a:pt x="1133" y="1386"/>
                    <a:pt x="1383" y="1136"/>
                    <a:pt x="1698" y="1136"/>
                  </a:cubicBezTo>
                  <a:close/>
                  <a:moveTo>
                    <a:pt x="1698" y="1"/>
                  </a:moveTo>
                  <a:cubicBezTo>
                    <a:pt x="1479" y="1"/>
                    <a:pt x="1258" y="43"/>
                    <a:pt x="1048" y="130"/>
                  </a:cubicBezTo>
                  <a:cubicBezTo>
                    <a:pt x="414" y="393"/>
                    <a:pt x="1" y="1012"/>
                    <a:pt x="1" y="1700"/>
                  </a:cubicBezTo>
                  <a:cubicBezTo>
                    <a:pt x="1" y="2639"/>
                    <a:pt x="758" y="3397"/>
                    <a:pt x="1698" y="3400"/>
                  </a:cubicBezTo>
                  <a:cubicBezTo>
                    <a:pt x="2386" y="3400"/>
                    <a:pt x="3005" y="2984"/>
                    <a:pt x="3268" y="2350"/>
                  </a:cubicBezTo>
                  <a:cubicBezTo>
                    <a:pt x="3530" y="1715"/>
                    <a:pt x="3385" y="985"/>
                    <a:pt x="2899" y="499"/>
                  </a:cubicBezTo>
                  <a:cubicBezTo>
                    <a:pt x="2574" y="173"/>
                    <a:pt x="2140" y="1"/>
                    <a:pt x="169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5" name="Google Shape;12720;p85">
            <a:extLst>
              <a:ext uri="{FF2B5EF4-FFF2-40B4-BE49-F238E27FC236}">
                <a16:creationId xmlns:a16="http://schemas.microsoft.com/office/drawing/2014/main" id="{8C3A3E75-4FDD-4105-B7F5-BD6DF702F2BF}"/>
              </a:ext>
            </a:extLst>
          </p:cNvPr>
          <p:cNvSpPr/>
          <p:nvPr/>
        </p:nvSpPr>
        <p:spPr>
          <a:xfrm>
            <a:off x="3087900" y="3995005"/>
            <a:ext cx="279052" cy="340186"/>
          </a:xfrm>
          <a:custGeom>
            <a:avLst/>
            <a:gdLst/>
            <a:ahLst/>
            <a:cxnLst/>
            <a:rect l="l" t="t" r="r" b="b"/>
            <a:pathLst>
              <a:path w="15853" h="19326" extrusionOk="0">
                <a:moveTo>
                  <a:pt x="9627" y="1133"/>
                </a:moveTo>
                <a:cubicBezTo>
                  <a:pt x="9938" y="1133"/>
                  <a:pt x="10191" y="1387"/>
                  <a:pt x="10191" y="1701"/>
                </a:cubicBezTo>
                <a:lnTo>
                  <a:pt x="10191" y="2265"/>
                </a:lnTo>
                <a:lnTo>
                  <a:pt x="1133" y="2265"/>
                </a:lnTo>
                <a:lnTo>
                  <a:pt x="1133" y="1701"/>
                </a:lnTo>
                <a:cubicBezTo>
                  <a:pt x="1133" y="1387"/>
                  <a:pt x="1387" y="1133"/>
                  <a:pt x="1701" y="1133"/>
                </a:cubicBezTo>
                <a:close/>
                <a:moveTo>
                  <a:pt x="10191" y="3398"/>
                </a:moveTo>
                <a:lnTo>
                  <a:pt x="10191" y="8063"/>
                </a:lnTo>
                <a:cubicBezTo>
                  <a:pt x="10009" y="7998"/>
                  <a:pt x="9817" y="7965"/>
                  <a:pt x="9625" y="7965"/>
                </a:cubicBezTo>
                <a:cubicBezTo>
                  <a:pt x="9434" y="7965"/>
                  <a:pt x="9242" y="7998"/>
                  <a:pt x="9059" y="8063"/>
                </a:cubicBezTo>
                <a:lnTo>
                  <a:pt x="9059" y="6230"/>
                </a:lnTo>
                <a:cubicBezTo>
                  <a:pt x="9059" y="5291"/>
                  <a:pt x="8298" y="4530"/>
                  <a:pt x="7362" y="4530"/>
                </a:cubicBezTo>
                <a:cubicBezTo>
                  <a:pt x="6423" y="4530"/>
                  <a:pt x="5662" y="5291"/>
                  <a:pt x="5662" y="6230"/>
                </a:cubicBezTo>
                <a:lnTo>
                  <a:pt x="5662" y="10285"/>
                </a:lnTo>
                <a:cubicBezTo>
                  <a:pt x="4346" y="10557"/>
                  <a:pt x="3401" y="11716"/>
                  <a:pt x="3398" y="13060"/>
                </a:cubicBezTo>
                <a:lnTo>
                  <a:pt x="3398" y="14231"/>
                </a:lnTo>
                <a:cubicBezTo>
                  <a:pt x="3398" y="14419"/>
                  <a:pt x="3404" y="14609"/>
                  <a:pt x="3413" y="14796"/>
                </a:cubicBezTo>
                <a:lnTo>
                  <a:pt x="1133" y="14796"/>
                </a:lnTo>
                <a:lnTo>
                  <a:pt x="1133" y="3398"/>
                </a:lnTo>
                <a:close/>
                <a:moveTo>
                  <a:pt x="3543" y="15928"/>
                </a:moveTo>
                <a:cubicBezTo>
                  <a:pt x="3606" y="16312"/>
                  <a:pt x="3694" y="16689"/>
                  <a:pt x="3802" y="17061"/>
                </a:cubicBezTo>
                <a:lnTo>
                  <a:pt x="1701" y="17061"/>
                </a:lnTo>
                <a:cubicBezTo>
                  <a:pt x="1387" y="17061"/>
                  <a:pt x="1133" y="16807"/>
                  <a:pt x="1133" y="16496"/>
                </a:cubicBezTo>
                <a:lnTo>
                  <a:pt x="1133" y="15928"/>
                </a:lnTo>
                <a:close/>
                <a:moveTo>
                  <a:pt x="7362" y="5662"/>
                </a:moveTo>
                <a:cubicBezTo>
                  <a:pt x="7673" y="5662"/>
                  <a:pt x="7927" y="5916"/>
                  <a:pt x="7927" y="6230"/>
                </a:cubicBezTo>
                <a:lnTo>
                  <a:pt x="7927" y="11928"/>
                </a:lnTo>
                <a:cubicBezTo>
                  <a:pt x="7927" y="12242"/>
                  <a:pt x="8181" y="12492"/>
                  <a:pt x="8495" y="12492"/>
                </a:cubicBezTo>
                <a:cubicBezTo>
                  <a:pt x="8806" y="12492"/>
                  <a:pt x="9059" y="12242"/>
                  <a:pt x="9059" y="11928"/>
                </a:cubicBezTo>
                <a:lnTo>
                  <a:pt x="9059" y="9663"/>
                </a:lnTo>
                <a:cubicBezTo>
                  <a:pt x="9059" y="9349"/>
                  <a:pt x="9313" y="9098"/>
                  <a:pt x="9627" y="9098"/>
                </a:cubicBezTo>
                <a:cubicBezTo>
                  <a:pt x="9938" y="9098"/>
                  <a:pt x="10191" y="9349"/>
                  <a:pt x="10191" y="9663"/>
                </a:cubicBezTo>
                <a:lnTo>
                  <a:pt x="10191" y="11928"/>
                </a:lnTo>
                <a:cubicBezTo>
                  <a:pt x="10191" y="12242"/>
                  <a:pt x="10445" y="12492"/>
                  <a:pt x="10759" y="12492"/>
                </a:cubicBezTo>
                <a:cubicBezTo>
                  <a:pt x="11070" y="12492"/>
                  <a:pt x="11324" y="12242"/>
                  <a:pt x="11324" y="11928"/>
                </a:cubicBezTo>
                <a:lnTo>
                  <a:pt x="11324" y="10795"/>
                </a:lnTo>
                <a:cubicBezTo>
                  <a:pt x="11324" y="10481"/>
                  <a:pt x="11577" y="10231"/>
                  <a:pt x="11891" y="10231"/>
                </a:cubicBezTo>
                <a:cubicBezTo>
                  <a:pt x="12202" y="10231"/>
                  <a:pt x="12456" y="10481"/>
                  <a:pt x="12456" y="10795"/>
                </a:cubicBezTo>
                <a:lnTo>
                  <a:pt x="12456" y="13060"/>
                </a:lnTo>
                <a:cubicBezTo>
                  <a:pt x="12456" y="13374"/>
                  <a:pt x="12710" y="13625"/>
                  <a:pt x="13024" y="13625"/>
                </a:cubicBezTo>
                <a:cubicBezTo>
                  <a:pt x="13335" y="13625"/>
                  <a:pt x="13588" y="13374"/>
                  <a:pt x="13588" y="13060"/>
                </a:cubicBezTo>
                <a:lnTo>
                  <a:pt x="13588" y="11928"/>
                </a:lnTo>
                <a:cubicBezTo>
                  <a:pt x="13588" y="11614"/>
                  <a:pt x="13842" y="11363"/>
                  <a:pt x="14156" y="11363"/>
                </a:cubicBezTo>
                <a:cubicBezTo>
                  <a:pt x="14467" y="11363"/>
                  <a:pt x="14721" y="11614"/>
                  <a:pt x="14721" y="11928"/>
                </a:cubicBezTo>
                <a:lnTo>
                  <a:pt x="14721" y="14231"/>
                </a:lnTo>
                <a:cubicBezTo>
                  <a:pt x="14718" y="15602"/>
                  <a:pt x="14407" y="16958"/>
                  <a:pt x="13806" y="18193"/>
                </a:cubicBezTo>
                <a:lnTo>
                  <a:pt x="5448" y="18193"/>
                </a:lnTo>
                <a:cubicBezTo>
                  <a:pt x="4844" y="16958"/>
                  <a:pt x="4533" y="15602"/>
                  <a:pt x="4530" y="14231"/>
                </a:cubicBezTo>
                <a:lnTo>
                  <a:pt x="4530" y="13060"/>
                </a:lnTo>
                <a:cubicBezTo>
                  <a:pt x="4530" y="12341"/>
                  <a:pt x="4983" y="11698"/>
                  <a:pt x="5662" y="11460"/>
                </a:cubicBezTo>
                <a:lnTo>
                  <a:pt x="5662" y="14231"/>
                </a:lnTo>
                <a:cubicBezTo>
                  <a:pt x="5662" y="14542"/>
                  <a:pt x="5916" y="14796"/>
                  <a:pt x="6230" y="14796"/>
                </a:cubicBezTo>
                <a:cubicBezTo>
                  <a:pt x="6541" y="14796"/>
                  <a:pt x="6795" y="14542"/>
                  <a:pt x="6795" y="14231"/>
                </a:cubicBezTo>
                <a:lnTo>
                  <a:pt x="6795" y="6230"/>
                </a:lnTo>
                <a:cubicBezTo>
                  <a:pt x="6795" y="5916"/>
                  <a:pt x="7048" y="5662"/>
                  <a:pt x="7362" y="5662"/>
                </a:cubicBezTo>
                <a:close/>
                <a:moveTo>
                  <a:pt x="1701" y="1"/>
                </a:moveTo>
                <a:cubicBezTo>
                  <a:pt x="762" y="1"/>
                  <a:pt x="1" y="762"/>
                  <a:pt x="1" y="1701"/>
                </a:cubicBezTo>
                <a:lnTo>
                  <a:pt x="1" y="16496"/>
                </a:lnTo>
                <a:cubicBezTo>
                  <a:pt x="1" y="17432"/>
                  <a:pt x="762" y="18193"/>
                  <a:pt x="1701" y="18193"/>
                </a:cubicBezTo>
                <a:lnTo>
                  <a:pt x="4204" y="18193"/>
                </a:lnTo>
                <a:cubicBezTo>
                  <a:pt x="4285" y="18389"/>
                  <a:pt x="4376" y="18582"/>
                  <a:pt x="4470" y="18773"/>
                </a:cubicBezTo>
                <a:lnTo>
                  <a:pt x="4590" y="19011"/>
                </a:lnTo>
                <a:cubicBezTo>
                  <a:pt x="4687" y="19204"/>
                  <a:pt x="4880" y="19325"/>
                  <a:pt x="5098" y="19325"/>
                </a:cubicBezTo>
                <a:lnTo>
                  <a:pt x="14156" y="19325"/>
                </a:lnTo>
                <a:cubicBezTo>
                  <a:pt x="14370" y="19325"/>
                  <a:pt x="14564" y="19204"/>
                  <a:pt x="14660" y="19011"/>
                </a:cubicBezTo>
                <a:lnTo>
                  <a:pt x="14781" y="18773"/>
                </a:lnTo>
                <a:cubicBezTo>
                  <a:pt x="15485" y="17363"/>
                  <a:pt x="15850" y="15808"/>
                  <a:pt x="15853" y="14231"/>
                </a:cubicBezTo>
                <a:lnTo>
                  <a:pt x="15853" y="11928"/>
                </a:lnTo>
                <a:cubicBezTo>
                  <a:pt x="15853" y="10953"/>
                  <a:pt x="15054" y="10228"/>
                  <a:pt x="14155" y="10228"/>
                </a:cubicBezTo>
                <a:cubicBezTo>
                  <a:pt x="13949" y="10228"/>
                  <a:pt x="13737" y="10266"/>
                  <a:pt x="13528" y="10348"/>
                </a:cubicBezTo>
                <a:cubicBezTo>
                  <a:pt x="13326" y="9609"/>
                  <a:pt x="12655" y="9098"/>
                  <a:pt x="11891" y="9098"/>
                </a:cubicBezTo>
                <a:cubicBezTo>
                  <a:pt x="11883" y="9098"/>
                  <a:pt x="11875" y="9098"/>
                  <a:pt x="11867" y="9098"/>
                </a:cubicBezTo>
                <a:cubicBezTo>
                  <a:pt x="11682" y="9098"/>
                  <a:pt x="11497" y="9131"/>
                  <a:pt x="11324" y="9195"/>
                </a:cubicBezTo>
                <a:lnTo>
                  <a:pt x="11324" y="1701"/>
                </a:lnTo>
                <a:cubicBezTo>
                  <a:pt x="11324" y="762"/>
                  <a:pt x="10563" y="1"/>
                  <a:pt x="96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56"/>
        <p:cNvGrpSpPr/>
        <p:nvPr/>
      </p:nvGrpSpPr>
      <p:grpSpPr>
        <a:xfrm>
          <a:off x="0" y="0"/>
          <a:ext cx="0" cy="0"/>
          <a:chOff x="0" y="0"/>
          <a:chExt cx="0" cy="0"/>
        </a:xfrm>
      </p:grpSpPr>
      <p:sp>
        <p:nvSpPr>
          <p:cNvPr id="3957" name="Google Shape;3957;p72"/>
          <p:cNvSpPr txBox="1">
            <a:spLocks noGrp="1"/>
          </p:cNvSpPr>
          <p:nvPr>
            <p:ph type="title"/>
          </p:nvPr>
        </p:nvSpPr>
        <p:spPr>
          <a:xfrm>
            <a:off x="1041265" y="318553"/>
            <a:ext cx="10412400" cy="685200"/>
          </a:xfrm>
          <a:prstGeom prst="rect">
            <a:avLst/>
          </a:prstGeom>
        </p:spPr>
        <p:txBody>
          <a:bodyPr spcFirstLastPara="1" wrap="square" lIns="121900" tIns="121900" rIns="121900" bIns="121900" anchor="t" anchorCtr="0">
            <a:noAutofit/>
          </a:bodyPr>
          <a:lstStyle/>
          <a:p>
            <a:r>
              <a:rPr lang="en-US" dirty="0" err="1"/>
              <a:t>Exemple</a:t>
            </a:r>
            <a:r>
              <a:rPr lang="en-US" dirty="0"/>
              <a:t> de </a:t>
            </a:r>
            <a:r>
              <a:rPr lang="en-US" dirty="0" err="1"/>
              <a:t>clase</a:t>
            </a:r>
            <a:r>
              <a:rPr lang="en-US" dirty="0"/>
              <a:t> </a:t>
            </a:r>
            <a:r>
              <a:rPr lang="en-US" dirty="0" err="1"/>
              <a:t>stereotipe</a:t>
            </a:r>
            <a:r>
              <a:rPr lang="en-US" dirty="0"/>
              <a:t> </a:t>
            </a:r>
            <a:r>
              <a:rPr lang="en-US" dirty="0" err="1"/>
              <a:t>uzuale</a:t>
            </a:r>
            <a:endParaRPr dirty="0"/>
          </a:p>
        </p:txBody>
      </p:sp>
      <p:sp>
        <p:nvSpPr>
          <p:cNvPr id="84" name="Google Shape;3643;p60">
            <a:extLst>
              <a:ext uri="{FF2B5EF4-FFF2-40B4-BE49-F238E27FC236}">
                <a16:creationId xmlns:a16="http://schemas.microsoft.com/office/drawing/2014/main" id="{BE6D6232-5516-48EB-B571-F95C2B9CA4C5}"/>
              </a:ext>
            </a:extLst>
          </p:cNvPr>
          <p:cNvSpPr txBox="1">
            <a:spLocks/>
          </p:cNvSpPr>
          <p:nvPr/>
        </p:nvSpPr>
        <p:spPr>
          <a:xfrm>
            <a:off x="1233378" y="1189886"/>
            <a:ext cx="9005776" cy="773264"/>
          </a:xfrm>
          <a:prstGeom prst="rect">
            <a:avLst/>
          </a:prstGeom>
          <a:ln/>
          <a:effectLst/>
        </p:spPr>
        <p:style>
          <a:lnRef idx="2">
            <a:schemeClr val="accent5">
              <a:shade val="50000"/>
            </a:schemeClr>
          </a:lnRef>
          <a:fillRef idx="1">
            <a:schemeClr val="accent5"/>
          </a:fillRef>
          <a:effectRef idx="0">
            <a:schemeClr val="accent5"/>
          </a:effectRef>
          <a:fontRef idx="minor">
            <a:schemeClr val="lt1"/>
          </a:fontRef>
        </p:style>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indent="0" algn="just">
              <a:spcAft>
                <a:spcPts val="1565"/>
              </a:spcAft>
              <a:buClr>
                <a:schemeClr val="accent5"/>
              </a:buClr>
              <a:buSzPct val="120000"/>
            </a:pPr>
            <a:r>
              <a:rPr lang="ro-RO" sz="2000" spc="10" dirty="0">
                <a:solidFill>
                  <a:srgbClr val="000000"/>
                </a:solidFill>
                <a:effectLst/>
                <a:latin typeface="Calibri" panose="020F0502020204030204" pitchFamily="34" charset="0"/>
                <a:ea typeface="SimSun" panose="02010600030101010101" pitchFamily="2" charset="-122"/>
                <a:cs typeface="Calibri" panose="020F0502020204030204" pitchFamily="34" charset="0"/>
              </a:rPr>
              <a:t>Clasele s</a:t>
            </a:r>
            <a:r>
              <a:rPr lang="ro-RO" sz="2000" spc="10" dirty="0">
                <a:solidFill>
                  <a:srgbClr val="000000"/>
                </a:solidFill>
                <a:latin typeface="Calibri" panose="020F0502020204030204" pitchFamily="34" charset="0"/>
                <a:ea typeface="SimSun" panose="02010600030101010101" pitchFamily="2" charset="-122"/>
                <a:cs typeface="Calibri" panose="020F0502020204030204" pitchFamily="34" charset="0"/>
              </a:rPr>
              <a:t>tereotipe conțin </a:t>
            </a:r>
            <a:r>
              <a:rPr lang="ro-RO" sz="2000" spc="10" dirty="0">
                <a:solidFill>
                  <a:schemeClr val="tx2"/>
                </a:solidFill>
                <a:latin typeface="Calibri" panose="020F0502020204030204" pitchFamily="34" charset="0"/>
                <a:ea typeface="SimSun" panose="02010600030101010101" pitchFamily="2" charset="-122"/>
                <a:cs typeface="Calibri" panose="020F0502020204030204" pitchFamily="34" charset="0"/>
              </a:rPr>
              <a:t>informații adiționale </a:t>
            </a:r>
            <a:r>
              <a:rPr lang="ro-RO" sz="2000" spc="10" dirty="0">
                <a:solidFill>
                  <a:srgbClr val="000000"/>
                </a:solidFill>
                <a:latin typeface="Calibri" panose="020F0502020204030204" pitchFamily="34" charset="0"/>
                <a:ea typeface="SimSun" panose="02010600030101010101" pitchFamily="2" charset="-122"/>
                <a:cs typeface="Calibri" panose="020F0502020204030204" pitchFamily="34" charset="0"/>
              </a:rPr>
              <a:t>despre semnificația clasei, cu scopul de a face modelul </a:t>
            </a:r>
            <a:r>
              <a:rPr lang="ro-RO" sz="2000" spc="10" dirty="0">
                <a:solidFill>
                  <a:schemeClr val="tx2"/>
                </a:solidFill>
                <a:latin typeface="Calibri" panose="020F0502020204030204" pitchFamily="34" charset="0"/>
                <a:ea typeface="SimSun" panose="02010600030101010101" pitchFamily="2" charset="-122"/>
                <a:cs typeface="Calibri" panose="020F0502020204030204" pitchFamily="34" charset="0"/>
              </a:rPr>
              <a:t>mai ușor de înțeles</a:t>
            </a:r>
            <a:r>
              <a:rPr lang="ro-RO" sz="2000" spc="10" dirty="0">
                <a:solidFill>
                  <a:schemeClr val="bg2"/>
                </a:solidFill>
                <a:latin typeface="Calibri" panose="020F0502020204030204" pitchFamily="34" charset="0"/>
                <a:ea typeface="SimSun" panose="02010600030101010101" pitchFamily="2" charset="-122"/>
                <a:cs typeface="Calibri" panose="020F0502020204030204" pitchFamily="34" charset="0"/>
              </a:rPr>
              <a:t>.</a:t>
            </a:r>
            <a:r>
              <a:rPr lang="ro-RO" sz="2000" spc="10" dirty="0">
                <a:solidFill>
                  <a:schemeClr val="tx2"/>
                </a:solidFill>
                <a:latin typeface="Calibri" panose="020F0502020204030204" pitchFamily="34" charset="0"/>
                <a:ea typeface="SimSun" panose="02010600030101010101" pitchFamily="2" charset="-122"/>
                <a:cs typeface="Calibri" panose="020F0502020204030204" pitchFamily="34" charset="0"/>
              </a:rPr>
              <a:t> </a:t>
            </a:r>
            <a:endParaRPr lang="en-US" sz="2000" spc="10" dirty="0">
              <a:solidFill>
                <a:schemeClr val="tx2"/>
              </a:solidFill>
              <a:effectLst/>
              <a:latin typeface="Calibri" panose="020F0502020204030204" pitchFamily="34" charset="0"/>
              <a:ea typeface="SimSun" panose="02010600030101010101" pitchFamily="2" charset="-122"/>
              <a:cs typeface="Calibri" panose="020F0502020204030204" pitchFamily="34" charset="0"/>
            </a:endParaRPr>
          </a:p>
          <a:p>
            <a:pPr marL="285750" indent="-285750" algn="just">
              <a:spcAft>
                <a:spcPts val="1565"/>
              </a:spcAft>
              <a:buClr>
                <a:schemeClr val="accent5"/>
              </a:buClr>
              <a:buSzPct val="120000"/>
              <a:buFont typeface="Wingdings" panose="05000000000000000000" pitchFamily="2" charset="2"/>
              <a:buChar char="§"/>
            </a:pPr>
            <a:endParaRPr lang="en-US" sz="2000" kern="0" dirty="0">
              <a:latin typeface="Calibri" panose="020F0502020204030204" pitchFamily="34" charset="0"/>
              <a:ea typeface="Calibri" panose="020F0502020204030204" pitchFamily="34" charset="0"/>
              <a:cs typeface="Times New Roman" panose="02020603050405020304" pitchFamily="18" charset="0"/>
            </a:endParaRPr>
          </a:p>
          <a:p>
            <a:pPr marL="38100" indent="-342900" algn="just">
              <a:spcAft>
                <a:spcPts val="1565"/>
              </a:spcAft>
              <a:buClr>
                <a:schemeClr val="accent5"/>
              </a:buClr>
              <a:buSzPct val="120000"/>
              <a:buFont typeface="Wingdings" panose="05000000000000000000" pitchFamily="2" charset="2"/>
              <a:buChar char="ü"/>
            </a:pPr>
            <a:endParaRPr lang="en-US" sz="2000" kern="0" dirty="0">
              <a:solidFill>
                <a:srgbClr val="000000"/>
              </a:solidFill>
              <a:latin typeface="Calibri" panose="020F0502020204030204" pitchFamily="34" charset="0"/>
              <a:ea typeface="Calibri" panose="020F0502020204030204" pitchFamily="34" charset="0"/>
            </a:endParaRPr>
          </a:p>
          <a:p>
            <a:pPr marL="342900" indent="-342900" algn="just">
              <a:buClr>
                <a:schemeClr val="accent5"/>
              </a:buClr>
              <a:buSzPct val="120000"/>
              <a:buFont typeface="Wingdings" panose="05000000000000000000" pitchFamily="2" charset="2"/>
              <a:buChar char="ü"/>
            </a:pPr>
            <a:endParaRPr lang="en-US" sz="2000" kern="0" dirty="0"/>
          </a:p>
        </p:txBody>
      </p:sp>
      <p:sp>
        <p:nvSpPr>
          <p:cNvPr id="91" name="Google Shape;3643;p60">
            <a:extLst>
              <a:ext uri="{FF2B5EF4-FFF2-40B4-BE49-F238E27FC236}">
                <a16:creationId xmlns:a16="http://schemas.microsoft.com/office/drawing/2014/main" id="{1ADB7349-4DDD-4F03-BF83-DBA250E21E58}"/>
              </a:ext>
            </a:extLst>
          </p:cNvPr>
          <p:cNvSpPr txBox="1">
            <a:spLocks/>
          </p:cNvSpPr>
          <p:nvPr/>
        </p:nvSpPr>
        <p:spPr>
          <a:xfrm>
            <a:off x="1041265" y="2149283"/>
            <a:ext cx="9369554" cy="393317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Aft>
                <a:spcPts val="600"/>
              </a:spcAft>
              <a:buClr>
                <a:schemeClr val="accent5"/>
              </a:buClr>
              <a:buSzPct val="120000"/>
              <a:buFont typeface="Arial" panose="020B0604020202020204" pitchFamily="34" charset="0"/>
              <a:buChar char="•"/>
            </a:pPr>
            <a:r>
              <a:rPr lang="ro-RO" sz="2200" b="1" kern="0" dirty="0">
                <a:solidFill>
                  <a:srgbClr val="000000"/>
                </a:solidFill>
                <a:latin typeface="Calibri" panose="020F0502020204030204" pitchFamily="34" charset="0"/>
                <a:ea typeface="Calibri" panose="020F0502020204030204" pitchFamily="34" charset="0"/>
              </a:rPr>
              <a:t>entitate (&lt;&lt;</a:t>
            </a:r>
            <a:r>
              <a:rPr lang="ro-RO" sz="2200" b="1" kern="0" dirty="0" err="1">
                <a:solidFill>
                  <a:srgbClr val="000000"/>
                </a:solidFill>
                <a:latin typeface="Calibri" panose="020F0502020204030204" pitchFamily="34" charset="0"/>
                <a:ea typeface="Calibri" panose="020F0502020204030204" pitchFamily="34" charset="0"/>
              </a:rPr>
              <a:t>entity</a:t>
            </a:r>
            <a:r>
              <a:rPr lang="ro-RO" sz="2200" b="1" kern="0" dirty="0">
                <a:solidFill>
                  <a:srgbClr val="000000"/>
                </a:solidFill>
                <a:latin typeface="Calibri" panose="020F0502020204030204" pitchFamily="34" charset="0"/>
                <a:ea typeface="Calibri" panose="020F0502020204030204" pitchFamily="34" charset="0"/>
              </a:rPr>
              <a:t>&gt;&gt;) </a:t>
            </a:r>
            <a:r>
              <a:rPr lang="ro-RO" sz="2200" kern="0" dirty="0">
                <a:solidFill>
                  <a:srgbClr val="000000"/>
                </a:solidFill>
                <a:latin typeface="Calibri" panose="020F0502020204030204" pitchFamily="34" charset="0"/>
                <a:ea typeface="Calibri" panose="020F0502020204030204" pitchFamily="34" charset="0"/>
              </a:rPr>
              <a:t>– o clasă pasivă, care nu </a:t>
            </a:r>
            <a:r>
              <a:rPr lang="ro-RO" sz="2200" kern="0" dirty="0" err="1">
                <a:solidFill>
                  <a:srgbClr val="000000"/>
                </a:solidFill>
                <a:latin typeface="Calibri" panose="020F0502020204030204" pitchFamily="34" charset="0"/>
                <a:ea typeface="Calibri" panose="020F0502020204030204" pitchFamily="34" charset="0"/>
              </a:rPr>
              <a:t>iniţiază</a:t>
            </a:r>
            <a:r>
              <a:rPr lang="ro-RO" sz="2200" kern="0" dirty="0">
                <a:solidFill>
                  <a:srgbClr val="000000"/>
                </a:solidFill>
                <a:latin typeface="Calibri" panose="020F0502020204030204" pitchFamily="34" charset="0"/>
                <a:ea typeface="Calibri" panose="020F0502020204030204" pitchFamily="34" charset="0"/>
              </a:rPr>
              <a:t> </a:t>
            </a:r>
            <a:r>
              <a:rPr lang="ro-RO" sz="2200" kern="0" dirty="0" err="1">
                <a:solidFill>
                  <a:srgbClr val="000000"/>
                </a:solidFill>
                <a:latin typeface="Calibri" panose="020F0502020204030204" pitchFamily="34" charset="0"/>
                <a:ea typeface="Calibri" panose="020F0502020204030204" pitchFamily="34" charset="0"/>
              </a:rPr>
              <a:t>interacţiuni</a:t>
            </a:r>
            <a:r>
              <a:rPr lang="ro-RO" sz="2200" kern="0" dirty="0">
                <a:solidFill>
                  <a:srgbClr val="000000"/>
                </a:solidFill>
                <a:latin typeface="Calibri" panose="020F0502020204030204" pitchFamily="34" charset="0"/>
                <a:ea typeface="Calibri" panose="020F0502020204030204" pitchFamily="34" charset="0"/>
              </a:rPr>
              <a:t>;</a:t>
            </a:r>
          </a:p>
          <a:p>
            <a:pPr marL="38100" indent="-342900" algn="just">
              <a:spcAft>
                <a:spcPts val="600"/>
              </a:spcAft>
              <a:buClr>
                <a:schemeClr val="accent5"/>
              </a:buClr>
              <a:buSzPct val="120000"/>
              <a:buFont typeface="Arial" panose="020B0604020202020204" pitchFamily="34" charset="0"/>
              <a:buChar char="•"/>
            </a:pPr>
            <a:r>
              <a:rPr lang="ro-RO" sz="2200" b="1" kern="0" dirty="0">
                <a:solidFill>
                  <a:srgbClr val="000000"/>
                </a:solidFill>
                <a:latin typeface="Calibri" panose="020F0502020204030204" pitchFamily="34" charset="0"/>
                <a:ea typeface="Calibri" panose="020F0502020204030204" pitchFamily="34" charset="0"/>
              </a:rPr>
              <a:t>control (&lt;&lt;control&gt;&gt;)</a:t>
            </a:r>
            <a:r>
              <a:rPr lang="ro-RO" sz="2200" kern="0" dirty="0">
                <a:solidFill>
                  <a:srgbClr val="000000"/>
                </a:solidFill>
                <a:latin typeface="Calibri" panose="020F0502020204030204" pitchFamily="34" charset="0"/>
                <a:ea typeface="Calibri" panose="020F0502020204030204" pitchFamily="34" charset="0"/>
              </a:rPr>
              <a:t> – </a:t>
            </a:r>
            <a:r>
              <a:rPr lang="ro-RO" sz="2200" kern="0" dirty="0" err="1">
                <a:solidFill>
                  <a:srgbClr val="000000"/>
                </a:solidFill>
                <a:latin typeface="Calibri" panose="020F0502020204030204" pitchFamily="34" charset="0"/>
                <a:ea typeface="Calibri" panose="020F0502020204030204" pitchFamily="34" charset="0"/>
              </a:rPr>
              <a:t>iniţiază</a:t>
            </a:r>
            <a:r>
              <a:rPr lang="ro-RO" sz="2200" kern="0" dirty="0">
                <a:solidFill>
                  <a:srgbClr val="000000"/>
                </a:solidFill>
                <a:latin typeface="Calibri" panose="020F0502020204030204" pitchFamily="34" charset="0"/>
                <a:ea typeface="Calibri" panose="020F0502020204030204" pitchFamily="34" charset="0"/>
              </a:rPr>
              <a:t> </a:t>
            </a:r>
            <a:r>
              <a:rPr lang="ro-RO" sz="2200" kern="0" dirty="0" err="1">
                <a:solidFill>
                  <a:srgbClr val="000000"/>
                </a:solidFill>
                <a:latin typeface="Calibri" panose="020F0502020204030204" pitchFamily="34" charset="0"/>
                <a:ea typeface="Calibri" panose="020F0502020204030204" pitchFamily="34" charset="0"/>
              </a:rPr>
              <a:t>interacţiuni</a:t>
            </a:r>
            <a:r>
              <a:rPr lang="ro-RO" sz="2200" kern="0" dirty="0">
                <a:solidFill>
                  <a:srgbClr val="000000"/>
                </a:solidFill>
                <a:latin typeface="Calibri" panose="020F0502020204030204" pitchFamily="34" charset="0"/>
                <a:ea typeface="Calibri" panose="020F0502020204030204" pitchFamily="34" charset="0"/>
              </a:rPr>
              <a:t>, </a:t>
            </a:r>
            <a:r>
              <a:rPr lang="ro-RO" sz="2200" kern="0" dirty="0" err="1">
                <a:solidFill>
                  <a:srgbClr val="000000"/>
                </a:solidFill>
                <a:latin typeface="Calibri" panose="020F0502020204030204" pitchFamily="34" charset="0"/>
                <a:ea typeface="Calibri" panose="020F0502020204030204" pitchFamily="34" charset="0"/>
              </a:rPr>
              <a:t>conţine</a:t>
            </a:r>
            <a:r>
              <a:rPr lang="ro-RO" sz="2200" kern="0" dirty="0">
                <a:solidFill>
                  <a:srgbClr val="000000"/>
                </a:solidFill>
                <a:latin typeface="Calibri" panose="020F0502020204030204" pitchFamily="34" charset="0"/>
                <a:ea typeface="Calibri" panose="020F0502020204030204" pitchFamily="34" charset="0"/>
              </a:rPr>
              <a:t> o componentă </a:t>
            </a:r>
            <a:r>
              <a:rPr lang="ro-RO" sz="2200" kern="0" dirty="0" err="1">
                <a:solidFill>
                  <a:srgbClr val="000000"/>
                </a:solidFill>
                <a:latin typeface="Calibri" panose="020F0502020204030204" pitchFamily="34" charset="0"/>
                <a:ea typeface="Calibri" panose="020F0502020204030204" pitchFamily="34" charset="0"/>
              </a:rPr>
              <a:t>tranzacţională</a:t>
            </a:r>
            <a:r>
              <a:rPr lang="ro-RO" sz="2200" kern="0" dirty="0">
                <a:solidFill>
                  <a:srgbClr val="000000"/>
                </a:solidFill>
                <a:latin typeface="Calibri" panose="020F0502020204030204" pitchFamily="34" charset="0"/>
                <a:ea typeface="Calibri" panose="020F0502020204030204" pitchFamily="34" charset="0"/>
              </a:rPr>
              <a:t> </a:t>
            </a:r>
            <a:r>
              <a:rPr lang="ro-RO" sz="2200" kern="0" dirty="0" err="1">
                <a:solidFill>
                  <a:srgbClr val="000000"/>
                </a:solidFill>
                <a:latin typeface="Calibri" panose="020F0502020204030204" pitchFamily="34" charset="0"/>
                <a:ea typeface="Calibri" panose="020F0502020204030204" pitchFamily="34" charset="0"/>
              </a:rPr>
              <a:t>şi</a:t>
            </a:r>
            <a:r>
              <a:rPr lang="ro-RO" sz="2200" kern="0" dirty="0">
                <a:solidFill>
                  <a:srgbClr val="000000"/>
                </a:solidFill>
                <a:latin typeface="Calibri" panose="020F0502020204030204" pitchFamily="34" charset="0"/>
                <a:ea typeface="Calibri" panose="020F0502020204030204" pitchFamily="34" charset="0"/>
              </a:rPr>
              <a:t> este separator între </a:t>
            </a:r>
            <a:r>
              <a:rPr lang="ro-RO" sz="2200" kern="0" dirty="0" err="1">
                <a:solidFill>
                  <a:srgbClr val="000000"/>
                </a:solidFill>
                <a:latin typeface="Calibri" panose="020F0502020204030204" pitchFamily="34" charset="0"/>
                <a:ea typeface="Calibri" panose="020F0502020204030204" pitchFamily="34" charset="0"/>
              </a:rPr>
              <a:t>entităţi</a:t>
            </a:r>
            <a:r>
              <a:rPr lang="ro-RO" sz="2200" kern="0" dirty="0">
                <a:solidFill>
                  <a:srgbClr val="000000"/>
                </a:solidFill>
                <a:latin typeface="Calibri" panose="020F0502020204030204" pitchFamily="34" charset="0"/>
                <a:ea typeface="Calibri" panose="020F0502020204030204" pitchFamily="34" charset="0"/>
              </a:rPr>
              <a:t> </a:t>
            </a:r>
            <a:r>
              <a:rPr lang="ro-RO" sz="2200" kern="0" dirty="0" err="1">
                <a:solidFill>
                  <a:srgbClr val="000000"/>
                </a:solidFill>
                <a:latin typeface="Calibri" panose="020F0502020204030204" pitchFamily="34" charset="0"/>
                <a:ea typeface="Calibri" panose="020F0502020204030204" pitchFamily="34" charset="0"/>
              </a:rPr>
              <a:t>şi</a:t>
            </a:r>
            <a:r>
              <a:rPr lang="ro-RO" sz="2200" kern="0" dirty="0">
                <a:solidFill>
                  <a:srgbClr val="000000"/>
                </a:solidFill>
                <a:latin typeface="Calibri" panose="020F0502020204030204" pitchFamily="34" charset="0"/>
                <a:ea typeface="Calibri" panose="020F0502020204030204" pitchFamily="34" charset="0"/>
              </a:rPr>
              <a:t> limite;</a:t>
            </a:r>
          </a:p>
          <a:p>
            <a:pPr marL="38100" indent="-342900" algn="just">
              <a:spcAft>
                <a:spcPts val="600"/>
              </a:spcAft>
              <a:buClr>
                <a:schemeClr val="accent5"/>
              </a:buClr>
              <a:buSzPct val="120000"/>
              <a:buFont typeface="Arial" panose="020B0604020202020204" pitchFamily="34" charset="0"/>
              <a:buChar char="•"/>
            </a:pPr>
            <a:r>
              <a:rPr lang="ro-RO" sz="2200" b="1" kern="0" dirty="0">
                <a:solidFill>
                  <a:srgbClr val="000000"/>
                </a:solidFill>
                <a:latin typeface="Calibri" panose="020F0502020204030204" pitchFamily="34" charset="0"/>
                <a:ea typeface="Calibri" panose="020F0502020204030204" pitchFamily="34" charset="0"/>
              </a:rPr>
              <a:t>limită (&lt;&lt;</a:t>
            </a:r>
            <a:r>
              <a:rPr lang="ro-RO" sz="2200" b="1" kern="0" dirty="0" err="1">
                <a:solidFill>
                  <a:srgbClr val="000000"/>
                </a:solidFill>
                <a:latin typeface="Calibri" panose="020F0502020204030204" pitchFamily="34" charset="0"/>
                <a:ea typeface="Calibri" panose="020F0502020204030204" pitchFamily="34" charset="0"/>
              </a:rPr>
              <a:t>boundary</a:t>
            </a:r>
            <a:r>
              <a:rPr lang="ro-RO" sz="2200" b="1" kern="0" dirty="0">
                <a:solidFill>
                  <a:srgbClr val="000000"/>
                </a:solidFill>
                <a:latin typeface="Calibri" panose="020F0502020204030204" pitchFamily="34" charset="0"/>
                <a:ea typeface="Calibri" panose="020F0502020204030204" pitchFamily="34" charset="0"/>
              </a:rPr>
              <a:t>&gt;&gt;) </a:t>
            </a:r>
            <a:r>
              <a:rPr lang="ro-RO" sz="2200" kern="0" dirty="0">
                <a:solidFill>
                  <a:srgbClr val="000000"/>
                </a:solidFill>
                <a:latin typeface="Calibri" panose="020F0502020204030204" pitchFamily="34" charset="0"/>
                <a:ea typeface="Calibri" panose="020F0502020204030204" pitchFamily="34" charset="0"/>
              </a:rPr>
              <a:t>– este aflată la periferia sistemului, dar în interiorul său. Reprezintă limita de legătură cu actorul sau cu alte sisteme informatice;</a:t>
            </a:r>
          </a:p>
          <a:p>
            <a:pPr marL="38100" indent="-342900" algn="just">
              <a:spcAft>
                <a:spcPts val="600"/>
              </a:spcAft>
              <a:buClr>
                <a:schemeClr val="accent5"/>
              </a:buClr>
              <a:buSzPct val="120000"/>
              <a:buFont typeface="Arial" panose="020B0604020202020204" pitchFamily="34" charset="0"/>
              <a:buChar char="•"/>
            </a:pPr>
            <a:r>
              <a:rPr lang="ro-RO" sz="2200" b="1" kern="0" dirty="0">
                <a:solidFill>
                  <a:srgbClr val="000000"/>
                </a:solidFill>
                <a:latin typeface="Calibri" panose="020F0502020204030204" pitchFamily="34" charset="0"/>
                <a:ea typeface="Calibri" panose="020F0502020204030204" pitchFamily="34" charset="0"/>
              </a:rPr>
              <a:t>enumerare (&lt;&lt;</a:t>
            </a:r>
            <a:r>
              <a:rPr lang="ro-RO" sz="2200" b="1" kern="0" dirty="0" err="1">
                <a:solidFill>
                  <a:srgbClr val="000000"/>
                </a:solidFill>
                <a:latin typeface="Calibri" panose="020F0502020204030204" pitchFamily="34" charset="0"/>
                <a:ea typeface="Calibri" panose="020F0502020204030204" pitchFamily="34" charset="0"/>
              </a:rPr>
              <a:t>enumeration</a:t>
            </a:r>
            <a:r>
              <a:rPr lang="ro-RO" sz="2200" b="1" kern="0" dirty="0">
                <a:solidFill>
                  <a:srgbClr val="000000"/>
                </a:solidFill>
                <a:latin typeface="Calibri" panose="020F0502020204030204" pitchFamily="34" charset="0"/>
                <a:ea typeface="Calibri" panose="020F0502020204030204" pitchFamily="34" charset="0"/>
              </a:rPr>
              <a:t>&gt;&gt;)</a:t>
            </a:r>
            <a:r>
              <a:rPr lang="ro-RO" sz="2200" kern="0" dirty="0">
                <a:solidFill>
                  <a:srgbClr val="000000"/>
                </a:solidFill>
                <a:latin typeface="Calibri" panose="020F0502020204030204" pitchFamily="34" charset="0"/>
                <a:ea typeface="Calibri" panose="020F0502020204030204" pitchFamily="34" charset="0"/>
              </a:rPr>
              <a:t>  - este folosită pentru definirea tipurilor de date ale căror valori sunt enumerate.</a:t>
            </a:r>
          </a:p>
          <a:p>
            <a:pPr marL="38100" indent="-342900" algn="just">
              <a:spcAft>
                <a:spcPts val="600"/>
              </a:spcAft>
              <a:buClr>
                <a:schemeClr val="accent5"/>
              </a:buClr>
              <a:buSzPct val="120000"/>
              <a:buFont typeface="Arial" panose="020B0604020202020204" pitchFamily="34" charset="0"/>
              <a:buChar char="•"/>
            </a:pPr>
            <a:r>
              <a:rPr lang="ro-RO" sz="2200" b="1" kern="0" dirty="0">
                <a:solidFill>
                  <a:srgbClr val="000000"/>
                </a:solidFill>
                <a:latin typeface="Calibri" panose="020F0502020204030204" pitchFamily="34" charset="0"/>
                <a:ea typeface="Calibri" panose="020F0502020204030204" pitchFamily="34" charset="0"/>
              </a:rPr>
              <a:t>primitivă (&lt;&lt;primitive&gt;&gt;)  </a:t>
            </a:r>
            <a:r>
              <a:rPr lang="ro-RO" sz="2200" kern="0" dirty="0">
                <a:solidFill>
                  <a:srgbClr val="000000"/>
                </a:solidFill>
                <a:latin typeface="Calibri" panose="020F0502020204030204" pitchFamily="34" charset="0"/>
                <a:ea typeface="Calibri" panose="020F0502020204030204" pitchFamily="34" charset="0"/>
              </a:rPr>
              <a:t>- o formă de clasă care reprezintă tipuri de date predefinite, cum ar fi tipul Boolean.</a:t>
            </a:r>
          </a:p>
          <a:p>
            <a:pPr marL="342900" indent="-342900" algn="just">
              <a:spcAft>
                <a:spcPts val="600"/>
              </a:spcAft>
              <a:buClr>
                <a:schemeClr val="accent5"/>
              </a:buClr>
              <a:buSzPct val="120000"/>
              <a:buFont typeface="Arial" panose="020B0604020202020204" pitchFamily="34" charset="0"/>
              <a:buChar char="•"/>
            </a:pPr>
            <a:endParaRPr lang="ro-RO" sz="2200" kern="0" dirty="0"/>
          </a:p>
        </p:txBody>
      </p:sp>
      <p:grpSp>
        <p:nvGrpSpPr>
          <p:cNvPr id="93" name="Google Shape;4115;p74">
            <a:extLst>
              <a:ext uri="{FF2B5EF4-FFF2-40B4-BE49-F238E27FC236}">
                <a16:creationId xmlns:a16="http://schemas.microsoft.com/office/drawing/2014/main" id="{BD61A212-BC59-4A90-8D6C-2731908A81E5}"/>
              </a:ext>
            </a:extLst>
          </p:cNvPr>
          <p:cNvGrpSpPr/>
          <p:nvPr/>
        </p:nvGrpSpPr>
        <p:grpSpPr>
          <a:xfrm>
            <a:off x="10822785" y="5338259"/>
            <a:ext cx="1261757" cy="1488403"/>
            <a:chOff x="5646575" y="2794275"/>
            <a:chExt cx="660675" cy="779350"/>
          </a:xfrm>
        </p:grpSpPr>
        <p:sp>
          <p:nvSpPr>
            <p:cNvPr id="94" name="Google Shape;4116;p74">
              <a:extLst>
                <a:ext uri="{FF2B5EF4-FFF2-40B4-BE49-F238E27FC236}">
                  <a16:creationId xmlns:a16="http://schemas.microsoft.com/office/drawing/2014/main" id="{B7CCA65F-96F3-4650-955D-617724FE274E}"/>
                </a:ext>
              </a:extLst>
            </p:cNvPr>
            <p:cNvSpPr/>
            <p:nvPr/>
          </p:nvSpPr>
          <p:spPr>
            <a:xfrm>
              <a:off x="5646575" y="3079375"/>
              <a:ext cx="103175" cy="34600"/>
            </a:xfrm>
            <a:custGeom>
              <a:avLst/>
              <a:gdLst/>
              <a:ahLst/>
              <a:cxnLst/>
              <a:rect l="l" t="t" r="r" b="b"/>
              <a:pathLst>
                <a:path w="4127" h="1384" extrusionOk="0">
                  <a:moveTo>
                    <a:pt x="669" y="0"/>
                  </a:moveTo>
                  <a:cubicBezTo>
                    <a:pt x="287" y="0"/>
                    <a:pt x="1" y="310"/>
                    <a:pt x="1" y="692"/>
                  </a:cubicBezTo>
                  <a:cubicBezTo>
                    <a:pt x="1" y="1073"/>
                    <a:pt x="287" y="1383"/>
                    <a:pt x="669" y="1383"/>
                  </a:cubicBezTo>
                  <a:lnTo>
                    <a:pt x="4127" y="1383"/>
                  </a:lnTo>
                  <a:lnTo>
                    <a:pt x="4127"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117;p74">
              <a:extLst>
                <a:ext uri="{FF2B5EF4-FFF2-40B4-BE49-F238E27FC236}">
                  <a16:creationId xmlns:a16="http://schemas.microsoft.com/office/drawing/2014/main" id="{A8893C0B-B5C9-47E9-B953-3A4D9BD6AF48}"/>
                </a:ext>
              </a:extLst>
            </p:cNvPr>
            <p:cNvSpPr/>
            <p:nvPr/>
          </p:nvSpPr>
          <p:spPr>
            <a:xfrm>
              <a:off x="5646575" y="2968450"/>
              <a:ext cx="103175" cy="34025"/>
            </a:xfrm>
            <a:custGeom>
              <a:avLst/>
              <a:gdLst/>
              <a:ahLst/>
              <a:cxnLst/>
              <a:rect l="l" t="t" r="r" b="b"/>
              <a:pathLst>
                <a:path w="4127" h="1361" extrusionOk="0">
                  <a:moveTo>
                    <a:pt x="669" y="1"/>
                  </a:moveTo>
                  <a:cubicBezTo>
                    <a:pt x="287" y="1"/>
                    <a:pt x="1" y="287"/>
                    <a:pt x="1" y="693"/>
                  </a:cubicBezTo>
                  <a:cubicBezTo>
                    <a:pt x="1" y="1074"/>
                    <a:pt x="287" y="1360"/>
                    <a:pt x="669" y="1360"/>
                  </a:cubicBezTo>
                  <a:lnTo>
                    <a:pt x="4127" y="1360"/>
                  </a:lnTo>
                  <a:lnTo>
                    <a:pt x="4127" y="1"/>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4118;p74">
              <a:extLst>
                <a:ext uri="{FF2B5EF4-FFF2-40B4-BE49-F238E27FC236}">
                  <a16:creationId xmlns:a16="http://schemas.microsoft.com/office/drawing/2014/main" id="{03DDE5C9-1992-4CA5-B2EF-7A77A41A47FD}"/>
                </a:ext>
              </a:extLst>
            </p:cNvPr>
            <p:cNvSpPr/>
            <p:nvPr/>
          </p:nvSpPr>
          <p:spPr>
            <a:xfrm>
              <a:off x="5731850" y="2914800"/>
              <a:ext cx="159225" cy="251650"/>
            </a:xfrm>
            <a:custGeom>
              <a:avLst/>
              <a:gdLst/>
              <a:ahLst/>
              <a:cxnLst/>
              <a:rect l="l" t="t" r="r" b="b"/>
              <a:pathLst>
                <a:path w="6369" h="10066" extrusionOk="0">
                  <a:moveTo>
                    <a:pt x="0" y="0"/>
                  </a:moveTo>
                  <a:lnTo>
                    <a:pt x="0" y="10065"/>
                  </a:lnTo>
                  <a:lnTo>
                    <a:pt x="120" y="10065"/>
                  </a:lnTo>
                  <a:cubicBezTo>
                    <a:pt x="3554" y="10065"/>
                    <a:pt x="6368" y="7800"/>
                    <a:pt x="6368" y="5033"/>
                  </a:cubicBezTo>
                  <a:cubicBezTo>
                    <a:pt x="6368" y="2266"/>
                    <a:pt x="3578" y="0"/>
                    <a:pt x="120"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4119;p74">
              <a:extLst>
                <a:ext uri="{FF2B5EF4-FFF2-40B4-BE49-F238E27FC236}">
                  <a16:creationId xmlns:a16="http://schemas.microsoft.com/office/drawing/2014/main" id="{DFD4BC9A-5437-4E4F-8F2A-CA6B9EA89BBB}"/>
                </a:ext>
              </a:extLst>
            </p:cNvPr>
            <p:cNvSpPr/>
            <p:nvPr/>
          </p:nvSpPr>
          <p:spPr>
            <a:xfrm>
              <a:off x="5951875" y="3111575"/>
              <a:ext cx="61425" cy="54525"/>
            </a:xfrm>
            <a:custGeom>
              <a:avLst/>
              <a:gdLst/>
              <a:ahLst/>
              <a:cxnLst/>
              <a:rect l="l" t="t" r="r" b="b"/>
              <a:pathLst>
                <a:path w="2457" h="2181" extrusionOk="0">
                  <a:moveTo>
                    <a:pt x="1741" y="0"/>
                  </a:moveTo>
                  <a:cubicBezTo>
                    <a:pt x="1670" y="72"/>
                    <a:pt x="1646" y="167"/>
                    <a:pt x="1622" y="191"/>
                  </a:cubicBezTo>
                  <a:lnTo>
                    <a:pt x="1431" y="310"/>
                  </a:lnTo>
                  <a:cubicBezTo>
                    <a:pt x="1288" y="382"/>
                    <a:pt x="1145" y="429"/>
                    <a:pt x="1026" y="501"/>
                  </a:cubicBezTo>
                  <a:cubicBezTo>
                    <a:pt x="930" y="525"/>
                    <a:pt x="835" y="596"/>
                    <a:pt x="739" y="620"/>
                  </a:cubicBezTo>
                  <a:cubicBezTo>
                    <a:pt x="620" y="668"/>
                    <a:pt x="549" y="739"/>
                    <a:pt x="429" y="763"/>
                  </a:cubicBezTo>
                  <a:cubicBezTo>
                    <a:pt x="310" y="787"/>
                    <a:pt x="191" y="787"/>
                    <a:pt x="95" y="787"/>
                  </a:cubicBezTo>
                  <a:cubicBezTo>
                    <a:pt x="72" y="787"/>
                    <a:pt x="72" y="787"/>
                    <a:pt x="24" y="835"/>
                  </a:cubicBezTo>
                  <a:cubicBezTo>
                    <a:pt x="0" y="859"/>
                    <a:pt x="0" y="883"/>
                    <a:pt x="0" y="930"/>
                  </a:cubicBezTo>
                  <a:cubicBezTo>
                    <a:pt x="0" y="978"/>
                    <a:pt x="0" y="1026"/>
                    <a:pt x="72" y="1097"/>
                  </a:cubicBezTo>
                  <a:cubicBezTo>
                    <a:pt x="95" y="1121"/>
                    <a:pt x="119" y="1169"/>
                    <a:pt x="143" y="1169"/>
                  </a:cubicBezTo>
                  <a:cubicBezTo>
                    <a:pt x="215" y="1193"/>
                    <a:pt x="239" y="1216"/>
                    <a:pt x="286" y="1216"/>
                  </a:cubicBezTo>
                  <a:lnTo>
                    <a:pt x="453" y="1216"/>
                  </a:lnTo>
                  <a:cubicBezTo>
                    <a:pt x="525" y="1216"/>
                    <a:pt x="620" y="1216"/>
                    <a:pt x="716" y="1240"/>
                  </a:cubicBezTo>
                  <a:cubicBezTo>
                    <a:pt x="692" y="1240"/>
                    <a:pt x="620" y="1407"/>
                    <a:pt x="620" y="1431"/>
                  </a:cubicBezTo>
                  <a:cubicBezTo>
                    <a:pt x="596" y="1479"/>
                    <a:pt x="573" y="1574"/>
                    <a:pt x="549" y="1670"/>
                  </a:cubicBezTo>
                  <a:lnTo>
                    <a:pt x="549" y="1693"/>
                  </a:lnTo>
                  <a:lnTo>
                    <a:pt x="573" y="1693"/>
                  </a:lnTo>
                  <a:lnTo>
                    <a:pt x="620" y="1765"/>
                  </a:lnTo>
                  <a:cubicBezTo>
                    <a:pt x="668" y="1789"/>
                    <a:pt x="692" y="1789"/>
                    <a:pt x="716" y="1789"/>
                  </a:cubicBezTo>
                  <a:cubicBezTo>
                    <a:pt x="739" y="1813"/>
                    <a:pt x="787" y="1837"/>
                    <a:pt x="787" y="1884"/>
                  </a:cubicBezTo>
                  <a:cubicBezTo>
                    <a:pt x="811" y="1932"/>
                    <a:pt x="859" y="1956"/>
                    <a:pt x="930" y="1956"/>
                  </a:cubicBezTo>
                  <a:cubicBezTo>
                    <a:pt x="954" y="1956"/>
                    <a:pt x="978" y="2004"/>
                    <a:pt x="978" y="2027"/>
                  </a:cubicBezTo>
                  <a:cubicBezTo>
                    <a:pt x="1026" y="2051"/>
                    <a:pt x="1026" y="2075"/>
                    <a:pt x="1050" y="2123"/>
                  </a:cubicBezTo>
                  <a:cubicBezTo>
                    <a:pt x="1057" y="2131"/>
                    <a:pt x="1071" y="2133"/>
                    <a:pt x="1086" y="2133"/>
                  </a:cubicBezTo>
                  <a:cubicBezTo>
                    <a:pt x="1116" y="2133"/>
                    <a:pt x="1153" y="2123"/>
                    <a:pt x="1169" y="2123"/>
                  </a:cubicBezTo>
                  <a:cubicBezTo>
                    <a:pt x="1216" y="2123"/>
                    <a:pt x="1216" y="2147"/>
                    <a:pt x="1264" y="2170"/>
                  </a:cubicBezTo>
                  <a:cubicBezTo>
                    <a:pt x="1271" y="2177"/>
                    <a:pt x="1280" y="2180"/>
                    <a:pt x="1291" y="2180"/>
                  </a:cubicBezTo>
                  <a:cubicBezTo>
                    <a:pt x="1316" y="2180"/>
                    <a:pt x="1350" y="2163"/>
                    <a:pt x="1383" y="2147"/>
                  </a:cubicBezTo>
                  <a:cubicBezTo>
                    <a:pt x="1527" y="2051"/>
                    <a:pt x="1693" y="1956"/>
                    <a:pt x="1813" y="1837"/>
                  </a:cubicBezTo>
                  <a:cubicBezTo>
                    <a:pt x="1908" y="1717"/>
                    <a:pt x="1980" y="1550"/>
                    <a:pt x="2051" y="1407"/>
                  </a:cubicBezTo>
                  <a:cubicBezTo>
                    <a:pt x="2075" y="1216"/>
                    <a:pt x="2170" y="1049"/>
                    <a:pt x="2266" y="859"/>
                  </a:cubicBezTo>
                  <a:lnTo>
                    <a:pt x="2457" y="668"/>
                  </a:lnTo>
                  <a:cubicBezTo>
                    <a:pt x="2218" y="429"/>
                    <a:pt x="1980" y="191"/>
                    <a:pt x="1741"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4120;p74">
              <a:extLst>
                <a:ext uri="{FF2B5EF4-FFF2-40B4-BE49-F238E27FC236}">
                  <a16:creationId xmlns:a16="http://schemas.microsoft.com/office/drawing/2014/main" id="{23F41F0A-8B66-4C47-B9C8-745B1D0F2CB1}"/>
                </a:ext>
              </a:extLst>
            </p:cNvPr>
            <p:cNvSpPr/>
            <p:nvPr/>
          </p:nvSpPr>
          <p:spPr>
            <a:xfrm>
              <a:off x="5990025" y="3032575"/>
              <a:ext cx="87675" cy="101075"/>
            </a:xfrm>
            <a:custGeom>
              <a:avLst/>
              <a:gdLst/>
              <a:ahLst/>
              <a:cxnLst/>
              <a:rect l="l" t="t" r="r" b="b"/>
              <a:pathLst>
                <a:path w="3507" h="4043" extrusionOk="0">
                  <a:moveTo>
                    <a:pt x="2894" y="0"/>
                  </a:moveTo>
                  <a:cubicBezTo>
                    <a:pt x="2828" y="0"/>
                    <a:pt x="2754" y="12"/>
                    <a:pt x="2672" y="36"/>
                  </a:cubicBezTo>
                  <a:cubicBezTo>
                    <a:pt x="2433" y="60"/>
                    <a:pt x="2290" y="274"/>
                    <a:pt x="2171" y="465"/>
                  </a:cubicBezTo>
                  <a:cubicBezTo>
                    <a:pt x="1479" y="1538"/>
                    <a:pt x="1" y="3422"/>
                    <a:pt x="1" y="3422"/>
                  </a:cubicBezTo>
                  <a:lnTo>
                    <a:pt x="740" y="4043"/>
                  </a:lnTo>
                  <a:cubicBezTo>
                    <a:pt x="1002" y="3780"/>
                    <a:pt x="1360" y="3399"/>
                    <a:pt x="1646" y="3136"/>
                  </a:cubicBezTo>
                  <a:cubicBezTo>
                    <a:pt x="2171" y="2588"/>
                    <a:pt x="2672" y="2015"/>
                    <a:pt x="3196" y="1419"/>
                  </a:cubicBezTo>
                  <a:cubicBezTo>
                    <a:pt x="3340" y="1276"/>
                    <a:pt x="3459" y="1109"/>
                    <a:pt x="3483" y="894"/>
                  </a:cubicBezTo>
                  <a:cubicBezTo>
                    <a:pt x="3507" y="775"/>
                    <a:pt x="3483" y="680"/>
                    <a:pt x="3459" y="560"/>
                  </a:cubicBezTo>
                  <a:cubicBezTo>
                    <a:pt x="3435" y="513"/>
                    <a:pt x="3387" y="417"/>
                    <a:pt x="3363" y="346"/>
                  </a:cubicBezTo>
                  <a:cubicBezTo>
                    <a:pt x="3238" y="112"/>
                    <a:pt x="3098" y="0"/>
                    <a:pt x="2894"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121;p74">
              <a:extLst>
                <a:ext uri="{FF2B5EF4-FFF2-40B4-BE49-F238E27FC236}">
                  <a16:creationId xmlns:a16="http://schemas.microsoft.com/office/drawing/2014/main" id="{300DBA74-EA5D-4C5D-A5B8-587248C2BEC6}"/>
                </a:ext>
              </a:extLst>
            </p:cNvPr>
            <p:cNvSpPr/>
            <p:nvPr/>
          </p:nvSpPr>
          <p:spPr>
            <a:xfrm>
              <a:off x="5962000" y="3134100"/>
              <a:ext cx="29250" cy="34725"/>
            </a:xfrm>
            <a:custGeom>
              <a:avLst/>
              <a:gdLst/>
              <a:ahLst/>
              <a:cxnLst/>
              <a:rect l="l" t="t" r="r" b="b"/>
              <a:pathLst>
                <a:path w="1170" h="1389" extrusionOk="0">
                  <a:moveTo>
                    <a:pt x="453" y="0"/>
                  </a:moveTo>
                  <a:cubicBezTo>
                    <a:pt x="404" y="0"/>
                    <a:pt x="348" y="9"/>
                    <a:pt x="287" y="29"/>
                  </a:cubicBezTo>
                  <a:cubicBezTo>
                    <a:pt x="287" y="29"/>
                    <a:pt x="1" y="626"/>
                    <a:pt x="1" y="697"/>
                  </a:cubicBezTo>
                  <a:lnTo>
                    <a:pt x="1" y="816"/>
                  </a:lnTo>
                  <a:cubicBezTo>
                    <a:pt x="48" y="864"/>
                    <a:pt x="96" y="888"/>
                    <a:pt x="120" y="912"/>
                  </a:cubicBezTo>
                  <a:cubicBezTo>
                    <a:pt x="168" y="983"/>
                    <a:pt x="168" y="1031"/>
                    <a:pt x="215" y="1103"/>
                  </a:cubicBezTo>
                  <a:cubicBezTo>
                    <a:pt x="239" y="1126"/>
                    <a:pt x="311" y="1126"/>
                    <a:pt x="334" y="1150"/>
                  </a:cubicBezTo>
                  <a:cubicBezTo>
                    <a:pt x="358" y="1174"/>
                    <a:pt x="358" y="1246"/>
                    <a:pt x="406" y="1269"/>
                  </a:cubicBezTo>
                  <a:cubicBezTo>
                    <a:pt x="430" y="1293"/>
                    <a:pt x="454" y="1293"/>
                    <a:pt x="478" y="1341"/>
                  </a:cubicBezTo>
                  <a:lnTo>
                    <a:pt x="525" y="1365"/>
                  </a:lnTo>
                  <a:cubicBezTo>
                    <a:pt x="549" y="1389"/>
                    <a:pt x="573" y="1389"/>
                    <a:pt x="645" y="1389"/>
                  </a:cubicBezTo>
                  <a:lnTo>
                    <a:pt x="692" y="1389"/>
                  </a:lnTo>
                  <a:cubicBezTo>
                    <a:pt x="931" y="1293"/>
                    <a:pt x="1169" y="769"/>
                    <a:pt x="1074" y="673"/>
                  </a:cubicBezTo>
                  <a:cubicBezTo>
                    <a:pt x="1050" y="626"/>
                    <a:pt x="1026" y="614"/>
                    <a:pt x="1008" y="614"/>
                  </a:cubicBezTo>
                  <a:cubicBezTo>
                    <a:pt x="990" y="614"/>
                    <a:pt x="978" y="626"/>
                    <a:pt x="978" y="626"/>
                  </a:cubicBezTo>
                  <a:lnTo>
                    <a:pt x="798" y="896"/>
                  </a:lnTo>
                  <a:lnTo>
                    <a:pt x="798" y="896"/>
                  </a:lnTo>
                  <a:cubicBezTo>
                    <a:pt x="813" y="866"/>
                    <a:pt x="819" y="812"/>
                    <a:pt x="859" y="792"/>
                  </a:cubicBezTo>
                  <a:cubicBezTo>
                    <a:pt x="907" y="626"/>
                    <a:pt x="907" y="673"/>
                    <a:pt x="978" y="506"/>
                  </a:cubicBezTo>
                  <a:cubicBezTo>
                    <a:pt x="978" y="506"/>
                    <a:pt x="910" y="428"/>
                    <a:pt x="830" y="428"/>
                  </a:cubicBezTo>
                  <a:cubicBezTo>
                    <a:pt x="784" y="428"/>
                    <a:pt x="735" y="453"/>
                    <a:pt x="692" y="530"/>
                  </a:cubicBezTo>
                  <a:lnTo>
                    <a:pt x="788" y="196"/>
                  </a:lnTo>
                  <a:cubicBezTo>
                    <a:pt x="788" y="196"/>
                    <a:pt x="690" y="0"/>
                    <a:pt x="453"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122;p74">
              <a:extLst>
                <a:ext uri="{FF2B5EF4-FFF2-40B4-BE49-F238E27FC236}">
                  <a16:creationId xmlns:a16="http://schemas.microsoft.com/office/drawing/2014/main" id="{A33FE059-68BD-47D4-B341-804BA5659B6E}"/>
                </a:ext>
              </a:extLst>
            </p:cNvPr>
            <p:cNvSpPr/>
            <p:nvPr/>
          </p:nvSpPr>
          <p:spPr>
            <a:xfrm>
              <a:off x="5953050" y="2936125"/>
              <a:ext cx="121075" cy="125125"/>
            </a:xfrm>
            <a:custGeom>
              <a:avLst/>
              <a:gdLst/>
              <a:ahLst/>
              <a:cxnLst/>
              <a:rect l="l" t="t" r="r" b="b"/>
              <a:pathLst>
                <a:path w="4843" h="5005" extrusionOk="0">
                  <a:moveTo>
                    <a:pt x="1105" y="0"/>
                  </a:moveTo>
                  <a:cubicBezTo>
                    <a:pt x="933" y="0"/>
                    <a:pt x="697" y="56"/>
                    <a:pt x="597" y="197"/>
                  </a:cubicBezTo>
                  <a:cubicBezTo>
                    <a:pt x="1" y="865"/>
                    <a:pt x="669" y="1580"/>
                    <a:pt x="1122" y="2105"/>
                  </a:cubicBezTo>
                  <a:cubicBezTo>
                    <a:pt x="1336" y="2367"/>
                    <a:pt x="1551" y="2606"/>
                    <a:pt x="1766" y="2844"/>
                  </a:cubicBezTo>
                  <a:cubicBezTo>
                    <a:pt x="2243" y="3369"/>
                    <a:pt x="2744" y="3918"/>
                    <a:pt x="3221" y="4490"/>
                  </a:cubicBezTo>
                  <a:cubicBezTo>
                    <a:pt x="3411" y="4728"/>
                    <a:pt x="3626" y="4919"/>
                    <a:pt x="3865" y="4991"/>
                  </a:cubicBezTo>
                  <a:cubicBezTo>
                    <a:pt x="3912" y="4999"/>
                    <a:pt x="3960" y="5004"/>
                    <a:pt x="4007" y="5004"/>
                  </a:cubicBezTo>
                  <a:cubicBezTo>
                    <a:pt x="4100" y="5004"/>
                    <a:pt x="4191" y="4983"/>
                    <a:pt x="4270" y="4919"/>
                  </a:cubicBezTo>
                  <a:cubicBezTo>
                    <a:pt x="4580" y="4800"/>
                    <a:pt x="4842" y="4538"/>
                    <a:pt x="4747" y="4180"/>
                  </a:cubicBezTo>
                  <a:cubicBezTo>
                    <a:pt x="4652" y="3846"/>
                    <a:pt x="4389" y="3560"/>
                    <a:pt x="4222" y="3297"/>
                  </a:cubicBezTo>
                  <a:cubicBezTo>
                    <a:pt x="4008" y="2964"/>
                    <a:pt x="3745" y="2653"/>
                    <a:pt x="3507" y="2367"/>
                  </a:cubicBezTo>
                  <a:cubicBezTo>
                    <a:pt x="3101" y="1890"/>
                    <a:pt x="2720" y="1437"/>
                    <a:pt x="2314" y="984"/>
                  </a:cubicBezTo>
                  <a:cubicBezTo>
                    <a:pt x="2100" y="793"/>
                    <a:pt x="1861" y="435"/>
                    <a:pt x="1599" y="221"/>
                  </a:cubicBezTo>
                  <a:cubicBezTo>
                    <a:pt x="1480" y="101"/>
                    <a:pt x="1360" y="30"/>
                    <a:pt x="1193" y="6"/>
                  </a:cubicBezTo>
                  <a:cubicBezTo>
                    <a:pt x="1167" y="2"/>
                    <a:pt x="1137" y="0"/>
                    <a:pt x="1105"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123;p74">
              <a:extLst>
                <a:ext uri="{FF2B5EF4-FFF2-40B4-BE49-F238E27FC236}">
                  <a16:creationId xmlns:a16="http://schemas.microsoft.com/office/drawing/2014/main" id="{1FD92355-439E-4F6D-8F15-86CDC8C31F92}"/>
                </a:ext>
              </a:extLst>
            </p:cNvPr>
            <p:cNvSpPr/>
            <p:nvPr/>
          </p:nvSpPr>
          <p:spPr>
            <a:xfrm>
              <a:off x="5940525" y="2927975"/>
              <a:ext cx="102600" cy="100150"/>
            </a:xfrm>
            <a:custGeom>
              <a:avLst/>
              <a:gdLst/>
              <a:ahLst/>
              <a:cxnLst/>
              <a:rect l="l" t="t" r="r" b="b"/>
              <a:pathLst>
                <a:path w="4104" h="4006" extrusionOk="0">
                  <a:moveTo>
                    <a:pt x="1298" y="1"/>
                  </a:moveTo>
                  <a:cubicBezTo>
                    <a:pt x="1125" y="1"/>
                    <a:pt x="967" y="57"/>
                    <a:pt x="836" y="189"/>
                  </a:cubicBezTo>
                  <a:cubicBezTo>
                    <a:pt x="1" y="1048"/>
                    <a:pt x="1837" y="3290"/>
                    <a:pt x="2267" y="4005"/>
                  </a:cubicBezTo>
                  <a:lnTo>
                    <a:pt x="4103" y="2216"/>
                  </a:lnTo>
                  <a:cubicBezTo>
                    <a:pt x="4103" y="2216"/>
                    <a:pt x="2384" y="1"/>
                    <a:pt x="1298" y="1"/>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124;p74">
              <a:extLst>
                <a:ext uri="{FF2B5EF4-FFF2-40B4-BE49-F238E27FC236}">
                  <a16:creationId xmlns:a16="http://schemas.microsoft.com/office/drawing/2014/main" id="{6582D17D-D692-4E3B-845B-7363A2756038}"/>
                </a:ext>
              </a:extLst>
            </p:cNvPr>
            <p:cNvSpPr/>
            <p:nvPr/>
          </p:nvSpPr>
          <p:spPr>
            <a:xfrm>
              <a:off x="5886275" y="3028150"/>
              <a:ext cx="420975" cy="524075"/>
            </a:xfrm>
            <a:custGeom>
              <a:avLst/>
              <a:gdLst/>
              <a:ahLst/>
              <a:cxnLst/>
              <a:rect l="l" t="t" r="r" b="b"/>
              <a:pathLst>
                <a:path w="16839" h="20963" extrusionOk="0">
                  <a:moveTo>
                    <a:pt x="1137" y="1"/>
                  </a:moveTo>
                  <a:cubicBezTo>
                    <a:pt x="453" y="1"/>
                    <a:pt x="13" y="81"/>
                    <a:pt x="1" y="93"/>
                  </a:cubicBezTo>
                  <a:lnTo>
                    <a:pt x="96" y="833"/>
                  </a:lnTo>
                  <a:lnTo>
                    <a:pt x="168" y="1572"/>
                  </a:lnTo>
                  <a:cubicBezTo>
                    <a:pt x="227" y="1566"/>
                    <a:pt x="613" y="1504"/>
                    <a:pt x="1186" y="1504"/>
                  </a:cubicBezTo>
                  <a:cubicBezTo>
                    <a:pt x="2918" y="1504"/>
                    <a:pt x="6354" y="2070"/>
                    <a:pt x="7609" y="6461"/>
                  </a:cubicBezTo>
                  <a:lnTo>
                    <a:pt x="7967" y="7726"/>
                  </a:lnTo>
                  <a:cubicBezTo>
                    <a:pt x="9708" y="13951"/>
                    <a:pt x="11687" y="20963"/>
                    <a:pt x="16505" y="20963"/>
                  </a:cubicBezTo>
                  <a:lnTo>
                    <a:pt x="16839" y="20963"/>
                  </a:lnTo>
                  <a:cubicBezTo>
                    <a:pt x="16600" y="20533"/>
                    <a:pt x="16433" y="20056"/>
                    <a:pt x="16243" y="19436"/>
                  </a:cubicBezTo>
                  <a:cubicBezTo>
                    <a:pt x="12546" y="19102"/>
                    <a:pt x="10852" y="13092"/>
                    <a:pt x="9207" y="7249"/>
                  </a:cubicBezTo>
                  <a:lnTo>
                    <a:pt x="8849" y="5984"/>
                  </a:lnTo>
                  <a:cubicBezTo>
                    <a:pt x="7333" y="706"/>
                    <a:pt x="3165" y="1"/>
                    <a:pt x="1137"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4125;p74">
              <a:extLst>
                <a:ext uri="{FF2B5EF4-FFF2-40B4-BE49-F238E27FC236}">
                  <a16:creationId xmlns:a16="http://schemas.microsoft.com/office/drawing/2014/main" id="{F438BA32-9964-4B42-B4C7-96963DA0A0F7}"/>
                </a:ext>
              </a:extLst>
            </p:cNvPr>
            <p:cNvSpPr/>
            <p:nvPr/>
          </p:nvSpPr>
          <p:spPr>
            <a:xfrm>
              <a:off x="5902800" y="3082975"/>
              <a:ext cx="118850" cy="243625"/>
            </a:xfrm>
            <a:custGeom>
              <a:avLst/>
              <a:gdLst/>
              <a:ahLst/>
              <a:cxnLst/>
              <a:rect l="l" t="t" r="r" b="b"/>
              <a:pathLst>
                <a:path w="4754" h="9745" extrusionOk="0">
                  <a:moveTo>
                    <a:pt x="691" y="0"/>
                  </a:moveTo>
                  <a:cubicBezTo>
                    <a:pt x="119" y="0"/>
                    <a:pt x="0" y="206"/>
                    <a:pt x="79" y="1120"/>
                  </a:cubicBezTo>
                  <a:cubicBezTo>
                    <a:pt x="150" y="1860"/>
                    <a:pt x="127" y="4507"/>
                    <a:pt x="246" y="5223"/>
                  </a:cubicBezTo>
                  <a:cubicBezTo>
                    <a:pt x="461" y="6654"/>
                    <a:pt x="723" y="8156"/>
                    <a:pt x="1271" y="9492"/>
                  </a:cubicBezTo>
                  <a:cubicBezTo>
                    <a:pt x="1271" y="9492"/>
                    <a:pt x="1598" y="9745"/>
                    <a:pt x="2055" y="9745"/>
                  </a:cubicBezTo>
                  <a:cubicBezTo>
                    <a:pt x="2379" y="9745"/>
                    <a:pt x="2770" y="9617"/>
                    <a:pt x="3156" y="9182"/>
                  </a:cubicBezTo>
                  <a:cubicBezTo>
                    <a:pt x="3370" y="8395"/>
                    <a:pt x="3561" y="7393"/>
                    <a:pt x="3680" y="6606"/>
                  </a:cubicBezTo>
                  <a:cubicBezTo>
                    <a:pt x="4014" y="4722"/>
                    <a:pt x="4754" y="1383"/>
                    <a:pt x="2559" y="285"/>
                  </a:cubicBezTo>
                  <a:cubicBezTo>
                    <a:pt x="2369" y="166"/>
                    <a:pt x="2178" y="119"/>
                    <a:pt x="1963" y="95"/>
                  </a:cubicBezTo>
                  <a:cubicBezTo>
                    <a:pt x="1397" y="54"/>
                    <a:pt x="985" y="0"/>
                    <a:pt x="691"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4126;p74">
              <a:extLst>
                <a:ext uri="{FF2B5EF4-FFF2-40B4-BE49-F238E27FC236}">
                  <a16:creationId xmlns:a16="http://schemas.microsoft.com/office/drawing/2014/main" id="{01A0A5D3-365E-4CA0-96CD-C754306A2B8C}"/>
                </a:ext>
              </a:extLst>
            </p:cNvPr>
            <p:cNvSpPr/>
            <p:nvPr/>
          </p:nvSpPr>
          <p:spPr>
            <a:xfrm>
              <a:off x="5956625" y="3434750"/>
              <a:ext cx="124050" cy="133750"/>
            </a:xfrm>
            <a:custGeom>
              <a:avLst/>
              <a:gdLst/>
              <a:ahLst/>
              <a:cxnLst/>
              <a:rect l="l" t="t" r="r" b="b"/>
              <a:pathLst>
                <a:path w="4962" h="5350" extrusionOk="0">
                  <a:moveTo>
                    <a:pt x="3268" y="0"/>
                  </a:moveTo>
                  <a:lnTo>
                    <a:pt x="1933" y="596"/>
                  </a:lnTo>
                  <a:cubicBezTo>
                    <a:pt x="1933" y="596"/>
                    <a:pt x="2648" y="1670"/>
                    <a:pt x="2768" y="2457"/>
                  </a:cubicBezTo>
                  <a:cubicBezTo>
                    <a:pt x="2314" y="3053"/>
                    <a:pt x="1456" y="3983"/>
                    <a:pt x="1456" y="3983"/>
                  </a:cubicBezTo>
                  <a:cubicBezTo>
                    <a:pt x="1456" y="3983"/>
                    <a:pt x="359" y="4722"/>
                    <a:pt x="287" y="4770"/>
                  </a:cubicBezTo>
                  <a:cubicBezTo>
                    <a:pt x="239" y="4842"/>
                    <a:pt x="120" y="4961"/>
                    <a:pt x="1" y="5199"/>
                  </a:cubicBezTo>
                  <a:cubicBezTo>
                    <a:pt x="1" y="5199"/>
                    <a:pt x="1" y="5350"/>
                    <a:pt x="396" y="5350"/>
                  </a:cubicBezTo>
                  <a:cubicBezTo>
                    <a:pt x="630" y="5350"/>
                    <a:pt x="1004" y="5297"/>
                    <a:pt x="1599" y="5128"/>
                  </a:cubicBezTo>
                  <a:cubicBezTo>
                    <a:pt x="1599" y="5128"/>
                    <a:pt x="2314" y="4985"/>
                    <a:pt x="3268" y="4365"/>
                  </a:cubicBezTo>
                  <a:cubicBezTo>
                    <a:pt x="3483" y="4245"/>
                    <a:pt x="3698" y="4126"/>
                    <a:pt x="3936" y="4007"/>
                  </a:cubicBezTo>
                  <a:cubicBezTo>
                    <a:pt x="4127" y="3888"/>
                    <a:pt x="4819" y="3530"/>
                    <a:pt x="4890" y="3434"/>
                  </a:cubicBezTo>
                  <a:cubicBezTo>
                    <a:pt x="4914" y="3411"/>
                    <a:pt x="4914" y="3339"/>
                    <a:pt x="4914" y="3315"/>
                  </a:cubicBezTo>
                  <a:cubicBezTo>
                    <a:pt x="4962" y="2981"/>
                    <a:pt x="4676" y="2671"/>
                    <a:pt x="4556" y="2457"/>
                  </a:cubicBezTo>
                  <a:cubicBezTo>
                    <a:pt x="4485" y="2361"/>
                    <a:pt x="4413" y="2266"/>
                    <a:pt x="4318" y="2194"/>
                  </a:cubicBezTo>
                  <a:cubicBezTo>
                    <a:pt x="4294" y="2147"/>
                    <a:pt x="4079" y="1908"/>
                    <a:pt x="4055" y="1860"/>
                  </a:cubicBezTo>
                  <a:cubicBezTo>
                    <a:pt x="3817" y="1383"/>
                    <a:pt x="3268" y="0"/>
                    <a:pt x="3268"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4127;p74">
              <a:extLst>
                <a:ext uri="{FF2B5EF4-FFF2-40B4-BE49-F238E27FC236}">
                  <a16:creationId xmlns:a16="http://schemas.microsoft.com/office/drawing/2014/main" id="{D1F550E3-1DBA-4651-A7C7-CC75DA6D91F8}"/>
                </a:ext>
              </a:extLst>
            </p:cNvPr>
            <p:cNvSpPr/>
            <p:nvPr/>
          </p:nvSpPr>
          <p:spPr>
            <a:xfrm>
              <a:off x="5956625" y="3488400"/>
              <a:ext cx="123450" cy="79500"/>
            </a:xfrm>
            <a:custGeom>
              <a:avLst/>
              <a:gdLst/>
              <a:ahLst/>
              <a:cxnLst/>
              <a:rect l="l" t="t" r="r" b="b"/>
              <a:pathLst>
                <a:path w="4938" h="3180" extrusionOk="0">
                  <a:moveTo>
                    <a:pt x="4318" y="1"/>
                  </a:moveTo>
                  <a:cubicBezTo>
                    <a:pt x="3984" y="215"/>
                    <a:pt x="3626" y="358"/>
                    <a:pt x="3292" y="454"/>
                  </a:cubicBezTo>
                  <a:cubicBezTo>
                    <a:pt x="3054" y="525"/>
                    <a:pt x="2791" y="573"/>
                    <a:pt x="2529" y="573"/>
                  </a:cubicBezTo>
                  <a:cubicBezTo>
                    <a:pt x="2076" y="1145"/>
                    <a:pt x="1456" y="1789"/>
                    <a:pt x="1456" y="1789"/>
                  </a:cubicBezTo>
                  <a:cubicBezTo>
                    <a:pt x="1456" y="1789"/>
                    <a:pt x="335" y="2553"/>
                    <a:pt x="287" y="2600"/>
                  </a:cubicBezTo>
                  <a:cubicBezTo>
                    <a:pt x="216" y="2672"/>
                    <a:pt x="96" y="2791"/>
                    <a:pt x="1" y="3030"/>
                  </a:cubicBezTo>
                  <a:cubicBezTo>
                    <a:pt x="1" y="3030"/>
                    <a:pt x="1" y="3180"/>
                    <a:pt x="396" y="3180"/>
                  </a:cubicBezTo>
                  <a:cubicBezTo>
                    <a:pt x="630" y="3180"/>
                    <a:pt x="1004" y="3127"/>
                    <a:pt x="1599" y="2958"/>
                  </a:cubicBezTo>
                  <a:cubicBezTo>
                    <a:pt x="1599" y="2958"/>
                    <a:pt x="2314" y="2815"/>
                    <a:pt x="3268" y="2195"/>
                  </a:cubicBezTo>
                  <a:cubicBezTo>
                    <a:pt x="3483" y="2076"/>
                    <a:pt x="3674" y="1956"/>
                    <a:pt x="3936" y="1837"/>
                  </a:cubicBezTo>
                  <a:cubicBezTo>
                    <a:pt x="4127" y="1718"/>
                    <a:pt x="4819" y="1360"/>
                    <a:pt x="4890" y="1265"/>
                  </a:cubicBezTo>
                  <a:cubicBezTo>
                    <a:pt x="4914" y="1241"/>
                    <a:pt x="4914" y="1169"/>
                    <a:pt x="4914" y="1145"/>
                  </a:cubicBezTo>
                  <a:cubicBezTo>
                    <a:pt x="4938" y="883"/>
                    <a:pt x="4652" y="549"/>
                    <a:pt x="4532" y="334"/>
                  </a:cubicBezTo>
                  <a:cubicBezTo>
                    <a:pt x="4485" y="191"/>
                    <a:pt x="4366" y="96"/>
                    <a:pt x="4318"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4128;p74">
              <a:extLst>
                <a:ext uri="{FF2B5EF4-FFF2-40B4-BE49-F238E27FC236}">
                  <a16:creationId xmlns:a16="http://schemas.microsoft.com/office/drawing/2014/main" id="{B3242949-6F37-44CE-A6A1-A7A87ACB9D2C}"/>
                </a:ext>
              </a:extLst>
            </p:cNvPr>
            <p:cNvSpPr/>
            <p:nvPr/>
          </p:nvSpPr>
          <p:spPr>
            <a:xfrm>
              <a:off x="5921450" y="3264850"/>
              <a:ext cx="131800" cy="206275"/>
            </a:xfrm>
            <a:custGeom>
              <a:avLst/>
              <a:gdLst/>
              <a:ahLst/>
              <a:cxnLst/>
              <a:rect l="l" t="t" r="r" b="b"/>
              <a:pathLst>
                <a:path w="5272" h="8251" extrusionOk="0">
                  <a:moveTo>
                    <a:pt x="986" y="1"/>
                  </a:moveTo>
                  <a:cubicBezTo>
                    <a:pt x="902" y="1"/>
                    <a:pt x="819" y="15"/>
                    <a:pt x="740" y="46"/>
                  </a:cubicBezTo>
                  <a:cubicBezTo>
                    <a:pt x="478" y="118"/>
                    <a:pt x="120" y="404"/>
                    <a:pt x="48" y="690"/>
                  </a:cubicBezTo>
                  <a:cubicBezTo>
                    <a:pt x="1" y="929"/>
                    <a:pt x="239" y="1597"/>
                    <a:pt x="311" y="1787"/>
                  </a:cubicBezTo>
                  <a:cubicBezTo>
                    <a:pt x="621" y="2384"/>
                    <a:pt x="2386" y="6438"/>
                    <a:pt x="3292" y="8251"/>
                  </a:cubicBezTo>
                  <a:lnTo>
                    <a:pt x="5272" y="7273"/>
                  </a:lnTo>
                  <a:cubicBezTo>
                    <a:pt x="4818" y="5580"/>
                    <a:pt x="3292" y="2097"/>
                    <a:pt x="1790" y="404"/>
                  </a:cubicBezTo>
                  <a:cubicBezTo>
                    <a:pt x="1603" y="181"/>
                    <a:pt x="1286" y="1"/>
                    <a:pt x="986"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4129;p74">
              <a:extLst>
                <a:ext uri="{FF2B5EF4-FFF2-40B4-BE49-F238E27FC236}">
                  <a16:creationId xmlns:a16="http://schemas.microsoft.com/office/drawing/2014/main" id="{B07841AD-5348-47B7-BAB9-8136FD9C7C64}"/>
                </a:ext>
              </a:extLst>
            </p:cNvPr>
            <p:cNvSpPr/>
            <p:nvPr/>
          </p:nvSpPr>
          <p:spPr>
            <a:xfrm>
              <a:off x="5820100" y="3111575"/>
              <a:ext cx="178900" cy="220200"/>
            </a:xfrm>
            <a:custGeom>
              <a:avLst/>
              <a:gdLst/>
              <a:ahLst/>
              <a:cxnLst/>
              <a:rect l="l" t="t" r="r" b="b"/>
              <a:pathLst>
                <a:path w="7156" h="8808" extrusionOk="0">
                  <a:moveTo>
                    <a:pt x="1646" y="0"/>
                  </a:moveTo>
                  <a:cubicBezTo>
                    <a:pt x="1312" y="1002"/>
                    <a:pt x="644" y="2767"/>
                    <a:pt x="525" y="3339"/>
                  </a:cubicBezTo>
                  <a:cubicBezTo>
                    <a:pt x="239" y="4746"/>
                    <a:pt x="0" y="6845"/>
                    <a:pt x="48" y="8324"/>
                  </a:cubicBezTo>
                  <a:cubicBezTo>
                    <a:pt x="48" y="8324"/>
                    <a:pt x="468" y="8808"/>
                    <a:pt x="1169" y="8808"/>
                  </a:cubicBezTo>
                  <a:cubicBezTo>
                    <a:pt x="1427" y="8808"/>
                    <a:pt x="1724" y="8742"/>
                    <a:pt x="2051" y="8562"/>
                  </a:cubicBezTo>
                  <a:cubicBezTo>
                    <a:pt x="2504" y="7871"/>
                    <a:pt x="2886" y="6535"/>
                    <a:pt x="3315" y="5820"/>
                  </a:cubicBezTo>
                  <a:cubicBezTo>
                    <a:pt x="3602" y="5271"/>
                    <a:pt x="3983" y="4651"/>
                    <a:pt x="4317" y="3959"/>
                  </a:cubicBezTo>
                  <a:cubicBezTo>
                    <a:pt x="4913" y="3816"/>
                    <a:pt x="6654" y="3244"/>
                    <a:pt x="6964" y="1837"/>
                  </a:cubicBezTo>
                  <a:cubicBezTo>
                    <a:pt x="6964" y="1837"/>
                    <a:pt x="7155" y="1097"/>
                    <a:pt x="7012"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4130;p74">
              <a:extLst>
                <a:ext uri="{FF2B5EF4-FFF2-40B4-BE49-F238E27FC236}">
                  <a16:creationId xmlns:a16="http://schemas.microsoft.com/office/drawing/2014/main" id="{145298A1-FE3E-43E4-9728-D04CE26928EE}"/>
                </a:ext>
              </a:extLst>
            </p:cNvPr>
            <p:cNvSpPr/>
            <p:nvPr/>
          </p:nvSpPr>
          <p:spPr>
            <a:xfrm>
              <a:off x="5731850" y="3473500"/>
              <a:ext cx="138950" cy="100125"/>
            </a:xfrm>
            <a:custGeom>
              <a:avLst/>
              <a:gdLst/>
              <a:ahLst/>
              <a:cxnLst/>
              <a:rect l="l" t="t" r="r" b="b"/>
              <a:pathLst>
                <a:path w="5558" h="4005" extrusionOk="0">
                  <a:moveTo>
                    <a:pt x="3888" y="0"/>
                  </a:moveTo>
                  <a:lnTo>
                    <a:pt x="3888" y="0"/>
                  </a:lnTo>
                  <a:cubicBezTo>
                    <a:pt x="3888" y="0"/>
                    <a:pt x="4055" y="1288"/>
                    <a:pt x="3864" y="2028"/>
                  </a:cubicBezTo>
                  <a:cubicBezTo>
                    <a:pt x="3196" y="2385"/>
                    <a:pt x="2004" y="2839"/>
                    <a:pt x="2004" y="2839"/>
                  </a:cubicBezTo>
                  <a:cubicBezTo>
                    <a:pt x="2004" y="2839"/>
                    <a:pt x="692" y="3029"/>
                    <a:pt x="597" y="3053"/>
                  </a:cubicBezTo>
                  <a:cubicBezTo>
                    <a:pt x="549" y="3077"/>
                    <a:pt x="358" y="3101"/>
                    <a:pt x="167" y="3292"/>
                  </a:cubicBezTo>
                  <a:cubicBezTo>
                    <a:pt x="167" y="3292"/>
                    <a:pt x="0" y="3626"/>
                    <a:pt x="1646" y="3912"/>
                  </a:cubicBezTo>
                  <a:cubicBezTo>
                    <a:pt x="1646" y="3912"/>
                    <a:pt x="1992" y="4004"/>
                    <a:pt x="2588" y="4004"/>
                  </a:cubicBezTo>
                  <a:cubicBezTo>
                    <a:pt x="2849" y="4004"/>
                    <a:pt x="3158" y="3986"/>
                    <a:pt x="3506" y="3936"/>
                  </a:cubicBezTo>
                  <a:cubicBezTo>
                    <a:pt x="3721" y="3912"/>
                    <a:pt x="4007" y="3912"/>
                    <a:pt x="4246" y="3888"/>
                  </a:cubicBezTo>
                  <a:cubicBezTo>
                    <a:pt x="4508" y="3864"/>
                    <a:pt x="5247" y="3864"/>
                    <a:pt x="5343" y="3793"/>
                  </a:cubicBezTo>
                  <a:lnTo>
                    <a:pt x="5438" y="3697"/>
                  </a:lnTo>
                  <a:cubicBezTo>
                    <a:pt x="5557" y="3506"/>
                    <a:pt x="5438" y="3077"/>
                    <a:pt x="5414" y="2815"/>
                  </a:cubicBezTo>
                  <a:cubicBezTo>
                    <a:pt x="5414" y="2695"/>
                    <a:pt x="5343" y="2576"/>
                    <a:pt x="5319" y="2457"/>
                  </a:cubicBezTo>
                  <a:cubicBezTo>
                    <a:pt x="5319" y="2433"/>
                    <a:pt x="5224" y="2099"/>
                    <a:pt x="5224" y="2075"/>
                  </a:cubicBezTo>
                  <a:cubicBezTo>
                    <a:pt x="5224" y="1527"/>
                    <a:pt x="5343" y="72"/>
                    <a:pt x="5343" y="72"/>
                  </a:cubicBezTo>
                  <a:lnTo>
                    <a:pt x="3888"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4131;p74">
              <a:extLst>
                <a:ext uri="{FF2B5EF4-FFF2-40B4-BE49-F238E27FC236}">
                  <a16:creationId xmlns:a16="http://schemas.microsoft.com/office/drawing/2014/main" id="{E9B96F6C-FB56-4190-88A8-677AE831FA52}"/>
                </a:ext>
              </a:extLst>
            </p:cNvPr>
            <p:cNvSpPr/>
            <p:nvPr/>
          </p:nvSpPr>
          <p:spPr>
            <a:xfrm>
              <a:off x="5843950" y="3474700"/>
              <a:ext cx="3600" cy="5975"/>
            </a:xfrm>
            <a:custGeom>
              <a:avLst/>
              <a:gdLst/>
              <a:ahLst/>
              <a:cxnLst/>
              <a:rect l="l" t="t" r="r" b="b"/>
              <a:pathLst>
                <a:path w="144" h="239" extrusionOk="0">
                  <a:moveTo>
                    <a:pt x="0" y="0"/>
                  </a:moveTo>
                  <a:cubicBezTo>
                    <a:pt x="24" y="72"/>
                    <a:pt x="48" y="143"/>
                    <a:pt x="48" y="239"/>
                  </a:cubicBezTo>
                  <a:cubicBezTo>
                    <a:pt x="96" y="143"/>
                    <a:pt x="119" y="72"/>
                    <a:pt x="143" y="0"/>
                  </a:cubicBezTo>
                  <a:close/>
                </a:path>
              </a:pathLst>
            </a:custGeom>
            <a:solidFill>
              <a:srgbClr val="F4D7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4132;p74">
              <a:extLst>
                <a:ext uri="{FF2B5EF4-FFF2-40B4-BE49-F238E27FC236}">
                  <a16:creationId xmlns:a16="http://schemas.microsoft.com/office/drawing/2014/main" id="{DDCA648D-05F0-4107-A4ED-4EAEA2BB70E2}"/>
                </a:ext>
              </a:extLst>
            </p:cNvPr>
            <p:cNvSpPr/>
            <p:nvPr/>
          </p:nvSpPr>
          <p:spPr>
            <a:xfrm>
              <a:off x="5730650" y="3528950"/>
              <a:ext cx="138950" cy="44675"/>
            </a:xfrm>
            <a:custGeom>
              <a:avLst/>
              <a:gdLst/>
              <a:ahLst/>
              <a:cxnLst/>
              <a:rect l="l" t="t" r="r" b="b"/>
              <a:pathLst>
                <a:path w="5558" h="1787" extrusionOk="0">
                  <a:moveTo>
                    <a:pt x="5272" y="0"/>
                  </a:moveTo>
                  <a:lnTo>
                    <a:pt x="5081" y="96"/>
                  </a:lnTo>
                  <a:cubicBezTo>
                    <a:pt x="4755" y="246"/>
                    <a:pt x="4410" y="311"/>
                    <a:pt x="4058" y="311"/>
                  </a:cubicBezTo>
                  <a:cubicBezTo>
                    <a:pt x="3741" y="311"/>
                    <a:pt x="3418" y="258"/>
                    <a:pt x="3101" y="167"/>
                  </a:cubicBezTo>
                  <a:lnTo>
                    <a:pt x="3053" y="167"/>
                  </a:lnTo>
                  <a:cubicBezTo>
                    <a:pt x="2529" y="406"/>
                    <a:pt x="1980" y="621"/>
                    <a:pt x="1980" y="621"/>
                  </a:cubicBezTo>
                  <a:cubicBezTo>
                    <a:pt x="1980" y="621"/>
                    <a:pt x="668" y="811"/>
                    <a:pt x="597" y="835"/>
                  </a:cubicBezTo>
                  <a:cubicBezTo>
                    <a:pt x="525" y="859"/>
                    <a:pt x="358" y="883"/>
                    <a:pt x="144" y="1074"/>
                  </a:cubicBezTo>
                  <a:cubicBezTo>
                    <a:pt x="144" y="1074"/>
                    <a:pt x="1" y="1408"/>
                    <a:pt x="1622" y="1694"/>
                  </a:cubicBezTo>
                  <a:cubicBezTo>
                    <a:pt x="1622" y="1694"/>
                    <a:pt x="1969" y="1786"/>
                    <a:pt x="2565" y="1786"/>
                  </a:cubicBezTo>
                  <a:cubicBezTo>
                    <a:pt x="2826" y="1786"/>
                    <a:pt x="3134" y="1768"/>
                    <a:pt x="3483" y="1718"/>
                  </a:cubicBezTo>
                  <a:cubicBezTo>
                    <a:pt x="3721" y="1694"/>
                    <a:pt x="3984" y="1694"/>
                    <a:pt x="4222" y="1670"/>
                  </a:cubicBezTo>
                  <a:cubicBezTo>
                    <a:pt x="4484" y="1646"/>
                    <a:pt x="5248" y="1646"/>
                    <a:pt x="5343" y="1575"/>
                  </a:cubicBezTo>
                  <a:lnTo>
                    <a:pt x="5415" y="1479"/>
                  </a:lnTo>
                  <a:cubicBezTo>
                    <a:pt x="5558" y="1241"/>
                    <a:pt x="5462" y="835"/>
                    <a:pt x="5415" y="597"/>
                  </a:cubicBezTo>
                  <a:cubicBezTo>
                    <a:pt x="5415" y="477"/>
                    <a:pt x="5391" y="358"/>
                    <a:pt x="5343" y="239"/>
                  </a:cubicBezTo>
                  <a:cubicBezTo>
                    <a:pt x="5343" y="215"/>
                    <a:pt x="5295" y="96"/>
                    <a:pt x="5272"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4133;p74">
              <a:extLst>
                <a:ext uri="{FF2B5EF4-FFF2-40B4-BE49-F238E27FC236}">
                  <a16:creationId xmlns:a16="http://schemas.microsoft.com/office/drawing/2014/main" id="{A1CE646E-65A5-4B13-BDD2-C98AC6DDBB93}"/>
                </a:ext>
              </a:extLst>
            </p:cNvPr>
            <p:cNvSpPr/>
            <p:nvPr/>
          </p:nvSpPr>
          <p:spPr>
            <a:xfrm>
              <a:off x="5818300" y="3303750"/>
              <a:ext cx="59050" cy="188850"/>
            </a:xfrm>
            <a:custGeom>
              <a:avLst/>
              <a:gdLst/>
              <a:ahLst/>
              <a:cxnLst/>
              <a:rect l="l" t="t" r="r" b="b"/>
              <a:pathLst>
                <a:path w="2362" h="7554" extrusionOk="0">
                  <a:moveTo>
                    <a:pt x="1115" y="1"/>
                  </a:moveTo>
                  <a:cubicBezTo>
                    <a:pt x="888" y="1"/>
                    <a:pt x="661" y="55"/>
                    <a:pt x="478" y="160"/>
                  </a:cubicBezTo>
                  <a:cubicBezTo>
                    <a:pt x="168" y="327"/>
                    <a:pt x="96" y="708"/>
                    <a:pt x="96" y="1066"/>
                  </a:cubicBezTo>
                  <a:cubicBezTo>
                    <a:pt x="96" y="1758"/>
                    <a:pt x="1" y="5407"/>
                    <a:pt x="72" y="7434"/>
                  </a:cubicBezTo>
                  <a:cubicBezTo>
                    <a:pt x="72" y="7458"/>
                    <a:pt x="2028" y="7554"/>
                    <a:pt x="2028" y="7554"/>
                  </a:cubicBezTo>
                  <a:cubicBezTo>
                    <a:pt x="2338" y="6003"/>
                    <a:pt x="2314" y="5168"/>
                    <a:pt x="2314" y="3570"/>
                  </a:cubicBezTo>
                  <a:cubicBezTo>
                    <a:pt x="2314" y="3022"/>
                    <a:pt x="2362" y="2616"/>
                    <a:pt x="2314" y="2068"/>
                  </a:cubicBezTo>
                  <a:cubicBezTo>
                    <a:pt x="2243" y="1496"/>
                    <a:pt x="2243" y="422"/>
                    <a:pt x="1646" y="112"/>
                  </a:cubicBezTo>
                  <a:cubicBezTo>
                    <a:pt x="1485" y="37"/>
                    <a:pt x="1300" y="1"/>
                    <a:pt x="1115"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4134;p74">
              <a:extLst>
                <a:ext uri="{FF2B5EF4-FFF2-40B4-BE49-F238E27FC236}">
                  <a16:creationId xmlns:a16="http://schemas.microsoft.com/office/drawing/2014/main" id="{9CE8C901-DD9F-4E5B-B559-239FBA1D0E1F}"/>
                </a:ext>
              </a:extLst>
            </p:cNvPr>
            <p:cNvSpPr/>
            <p:nvPr/>
          </p:nvSpPr>
          <p:spPr>
            <a:xfrm>
              <a:off x="5861825" y="2861125"/>
              <a:ext cx="12550" cy="24475"/>
            </a:xfrm>
            <a:custGeom>
              <a:avLst/>
              <a:gdLst/>
              <a:ahLst/>
              <a:cxnLst/>
              <a:rect l="l" t="t" r="r" b="b"/>
              <a:pathLst>
                <a:path w="502" h="979" extrusionOk="0">
                  <a:moveTo>
                    <a:pt x="287" y="1"/>
                  </a:moveTo>
                  <a:lnTo>
                    <a:pt x="1" y="979"/>
                  </a:lnTo>
                  <a:lnTo>
                    <a:pt x="502" y="860"/>
                  </a:lnTo>
                  <a:lnTo>
                    <a:pt x="287"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4135;p74">
              <a:extLst>
                <a:ext uri="{FF2B5EF4-FFF2-40B4-BE49-F238E27FC236}">
                  <a16:creationId xmlns:a16="http://schemas.microsoft.com/office/drawing/2014/main" id="{7912CA14-BFA5-47C3-8767-34B03A849663}"/>
                </a:ext>
              </a:extLst>
            </p:cNvPr>
            <p:cNvSpPr/>
            <p:nvPr/>
          </p:nvSpPr>
          <p:spPr>
            <a:xfrm>
              <a:off x="5902375" y="2860550"/>
              <a:ext cx="40575" cy="74800"/>
            </a:xfrm>
            <a:custGeom>
              <a:avLst/>
              <a:gdLst/>
              <a:ahLst/>
              <a:cxnLst/>
              <a:rect l="l" t="t" r="r" b="b"/>
              <a:pathLst>
                <a:path w="1623" h="2992" extrusionOk="0">
                  <a:moveTo>
                    <a:pt x="1527" y="0"/>
                  </a:moveTo>
                  <a:lnTo>
                    <a:pt x="72" y="954"/>
                  </a:lnTo>
                  <a:cubicBezTo>
                    <a:pt x="72" y="1216"/>
                    <a:pt x="1" y="2814"/>
                    <a:pt x="1" y="2814"/>
                  </a:cubicBezTo>
                  <a:cubicBezTo>
                    <a:pt x="103" y="2916"/>
                    <a:pt x="382" y="2991"/>
                    <a:pt x="668" y="2991"/>
                  </a:cubicBezTo>
                  <a:cubicBezTo>
                    <a:pt x="916" y="2991"/>
                    <a:pt x="1168" y="2935"/>
                    <a:pt x="1312" y="2791"/>
                  </a:cubicBezTo>
                  <a:cubicBezTo>
                    <a:pt x="1598" y="2552"/>
                    <a:pt x="1622" y="2337"/>
                    <a:pt x="1622" y="2337"/>
                  </a:cubicBezTo>
                  <a:lnTo>
                    <a:pt x="1527"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4136;p74">
              <a:extLst>
                <a:ext uri="{FF2B5EF4-FFF2-40B4-BE49-F238E27FC236}">
                  <a16:creationId xmlns:a16="http://schemas.microsoft.com/office/drawing/2014/main" id="{3DC45A58-01EF-4364-963E-2194D46806FC}"/>
                </a:ext>
              </a:extLst>
            </p:cNvPr>
            <p:cNvSpPr/>
            <p:nvPr/>
          </p:nvSpPr>
          <p:spPr>
            <a:xfrm>
              <a:off x="5863025" y="2815825"/>
              <a:ext cx="81125" cy="94425"/>
            </a:xfrm>
            <a:custGeom>
              <a:avLst/>
              <a:gdLst/>
              <a:ahLst/>
              <a:cxnLst/>
              <a:rect l="l" t="t" r="r" b="b"/>
              <a:pathLst>
                <a:path w="3245" h="3777" extrusionOk="0">
                  <a:moveTo>
                    <a:pt x="2982" y="0"/>
                  </a:moveTo>
                  <a:lnTo>
                    <a:pt x="0" y="406"/>
                  </a:lnTo>
                  <a:cubicBezTo>
                    <a:pt x="0" y="406"/>
                    <a:pt x="191" y="3053"/>
                    <a:pt x="644" y="3530"/>
                  </a:cubicBezTo>
                  <a:cubicBezTo>
                    <a:pt x="785" y="3687"/>
                    <a:pt x="1029" y="3777"/>
                    <a:pt x="1321" y="3777"/>
                  </a:cubicBezTo>
                  <a:cubicBezTo>
                    <a:pt x="1918" y="3777"/>
                    <a:pt x="2716" y="3402"/>
                    <a:pt x="3244" y="2457"/>
                  </a:cubicBezTo>
                  <a:lnTo>
                    <a:pt x="3220" y="2099"/>
                  </a:lnTo>
                  <a:lnTo>
                    <a:pt x="3077" y="835"/>
                  </a:lnTo>
                  <a:lnTo>
                    <a:pt x="2982"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4137;p74">
              <a:extLst>
                <a:ext uri="{FF2B5EF4-FFF2-40B4-BE49-F238E27FC236}">
                  <a16:creationId xmlns:a16="http://schemas.microsoft.com/office/drawing/2014/main" id="{AAF6EB49-E43B-47E2-854C-D651AF6EAF19}"/>
                </a:ext>
              </a:extLst>
            </p:cNvPr>
            <p:cNvSpPr/>
            <p:nvPr/>
          </p:nvSpPr>
          <p:spPr>
            <a:xfrm>
              <a:off x="5831425" y="2794275"/>
              <a:ext cx="135375" cy="114000"/>
            </a:xfrm>
            <a:custGeom>
              <a:avLst/>
              <a:gdLst/>
              <a:ahLst/>
              <a:cxnLst/>
              <a:rect l="l" t="t" r="r" b="b"/>
              <a:pathLst>
                <a:path w="5415" h="4560" extrusionOk="0">
                  <a:moveTo>
                    <a:pt x="3335" y="0"/>
                  </a:moveTo>
                  <a:cubicBezTo>
                    <a:pt x="2838" y="0"/>
                    <a:pt x="2290" y="131"/>
                    <a:pt x="1932" y="385"/>
                  </a:cubicBezTo>
                  <a:cubicBezTo>
                    <a:pt x="1769" y="494"/>
                    <a:pt x="1620" y="536"/>
                    <a:pt x="1483" y="536"/>
                  </a:cubicBezTo>
                  <a:cubicBezTo>
                    <a:pt x="1031" y="536"/>
                    <a:pt x="726" y="75"/>
                    <a:pt x="558" y="75"/>
                  </a:cubicBezTo>
                  <a:cubicBezTo>
                    <a:pt x="555" y="75"/>
                    <a:pt x="552" y="75"/>
                    <a:pt x="549" y="75"/>
                  </a:cubicBezTo>
                  <a:cubicBezTo>
                    <a:pt x="334" y="147"/>
                    <a:pt x="0" y="576"/>
                    <a:pt x="549" y="1411"/>
                  </a:cubicBezTo>
                  <a:cubicBezTo>
                    <a:pt x="1121" y="2246"/>
                    <a:pt x="2195" y="2007"/>
                    <a:pt x="2528" y="2198"/>
                  </a:cubicBezTo>
                  <a:cubicBezTo>
                    <a:pt x="2815" y="2365"/>
                    <a:pt x="3864" y="4559"/>
                    <a:pt x="3864" y="4559"/>
                  </a:cubicBezTo>
                  <a:lnTo>
                    <a:pt x="4317" y="4368"/>
                  </a:lnTo>
                  <a:cubicBezTo>
                    <a:pt x="4651" y="4273"/>
                    <a:pt x="5009" y="3176"/>
                    <a:pt x="5200" y="1864"/>
                  </a:cubicBezTo>
                  <a:cubicBezTo>
                    <a:pt x="5414" y="552"/>
                    <a:pt x="4460" y="457"/>
                    <a:pt x="4460" y="457"/>
                  </a:cubicBezTo>
                  <a:cubicBezTo>
                    <a:pt x="4337" y="149"/>
                    <a:pt x="3865" y="0"/>
                    <a:pt x="3335"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4138;p74">
              <a:extLst>
                <a:ext uri="{FF2B5EF4-FFF2-40B4-BE49-F238E27FC236}">
                  <a16:creationId xmlns:a16="http://schemas.microsoft.com/office/drawing/2014/main" id="{860599A6-618B-4F09-811D-1B46038990ED}"/>
                </a:ext>
              </a:extLst>
            </p:cNvPr>
            <p:cNvSpPr/>
            <p:nvPr/>
          </p:nvSpPr>
          <p:spPr>
            <a:xfrm>
              <a:off x="5897600" y="2847250"/>
              <a:ext cx="23275" cy="38350"/>
            </a:xfrm>
            <a:custGeom>
              <a:avLst/>
              <a:gdLst/>
              <a:ahLst/>
              <a:cxnLst/>
              <a:rect l="l" t="t" r="r" b="b"/>
              <a:pathLst>
                <a:path w="931" h="1534" extrusionOk="0">
                  <a:moveTo>
                    <a:pt x="391" y="0"/>
                  </a:moveTo>
                  <a:cubicBezTo>
                    <a:pt x="213" y="0"/>
                    <a:pt x="35" y="141"/>
                    <a:pt x="1" y="294"/>
                  </a:cubicBezTo>
                  <a:lnTo>
                    <a:pt x="263" y="1534"/>
                  </a:lnTo>
                  <a:cubicBezTo>
                    <a:pt x="931" y="1128"/>
                    <a:pt x="931" y="341"/>
                    <a:pt x="597" y="79"/>
                  </a:cubicBezTo>
                  <a:cubicBezTo>
                    <a:pt x="535" y="24"/>
                    <a:pt x="463" y="0"/>
                    <a:pt x="391"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4139;p74">
              <a:extLst>
                <a:ext uri="{FF2B5EF4-FFF2-40B4-BE49-F238E27FC236}">
                  <a16:creationId xmlns:a16="http://schemas.microsoft.com/office/drawing/2014/main" id="{148E7C32-5448-4BD7-B41E-7D18611E5CE6}"/>
                </a:ext>
              </a:extLst>
            </p:cNvPr>
            <p:cNvSpPr/>
            <p:nvPr/>
          </p:nvSpPr>
          <p:spPr>
            <a:xfrm>
              <a:off x="5833200" y="2920750"/>
              <a:ext cx="175925" cy="259100"/>
            </a:xfrm>
            <a:custGeom>
              <a:avLst/>
              <a:gdLst/>
              <a:ahLst/>
              <a:cxnLst/>
              <a:rect l="l" t="t" r="r" b="b"/>
              <a:pathLst>
                <a:path w="7037" h="10364" extrusionOk="0">
                  <a:moveTo>
                    <a:pt x="4270" y="1"/>
                  </a:moveTo>
                  <a:cubicBezTo>
                    <a:pt x="3340" y="25"/>
                    <a:pt x="1909" y="216"/>
                    <a:pt x="1551" y="1217"/>
                  </a:cubicBezTo>
                  <a:cubicBezTo>
                    <a:pt x="1384" y="1766"/>
                    <a:pt x="1360" y="2362"/>
                    <a:pt x="1408" y="2958"/>
                  </a:cubicBezTo>
                  <a:cubicBezTo>
                    <a:pt x="1480" y="3388"/>
                    <a:pt x="1503" y="3841"/>
                    <a:pt x="1503" y="4294"/>
                  </a:cubicBezTo>
                  <a:cubicBezTo>
                    <a:pt x="1527" y="5057"/>
                    <a:pt x="1551" y="5892"/>
                    <a:pt x="1313" y="6655"/>
                  </a:cubicBezTo>
                  <a:lnTo>
                    <a:pt x="1" y="9756"/>
                  </a:lnTo>
                  <a:cubicBezTo>
                    <a:pt x="1" y="9756"/>
                    <a:pt x="1730" y="10364"/>
                    <a:pt x="3594" y="10364"/>
                  </a:cubicBezTo>
                  <a:cubicBezTo>
                    <a:pt x="4841" y="10364"/>
                    <a:pt x="6148" y="10092"/>
                    <a:pt x="7037" y="9183"/>
                  </a:cubicBezTo>
                  <a:cubicBezTo>
                    <a:pt x="7037" y="9183"/>
                    <a:pt x="6917" y="2004"/>
                    <a:pt x="6059" y="502"/>
                  </a:cubicBezTo>
                  <a:cubicBezTo>
                    <a:pt x="5963" y="311"/>
                    <a:pt x="5677" y="239"/>
                    <a:pt x="5486" y="168"/>
                  </a:cubicBezTo>
                  <a:cubicBezTo>
                    <a:pt x="5105" y="25"/>
                    <a:pt x="4699" y="1"/>
                    <a:pt x="4270" y="1"/>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4140;p74">
              <a:extLst>
                <a:ext uri="{FF2B5EF4-FFF2-40B4-BE49-F238E27FC236}">
                  <a16:creationId xmlns:a16="http://schemas.microsoft.com/office/drawing/2014/main" id="{8F6E8D13-06DA-4460-8973-A7E82CBEB2F9}"/>
                </a:ext>
              </a:extLst>
            </p:cNvPr>
            <p:cNvSpPr/>
            <p:nvPr/>
          </p:nvSpPr>
          <p:spPr>
            <a:xfrm>
              <a:off x="5759875" y="3088300"/>
              <a:ext cx="84100" cy="84100"/>
            </a:xfrm>
            <a:custGeom>
              <a:avLst/>
              <a:gdLst/>
              <a:ahLst/>
              <a:cxnLst/>
              <a:rect l="l" t="t" r="r" b="b"/>
              <a:pathLst>
                <a:path w="3364" h="3364" extrusionOk="0">
                  <a:moveTo>
                    <a:pt x="2147" y="1"/>
                  </a:moveTo>
                  <a:cubicBezTo>
                    <a:pt x="1956" y="383"/>
                    <a:pt x="1431" y="1432"/>
                    <a:pt x="1431" y="1432"/>
                  </a:cubicBezTo>
                  <a:lnTo>
                    <a:pt x="907" y="1790"/>
                  </a:lnTo>
                  <a:lnTo>
                    <a:pt x="597" y="2004"/>
                  </a:lnTo>
                  <a:cubicBezTo>
                    <a:pt x="501" y="2052"/>
                    <a:pt x="382" y="2100"/>
                    <a:pt x="263" y="2100"/>
                  </a:cubicBezTo>
                  <a:lnTo>
                    <a:pt x="72" y="2100"/>
                  </a:lnTo>
                  <a:cubicBezTo>
                    <a:pt x="48" y="2100"/>
                    <a:pt x="0" y="2147"/>
                    <a:pt x="24" y="2171"/>
                  </a:cubicBezTo>
                  <a:cubicBezTo>
                    <a:pt x="24" y="2219"/>
                    <a:pt x="48" y="2243"/>
                    <a:pt x="48" y="2267"/>
                  </a:cubicBezTo>
                  <a:cubicBezTo>
                    <a:pt x="121" y="2340"/>
                    <a:pt x="208" y="2371"/>
                    <a:pt x="298" y="2371"/>
                  </a:cubicBezTo>
                  <a:cubicBezTo>
                    <a:pt x="326" y="2371"/>
                    <a:pt x="354" y="2368"/>
                    <a:pt x="382" y="2362"/>
                  </a:cubicBezTo>
                  <a:cubicBezTo>
                    <a:pt x="406" y="2362"/>
                    <a:pt x="453" y="2338"/>
                    <a:pt x="501" y="2291"/>
                  </a:cubicBezTo>
                  <a:cubicBezTo>
                    <a:pt x="525" y="2267"/>
                    <a:pt x="573" y="2267"/>
                    <a:pt x="620" y="2267"/>
                  </a:cubicBezTo>
                  <a:cubicBezTo>
                    <a:pt x="668" y="2267"/>
                    <a:pt x="692" y="2291"/>
                    <a:pt x="740" y="2338"/>
                  </a:cubicBezTo>
                  <a:cubicBezTo>
                    <a:pt x="763" y="2386"/>
                    <a:pt x="740" y="2410"/>
                    <a:pt x="692" y="2458"/>
                  </a:cubicBezTo>
                  <a:cubicBezTo>
                    <a:pt x="668" y="2481"/>
                    <a:pt x="620" y="2529"/>
                    <a:pt x="573" y="2601"/>
                  </a:cubicBezTo>
                  <a:cubicBezTo>
                    <a:pt x="501" y="2744"/>
                    <a:pt x="406" y="2863"/>
                    <a:pt x="286" y="3006"/>
                  </a:cubicBezTo>
                  <a:cubicBezTo>
                    <a:pt x="263" y="3078"/>
                    <a:pt x="191" y="3125"/>
                    <a:pt x="215" y="3221"/>
                  </a:cubicBezTo>
                  <a:cubicBezTo>
                    <a:pt x="263" y="3316"/>
                    <a:pt x="334" y="3364"/>
                    <a:pt x="430" y="3364"/>
                  </a:cubicBezTo>
                  <a:cubicBezTo>
                    <a:pt x="525" y="3340"/>
                    <a:pt x="620" y="3268"/>
                    <a:pt x="692" y="3245"/>
                  </a:cubicBezTo>
                  <a:cubicBezTo>
                    <a:pt x="740" y="3245"/>
                    <a:pt x="930" y="3125"/>
                    <a:pt x="930" y="3125"/>
                  </a:cubicBezTo>
                  <a:cubicBezTo>
                    <a:pt x="1021" y="3197"/>
                    <a:pt x="1083" y="3270"/>
                    <a:pt x="1160" y="3270"/>
                  </a:cubicBezTo>
                  <a:cubicBezTo>
                    <a:pt x="1185" y="3270"/>
                    <a:pt x="1211" y="3262"/>
                    <a:pt x="1241" y="3245"/>
                  </a:cubicBezTo>
                  <a:cubicBezTo>
                    <a:pt x="1313" y="3226"/>
                    <a:pt x="1358" y="3181"/>
                    <a:pt x="1428" y="3181"/>
                  </a:cubicBezTo>
                  <a:cubicBezTo>
                    <a:pt x="1450" y="3181"/>
                    <a:pt x="1474" y="3185"/>
                    <a:pt x="1503" y="3197"/>
                  </a:cubicBezTo>
                  <a:cubicBezTo>
                    <a:pt x="1622" y="3221"/>
                    <a:pt x="1694" y="3364"/>
                    <a:pt x="1837" y="3364"/>
                  </a:cubicBezTo>
                  <a:cubicBezTo>
                    <a:pt x="1956" y="3364"/>
                    <a:pt x="2099" y="3340"/>
                    <a:pt x="2171" y="3221"/>
                  </a:cubicBezTo>
                  <a:lnTo>
                    <a:pt x="2791" y="1432"/>
                  </a:lnTo>
                  <a:cubicBezTo>
                    <a:pt x="2886" y="1217"/>
                    <a:pt x="3172" y="979"/>
                    <a:pt x="3363" y="716"/>
                  </a:cubicBezTo>
                  <a:lnTo>
                    <a:pt x="2147"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4141;p74">
              <a:extLst>
                <a:ext uri="{FF2B5EF4-FFF2-40B4-BE49-F238E27FC236}">
                  <a16:creationId xmlns:a16="http://schemas.microsoft.com/office/drawing/2014/main" id="{47FA6FFB-A2B8-4D68-8C0C-33D25D115237}"/>
                </a:ext>
              </a:extLst>
            </p:cNvPr>
            <p:cNvSpPr/>
            <p:nvPr/>
          </p:nvSpPr>
          <p:spPr>
            <a:xfrm>
              <a:off x="5811150" y="2979225"/>
              <a:ext cx="76350" cy="136100"/>
            </a:xfrm>
            <a:custGeom>
              <a:avLst/>
              <a:gdLst/>
              <a:ahLst/>
              <a:cxnLst/>
              <a:rect l="l" t="t" r="r" b="b"/>
              <a:pathLst>
                <a:path w="3054" h="5444" extrusionOk="0">
                  <a:moveTo>
                    <a:pt x="2139" y="1"/>
                  </a:moveTo>
                  <a:cubicBezTo>
                    <a:pt x="2001" y="1"/>
                    <a:pt x="1851" y="48"/>
                    <a:pt x="1741" y="95"/>
                  </a:cubicBezTo>
                  <a:cubicBezTo>
                    <a:pt x="1646" y="166"/>
                    <a:pt x="1551" y="285"/>
                    <a:pt x="1479" y="405"/>
                  </a:cubicBezTo>
                  <a:cubicBezTo>
                    <a:pt x="1312" y="667"/>
                    <a:pt x="1217" y="1049"/>
                    <a:pt x="1121" y="1335"/>
                  </a:cubicBezTo>
                  <a:cubicBezTo>
                    <a:pt x="907" y="1860"/>
                    <a:pt x="740" y="2408"/>
                    <a:pt x="525" y="2933"/>
                  </a:cubicBezTo>
                  <a:cubicBezTo>
                    <a:pt x="406" y="3291"/>
                    <a:pt x="287" y="3625"/>
                    <a:pt x="191" y="3982"/>
                  </a:cubicBezTo>
                  <a:cubicBezTo>
                    <a:pt x="120" y="4269"/>
                    <a:pt x="0" y="4626"/>
                    <a:pt x="48" y="4936"/>
                  </a:cubicBezTo>
                  <a:cubicBezTo>
                    <a:pt x="120" y="5270"/>
                    <a:pt x="430" y="5413"/>
                    <a:pt x="716" y="5437"/>
                  </a:cubicBezTo>
                  <a:cubicBezTo>
                    <a:pt x="741" y="5441"/>
                    <a:pt x="766" y="5443"/>
                    <a:pt x="790" y="5443"/>
                  </a:cubicBezTo>
                  <a:cubicBezTo>
                    <a:pt x="901" y="5443"/>
                    <a:pt x="999" y="5401"/>
                    <a:pt x="1098" y="5342"/>
                  </a:cubicBezTo>
                  <a:cubicBezTo>
                    <a:pt x="1288" y="5199"/>
                    <a:pt x="1408" y="4960"/>
                    <a:pt x="1479" y="4698"/>
                  </a:cubicBezTo>
                  <a:cubicBezTo>
                    <a:pt x="1718" y="4030"/>
                    <a:pt x="1956" y="3410"/>
                    <a:pt x="2195" y="2766"/>
                  </a:cubicBezTo>
                  <a:cubicBezTo>
                    <a:pt x="2314" y="2456"/>
                    <a:pt x="2409" y="2194"/>
                    <a:pt x="2529" y="1883"/>
                  </a:cubicBezTo>
                  <a:cubicBezTo>
                    <a:pt x="2743" y="1287"/>
                    <a:pt x="3053" y="452"/>
                    <a:pt x="2338" y="47"/>
                  </a:cubicBezTo>
                  <a:cubicBezTo>
                    <a:pt x="2280" y="14"/>
                    <a:pt x="2211" y="1"/>
                    <a:pt x="2139" y="1"/>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4142;p74">
              <a:extLst>
                <a:ext uri="{FF2B5EF4-FFF2-40B4-BE49-F238E27FC236}">
                  <a16:creationId xmlns:a16="http://schemas.microsoft.com/office/drawing/2014/main" id="{6A64CD7E-9EA4-4BA8-A7C4-41F994118356}"/>
                </a:ext>
              </a:extLst>
            </p:cNvPr>
            <p:cNvSpPr/>
            <p:nvPr/>
          </p:nvSpPr>
          <p:spPr>
            <a:xfrm>
              <a:off x="5824850" y="2941925"/>
              <a:ext cx="91275" cy="104675"/>
            </a:xfrm>
            <a:custGeom>
              <a:avLst/>
              <a:gdLst/>
              <a:ahLst/>
              <a:cxnLst/>
              <a:rect l="l" t="t" r="r" b="b"/>
              <a:pathLst>
                <a:path w="3651" h="4187" extrusionOk="0">
                  <a:moveTo>
                    <a:pt x="2312" y="1"/>
                  </a:moveTo>
                  <a:cubicBezTo>
                    <a:pt x="1225" y="1"/>
                    <a:pt x="1" y="3232"/>
                    <a:pt x="1" y="3232"/>
                  </a:cubicBezTo>
                  <a:lnTo>
                    <a:pt x="2100" y="4186"/>
                  </a:lnTo>
                  <a:cubicBezTo>
                    <a:pt x="2362" y="3375"/>
                    <a:pt x="3650" y="704"/>
                    <a:pt x="2601" y="84"/>
                  </a:cubicBezTo>
                  <a:cubicBezTo>
                    <a:pt x="2506" y="27"/>
                    <a:pt x="2409" y="1"/>
                    <a:pt x="2312" y="1"/>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8" name="Picture 77">
            <a:extLst>
              <a:ext uri="{FF2B5EF4-FFF2-40B4-BE49-F238E27FC236}">
                <a16:creationId xmlns:a16="http://schemas.microsoft.com/office/drawing/2014/main" id="{DDD1F272-16B7-4437-A7B7-40C40A1742D2}"/>
              </a:ext>
            </a:extLst>
          </p:cNvPr>
          <p:cNvPicPr>
            <a:picLocks noChangeAspect="1"/>
          </p:cNvPicPr>
          <p:nvPr/>
        </p:nvPicPr>
        <p:blipFill>
          <a:blip r:embed="rId3"/>
          <a:stretch>
            <a:fillRect/>
          </a:stretch>
        </p:blipFill>
        <p:spPr>
          <a:xfrm>
            <a:off x="4103568" y="5827215"/>
            <a:ext cx="3984864" cy="907192"/>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22" name="Google Shape;3957;p72">
            <a:extLst>
              <a:ext uri="{FF2B5EF4-FFF2-40B4-BE49-F238E27FC236}">
                <a16:creationId xmlns:a16="http://schemas.microsoft.com/office/drawing/2014/main" id="{8EFB3AFA-5F2C-4E1E-9C22-265F8788870E}"/>
              </a:ext>
            </a:extLst>
          </p:cNvPr>
          <p:cNvSpPr txBox="1">
            <a:spLocks noGrp="1"/>
          </p:cNvSpPr>
          <p:nvPr>
            <p:ph type="title"/>
          </p:nvPr>
        </p:nvSpPr>
        <p:spPr>
          <a:xfrm>
            <a:off x="1490592" y="348771"/>
            <a:ext cx="10412400" cy="685200"/>
          </a:xfrm>
          <a:prstGeom prst="rect">
            <a:avLst/>
          </a:prstGeom>
        </p:spPr>
        <p:txBody>
          <a:bodyPr spcFirstLastPara="1" wrap="square" lIns="121900" tIns="121900" rIns="121900" bIns="121900" anchor="t" anchorCtr="0">
            <a:noAutofit/>
          </a:bodyPr>
          <a:lstStyle/>
          <a:p>
            <a:r>
              <a:rPr lang="ro-RO" dirty="0"/>
              <a:t>Atribute -1</a:t>
            </a:r>
            <a:endParaRPr dirty="0"/>
          </a:p>
        </p:txBody>
      </p:sp>
      <p:sp>
        <p:nvSpPr>
          <p:cNvPr id="25" name="Google Shape;3643;p60">
            <a:extLst>
              <a:ext uri="{FF2B5EF4-FFF2-40B4-BE49-F238E27FC236}">
                <a16:creationId xmlns:a16="http://schemas.microsoft.com/office/drawing/2014/main" id="{21FEC928-B43C-42AE-B960-54EE860E9F4B}"/>
              </a:ext>
            </a:extLst>
          </p:cNvPr>
          <p:cNvSpPr txBox="1">
            <a:spLocks/>
          </p:cNvSpPr>
          <p:nvPr/>
        </p:nvSpPr>
        <p:spPr>
          <a:xfrm>
            <a:off x="1439475" y="1223871"/>
            <a:ext cx="9763387" cy="523891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Fiecare atribut este descris cel puţin prin numele său. </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Se pot adăuga şi informaţii adiţionale, iar forma generală a unui atribut este: </a:t>
            </a:r>
          </a:p>
          <a:p>
            <a:pPr marL="0" indent="0">
              <a:spcBef>
                <a:spcPts val="600"/>
              </a:spcBef>
              <a:spcAft>
                <a:spcPts val="600"/>
              </a:spcAft>
              <a:buClr>
                <a:schemeClr val="accent5"/>
              </a:buClr>
              <a:buSzPct val="120000"/>
            </a:pPr>
            <a:r>
              <a:rPr lang="ro-RO" sz="2400" b="1" kern="0">
                <a:solidFill>
                  <a:srgbClr val="000000"/>
                </a:solidFill>
                <a:latin typeface="Calibri" panose="020F0502020204030204" pitchFamily="34" charset="0"/>
                <a:ea typeface="Calibri" panose="020F0502020204030204" pitchFamily="34" charset="0"/>
              </a:rPr>
              <a:t>[vizibilitate][/]nume[:tip][multiplicitate][=valoare implicită] [{proprietate}]</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Vizibilitatea poate fi:</a:t>
            </a:r>
          </a:p>
          <a:p>
            <a:pPr marL="952500" lvl="2" indent="-342900" algn="just">
              <a:spcBef>
                <a:spcPts val="600"/>
              </a:spcBef>
              <a:spcAft>
                <a:spcPts val="600"/>
              </a:spcAft>
              <a:buClr>
                <a:schemeClr val="accent5"/>
              </a:buClr>
              <a:buSzPct val="120000"/>
              <a:buFont typeface="Arial" panose="020B0604020202020204" pitchFamily="34" charset="0"/>
              <a:buChar char="•"/>
            </a:pPr>
            <a:r>
              <a:rPr lang="ro-RO" sz="2000" kern="0">
                <a:solidFill>
                  <a:srgbClr val="000000"/>
                </a:solidFill>
                <a:latin typeface="Calibri" panose="020F0502020204030204" pitchFamily="34" charset="0"/>
                <a:ea typeface="Calibri" panose="020F0502020204030204" pitchFamily="34" charset="0"/>
              </a:rPr>
              <a:t>+  public: poate fi văzută şi folosită de oricine</a:t>
            </a:r>
          </a:p>
          <a:p>
            <a:pPr marL="952500" lvl="2" indent="-342900" algn="just">
              <a:spcBef>
                <a:spcPts val="600"/>
              </a:spcBef>
              <a:spcAft>
                <a:spcPts val="600"/>
              </a:spcAft>
              <a:buClr>
                <a:schemeClr val="accent5"/>
              </a:buClr>
              <a:buSzPct val="120000"/>
              <a:buFont typeface="Arial" panose="020B0604020202020204" pitchFamily="34" charset="0"/>
              <a:buChar char="•"/>
            </a:pPr>
            <a:r>
              <a:rPr lang="ro-RO" sz="2000" kern="0">
                <a:solidFill>
                  <a:srgbClr val="000000"/>
                </a:solidFill>
                <a:latin typeface="Calibri" panose="020F0502020204030204" pitchFamily="34" charset="0"/>
                <a:ea typeface="Calibri" panose="020F0502020204030204" pitchFamily="34" charset="0"/>
              </a:rPr>
              <a:t>- private: numai clasa însăşi poate avea acces </a:t>
            </a:r>
          </a:p>
          <a:p>
            <a:pPr marL="952500" lvl="2" indent="-342900" algn="just">
              <a:spcBef>
                <a:spcPts val="600"/>
              </a:spcBef>
              <a:spcAft>
                <a:spcPts val="600"/>
              </a:spcAft>
              <a:buClr>
                <a:schemeClr val="accent5"/>
              </a:buClr>
              <a:buSzPct val="120000"/>
              <a:buFont typeface="Arial" panose="020B0604020202020204" pitchFamily="34" charset="0"/>
              <a:buChar char="•"/>
            </a:pPr>
            <a:r>
              <a:rPr lang="ro-RO" sz="2000" kern="0">
                <a:solidFill>
                  <a:srgbClr val="000000"/>
                </a:solidFill>
                <a:latin typeface="Calibri" panose="020F0502020204030204" pitchFamily="34" charset="0"/>
                <a:ea typeface="Calibri" panose="020F0502020204030204" pitchFamily="34" charset="0"/>
              </a:rPr>
              <a:t># protected: au acces clasa şi subclasele acesteia</a:t>
            </a:r>
          </a:p>
          <a:p>
            <a:pPr marL="952500" lvl="2" indent="-342900" algn="just">
              <a:spcBef>
                <a:spcPts val="600"/>
              </a:spcBef>
              <a:spcAft>
                <a:spcPts val="600"/>
              </a:spcAft>
              <a:buClr>
                <a:schemeClr val="accent5"/>
              </a:buClr>
              <a:buSzPct val="120000"/>
              <a:buFont typeface="Arial" panose="020B0604020202020204" pitchFamily="34" charset="0"/>
              <a:buChar char="•"/>
            </a:pPr>
            <a:r>
              <a:rPr lang="ro-RO" sz="2000" kern="0">
                <a:solidFill>
                  <a:srgbClr val="000000"/>
                </a:solidFill>
                <a:latin typeface="Calibri" panose="020F0502020204030204" pitchFamily="34" charset="0"/>
                <a:ea typeface="Calibri" panose="020F0502020204030204" pitchFamily="34" charset="0"/>
              </a:rPr>
              <a:t>~ package: numai clasele din acelaşi pachet pot avea acces</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 simbolizează un atribut derivat</a:t>
            </a:r>
          </a:p>
          <a:p>
            <a:pPr marL="342900" indent="-342900" algn="just">
              <a:spcBef>
                <a:spcPts val="600"/>
              </a:spcBef>
              <a:spcAft>
                <a:spcPts val="600"/>
              </a:spcAft>
              <a:buClr>
                <a:schemeClr val="accent5"/>
              </a:buClr>
              <a:buSzPct val="120000"/>
              <a:buFont typeface="Arial" panose="020B0604020202020204" pitchFamily="34" charset="0"/>
              <a:buChar char="•"/>
            </a:pPr>
            <a:endParaRPr lang="ro-RO" sz="2400" kern="0"/>
          </a:p>
        </p:txBody>
      </p:sp>
      <p:grpSp>
        <p:nvGrpSpPr>
          <p:cNvPr id="26" name="Google Shape;4143;p74">
            <a:extLst>
              <a:ext uri="{FF2B5EF4-FFF2-40B4-BE49-F238E27FC236}">
                <a16:creationId xmlns:a16="http://schemas.microsoft.com/office/drawing/2014/main" id="{FA06E022-B6C9-4CF8-BAA8-497E660413FD}"/>
              </a:ext>
            </a:extLst>
          </p:cNvPr>
          <p:cNvGrpSpPr/>
          <p:nvPr/>
        </p:nvGrpSpPr>
        <p:grpSpPr>
          <a:xfrm>
            <a:off x="10365284" y="5334169"/>
            <a:ext cx="1675156" cy="1423180"/>
            <a:chOff x="2781300" y="1792900"/>
            <a:chExt cx="836825" cy="710950"/>
          </a:xfrm>
        </p:grpSpPr>
        <p:sp>
          <p:nvSpPr>
            <p:cNvPr id="27" name="Google Shape;4144;p74">
              <a:extLst>
                <a:ext uri="{FF2B5EF4-FFF2-40B4-BE49-F238E27FC236}">
                  <a16:creationId xmlns:a16="http://schemas.microsoft.com/office/drawing/2014/main" id="{9A499508-1EC5-4723-98A6-C539D81C48B0}"/>
                </a:ext>
              </a:extLst>
            </p:cNvPr>
            <p:cNvSpPr/>
            <p:nvPr/>
          </p:nvSpPr>
          <p:spPr>
            <a:xfrm>
              <a:off x="3281825" y="2384725"/>
              <a:ext cx="120450" cy="81500"/>
            </a:xfrm>
            <a:custGeom>
              <a:avLst/>
              <a:gdLst/>
              <a:ahLst/>
              <a:cxnLst/>
              <a:rect l="l" t="t" r="r" b="b"/>
              <a:pathLst>
                <a:path w="4818" h="3260" extrusionOk="0">
                  <a:moveTo>
                    <a:pt x="430" y="0"/>
                  </a:moveTo>
                  <a:cubicBezTo>
                    <a:pt x="310" y="907"/>
                    <a:pt x="167" y="1789"/>
                    <a:pt x="0" y="2695"/>
                  </a:cubicBezTo>
                  <a:lnTo>
                    <a:pt x="0" y="2839"/>
                  </a:lnTo>
                  <a:cubicBezTo>
                    <a:pt x="36" y="3020"/>
                    <a:pt x="210" y="3063"/>
                    <a:pt x="396" y="3063"/>
                  </a:cubicBezTo>
                  <a:cubicBezTo>
                    <a:pt x="455" y="3063"/>
                    <a:pt x="515" y="3059"/>
                    <a:pt x="573" y="3053"/>
                  </a:cubicBezTo>
                  <a:cubicBezTo>
                    <a:pt x="959" y="2978"/>
                    <a:pt x="1360" y="2942"/>
                    <a:pt x="1763" y="2942"/>
                  </a:cubicBezTo>
                  <a:cubicBezTo>
                    <a:pt x="2254" y="2942"/>
                    <a:pt x="2748" y="2996"/>
                    <a:pt x="3220" y="3101"/>
                  </a:cubicBezTo>
                  <a:cubicBezTo>
                    <a:pt x="3533" y="3175"/>
                    <a:pt x="3846" y="3259"/>
                    <a:pt x="4147" y="3259"/>
                  </a:cubicBezTo>
                  <a:cubicBezTo>
                    <a:pt x="4328" y="3259"/>
                    <a:pt x="4505" y="3229"/>
                    <a:pt x="4675" y="3149"/>
                  </a:cubicBezTo>
                  <a:cubicBezTo>
                    <a:pt x="4699" y="3125"/>
                    <a:pt x="4723" y="3125"/>
                    <a:pt x="4746" y="3101"/>
                  </a:cubicBezTo>
                  <a:cubicBezTo>
                    <a:pt x="4818" y="3006"/>
                    <a:pt x="4699" y="2934"/>
                    <a:pt x="4603" y="2886"/>
                  </a:cubicBezTo>
                  <a:lnTo>
                    <a:pt x="3005" y="2266"/>
                  </a:lnTo>
                  <a:cubicBezTo>
                    <a:pt x="2648" y="2123"/>
                    <a:pt x="2218" y="1956"/>
                    <a:pt x="1956" y="1670"/>
                  </a:cubicBezTo>
                  <a:cubicBezTo>
                    <a:pt x="1694" y="1360"/>
                    <a:pt x="1527" y="931"/>
                    <a:pt x="1741" y="573"/>
                  </a:cubicBezTo>
                  <a:lnTo>
                    <a:pt x="430"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145;p74">
              <a:extLst>
                <a:ext uri="{FF2B5EF4-FFF2-40B4-BE49-F238E27FC236}">
                  <a16:creationId xmlns:a16="http://schemas.microsoft.com/office/drawing/2014/main" id="{78344ACE-F6EE-482C-A0F9-4C4F17FE030E}"/>
                </a:ext>
              </a:extLst>
            </p:cNvPr>
            <p:cNvSpPr/>
            <p:nvPr/>
          </p:nvSpPr>
          <p:spPr>
            <a:xfrm>
              <a:off x="3280025" y="2429450"/>
              <a:ext cx="126425" cy="38700"/>
            </a:xfrm>
            <a:custGeom>
              <a:avLst/>
              <a:gdLst/>
              <a:ahLst/>
              <a:cxnLst/>
              <a:rect l="l" t="t" r="r" b="b"/>
              <a:pathLst>
                <a:path w="5057" h="1548" extrusionOk="0">
                  <a:moveTo>
                    <a:pt x="263" y="0"/>
                  </a:moveTo>
                  <a:cubicBezTo>
                    <a:pt x="215" y="24"/>
                    <a:pt x="168" y="96"/>
                    <a:pt x="168" y="167"/>
                  </a:cubicBezTo>
                  <a:cubicBezTo>
                    <a:pt x="120" y="406"/>
                    <a:pt x="48" y="620"/>
                    <a:pt x="25" y="859"/>
                  </a:cubicBezTo>
                  <a:cubicBezTo>
                    <a:pt x="1" y="930"/>
                    <a:pt x="1" y="1002"/>
                    <a:pt x="25" y="1073"/>
                  </a:cubicBezTo>
                  <a:cubicBezTo>
                    <a:pt x="48" y="1121"/>
                    <a:pt x="72" y="1169"/>
                    <a:pt x="120" y="1193"/>
                  </a:cubicBezTo>
                  <a:cubicBezTo>
                    <a:pt x="304" y="1346"/>
                    <a:pt x="546" y="1391"/>
                    <a:pt x="797" y="1391"/>
                  </a:cubicBezTo>
                  <a:cubicBezTo>
                    <a:pt x="938" y="1391"/>
                    <a:pt x="1080" y="1377"/>
                    <a:pt x="1217" y="1360"/>
                  </a:cubicBezTo>
                  <a:cubicBezTo>
                    <a:pt x="1459" y="1345"/>
                    <a:pt x="1703" y="1337"/>
                    <a:pt x="1948" y="1337"/>
                  </a:cubicBezTo>
                  <a:cubicBezTo>
                    <a:pt x="2479" y="1337"/>
                    <a:pt x="3017" y="1374"/>
                    <a:pt x="3554" y="1455"/>
                  </a:cubicBezTo>
                  <a:cubicBezTo>
                    <a:pt x="3786" y="1501"/>
                    <a:pt x="4028" y="1548"/>
                    <a:pt x="4260" y="1548"/>
                  </a:cubicBezTo>
                  <a:cubicBezTo>
                    <a:pt x="4507" y="1548"/>
                    <a:pt x="4741" y="1495"/>
                    <a:pt x="4938" y="1336"/>
                  </a:cubicBezTo>
                  <a:cubicBezTo>
                    <a:pt x="5009" y="1288"/>
                    <a:pt x="5057" y="1193"/>
                    <a:pt x="5033" y="1145"/>
                  </a:cubicBezTo>
                  <a:lnTo>
                    <a:pt x="4938" y="1050"/>
                  </a:lnTo>
                  <a:cubicBezTo>
                    <a:pt x="4699" y="930"/>
                    <a:pt x="4437" y="835"/>
                    <a:pt x="4174" y="740"/>
                  </a:cubicBezTo>
                  <a:cubicBezTo>
                    <a:pt x="3864" y="668"/>
                    <a:pt x="3554" y="549"/>
                    <a:pt x="3244" y="453"/>
                  </a:cubicBezTo>
                  <a:cubicBezTo>
                    <a:pt x="2958" y="382"/>
                    <a:pt x="2600" y="215"/>
                    <a:pt x="2410" y="191"/>
                  </a:cubicBezTo>
                  <a:cubicBezTo>
                    <a:pt x="2398" y="194"/>
                    <a:pt x="2378" y="195"/>
                    <a:pt x="2351" y="195"/>
                  </a:cubicBezTo>
                  <a:cubicBezTo>
                    <a:pt x="2243" y="195"/>
                    <a:pt x="2032" y="177"/>
                    <a:pt x="1853" y="177"/>
                  </a:cubicBezTo>
                  <a:cubicBezTo>
                    <a:pt x="1729" y="177"/>
                    <a:pt x="1620" y="186"/>
                    <a:pt x="1573" y="215"/>
                  </a:cubicBezTo>
                  <a:lnTo>
                    <a:pt x="1573" y="215"/>
                  </a:lnTo>
                  <a:cubicBezTo>
                    <a:pt x="1406" y="215"/>
                    <a:pt x="1193" y="167"/>
                    <a:pt x="1002" y="119"/>
                  </a:cubicBezTo>
                  <a:cubicBezTo>
                    <a:pt x="902" y="78"/>
                    <a:pt x="837" y="68"/>
                    <a:pt x="782" y="68"/>
                  </a:cubicBezTo>
                  <a:cubicBezTo>
                    <a:pt x="734" y="68"/>
                    <a:pt x="693" y="75"/>
                    <a:pt x="643" y="75"/>
                  </a:cubicBezTo>
                  <a:cubicBezTo>
                    <a:pt x="585" y="75"/>
                    <a:pt x="514" y="66"/>
                    <a:pt x="406" y="24"/>
                  </a:cubicBezTo>
                  <a:cubicBezTo>
                    <a:pt x="358" y="0"/>
                    <a:pt x="287" y="0"/>
                    <a:pt x="263"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146;p74">
              <a:extLst>
                <a:ext uri="{FF2B5EF4-FFF2-40B4-BE49-F238E27FC236}">
                  <a16:creationId xmlns:a16="http://schemas.microsoft.com/office/drawing/2014/main" id="{351C869E-1F45-40D3-8473-0616B2655DE0}"/>
                </a:ext>
              </a:extLst>
            </p:cNvPr>
            <p:cNvSpPr/>
            <p:nvPr/>
          </p:nvSpPr>
          <p:spPr>
            <a:xfrm>
              <a:off x="3250225" y="2141450"/>
              <a:ext cx="99600" cy="267150"/>
            </a:xfrm>
            <a:custGeom>
              <a:avLst/>
              <a:gdLst/>
              <a:ahLst/>
              <a:cxnLst/>
              <a:rect l="l" t="t" r="r" b="b"/>
              <a:pathLst>
                <a:path w="3984" h="10686" extrusionOk="0">
                  <a:moveTo>
                    <a:pt x="1407" y="0"/>
                  </a:moveTo>
                  <a:lnTo>
                    <a:pt x="1837" y="334"/>
                  </a:lnTo>
                  <a:cubicBezTo>
                    <a:pt x="1288" y="764"/>
                    <a:pt x="0" y="2171"/>
                    <a:pt x="835" y="2218"/>
                  </a:cubicBezTo>
                  <a:cubicBezTo>
                    <a:pt x="1717" y="2290"/>
                    <a:pt x="1312" y="3673"/>
                    <a:pt x="1312" y="4842"/>
                  </a:cubicBezTo>
                  <a:cubicBezTo>
                    <a:pt x="1288" y="7179"/>
                    <a:pt x="1455" y="8300"/>
                    <a:pt x="1527" y="10280"/>
                  </a:cubicBezTo>
                  <a:cubicBezTo>
                    <a:pt x="1527" y="10351"/>
                    <a:pt x="1527" y="10423"/>
                    <a:pt x="1574" y="10471"/>
                  </a:cubicBezTo>
                  <a:cubicBezTo>
                    <a:pt x="1646" y="10495"/>
                    <a:pt x="1694" y="10542"/>
                    <a:pt x="1765" y="10542"/>
                  </a:cubicBezTo>
                  <a:cubicBezTo>
                    <a:pt x="2099" y="10590"/>
                    <a:pt x="2481" y="10638"/>
                    <a:pt x="2838" y="10685"/>
                  </a:cubicBezTo>
                  <a:cubicBezTo>
                    <a:pt x="2910" y="10685"/>
                    <a:pt x="3005" y="10685"/>
                    <a:pt x="3077" y="10638"/>
                  </a:cubicBezTo>
                  <a:cubicBezTo>
                    <a:pt x="3077" y="10590"/>
                    <a:pt x="3101" y="10542"/>
                    <a:pt x="3101" y="10518"/>
                  </a:cubicBezTo>
                  <a:cubicBezTo>
                    <a:pt x="3506" y="7943"/>
                    <a:pt x="3935" y="5343"/>
                    <a:pt x="3935" y="2767"/>
                  </a:cubicBezTo>
                  <a:cubicBezTo>
                    <a:pt x="3935" y="2218"/>
                    <a:pt x="3983" y="1408"/>
                    <a:pt x="3745" y="931"/>
                  </a:cubicBezTo>
                  <a:cubicBezTo>
                    <a:pt x="3506" y="454"/>
                    <a:pt x="2838" y="96"/>
                    <a:pt x="1407"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147;p74">
              <a:extLst>
                <a:ext uri="{FF2B5EF4-FFF2-40B4-BE49-F238E27FC236}">
                  <a16:creationId xmlns:a16="http://schemas.microsoft.com/office/drawing/2014/main" id="{8028BB0E-EE0B-4599-B507-EDDBDA13AC8E}"/>
                </a:ext>
              </a:extLst>
            </p:cNvPr>
            <p:cNvSpPr/>
            <p:nvPr/>
          </p:nvSpPr>
          <p:spPr>
            <a:xfrm>
              <a:off x="3082550" y="2201150"/>
              <a:ext cx="86325" cy="253750"/>
            </a:xfrm>
            <a:custGeom>
              <a:avLst/>
              <a:gdLst/>
              <a:ahLst/>
              <a:cxnLst/>
              <a:rect l="l" t="t" r="r" b="b"/>
              <a:pathLst>
                <a:path w="3453" h="10150" extrusionOk="0">
                  <a:moveTo>
                    <a:pt x="3232" y="0"/>
                  </a:moveTo>
                  <a:cubicBezTo>
                    <a:pt x="3187" y="0"/>
                    <a:pt x="3140" y="21"/>
                    <a:pt x="3106" y="69"/>
                  </a:cubicBezTo>
                  <a:cubicBezTo>
                    <a:pt x="1245" y="3050"/>
                    <a:pt x="625" y="6532"/>
                    <a:pt x="29" y="9943"/>
                  </a:cubicBezTo>
                  <a:cubicBezTo>
                    <a:pt x="0" y="10072"/>
                    <a:pt x="101" y="10149"/>
                    <a:pt x="190" y="10149"/>
                  </a:cubicBezTo>
                  <a:cubicBezTo>
                    <a:pt x="250" y="10149"/>
                    <a:pt x="306" y="10115"/>
                    <a:pt x="315" y="10038"/>
                  </a:cubicBezTo>
                  <a:cubicBezTo>
                    <a:pt x="912" y="6652"/>
                    <a:pt x="1532" y="3193"/>
                    <a:pt x="3368" y="260"/>
                  </a:cubicBezTo>
                  <a:cubicBezTo>
                    <a:pt x="3453" y="124"/>
                    <a:pt x="3345" y="0"/>
                    <a:pt x="3232"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148;p74">
              <a:extLst>
                <a:ext uri="{FF2B5EF4-FFF2-40B4-BE49-F238E27FC236}">
                  <a16:creationId xmlns:a16="http://schemas.microsoft.com/office/drawing/2014/main" id="{5500CBF7-02FB-4424-8E11-95A7CB67EBDC}"/>
                </a:ext>
              </a:extLst>
            </p:cNvPr>
            <p:cNvSpPr/>
            <p:nvPr/>
          </p:nvSpPr>
          <p:spPr>
            <a:xfrm>
              <a:off x="3221275" y="2201150"/>
              <a:ext cx="85975" cy="253750"/>
            </a:xfrm>
            <a:custGeom>
              <a:avLst/>
              <a:gdLst/>
              <a:ahLst/>
              <a:cxnLst/>
              <a:rect l="l" t="t" r="r" b="b"/>
              <a:pathLst>
                <a:path w="3439" h="10150" extrusionOk="0">
                  <a:moveTo>
                    <a:pt x="231" y="0"/>
                  </a:moveTo>
                  <a:cubicBezTo>
                    <a:pt x="120" y="0"/>
                    <a:pt x="0" y="124"/>
                    <a:pt x="85" y="260"/>
                  </a:cubicBezTo>
                  <a:cubicBezTo>
                    <a:pt x="1898" y="3193"/>
                    <a:pt x="2518" y="6652"/>
                    <a:pt x="3114" y="10038"/>
                  </a:cubicBezTo>
                  <a:cubicBezTo>
                    <a:pt x="3133" y="10115"/>
                    <a:pt x="3190" y="10149"/>
                    <a:pt x="3251" y="10149"/>
                  </a:cubicBezTo>
                  <a:cubicBezTo>
                    <a:pt x="3341" y="10149"/>
                    <a:pt x="3438" y="10072"/>
                    <a:pt x="3424" y="9943"/>
                  </a:cubicBezTo>
                  <a:cubicBezTo>
                    <a:pt x="2828" y="6532"/>
                    <a:pt x="2208" y="3050"/>
                    <a:pt x="347" y="69"/>
                  </a:cubicBezTo>
                  <a:cubicBezTo>
                    <a:pt x="320" y="21"/>
                    <a:pt x="276" y="0"/>
                    <a:pt x="231"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149;p74">
              <a:extLst>
                <a:ext uri="{FF2B5EF4-FFF2-40B4-BE49-F238E27FC236}">
                  <a16:creationId xmlns:a16="http://schemas.microsoft.com/office/drawing/2014/main" id="{A860353E-1CC5-4823-BC12-A31158775C41}"/>
                </a:ext>
              </a:extLst>
            </p:cNvPr>
            <p:cNvSpPr/>
            <p:nvPr/>
          </p:nvSpPr>
          <p:spPr>
            <a:xfrm>
              <a:off x="3106525" y="2183775"/>
              <a:ext cx="168750" cy="20300"/>
            </a:xfrm>
            <a:custGeom>
              <a:avLst/>
              <a:gdLst/>
              <a:ahLst/>
              <a:cxnLst/>
              <a:rect l="l" t="t" r="r" b="b"/>
              <a:pathLst>
                <a:path w="6750" h="812" extrusionOk="0">
                  <a:moveTo>
                    <a:pt x="0" y="1"/>
                  </a:moveTo>
                  <a:lnTo>
                    <a:pt x="0" y="812"/>
                  </a:lnTo>
                  <a:lnTo>
                    <a:pt x="6750" y="812"/>
                  </a:lnTo>
                  <a:lnTo>
                    <a:pt x="6750" y="1"/>
                  </a:ln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150;p74">
              <a:extLst>
                <a:ext uri="{FF2B5EF4-FFF2-40B4-BE49-F238E27FC236}">
                  <a16:creationId xmlns:a16="http://schemas.microsoft.com/office/drawing/2014/main" id="{96DD2C99-E91B-4ADA-94E2-4B74CC8C01F9}"/>
                </a:ext>
              </a:extLst>
            </p:cNvPr>
            <p:cNvSpPr/>
            <p:nvPr/>
          </p:nvSpPr>
          <p:spPr>
            <a:xfrm>
              <a:off x="3167325" y="1879700"/>
              <a:ext cx="75175" cy="82300"/>
            </a:xfrm>
            <a:custGeom>
              <a:avLst/>
              <a:gdLst/>
              <a:ahLst/>
              <a:cxnLst/>
              <a:rect l="l" t="t" r="r" b="b"/>
              <a:pathLst>
                <a:path w="3007" h="3292" extrusionOk="0">
                  <a:moveTo>
                    <a:pt x="2481" y="0"/>
                  </a:moveTo>
                  <a:lnTo>
                    <a:pt x="502" y="620"/>
                  </a:lnTo>
                  <a:cubicBezTo>
                    <a:pt x="669" y="930"/>
                    <a:pt x="740" y="1312"/>
                    <a:pt x="693" y="1670"/>
                  </a:cubicBezTo>
                  <a:cubicBezTo>
                    <a:pt x="621" y="2003"/>
                    <a:pt x="359" y="2337"/>
                    <a:pt x="1" y="2409"/>
                  </a:cubicBezTo>
                  <a:cubicBezTo>
                    <a:pt x="239" y="2886"/>
                    <a:pt x="716" y="3172"/>
                    <a:pt x="1217" y="3268"/>
                  </a:cubicBezTo>
                  <a:cubicBezTo>
                    <a:pt x="1308" y="3284"/>
                    <a:pt x="1399" y="3292"/>
                    <a:pt x="1489" y="3292"/>
                  </a:cubicBezTo>
                  <a:cubicBezTo>
                    <a:pt x="1919" y="3292"/>
                    <a:pt x="2333" y="3110"/>
                    <a:pt x="2648" y="2814"/>
                  </a:cubicBezTo>
                  <a:cubicBezTo>
                    <a:pt x="2768" y="2695"/>
                    <a:pt x="2887" y="2552"/>
                    <a:pt x="3006" y="2409"/>
                  </a:cubicBezTo>
                  <a:cubicBezTo>
                    <a:pt x="2720" y="2409"/>
                    <a:pt x="2481" y="2170"/>
                    <a:pt x="2338" y="1908"/>
                  </a:cubicBezTo>
                  <a:cubicBezTo>
                    <a:pt x="2171" y="1622"/>
                    <a:pt x="2171" y="1312"/>
                    <a:pt x="2219" y="1002"/>
                  </a:cubicBezTo>
                  <a:cubicBezTo>
                    <a:pt x="2267" y="644"/>
                    <a:pt x="2338" y="310"/>
                    <a:pt x="2481"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51;p74">
              <a:extLst>
                <a:ext uri="{FF2B5EF4-FFF2-40B4-BE49-F238E27FC236}">
                  <a16:creationId xmlns:a16="http://schemas.microsoft.com/office/drawing/2014/main" id="{E0028050-7E34-4F5D-AB1D-1EA23BFBC0F0}"/>
                </a:ext>
              </a:extLst>
            </p:cNvPr>
            <p:cNvSpPr/>
            <p:nvPr/>
          </p:nvSpPr>
          <p:spPr>
            <a:xfrm>
              <a:off x="3128575" y="1933350"/>
              <a:ext cx="146125" cy="180250"/>
            </a:xfrm>
            <a:custGeom>
              <a:avLst/>
              <a:gdLst/>
              <a:ahLst/>
              <a:cxnLst/>
              <a:rect l="l" t="t" r="r" b="b"/>
              <a:pathLst>
                <a:path w="5845" h="7210" extrusionOk="0">
                  <a:moveTo>
                    <a:pt x="2052" y="1"/>
                  </a:moveTo>
                  <a:lnTo>
                    <a:pt x="358" y="525"/>
                  </a:lnTo>
                  <a:cubicBezTo>
                    <a:pt x="311" y="549"/>
                    <a:pt x="239" y="549"/>
                    <a:pt x="192" y="621"/>
                  </a:cubicBezTo>
                  <a:cubicBezTo>
                    <a:pt x="120" y="692"/>
                    <a:pt x="96" y="788"/>
                    <a:pt x="96" y="883"/>
                  </a:cubicBezTo>
                  <a:cubicBezTo>
                    <a:pt x="1" y="1527"/>
                    <a:pt x="96" y="2219"/>
                    <a:pt x="192" y="2910"/>
                  </a:cubicBezTo>
                  <a:cubicBezTo>
                    <a:pt x="335" y="4246"/>
                    <a:pt x="382" y="5629"/>
                    <a:pt x="358" y="6965"/>
                  </a:cubicBezTo>
                  <a:cubicBezTo>
                    <a:pt x="358" y="6989"/>
                    <a:pt x="358" y="7060"/>
                    <a:pt x="382" y="7084"/>
                  </a:cubicBezTo>
                  <a:cubicBezTo>
                    <a:pt x="430" y="7132"/>
                    <a:pt x="478" y="7132"/>
                    <a:pt x="549" y="7132"/>
                  </a:cubicBezTo>
                  <a:cubicBezTo>
                    <a:pt x="835" y="7132"/>
                    <a:pt x="1098" y="7060"/>
                    <a:pt x="1384" y="7013"/>
                  </a:cubicBezTo>
                  <a:cubicBezTo>
                    <a:pt x="1552" y="6987"/>
                    <a:pt x="1721" y="6977"/>
                    <a:pt x="1889" y="6977"/>
                  </a:cubicBezTo>
                  <a:cubicBezTo>
                    <a:pt x="2675" y="6977"/>
                    <a:pt x="3460" y="7203"/>
                    <a:pt x="4246" y="7203"/>
                  </a:cubicBezTo>
                  <a:cubicBezTo>
                    <a:pt x="4312" y="7208"/>
                    <a:pt x="4377" y="7210"/>
                    <a:pt x="4443" y="7210"/>
                  </a:cubicBezTo>
                  <a:cubicBezTo>
                    <a:pt x="4735" y="7210"/>
                    <a:pt x="5027" y="7171"/>
                    <a:pt x="5319" y="7132"/>
                  </a:cubicBezTo>
                  <a:cubicBezTo>
                    <a:pt x="5391" y="7108"/>
                    <a:pt x="5510" y="7108"/>
                    <a:pt x="5582" y="7036"/>
                  </a:cubicBezTo>
                  <a:cubicBezTo>
                    <a:pt x="5606" y="6941"/>
                    <a:pt x="5606" y="6846"/>
                    <a:pt x="5606" y="6750"/>
                  </a:cubicBezTo>
                  <a:cubicBezTo>
                    <a:pt x="5439" y="4723"/>
                    <a:pt x="5844" y="2672"/>
                    <a:pt x="5844" y="645"/>
                  </a:cubicBezTo>
                  <a:cubicBezTo>
                    <a:pt x="5844" y="597"/>
                    <a:pt x="5844" y="525"/>
                    <a:pt x="5820" y="501"/>
                  </a:cubicBezTo>
                  <a:cubicBezTo>
                    <a:pt x="5796" y="478"/>
                    <a:pt x="5749" y="430"/>
                    <a:pt x="5701" y="430"/>
                  </a:cubicBezTo>
                  <a:cubicBezTo>
                    <a:pt x="5152" y="311"/>
                    <a:pt x="4652" y="168"/>
                    <a:pt x="4127" y="24"/>
                  </a:cubicBezTo>
                  <a:cubicBezTo>
                    <a:pt x="4079" y="1"/>
                    <a:pt x="4031" y="1"/>
                    <a:pt x="3960" y="1"/>
                  </a:cubicBezTo>
                  <a:cubicBezTo>
                    <a:pt x="3912" y="1"/>
                    <a:pt x="3888" y="48"/>
                    <a:pt x="3817" y="72"/>
                  </a:cubicBezTo>
                  <a:cubicBezTo>
                    <a:pt x="3582" y="254"/>
                    <a:pt x="3313" y="335"/>
                    <a:pt x="3039" y="335"/>
                  </a:cubicBezTo>
                  <a:cubicBezTo>
                    <a:pt x="2701" y="335"/>
                    <a:pt x="2355" y="211"/>
                    <a:pt x="2052"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52;p74">
              <a:extLst>
                <a:ext uri="{FF2B5EF4-FFF2-40B4-BE49-F238E27FC236}">
                  <a16:creationId xmlns:a16="http://schemas.microsoft.com/office/drawing/2014/main" id="{D62453FD-A130-45BD-A78E-33E13D1966B5}"/>
                </a:ext>
              </a:extLst>
            </p:cNvPr>
            <p:cNvSpPr/>
            <p:nvPr/>
          </p:nvSpPr>
          <p:spPr>
            <a:xfrm>
              <a:off x="3234725" y="1945275"/>
              <a:ext cx="98400" cy="168475"/>
            </a:xfrm>
            <a:custGeom>
              <a:avLst/>
              <a:gdLst/>
              <a:ahLst/>
              <a:cxnLst/>
              <a:rect l="l" t="t" r="r" b="b"/>
              <a:pathLst>
                <a:path w="3936" h="6739" extrusionOk="0">
                  <a:moveTo>
                    <a:pt x="1550" y="1"/>
                  </a:moveTo>
                  <a:cubicBezTo>
                    <a:pt x="1145" y="883"/>
                    <a:pt x="1026" y="1956"/>
                    <a:pt x="1264" y="2910"/>
                  </a:cubicBezTo>
                  <a:cubicBezTo>
                    <a:pt x="1383" y="3292"/>
                    <a:pt x="1550" y="3697"/>
                    <a:pt x="1717" y="4079"/>
                  </a:cubicBezTo>
                  <a:cubicBezTo>
                    <a:pt x="1860" y="4437"/>
                    <a:pt x="2027" y="4795"/>
                    <a:pt x="2194" y="5152"/>
                  </a:cubicBezTo>
                  <a:cubicBezTo>
                    <a:pt x="2194" y="5176"/>
                    <a:pt x="2218" y="5200"/>
                    <a:pt x="2218" y="5248"/>
                  </a:cubicBezTo>
                  <a:cubicBezTo>
                    <a:pt x="2218" y="5295"/>
                    <a:pt x="2170" y="5295"/>
                    <a:pt x="2099" y="5319"/>
                  </a:cubicBezTo>
                  <a:cubicBezTo>
                    <a:pt x="1455" y="5534"/>
                    <a:pt x="763" y="5629"/>
                    <a:pt x="119" y="5772"/>
                  </a:cubicBezTo>
                  <a:cubicBezTo>
                    <a:pt x="72" y="5772"/>
                    <a:pt x="48" y="5796"/>
                    <a:pt x="24" y="5796"/>
                  </a:cubicBezTo>
                  <a:cubicBezTo>
                    <a:pt x="0" y="5844"/>
                    <a:pt x="0" y="5892"/>
                    <a:pt x="24" y="5916"/>
                  </a:cubicBezTo>
                  <a:cubicBezTo>
                    <a:pt x="48" y="6130"/>
                    <a:pt x="119" y="6369"/>
                    <a:pt x="262" y="6488"/>
                  </a:cubicBezTo>
                  <a:cubicBezTo>
                    <a:pt x="358" y="6559"/>
                    <a:pt x="429" y="6583"/>
                    <a:pt x="525" y="6607"/>
                  </a:cubicBezTo>
                  <a:cubicBezTo>
                    <a:pt x="905" y="6700"/>
                    <a:pt x="1292" y="6739"/>
                    <a:pt x="1681" y="6739"/>
                  </a:cubicBezTo>
                  <a:cubicBezTo>
                    <a:pt x="2293" y="6739"/>
                    <a:pt x="2908" y="6643"/>
                    <a:pt x="3506" y="6512"/>
                  </a:cubicBezTo>
                  <a:cubicBezTo>
                    <a:pt x="3649" y="6488"/>
                    <a:pt x="3840" y="6416"/>
                    <a:pt x="3888" y="6273"/>
                  </a:cubicBezTo>
                  <a:cubicBezTo>
                    <a:pt x="3935" y="6178"/>
                    <a:pt x="3935" y="6059"/>
                    <a:pt x="3888" y="5987"/>
                  </a:cubicBezTo>
                  <a:cubicBezTo>
                    <a:pt x="3721" y="4914"/>
                    <a:pt x="3530" y="3841"/>
                    <a:pt x="3220" y="2815"/>
                  </a:cubicBezTo>
                  <a:cubicBezTo>
                    <a:pt x="2886" y="1813"/>
                    <a:pt x="2385" y="788"/>
                    <a:pt x="1670" y="24"/>
                  </a:cubicBezTo>
                  <a:cubicBezTo>
                    <a:pt x="1574" y="24"/>
                    <a:pt x="1574" y="1"/>
                    <a:pt x="155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153;p74">
              <a:extLst>
                <a:ext uri="{FF2B5EF4-FFF2-40B4-BE49-F238E27FC236}">
                  <a16:creationId xmlns:a16="http://schemas.microsoft.com/office/drawing/2014/main" id="{A38C332B-643B-4E56-B264-2E19FB435051}"/>
                </a:ext>
              </a:extLst>
            </p:cNvPr>
            <p:cNvSpPr/>
            <p:nvPr/>
          </p:nvSpPr>
          <p:spPr>
            <a:xfrm>
              <a:off x="3075525" y="1948250"/>
              <a:ext cx="98400" cy="168475"/>
            </a:xfrm>
            <a:custGeom>
              <a:avLst/>
              <a:gdLst/>
              <a:ahLst/>
              <a:cxnLst/>
              <a:rect l="l" t="t" r="r" b="b"/>
              <a:pathLst>
                <a:path w="3936" h="6739" extrusionOk="0">
                  <a:moveTo>
                    <a:pt x="2385" y="1"/>
                  </a:moveTo>
                  <a:cubicBezTo>
                    <a:pt x="2361" y="1"/>
                    <a:pt x="2337" y="25"/>
                    <a:pt x="2266" y="25"/>
                  </a:cubicBezTo>
                  <a:cubicBezTo>
                    <a:pt x="1550" y="788"/>
                    <a:pt x="1049" y="1813"/>
                    <a:pt x="716" y="2815"/>
                  </a:cubicBezTo>
                  <a:cubicBezTo>
                    <a:pt x="382" y="3841"/>
                    <a:pt x="215" y="4914"/>
                    <a:pt x="48" y="5987"/>
                  </a:cubicBezTo>
                  <a:cubicBezTo>
                    <a:pt x="0" y="6083"/>
                    <a:pt x="0" y="6202"/>
                    <a:pt x="48" y="6274"/>
                  </a:cubicBezTo>
                  <a:cubicBezTo>
                    <a:pt x="95" y="6440"/>
                    <a:pt x="286" y="6488"/>
                    <a:pt x="429" y="6512"/>
                  </a:cubicBezTo>
                  <a:cubicBezTo>
                    <a:pt x="1027" y="6643"/>
                    <a:pt x="1643" y="6739"/>
                    <a:pt x="2254" y="6739"/>
                  </a:cubicBezTo>
                  <a:cubicBezTo>
                    <a:pt x="2643" y="6739"/>
                    <a:pt x="3030" y="6700"/>
                    <a:pt x="3411" y="6607"/>
                  </a:cubicBezTo>
                  <a:cubicBezTo>
                    <a:pt x="3506" y="6584"/>
                    <a:pt x="3578" y="6560"/>
                    <a:pt x="3673" y="6488"/>
                  </a:cubicBezTo>
                  <a:cubicBezTo>
                    <a:pt x="3816" y="6369"/>
                    <a:pt x="3888" y="6130"/>
                    <a:pt x="3911" y="5916"/>
                  </a:cubicBezTo>
                  <a:cubicBezTo>
                    <a:pt x="3935" y="5892"/>
                    <a:pt x="3935" y="5844"/>
                    <a:pt x="3911" y="5797"/>
                  </a:cubicBezTo>
                  <a:cubicBezTo>
                    <a:pt x="3888" y="5797"/>
                    <a:pt x="3864" y="5773"/>
                    <a:pt x="3816" y="5773"/>
                  </a:cubicBezTo>
                  <a:cubicBezTo>
                    <a:pt x="3172" y="5630"/>
                    <a:pt x="2480" y="5534"/>
                    <a:pt x="1836" y="5320"/>
                  </a:cubicBezTo>
                  <a:cubicBezTo>
                    <a:pt x="1765" y="5296"/>
                    <a:pt x="1717" y="5296"/>
                    <a:pt x="1717" y="5248"/>
                  </a:cubicBezTo>
                  <a:cubicBezTo>
                    <a:pt x="1717" y="5200"/>
                    <a:pt x="1741" y="5176"/>
                    <a:pt x="1741" y="5153"/>
                  </a:cubicBezTo>
                  <a:cubicBezTo>
                    <a:pt x="1908" y="4795"/>
                    <a:pt x="2075" y="4437"/>
                    <a:pt x="2218" y="4079"/>
                  </a:cubicBezTo>
                  <a:cubicBezTo>
                    <a:pt x="2385" y="3698"/>
                    <a:pt x="2552" y="3292"/>
                    <a:pt x="2671" y="2911"/>
                  </a:cubicBezTo>
                  <a:cubicBezTo>
                    <a:pt x="2910" y="1957"/>
                    <a:pt x="2791" y="883"/>
                    <a:pt x="2385"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154;p74">
              <a:extLst>
                <a:ext uri="{FF2B5EF4-FFF2-40B4-BE49-F238E27FC236}">
                  <a16:creationId xmlns:a16="http://schemas.microsoft.com/office/drawing/2014/main" id="{B35D7624-33A5-46D7-B32B-05460E38B792}"/>
                </a:ext>
              </a:extLst>
            </p:cNvPr>
            <p:cNvSpPr/>
            <p:nvPr/>
          </p:nvSpPr>
          <p:spPr>
            <a:xfrm>
              <a:off x="3062400" y="2107450"/>
              <a:ext cx="262975" cy="90400"/>
            </a:xfrm>
            <a:custGeom>
              <a:avLst/>
              <a:gdLst/>
              <a:ahLst/>
              <a:cxnLst/>
              <a:rect l="l" t="t" r="r" b="b"/>
              <a:pathLst>
                <a:path w="10519" h="3616" extrusionOk="0">
                  <a:moveTo>
                    <a:pt x="6917" y="1"/>
                  </a:moveTo>
                  <a:cubicBezTo>
                    <a:pt x="6416" y="25"/>
                    <a:pt x="5867" y="25"/>
                    <a:pt x="5367" y="25"/>
                  </a:cubicBezTo>
                  <a:cubicBezTo>
                    <a:pt x="5152" y="25"/>
                    <a:pt x="4913" y="25"/>
                    <a:pt x="4699" y="96"/>
                  </a:cubicBezTo>
                  <a:cubicBezTo>
                    <a:pt x="4582" y="127"/>
                    <a:pt x="4463" y="138"/>
                    <a:pt x="4344" y="138"/>
                  </a:cubicBezTo>
                  <a:cubicBezTo>
                    <a:pt x="3977" y="138"/>
                    <a:pt x="3602" y="29"/>
                    <a:pt x="3246" y="29"/>
                  </a:cubicBezTo>
                  <a:cubicBezTo>
                    <a:pt x="3082" y="29"/>
                    <a:pt x="2921" y="52"/>
                    <a:pt x="2767" y="120"/>
                  </a:cubicBezTo>
                  <a:cubicBezTo>
                    <a:pt x="2290" y="311"/>
                    <a:pt x="3077" y="979"/>
                    <a:pt x="1455" y="1313"/>
                  </a:cubicBezTo>
                  <a:cubicBezTo>
                    <a:pt x="382" y="1551"/>
                    <a:pt x="453" y="1694"/>
                    <a:pt x="0" y="2028"/>
                  </a:cubicBezTo>
                  <a:lnTo>
                    <a:pt x="167" y="3221"/>
                  </a:lnTo>
                  <a:cubicBezTo>
                    <a:pt x="812" y="3516"/>
                    <a:pt x="1389" y="3615"/>
                    <a:pt x="1988" y="3615"/>
                  </a:cubicBezTo>
                  <a:cubicBezTo>
                    <a:pt x="2451" y="3615"/>
                    <a:pt x="2928" y="3556"/>
                    <a:pt x="3459" y="3483"/>
                  </a:cubicBezTo>
                  <a:cubicBezTo>
                    <a:pt x="3983" y="3435"/>
                    <a:pt x="4675" y="3340"/>
                    <a:pt x="5128" y="3292"/>
                  </a:cubicBezTo>
                  <a:cubicBezTo>
                    <a:pt x="5319" y="3273"/>
                    <a:pt x="5496" y="3264"/>
                    <a:pt x="5668" y="3264"/>
                  </a:cubicBezTo>
                  <a:cubicBezTo>
                    <a:pt x="6121" y="3264"/>
                    <a:pt x="6535" y="3325"/>
                    <a:pt x="7036" y="3412"/>
                  </a:cubicBezTo>
                  <a:cubicBezTo>
                    <a:pt x="7283" y="3452"/>
                    <a:pt x="7531" y="3469"/>
                    <a:pt x="7779" y="3469"/>
                  </a:cubicBezTo>
                  <a:cubicBezTo>
                    <a:pt x="8421" y="3469"/>
                    <a:pt x="9065" y="3352"/>
                    <a:pt x="9684" y="3197"/>
                  </a:cubicBezTo>
                  <a:cubicBezTo>
                    <a:pt x="9994" y="3101"/>
                    <a:pt x="10304" y="2982"/>
                    <a:pt x="10423" y="2720"/>
                  </a:cubicBezTo>
                  <a:cubicBezTo>
                    <a:pt x="10518" y="2529"/>
                    <a:pt x="10494" y="2291"/>
                    <a:pt x="10399" y="2124"/>
                  </a:cubicBezTo>
                  <a:cubicBezTo>
                    <a:pt x="10184" y="1599"/>
                    <a:pt x="9707" y="1313"/>
                    <a:pt x="9278" y="1050"/>
                  </a:cubicBezTo>
                  <a:cubicBezTo>
                    <a:pt x="8849" y="812"/>
                    <a:pt x="8467" y="573"/>
                    <a:pt x="8038" y="335"/>
                  </a:cubicBezTo>
                  <a:cubicBezTo>
                    <a:pt x="7871" y="216"/>
                    <a:pt x="7680" y="120"/>
                    <a:pt x="7513" y="72"/>
                  </a:cubicBezTo>
                  <a:cubicBezTo>
                    <a:pt x="7322" y="1"/>
                    <a:pt x="7108" y="1"/>
                    <a:pt x="6917"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55;p74">
              <a:extLst>
                <a:ext uri="{FF2B5EF4-FFF2-40B4-BE49-F238E27FC236}">
                  <a16:creationId xmlns:a16="http://schemas.microsoft.com/office/drawing/2014/main" id="{59F0426F-6986-4CA5-AFD8-6CF82E09387A}"/>
                </a:ext>
              </a:extLst>
            </p:cNvPr>
            <p:cNvSpPr/>
            <p:nvPr/>
          </p:nvSpPr>
          <p:spPr>
            <a:xfrm>
              <a:off x="2987875" y="2384725"/>
              <a:ext cx="119850" cy="81500"/>
            </a:xfrm>
            <a:custGeom>
              <a:avLst/>
              <a:gdLst/>
              <a:ahLst/>
              <a:cxnLst/>
              <a:rect l="l" t="t" r="r" b="b"/>
              <a:pathLst>
                <a:path w="4794" h="3260" extrusionOk="0">
                  <a:moveTo>
                    <a:pt x="4388" y="0"/>
                  </a:moveTo>
                  <a:lnTo>
                    <a:pt x="3077" y="573"/>
                  </a:lnTo>
                  <a:cubicBezTo>
                    <a:pt x="3268" y="931"/>
                    <a:pt x="3124" y="1360"/>
                    <a:pt x="2862" y="1670"/>
                  </a:cubicBezTo>
                  <a:cubicBezTo>
                    <a:pt x="2600" y="1956"/>
                    <a:pt x="2170" y="2123"/>
                    <a:pt x="1813" y="2266"/>
                  </a:cubicBezTo>
                  <a:lnTo>
                    <a:pt x="215" y="2886"/>
                  </a:lnTo>
                  <a:cubicBezTo>
                    <a:pt x="119" y="2934"/>
                    <a:pt x="0" y="3006"/>
                    <a:pt x="48" y="3101"/>
                  </a:cubicBezTo>
                  <a:cubicBezTo>
                    <a:pt x="95" y="3125"/>
                    <a:pt x="119" y="3125"/>
                    <a:pt x="143" y="3149"/>
                  </a:cubicBezTo>
                  <a:cubicBezTo>
                    <a:pt x="313" y="3229"/>
                    <a:pt x="490" y="3259"/>
                    <a:pt x="669" y="3259"/>
                  </a:cubicBezTo>
                  <a:cubicBezTo>
                    <a:pt x="969" y="3259"/>
                    <a:pt x="1276" y="3175"/>
                    <a:pt x="1574" y="3101"/>
                  </a:cubicBezTo>
                  <a:cubicBezTo>
                    <a:pt x="2046" y="2996"/>
                    <a:pt x="2540" y="2942"/>
                    <a:pt x="3032" y="2942"/>
                  </a:cubicBezTo>
                  <a:cubicBezTo>
                    <a:pt x="3434" y="2942"/>
                    <a:pt x="3835" y="2978"/>
                    <a:pt x="4222" y="3053"/>
                  </a:cubicBezTo>
                  <a:cubicBezTo>
                    <a:pt x="4279" y="3059"/>
                    <a:pt x="4340" y="3063"/>
                    <a:pt x="4401" y="3063"/>
                  </a:cubicBezTo>
                  <a:cubicBezTo>
                    <a:pt x="4592" y="3063"/>
                    <a:pt x="4776" y="3020"/>
                    <a:pt x="4794" y="2839"/>
                  </a:cubicBezTo>
                  <a:lnTo>
                    <a:pt x="4794" y="2695"/>
                  </a:lnTo>
                  <a:cubicBezTo>
                    <a:pt x="4651" y="1789"/>
                    <a:pt x="4508" y="907"/>
                    <a:pt x="4388"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156;p74">
              <a:extLst>
                <a:ext uri="{FF2B5EF4-FFF2-40B4-BE49-F238E27FC236}">
                  <a16:creationId xmlns:a16="http://schemas.microsoft.com/office/drawing/2014/main" id="{A7BD2517-5F07-4307-85E9-816C9C9D145C}"/>
                </a:ext>
              </a:extLst>
            </p:cNvPr>
            <p:cNvSpPr/>
            <p:nvPr/>
          </p:nvSpPr>
          <p:spPr>
            <a:xfrm>
              <a:off x="2983100" y="2425875"/>
              <a:ext cx="127025" cy="42275"/>
            </a:xfrm>
            <a:custGeom>
              <a:avLst/>
              <a:gdLst/>
              <a:ahLst/>
              <a:cxnLst/>
              <a:rect l="l" t="t" r="r" b="b"/>
              <a:pathLst>
                <a:path w="5081" h="1691" extrusionOk="0">
                  <a:moveTo>
                    <a:pt x="3077" y="0"/>
                  </a:moveTo>
                  <a:lnTo>
                    <a:pt x="2600" y="334"/>
                  </a:lnTo>
                  <a:cubicBezTo>
                    <a:pt x="2457" y="358"/>
                    <a:pt x="2099" y="501"/>
                    <a:pt x="1837" y="596"/>
                  </a:cubicBezTo>
                  <a:cubicBezTo>
                    <a:pt x="1527" y="692"/>
                    <a:pt x="1193" y="811"/>
                    <a:pt x="907" y="883"/>
                  </a:cubicBezTo>
                  <a:cubicBezTo>
                    <a:pt x="644" y="978"/>
                    <a:pt x="358" y="1073"/>
                    <a:pt x="119" y="1193"/>
                  </a:cubicBezTo>
                  <a:lnTo>
                    <a:pt x="48" y="1288"/>
                  </a:lnTo>
                  <a:cubicBezTo>
                    <a:pt x="0" y="1336"/>
                    <a:pt x="72" y="1431"/>
                    <a:pt x="119" y="1479"/>
                  </a:cubicBezTo>
                  <a:cubicBezTo>
                    <a:pt x="316" y="1638"/>
                    <a:pt x="557" y="1691"/>
                    <a:pt x="809" y="1691"/>
                  </a:cubicBezTo>
                  <a:cubicBezTo>
                    <a:pt x="1047" y="1691"/>
                    <a:pt x="1295" y="1644"/>
                    <a:pt x="1527" y="1598"/>
                  </a:cubicBezTo>
                  <a:cubicBezTo>
                    <a:pt x="2019" y="1524"/>
                    <a:pt x="2501" y="1486"/>
                    <a:pt x="2986" y="1486"/>
                  </a:cubicBezTo>
                  <a:cubicBezTo>
                    <a:pt x="3277" y="1486"/>
                    <a:pt x="3569" y="1500"/>
                    <a:pt x="3864" y="1526"/>
                  </a:cubicBezTo>
                  <a:cubicBezTo>
                    <a:pt x="3979" y="1534"/>
                    <a:pt x="4096" y="1541"/>
                    <a:pt x="4212" y="1541"/>
                  </a:cubicBezTo>
                  <a:cubicBezTo>
                    <a:pt x="4481" y="1541"/>
                    <a:pt x="4745" y="1502"/>
                    <a:pt x="4961" y="1336"/>
                  </a:cubicBezTo>
                  <a:cubicBezTo>
                    <a:pt x="4985" y="1312"/>
                    <a:pt x="5009" y="1288"/>
                    <a:pt x="5056" y="1216"/>
                  </a:cubicBezTo>
                  <a:cubicBezTo>
                    <a:pt x="5080" y="1169"/>
                    <a:pt x="5080" y="1073"/>
                    <a:pt x="5056" y="1002"/>
                  </a:cubicBezTo>
                  <a:cubicBezTo>
                    <a:pt x="5009" y="763"/>
                    <a:pt x="4961" y="572"/>
                    <a:pt x="4890" y="334"/>
                  </a:cubicBezTo>
                  <a:cubicBezTo>
                    <a:pt x="4890" y="239"/>
                    <a:pt x="4866" y="167"/>
                    <a:pt x="4818" y="143"/>
                  </a:cubicBezTo>
                  <a:cubicBezTo>
                    <a:pt x="4777" y="129"/>
                    <a:pt x="4608" y="116"/>
                    <a:pt x="4464" y="116"/>
                  </a:cubicBezTo>
                  <a:cubicBezTo>
                    <a:pt x="4358" y="116"/>
                    <a:pt x="4266" y="123"/>
                    <a:pt x="4246" y="143"/>
                  </a:cubicBezTo>
                  <a:cubicBezTo>
                    <a:pt x="4246" y="143"/>
                    <a:pt x="4246" y="143"/>
                    <a:pt x="4246" y="143"/>
                  </a:cubicBezTo>
                  <a:lnTo>
                    <a:pt x="4246" y="143"/>
                  </a:lnTo>
                  <a:cubicBezTo>
                    <a:pt x="4228" y="147"/>
                    <a:pt x="4205" y="155"/>
                    <a:pt x="4174" y="167"/>
                  </a:cubicBezTo>
                  <a:cubicBezTo>
                    <a:pt x="4031" y="239"/>
                    <a:pt x="3864" y="334"/>
                    <a:pt x="3673" y="334"/>
                  </a:cubicBezTo>
                  <a:cubicBezTo>
                    <a:pt x="3601" y="343"/>
                    <a:pt x="3543" y="352"/>
                    <a:pt x="3493" y="352"/>
                  </a:cubicBezTo>
                  <a:cubicBezTo>
                    <a:pt x="3410" y="352"/>
                    <a:pt x="3351" y="328"/>
                    <a:pt x="3292" y="239"/>
                  </a:cubicBezTo>
                  <a:cubicBezTo>
                    <a:pt x="3220" y="143"/>
                    <a:pt x="3172" y="24"/>
                    <a:pt x="3077"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157;p74">
              <a:extLst>
                <a:ext uri="{FF2B5EF4-FFF2-40B4-BE49-F238E27FC236}">
                  <a16:creationId xmlns:a16="http://schemas.microsoft.com/office/drawing/2014/main" id="{FB0B928E-7F17-4E25-8E9B-2D83E10E1390}"/>
                </a:ext>
              </a:extLst>
            </p:cNvPr>
            <p:cNvSpPr/>
            <p:nvPr/>
          </p:nvSpPr>
          <p:spPr>
            <a:xfrm>
              <a:off x="3040325" y="2141450"/>
              <a:ext cx="100200" cy="267150"/>
            </a:xfrm>
            <a:custGeom>
              <a:avLst/>
              <a:gdLst/>
              <a:ahLst/>
              <a:cxnLst/>
              <a:rect l="l" t="t" r="r" b="b"/>
              <a:pathLst>
                <a:path w="4008" h="10686" extrusionOk="0">
                  <a:moveTo>
                    <a:pt x="2601" y="0"/>
                  </a:moveTo>
                  <a:cubicBezTo>
                    <a:pt x="1170" y="96"/>
                    <a:pt x="502" y="454"/>
                    <a:pt x="263" y="931"/>
                  </a:cubicBezTo>
                  <a:cubicBezTo>
                    <a:pt x="1" y="1408"/>
                    <a:pt x="72" y="2218"/>
                    <a:pt x="72" y="2767"/>
                  </a:cubicBezTo>
                  <a:cubicBezTo>
                    <a:pt x="72" y="5343"/>
                    <a:pt x="502" y="7943"/>
                    <a:pt x="907" y="10518"/>
                  </a:cubicBezTo>
                  <a:cubicBezTo>
                    <a:pt x="907" y="10542"/>
                    <a:pt x="931" y="10590"/>
                    <a:pt x="931" y="10638"/>
                  </a:cubicBezTo>
                  <a:cubicBezTo>
                    <a:pt x="1003" y="10685"/>
                    <a:pt x="1098" y="10685"/>
                    <a:pt x="1170" y="10685"/>
                  </a:cubicBezTo>
                  <a:cubicBezTo>
                    <a:pt x="1527" y="10638"/>
                    <a:pt x="1885" y="10590"/>
                    <a:pt x="2243" y="10542"/>
                  </a:cubicBezTo>
                  <a:cubicBezTo>
                    <a:pt x="2314" y="10542"/>
                    <a:pt x="2362" y="10495"/>
                    <a:pt x="2434" y="10471"/>
                  </a:cubicBezTo>
                  <a:cubicBezTo>
                    <a:pt x="2481" y="10423"/>
                    <a:pt x="2481" y="10351"/>
                    <a:pt x="2481" y="10280"/>
                  </a:cubicBezTo>
                  <a:cubicBezTo>
                    <a:pt x="2553" y="8300"/>
                    <a:pt x="2720" y="7179"/>
                    <a:pt x="2696" y="4842"/>
                  </a:cubicBezTo>
                  <a:cubicBezTo>
                    <a:pt x="2696" y="3673"/>
                    <a:pt x="2267" y="2290"/>
                    <a:pt x="3173" y="2218"/>
                  </a:cubicBezTo>
                  <a:cubicBezTo>
                    <a:pt x="4008" y="2171"/>
                    <a:pt x="2720" y="764"/>
                    <a:pt x="2147" y="334"/>
                  </a:cubicBezTo>
                  <a:lnTo>
                    <a:pt x="2601" y="0"/>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58;p74">
              <a:extLst>
                <a:ext uri="{FF2B5EF4-FFF2-40B4-BE49-F238E27FC236}">
                  <a16:creationId xmlns:a16="http://schemas.microsoft.com/office/drawing/2014/main" id="{450FA163-ACFC-431E-9305-E8A0FF94CD3E}"/>
                </a:ext>
              </a:extLst>
            </p:cNvPr>
            <p:cNvSpPr/>
            <p:nvPr/>
          </p:nvSpPr>
          <p:spPr>
            <a:xfrm>
              <a:off x="3099375" y="2020400"/>
              <a:ext cx="172325" cy="103775"/>
            </a:xfrm>
            <a:custGeom>
              <a:avLst/>
              <a:gdLst/>
              <a:ahLst/>
              <a:cxnLst/>
              <a:rect l="l" t="t" r="r" b="b"/>
              <a:pathLst>
                <a:path w="6893" h="4151" extrusionOk="0">
                  <a:moveTo>
                    <a:pt x="930" y="1"/>
                  </a:moveTo>
                  <a:cubicBezTo>
                    <a:pt x="429" y="1"/>
                    <a:pt x="0" y="406"/>
                    <a:pt x="0" y="931"/>
                  </a:cubicBezTo>
                  <a:lnTo>
                    <a:pt x="0" y="3221"/>
                  </a:lnTo>
                  <a:cubicBezTo>
                    <a:pt x="0" y="3721"/>
                    <a:pt x="429" y="4151"/>
                    <a:pt x="930" y="4151"/>
                  </a:cubicBezTo>
                  <a:lnTo>
                    <a:pt x="5963" y="4151"/>
                  </a:lnTo>
                  <a:cubicBezTo>
                    <a:pt x="6487" y="4151"/>
                    <a:pt x="6893" y="3721"/>
                    <a:pt x="6893" y="3221"/>
                  </a:cubicBezTo>
                  <a:lnTo>
                    <a:pt x="6893" y="931"/>
                  </a:lnTo>
                  <a:cubicBezTo>
                    <a:pt x="6893" y="406"/>
                    <a:pt x="6487" y="1"/>
                    <a:pt x="5963"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159;p74">
              <a:extLst>
                <a:ext uri="{FF2B5EF4-FFF2-40B4-BE49-F238E27FC236}">
                  <a16:creationId xmlns:a16="http://schemas.microsoft.com/office/drawing/2014/main" id="{FE58D677-A155-4278-BB33-825DDCCE2EF6}"/>
                </a:ext>
              </a:extLst>
            </p:cNvPr>
            <p:cNvSpPr/>
            <p:nvPr/>
          </p:nvSpPr>
          <p:spPr>
            <a:xfrm>
              <a:off x="3171500" y="2062150"/>
              <a:ext cx="18525" cy="17900"/>
            </a:xfrm>
            <a:custGeom>
              <a:avLst/>
              <a:gdLst/>
              <a:ahLst/>
              <a:cxnLst/>
              <a:rect l="l" t="t" r="r" b="b"/>
              <a:pathLst>
                <a:path w="741" h="716" extrusionOk="0">
                  <a:moveTo>
                    <a:pt x="383" y="0"/>
                  </a:moveTo>
                  <a:cubicBezTo>
                    <a:pt x="168" y="0"/>
                    <a:pt x="1" y="143"/>
                    <a:pt x="1" y="358"/>
                  </a:cubicBezTo>
                  <a:cubicBezTo>
                    <a:pt x="1" y="549"/>
                    <a:pt x="168" y="716"/>
                    <a:pt x="383" y="716"/>
                  </a:cubicBezTo>
                  <a:cubicBezTo>
                    <a:pt x="573" y="716"/>
                    <a:pt x="740" y="549"/>
                    <a:pt x="740" y="358"/>
                  </a:cubicBezTo>
                  <a:cubicBezTo>
                    <a:pt x="740" y="143"/>
                    <a:pt x="573" y="0"/>
                    <a:pt x="383"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160;p74">
              <a:extLst>
                <a:ext uri="{FF2B5EF4-FFF2-40B4-BE49-F238E27FC236}">
                  <a16:creationId xmlns:a16="http://schemas.microsoft.com/office/drawing/2014/main" id="{86DDB2F8-578A-4C6E-9830-9B468E3210BE}"/>
                </a:ext>
              </a:extLst>
            </p:cNvPr>
            <p:cNvSpPr/>
            <p:nvPr/>
          </p:nvSpPr>
          <p:spPr>
            <a:xfrm>
              <a:off x="3166750" y="1812300"/>
              <a:ext cx="65600" cy="101700"/>
            </a:xfrm>
            <a:custGeom>
              <a:avLst/>
              <a:gdLst/>
              <a:ahLst/>
              <a:cxnLst/>
              <a:rect l="l" t="t" r="r" b="b"/>
              <a:pathLst>
                <a:path w="2624" h="4068" extrusionOk="0">
                  <a:moveTo>
                    <a:pt x="334" y="1"/>
                  </a:moveTo>
                  <a:cubicBezTo>
                    <a:pt x="215" y="192"/>
                    <a:pt x="119" y="430"/>
                    <a:pt x="72" y="621"/>
                  </a:cubicBezTo>
                  <a:cubicBezTo>
                    <a:pt x="48" y="860"/>
                    <a:pt x="72" y="1098"/>
                    <a:pt x="48" y="1313"/>
                  </a:cubicBezTo>
                  <a:cubicBezTo>
                    <a:pt x="48" y="1504"/>
                    <a:pt x="48" y="1742"/>
                    <a:pt x="24" y="1909"/>
                  </a:cubicBezTo>
                  <a:cubicBezTo>
                    <a:pt x="0" y="2458"/>
                    <a:pt x="167" y="2887"/>
                    <a:pt x="382" y="3412"/>
                  </a:cubicBezTo>
                  <a:cubicBezTo>
                    <a:pt x="477" y="3579"/>
                    <a:pt x="549" y="3793"/>
                    <a:pt x="668" y="3936"/>
                  </a:cubicBezTo>
                  <a:cubicBezTo>
                    <a:pt x="786" y="4038"/>
                    <a:pt x="917" y="4067"/>
                    <a:pt x="1060" y="4067"/>
                  </a:cubicBezTo>
                  <a:cubicBezTo>
                    <a:pt x="1118" y="4067"/>
                    <a:pt x="1178" y="4062"/>
                    <a:pt x="1240" y="4056"/>
                  </a:cubicBezTo>
                  <a:cubicBezTo>
                    <a:pt x="1336" y="4032"/>
                    <a:pt x="1670" y="3841"/>
                    <a:pt x="1741" y="3793"/>
                  </a:cubicBezTo>
                  <a:cubicBezTo>
                    <a:pt x="2337" y="3316"/>
                    <a:pt x="2528" y="2768"/>
                    <a:pt x="2600" y="2004"/>
                  </a:cubicBezTo>
                  <a:cubicBezTo>
                    <a:pt x="2624" y="1766"/>
                    <a:pt x="2600" y="1527"/>
                    <a:pt x="2600" y="1313"/>
                  </a:cubicBezTo>
                  <a:cubicBezTo>
                    <a:pt x="2600" y="1074"/>
                    <a:pt x="2552" y="836"/>
                    <a:pt x="2504" y="621"/>
                  </a:cubicBezTo>
                  <a:cubicBezTo>
                    <a:pt x="2433" y="406"/>
                    <a:pt x="2290" y="216"/>
                    <a:pt x="2075" y="96"/>
                  </a:cubicBezTo>
                  <a:lnTo>
                    <a:pt x="334"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161;p74">
              <a:extLst>
                <a:ext uri="{FF2B5EF4-FFF2-40B4-BE49-F238E27FC236}">
                  <a16:creationId xmlns:a16="http://schemas.microsoft.com/office/drawing/2014/main" id="{661B4D28-967A-4557-B61F-D4CC40989A08}"/>
                </a:ext>
              </a:extLst>
            </p:cNvPr>
            <p:cNvSpPr/>
            <p:nvPr/>
          </p:nvSpPr>
          <p:spPr>
            <a:xfrm>
              <a:off x="3154225" y="1792900"/>
              <a:ext cx="93625" cy="100525"/>
            </a:xfrm>
            <a:custGeom>
              <a:avLst/>
              <a:gdLst/>
              <a:ahLst/>
              <a:cxnLst/>
              <a:rect l="l" t="t" r="r" b="b"/>
              <a:pathLst>
                <a:path w="3745" h="4021" extrusionOk="0">
                  <a:moveTo>
                    <a:pt x="1748" y="1"/>
                  </a:moveTo>
                  <a:cubicBezTo>
                    <a:pt x="1465" y="1"/>
                    <a:pt x="1189" y="94"/>
                    <a:pt x="978" y="252"/>
                  </a:cubicBezTo>
                  <a:cubicBezTo>
                    <a:pt x="668" y="443"/>
                    <a:pt x="430" y="753"/>
                    <a:pt x="239" y="1039"/>
                  </a:cubicBezTo>
                  <a:cubicBezTo>
                    <a:pt x="96" y="1230"/>
                    <a:pt x="0" y="1445"/>
                    <a:pt x="48" y="1636"/>
                  </a:cubicBezTo>
                  <a:cubicBezTo>
                    <a:pt x="72" y="1850"/>
                    <a:pt x="286" y="1993"/>
                    <a:pt x="501" y="2089"/>
                  </a:cubicBezTo>
                  <a:cubicBezTo>
                    <a:pt x="737" y="2206"/>
                    <a:pt x="1004" y="2292"/>
                    <a:pt x="1265" y="2292"/>
                  </a:cubicBezTo>
                  <a:cubicBezTo>
                    <a:pt x="1321" y="2292"/>
                    <a:pt x="1376" y="2288"/>
                    <a:pt x="1431" y="2280"/>
                  </a:cubicBezTo>
                  <a:cubicBezTo>
                    <a:pt x="1691" y="2200"/>
                    <a:pt x="1951" y="2019"/>
                    <a:pt x="2211" y="2019"/>
                  </a:cubicBezTo>
                  <a:cubicBezTo>
                    <a:pt x="2261" y="2019"/>
                    <a:pt x="2311" y="2026"/>
                    <a:pt x="2361" y="2041"/>
                  </a:cubicBezTo>
                  <a:cubicBezTo>
                    <a:pt x="2552" y="2089"/>
                    <a:pt x="2672" y="2232"/>
                    <a:pt x="2767" y="2399"/>
                  </a:cubicBezTo>
                  <a:cubicBezTo>
                    <a:pt x="2862" y="2542"/>
                    <a:pt x="2886" y="2709"/>
                    <a:pt x="2910" y="2900"/>
                  </a:cubicBezTo>
                  <a:cubicBezTo>
                    <a:pt x="2910" y="2947"/>
                    <a:pt x="2910" y="3019"/>
                    <a:pt x="2958" y="3043"/>
                  </a:cubicBezTo>
                  <a:cubicBezTo>
                    <a:pt x="2978" y="3058"/>
                    <a:pt x="2999" y="3064"/>
                    <a:pt x="3020" y="3064"/>
                  </a:cubicBezTo>
                  <a:cubicBezTo>
                    <a:pt x="3100" y="3064"/>
                    <a:pt x="3182" y="2970"/>
                    <a:pt x="3220" y="2876"/>
                  </a:cubicBezTo>
                  <a:lnTo>
                    <a:pt x="3220" y="2876"/>
                  </a:lnTo>
                  <a:lnTo>
                    <a:pt x="2862" y="4021"/>
                  </a:lnTo>
                  <a:cubicBezTo>
                    <a:pt x="3149" y="3949"/>
                    <a:pt x="3339" y="3639"/>
                    <a:pt x="3459" y="3353"/>
                  </a:cubicBezTo>
                  <a:cubicBezTo>
                    <a:pt x="3626" y="2947"/>
                    <a:pt x="3697" y="2518"/>
                    <a:pt x="3721" y="2065"/>
                  </a:cubicBezTo>
                  <a:cubicBezTo>
                    <a:pt x="3745" y="1755"/>
                    <a:pt x="3745" y="1445"/>
                    <a:pt x="3697" y="1135"/>
                  </a:cubicBezTo>
                  <a:cubicBezTo>
                    <a:pt x="3602" y="849"/>
                    <a:pt x="3411" y="538"/>
                    <a:pt x="3149" y="419"/>
                  </a:cubicBezTo>
                  <a:cubicBezTo>
                    <a:pt x="3029" y="372"/>
                    <a:pt x="2886" y="324"/>
                    <a:pt x="2767" y="300"/>
                  </a:cubicBezTo>
                  <a:cubicBezTo>
                    <a:pt x="2528" y="252"/>
                    <a:pt x="2290" y="85"/>
                    <a:pt x="2051" y="38"/>
                  </a:cubicBezTo>
                  <a:cubicBezTo>
                    <a:pt x="1951" y="13"/>
                    <a:pt x="1849" y="1"/>
                    <a:pt x="1748"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162;p74">
              <a:extLst>
                <a:ext uri="{FF2B5EF4-FFF2-40B4-BE49-F238E27FC236}">
                  <a16:creationId xmlns:a16="http://schemas.microsoft.com/office/drawing/2014/main" id="{B9EAEDA4-2E00-4C00-B428-C4556C494C08}"/>
                </a:ext>
              </a:extLst>
            </p:cNvPr>
            <p:cNvSpPr/>
            <p:nvPr/>
          </p:nvSpPr>
          <p:spPr>
            <a:xfrm>
              <a:off x="3227550" y="1862400"/>
              <a:ext cx="11375" cy="19850"/>
            </a:xfrm>
            <a:custGeom>
              <a:avLst/>
              <a:gdLst/>
              <a:ahLst/>
              <a:cxnLst/>
              <a:rect l="l" t="t" r="r" b="b"/>
              <a:pathLst>
                <a:path w="455" h="794" extrusionOk="0">
                  <a:moveTo>
                    <a:pt x="335" y="0"/>
                  </a:moveTo>
                  <a:cubicBezTo>
                    <a:pt x="311" y="0"/>
                    <a:pt x="311" y="0"/>
                    <a:pt x="287" y="24"/>
                  </a:cubicBezTo>
                  <a:cubicBezTo>
                    <a:pt x="216" y="96"/>
                    <a:pt x="168" y="167"/>
                    <a:pt x="120" y="263"/>
                  </a:cubicBezTo>
                  <a:lnTo>
                    <a:pt x="1" y="764"/>
                  </a:lnTo>
                  <a:cubicBezTo>
                    <a:pt x="23" y="785"/>
                    <a:pt x="49" y="794"/>
                    <a:pt x="76" y="794"/>
                  </a:cubicBezTo>
                  <a:cubicBezTo>
                    <a:pt x="138" y="794"/>
                    <a:pt x="206" y="749"/>
                    <a:pt x="239" y="716"/>
                  </a:cubicBezTo>
                  <a:cubicBezTo>
                    <a:pt x="311" y="644"/>
                    <a:pt x="335" y="573"/>
                    <a:pt x="359" y="477"/>
                  </a:cubicBezTo>
                  <a:cubicBezTo>
                    <a:pt x="382" y="358"/>
                    <a:pt x="454" y="215"/>
                    <a:pt x="382" y="48"/>
                  </a:cubicBezTo>
                  <a:cubicBezTo>
                    <a:pt x="359" y="24"/>
                    <a:pt x="359" y="0"/>
                    <a:pt x="335"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163;p74">
              <a:extLst>
                <a:ext uri="{FF2B5EF4-FFF2-40B4-BE49-F238E27FC236}">
                  <a16:creationId xmlns:a16="http://schemas.microsoft.com/office/drawing/2014/main" id="{5A17369A-CE0C-4B04-99E3-C5378CFDE32D}"/>
                </a:ext>
              </a:extLst>
            </p:cNvPr>
            <p:cNvSpPr/>
            <p:nvPr/>
          </p:nvSpPr>
          <p:spPr>
            <a:xfrm>
              <a:off x="3173875" y="2028900"/>
              <a:ext cx="159850" cy="95275"/>
            </a:xfrm>
            <a:custGeom>
              <a:avLst/>
              <a:gdLst/>
              <a:ahLst/>
              <a:cxnLst/>
              <a:rect l="l" t="t" r="r" b="b"/>
              <a:pathLst>
                <a:path w="6394" h="3811" extrusionOk="0">
                  <a:moveTo>
                    <a:pt x="1962" y="3598"/>
                  </a:moveTo>
                  <a:cubicBezTo>
                    <a:pt x="1965" y="3598"/>
                    <a:pt x="1968" y="3598"/>
                    <a:pt x="1972" y="3598"/>
                  </a:cubicBezTo>
                  <a:lnTo>
                    <a:pt x="1972" y="3598"/>
                  </a:lnTo>
                  <a:cubicBezTo>
                    <a:pt x="1956" y="3602"/>
                    <a:pt x="1947" y="3603"/>
                    <a:pt x="1942" y="3603"/>
                  </a:cubicBezTo>
                  <a:cubicBezTo>
                    <a:pt x="1933" y="3603"/>
                    <a:pt x="1946" y="3598"/>
                    <a:pt x="1962" y="3598"/>
                  </a:cubicBezTo>
                  <a:close/>
                  <a:moveTo>
                    <a:pt x="2003" y="3616"/>
                  </a:moveTo>
                  <a:cubicBezTo>
                    <a:pt x="2003" y="3617"/>
                    <a:pt x="2004" y="3619"/>
                    <a:pt x="2005" y="3620"/>
                  </a:cubicBezTo>
                  <a:lnTo>
                    <a:pt x="2003" y="3616"/>
                  </a:lnTo>
                  <a:close/>
                  <a:moveTo>
                    <a:pt x="145" y="1"/>
                  </a:moveTo>
                  <a:cubicBezTo>
                    <a:pt x="72" y="1"/>
                    <a:pt x="1" y="81"/>
                    <a:pt x="49" y="162"/>
                  </a:cubicBezTo>
                  <a:lnTo>
                    <a:pt x="1838" y="3739"/>
                  </a:lnTo>
                  <a:cubicBezTo>
                    <a:pt x="1862" y="3763"/>
                    <a:pt x="1886" y="3811"/>
                    <a:pt x="1909" y="3811"/>
                  </a:cubicBezTo>
                  <a:lnTo>
                    <a:pt x="6250" y="3811"/>
                  </a:lnTo>
                  <a:cubicBezTo>
                    <a:pt x="6369" y="3811"/>
                    <a:pt x="6393" y="3596"/>
                    <a:pt x="6250" y="3596"/>
                  </a:cubicBezTo>
                  <a:lnTo>
                    <a:pt x="2625" y="3596"/>
                  </a:lnTo>
                  <a:cubicBezTo>
                    <a:pt x="2514" y="3596"/>
                    <a:pt x="2360" y="3564"/>
                    <a:pt x="2206" y="3564"/>
                  </a:cubicBezTo>
                  <a:cubicBezTo>
                    <a:pt x="2132" y="3564"/>
                    <a:pt x="2059" y="3572"/>
                    <a:pt x="1990" y="3593"/>
                  </a:cubicBezTo>
                  <a:lnTo>
                    <a:pt x="1990" y="3593"/>
                  </a:lnTo>
                  <a:lnTo>
                    <a:pt x="1909" y="3453"/>
                  </a:lnTo>
                  <a:cubicBezTo>
                    <a:pt x="1623" y="2857"/>
                    <a:pt x="1313" y="2213"/>
                    <a:pt x="1027" y="1617"/>
                  </a:cubicBezTo>
                  <a:cubicBezTo>
                    <a:pt x="765" y="1116"/>
                    <a:pt x="526" y="591"/>
                    <a:pt x="240" y="66"/>
                  </a:cubicBezTo>
                  <a:cubicBezTo>
                    <a:pt x="217" y="20"/>
                    <a:pt x="181" y="1"/>
                    <a:pt x="145"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164;p74">
              <a:extLst>
                <a:ext uri="{FF2B5EF4-FFF2-40B4-BE49-F238E27FC236}">
                  <a16:creationId xmlns:a16="http://schemas.microsoft.com/office/drawing/2014/main" id="{69772B89-63BD-4DD4-87B4-9A2E8F26E942}"/>
                </a:ext>
              </a:extLst>
            </p:cNvPr>
            <p:cNvSpPr/>
            <p:nvPr/>
          </p:nvSpPr>
          <p:spPr>
            <a:xfrm>
              <a:off x="3325350" y="2351925"/>
              <a:ext cx="56075" cy="139000"/>
            </a:xfrm>
            <a:custGeom>
              <a:avLst/>
              <a:gdLst/>
              <a:ahLst/>
              <a:cxnLst/>
              <a:rect l="l" t="t" r="r" b="b"/>
              <a:pathLst>
                <a:path w="2243" h="5560" extrusionOk="0">
                  <a:moveTo>
                    <a:pt x="692" y="1"/>
                  </a:moveTo>
                  <a:lnTo>
                    <a:pt x="0" y="978"/>
                  </a:lnTo>
                  <a:cubicBezTo>
                    <a:pt x="215" y="1622"/>
                    <a:pt x="453" y="2243"/>
                    <a:pt x="620" y="2863"/>
                  </a:cubicBezTo>
                  <a:cubicBezTo>
                    <a:pt x="811" y="3483"/>
                    <a:pt x="907" y="4174"/>
                    <a:pt x="740" y="4842"/>
                  </a:cubicBezTo>
                  <a:lnTo>
                    <a:pt x="573" y="5462"/>
                  </a:lnTo>
                  <a:cubicBezTo>
                    <a:pt x="573" y="5532"/>
                    <a:pt x="595" y="5559"/>
                    <a:pt x="630" y="5559"/>
                  </a:cubicBezTo>
                  <a:cubicBezTo>
                    <a:pt x="714" y="5559"/>
                    <a:pt x="870" y="5404"/>
                    <a:pt x="954" y="5319"/>
                  </a:cubicBezTo>
                  <a:cubicBezTo>
                    <a:pt x="1193" y="5033"/>
                    <a:pt x="1384" y="4747"/>
                    <a:pt x="1503" y="4413"/>
                  </a:cubicBezTo>
                  <a:cubicBezTo>
                    <a:pt x="1694" y="3769"/>
                    <a:pt x="1622" y="3006"/>
                    <a:pt x="1932" y="2386"/>
                  </a:cubicBezTo>
                  <a:cubicBezTo>
                    <a:pt x="2028" y="2243"/>
                    <a:pt x="2123" y="2099"/>
                    <a:pt x="2171" y="1932"/>
                  </a:cubicBezTo>
                  <a:cubicBezTo>
                    <a:pt x="2242" y="1789"/>
                    <a:pt x="2218" y="1575"/>
                    <a:pt x="2051" y="1503"/>
                  </a:cubicBezTo>
                  <a:cubicBezTo>
                    <a:pt x="2004" y="1455"/>
                    <a:pt x="1932" y="1432"/>
                    <a:pt x="1884" y="1432"/>
                  </a:cubicBezTo>
                  <a:cubicBezTo>
                    <a:pt x="1264" y="1265"/>
                    <a:pt x="740" y="668"/>
                    <a:pt x="692"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165;p74">
              <a:extLst>
                <a:ext uri="{FF2B5EF4-FFF2-40B4-BE49-F238E27FC236}">
                  <a16:creationId xmlns:a16="http://schemas.microsoft.com/office/drawing/2014/main" id="{3A870CFF-0F8F-4E05-B286-F72B53E60F9F}"/>
                </a:ext>
              </a:extLst>
            </p:cNvPr>
            <p:cNvSpPr/>
            <p:nvPr/>
          </p:nvSpPr>
          <p:spPr>
            <a:xfrm>
              <a:off x="3252600" y="2174850"/>
              <a:ext cx="99600" cy="214000"/>
            </a:xfrm>
            <a:custGeom>
              <a:avLst/>
              <a:gdLst/>
              <a:ahLst/>
              <a:cxnLst/>
              <a:rect l="l" t="t" r="r" b="b"/>
              <a:pathLst>
                <a:path w="3984" h="8560" extrusionOk="0">
                  <a:moveTo>
                    <a:pt x="239" y="0"/>
                  </a:moveTo>
                  <a:cubicBezTo>
                    <a:pt x="144" y="668"/>
                    <a:pt x="1" y="1550"/>
                    <a:pt x="191" y="2194"/>
                  </a:cubicBezTo>
                  <a:cubicBezTo>
                    <a:pt x="978" y="4389"/>
                    <a:pt x="2028" y="6416"/>
                    <a:pt x="3030" y="8538"/>
                  </a:cubicBezTo>
                  <a:cubicBezTo>
                    <a:pt x="3411" y="8467"/>
                    <a:pt x="3745" y="8205"/>
                    <a:pt x="3984" y="8038"/>
                  </a:cubicBezTo>
                  <a:cubicBezTo>
                    <a:pt x="3530" y="6225"/>
                    <a:pt x="3387" y="4245"/>
                    <a:pt x="2409" y="2647"/>
                  </a:cubicBezTo>
                  <a:cubicBezTo>
                    <a:pt x="2219" y="2337"/>
                    <a:pt x="2004" y="2051"/>
                    <a:pt x="1909" y="1717"/>
                  </a:cubicBezTo>
                  <a:cubicBezTo>
                    <a:pt x="1813" y="1383"/>
                    <a:pt x="1837" y="978"/>
                    <a:pt x="2099" y="763"/>
                  </a:cubicBezTo>
                  <a:cubicBezTo>
                    <a:pt x="2457" y="453"/>
                    <a:pt x="3101" y="525"/>
                    <a:pt x="3292" y="143"/>
                  </a:cubicBezTo>
                  <a:lnTo>
                    <a:pt x="239" y="0"/>
                  </a:lnTo>
                  <a:close/>
                  <a:moveTo>
                    <a:pt x="3030" y="8538"/>
                  </a:moveTo>
                  <a:cubicBezTo>
                    <a:pt x="3014" y="8538"/>
                    <a:pt x="3019" y="8560"/>
                    <a:pt x="3024" y="8560"/>
                  </a:cubicBezTo>
                  <a:cubicBezTo>
                    <a:pt x="3027" y="8560"/>
                    <a:pt x="3030" y="8554"/>
                    <a:pt x="3030" y="8538"/>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166;p74">
              <a:extLst>
                <a:ext uri="{FF2B5EF4-FFF2-40B4-BE49-F238E27FC236}">
                  <a16:creationId xmlns:a16="http://schemas.microsoft.com/office/drawing/2014/main" id="{467B987C-9FFF-4031-8734-6A9DFDF7F233}"/>
                </a:ext>
              </a:extLst>
            </p:cNvPr>
            <p:cNvSpPr/>
            <p:nvPr/>
          </p:nvSpPr>
          <p:spPr>
            <a:xfrm>
              <a:off x="3438625" y="1877300"/>
              <a:ext cx="60250" cy="108025"/>
            </a:xfrm>
            <a:custGeom>
              <a:avLst/>
              <a:gdLst/>
              <a:ahLst/>
              <a:cxnLst/>
              <a:rect l="l" t="t" r="r" b="b"/>
              <a:pathLst>
                <a:path w="2410" h="4321" extrusionOk="0">
                  <a:moveTo>
                    <a:pt x="2004" y="1"/>
                  </a:moveTo>
                  <a:lnTo>
                    <a:pt x="502" y="1360"/>
                  </a:lnTo>
                  <a:cubicBezTo>
                    <a:pt x="740" y="1670"/>
                    <a:pt x="788" y="2076"/>
                    <a:pt x="788" y="2481"/>
                  </a:cubicBezTo>
                  <a:cubicBezTo>
                    <a:pt x="788" y="2600"/>
                    <a:pt x="788" y="2672"/>
                    <a:pt x="740" y="2791"/>
                  </a:cubicBezTo>
                  <a:cubicBezTo>
                    <a:pt x="716" y="2887"/>
                    <a:pt x="693" y="2982"/>
                    <a:pt x="621" y="3077"/>
                  </a:cubicBezTo>
                  <a:lnTo>
                    <a:pt x="1" y="4318"/>
                  </a:lnTo>
                  <a:cubicBezTo>
                    <a:pt x="20" y="4320"/>
                    <a:pt x="39" y="4321"/>
                    <a:pt x="57" y="4321"/>
                  </a:cubicBezTo>
                  <a:cubicBezTo>
                    <a:pt x="245" y="4321"/>
                    <a:pt x="399" y="4216"/>
                    <a:pt x="573" y="4151"/>
                  </a:cubicBezTo>
                  <a:cubicBezTo>
                    <a:pt x="812" y="3984"/>
                    <a:pt x="1050" y="3841"/>
                    <a:pt x="1289" y="3674"/>
                  </a:cubicBezTo>
                  <a:cubicBezTo>
                    <a:pt x="1670" y="3387"/>
                    <a:pt x="2100" y="3149"/>
                    <a:pt x="2410" y="2815"/>
                  </a:cubicBezTo>
                  <a:cubicBezTo>
                    <a:pt x="2243" y="2672"/>
                    <a:pt x="2100" y="2481"/>
                    <a:pt x="2004" y="2266"/>
                  </a:cubicBezTo>
                  <a:cubicBezTo>
                    <a:pt x="1861" y="1909"/>
                    <a:pt x="1814" y="1503"/>
                    <a:pt x="1861" y="1122"/>
                  </a:cubicBezTo>
                  <a:cubicBezTo>
                    <a:pt x="1885" y="740"/>
                    <a:pt x="1980" y="358"/>
                    <a:pt x="2004" y="1"/>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167;p74">
              <a:extLst>
                <a:ext uri="{FF2B5EF4-FFF2-40B4-BE49-F238E27FC236}">
                  <a16:creationId xmlns:a16="http://schemas.microsoft.com/office/drawing/2014/main" id="{CC9FDB07-E7A7-4013-87BE-4AEA03197ECA}"/>
                </a:ext>
              </a:extLst>
            </p:cNvPr>
            <p:cNvSpPr/>
            <p:nvPr/>
          </p:nvSpPr>
          <p:spPr>
            <a:xfrm>
              <a:off x="3220650" y="2373400"/>
              <a:ext cx="74300" cy="130450"/>
            </a:xfrm>
            <a:custGeom>
              <a:avLst/>
              <a:gdLst/>
              <a:ahLst/>
              <a:cxnLst/>
              <a:rect l="l" t="t" r="r" b="b"/>
              <a:pathLst>
                <a:path w="2972" h="5218" extrusionOk="0">
                  <a:moveTo>
                    <a:pt x="2137" y="0"/>
                  </a:moveTo>
                  <a:lnTo>
                    <a:pt x="1112" y="763"/>
                  </a:lnTo>
                  <a:cubicBezTo>
                    <a:pt x="1088" y="1407"/>
                    <a:pt x="1088" y="2051"/>
                    <a:pt x="1040" y="2719"/>
                  </a:cubicBezTo>
                  <a:cubicBezTo>
                    <a:pt x="969" y="3387"/>
                    <a:pt x="778" y="4031"/>
                    <a:pt x="444" y="4603"/>
                  </a:cubicBezTo>
                  <a:cubicBezTo>
                    <a:pt x="301" y="4770"/>
                    <a:pt x="158" y="4937"/>
                    <a:pt x="38" y="5104"/>
                  </a:cubicBezTo>
                  <a:cubicBezTo>
                    <a:pt x="1" y="5188"/>
                    <a:pt x="33" y="5218"/>
                    <a:pt x="96" y="5218"/>
                  </a:cubicBezTo>
                  <a:cubicBezTo>
                    <a:pt x="194" y="5218"/>
                    <a:pt x="366" y="5148"/>
                    <a:pt x="468" y="5104"/>
                  </a:cubicBezTo>
                  <a:cubicBezTo>
                    <a:pt x="778" y="4961"/>
                    <a:pt x="1064" y="4723"/>
                    <a:pt x="1302" y="4460"/>
                  </a:cubicBezTo>
                  <a:cubicBezTo>
                    <a:pt x="1708" y="3912"/>
                    <a:pt x="1899" y="3172"/>
                    <a:pt x="2423" y="2719"/>
                  </a:cubicBezTo>
                  <a:cubicBezTo>
                    <a:pt x="2543" y="2600"/>
                    <a:pt x="2710" y="2505"/>
                    <a:pt x="2829" y="2361"/>
                  </a:cubicBezTo>
                  <a:cubicBezTo>
                    <a:pt x="2900" y="2218"/>
                    <a:pt x="2972" y="2028"/>
                    <a:pt x="2877" y="1884"/>
                  </a:cubicBezTo>
                  <a:cubicBezTo>
                    <a:pt x="2853" y="1837"/>
                    <a:pt x="2781" y="1789"/>
                    <a:pt x="2733" y="1765"/>
                  </a:cubicBezTo>
                  <a:cubicBezTo>
                    <a:pt x="2185" y="1384"/>
                    <a:pt x="1946" y="644"/>
                    <a:pt x="2137"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168;p74">
              <a:extLst>
                <a:ext uri="{FF2B5EF4-FFF2-40B4-BE49-F238E27FC236}">
                  <a16:creationId xmlns:a16="http://schemas.microsoft.com/office/drawing/2014/main" id="{BDD319A0-420D-478D-B69F-2C73559BDB06}"/>
                </a:ext>
              </a:extLst>
            </p:cNvPr>
            <p:cNvSpPr/>
            <p:nvPr/>
          </p:nvSpPr>
          <p:spPr>
            <a:xfrm>
              <a:off x="3234725" y="2102100"/>
              <a:ext cx="308275" cy="308875"/>
            </a:xfrm>
            <a:custGeom>
              <a:avLst/>
              <a:gdLst/>
              <a:ahLst/>
              <a:cxnLst/>
              <a:rect l="l" t="t" r="r" b="b"/>
              <a:pathLst>
                <a:path w="12331" h="12355" extrusionOk="0">
                  <a:moveTo>
                    <a:pt x="9970" y="0"/>
                  </a:moveTo>
                  <a:cubicBezTo>
                    <a:pt x="9683" y="620"/>
                    <a:pt x="8944" y="859"/>
                    <a:pt x="8252" y="978"/>
                  </a:cubicBezTo>
                  <a:cubicBezTo>
                    <a:pt x="6273" y="1288"/>
                    <a:pt x="4484" y="1431"/>
                    <a:pt x="1598" y="1908"/>
                  </a:cubicBezTo>
                  <a:cubicBezTo>
                    <a:pt x="1383" y="1980"/>
                    <a:pt x="883" y="2099"/>
                    <a:pt x="668" y="2171"/>
                  </a:cubicBezTo>
                  <a:cubicBezTo>
                    <a:pt x="382" y="2338"/>
                    <a:pt x="167" y="2648"/>
                    <a:pt x="72" y="2982"/>
                  </a:cubicBezTo>
                  <a:cubicBezTo>
                    <a:pt x="0" y="3315"/>
                    <a:pt x="24" y="3673"/>
                    <a:pt x="24" y="4031"/>
                  </a:cubicBezTo>
                  <a:cubicBezTo>
                    <a:pt x="119" y="6798"/>
                    <a:pt x="286" y="9564"/>
                    <a:pt x="525" y="12355"/>
                  </a:cubicBezTo>
                  <a:cubicBezTo>
                    <a:pt x="763" y="12283"/>
                    <a:pt x="978" y="12188"/>
                    <a:pt x="1216" y="12140"/>
                  </a:cubicBezTo>
                  <a:cubicBezTo>
                    <a:pt x="1312" y="12116"/>
                    <a:pt x="1383" y="12069"/>
                    <a:pt x="1455" y="12021"/>
                  </a:cubicBezTo>
                  <a:cubicBezTo>
                    <a:pt x="1550" y="11925"/>
                    <a:pt x="1503" y="11782"/>
                    <a:pt x="1503" y="11639"/>
                  </a:cubicBezTo>
                  <a:cubicBezTo>
                    <a:pt x="1431" y="10518"/>
                    <a:pt x="1693" y="9421"/>
                    <a:pt x="1908" y="8324"/>
                  </a:cubicBezTo>
                  <a:cubicBezTo>
                    <a:pt x="2075" y="7251"/>
                    <a:pt x="2194" y="6082"/>
                    <a:pt x="1789" y="5033"/>
                  </a:cubicBezTo>
                  <a:cubicBezTo>
                    <a:pt x="1717" y="4890"/>
                    <a:pt x="1622" y="4723"/>
                    <a:pt x="1693" y="4532"/>
                  </a:cubicBezTo>
                  <a:cubicBezTo>
                    <a:pt x="1789" y="4246"/>
                    <a:pt x="2170" y="4174"/>
                    <a:pt x="2504" y="4174"/>
                  </a:cubicBezTo>
                  <a:cubicBezTo>
                    <a:pt x="4226" y="4192"/>
                    <a:pt x="5960" y="4328"/>
                    <a:pt x="7688" y="4328"/>
                  </a:cubicBezTo>
                  <a:cubicBezTo>
                    <a:pt x="8283" y="4328"/>
                    <a:pt x="8876" y="4312"/>
                    <a:pt x="9469" y="4270"/>
                  </a:cubicBezTo>
                  <a:cubicBezTo>
                    <a:pt x="10423" y="4198"/>
                    <a:pt x="11496" y="3959"/>
                    <a:pt x="11997" y="3172"/>
                  </a:cubicBezTo>
                  <a:cubicBezTo>
                    <a:pt x="12283" y="2719"/>
                    <a:pt x="12331" y="2218"/>
                    <a:pt x="12307" y="1694"/>
                  </a:cubicBezTo>
                  <a:cubicBezTo>
                    <a:pt x="12283" y="1193"/>
                    <a:pt x="12116" y="716"/>
                    <a:pt x="11973" y="239"/>
                  </a:cubicBezTo>
                  <a:lnTo>
                    <a:pt x="997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169;p74">
              <a:extLst>
                <a:ext uri="{FF2B5EF4-FFF2-40B4-BE49-F238E27FC236}">
                  <a16:creationId xmlns:a16="http://schemas.microsoft.com/office/drawing/2014/main" id="{22285CC1-B85D-476E-839D-AF125C14F5D8}"/>
                </a:ext>
              </a:extLst>
            </p:cNvPr>
            <p:cNvSpPr/>
            <p:nvPr/>
          </p:nvSpPr>
          <p:spPr>
            <a:xfrm>
              <a:off x="3264525" y="2098525"/>
              <a:ext cx="162200" cy="30425"/>
            </a:xfrm>
            <a:custGeom>
              <a:avLst/>
              <a:gdLst/>
              <a:ahLst/>
              <a:cxnLst/>
              <a:rect l="l" t="t" r="r" b="b"/>
              <a:pathLst>
                <a:path w="6488" h="1217" extrusionOk="0">
                  <a:moveTo>
                    <a:pt x="2696" y="0"/>
                  </a:moveTo>
                  <a:cubicBezTo>
                    <a:pt x="2505" y="0"/>
                    <a:pt x="2171" y="0"/>
                    <a:pt x="1956" y="24"/>
                  </a:cubicBezTo>
                  <a:cubicBezTo>
                    <a:pt x="1408" y="72"/>
                    <a:pt x="978" y="239"/>
                    <a:pt x="430" y="382"/>
                  </a:cubicBezTo>
                  <a:cubicBezTo>
                    <a:pt x="311" y="429"/>
                    <a:pt x="191" y="501"/>
                    <a:pt x="144" y="596"/>
                  </a:cubicBezTo>
                  <a:cubicBezTo>
                    <a:pt x="72" y="692"/>
                    <a:pt x="72" y="835"/>
                    <a:pt x="1" y="906"/>
                  </a:cubicBezTo>
                  <a:cubicBezTo>
                    <a:pt x="13" y="912"/>
                    <a:pt x="26" y="915"/>
                    <a:pt x="40" y="915"/>
                  </a:cubicBezTo>
                  <a:cubicBezTo>
                    <a:pt x="81" y="915"/>
                    <a:pt x="126" y="889"/>
                    <a:pt x="144" y="835"/>
                  </a:cubicBezTo>
                  <a:cubicBezTo>
                    <a:pt x="168" y="787"/>
                    <a:pt x="191" y="716"/>
                    <a:pt x="263" y="692"/>
                  </a:cubicBezTo>
                  <a:cubicBezTo>
                    <a:pt x="311" y="668"/>
                    <a:pt x="549" y="573"/>
                    <a:pt x="597" y="573"/>
                  </a:cubicBezTo>
                  <a:cubicBezTo>
                    <a:pt x="728" y="561"/>
                    <a:pt x="811" y="561"/>
                    <a:pt x="898" y="561"/>
                  </a:cubicBezTo>
                  <a:cubicBezTo>
                    <a:pt x="984" y="561"/>
                    <a:pt x="1074" y="561"/>
                    <a:pt x="1217" y="549"/>
                  </a:cubicBezTo>
                  <a:cubicBezTo>
                    <a:pt x="1281" y="549"/>
                    <a:pt x="1334" y="528"/>
                    <a:pt x="1383" y="528"/>
                  </a:cubicBezTo>
                  <a:cubicBezTo>
                    <a:pt x="1408" y="528"/>
                    <a:pt x="1432" y="533"/>
                    <a:pt x="1455" y="549"/>
                  </a:cubicBezTo>
                  <a:cubicBezTo>
                    <a:pt x="1629" y="568"/>
                    <a:pt x="1740" y="603"/>
                    <a:pt x="1903" y="603"/>
                  </a:cubicBezTo>
                  <a:cubicBezTo>
                    <a:pt x="1941" y="603"/>
                    <a:pt x="1982" y="601"/>
                    <a:pt x="2028" y="596"/>
                  </a:cubicBezTo>
                  <a:cubicBezTo>
                    <a:pt x="2076" y="596"/>
                    <a:pt x="2195" y="549"/>
                    <a:pt x="2266" y="501"/>
                  </a:cubicBezTo>
                  <a:cubicBezTo>
                    <a:pt x="2326" y="457"/>
                    <a:pt x="2389" y="440"/>
                    <a:pt x="2456" y="440"/>
                  </a:cubicBezTo>
                  <a:cubicBezTo>
                    <a:pt x="2605" y="440"/>
                    <a:pt x="2770" y="523"/>
                    <a:pt x="2934" y="573"/>
                  </a:cubicBezTo>
                  <a:cubicBezTo>
                    <a:pt x="3149" y="620"/>
                    <a:pt x="3363" y="692"/>
                    <a:pt x="3578" y="716"/>
                  </a:cubicBezTo>
                  <a:cubicBezTo>
                    <a:pt x="3960" y="811"/>
                    <a:pt x="4341" y="859"/>
                    <a:pt x="4723" y="954"/>
                  </a:cubicBezTo>
                  <a:cubicBezTo>
                    <a:pt x="5319" y="1073"/>
                    <a:pt x="5892" y="1193"/>
                    <a:pt x="6488" y="1217"/>
                  </a:cubicBezTo>
                  <a:lnTo>
                    <a:pt x="6226" y="215"/>
                  </a:lnTo>
                  <a:cubicBezTo>
                    <a:pt x="5796" y="191"/>
                    <a:pt x="5319" y="96"/>
                    <a:pt x="4914" y="72"/>
                  </a:cubicBezTo>
                  <a:cubicBezTo>
                    <a:pt x="4127" y="0"/>
                    <a:pt x="3459" y="24"/>
                    <a:pt x="2696"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170;p74">
              <a:extLst>
                <a:ext uri="{FF2B5EF4-FFF2-40B4-BE49-F238E27FC236}">
                  <a16:creationId xmlns:a16="http://schemas.microsoft.com/office/drawing/2014/main" id="{C3610384-01DD-411A-AB19-D7B3C6C75C84}"/>
                </a:ext>
              </a:extLst>
            </p:cNvPr>
            <p:cNvSpPr/>
            <p:nvPr/>
          </p:nvSpPr>
          <p:spPr>
            <a:xfrm>
              <a:off x="3423725" y="1939900"/>
              <a:ext cx="107950" cy="198375"/>
            </a:xfrm>
            <a:custGeom>
              <a:avLst/>
              <a:gdLst/>
              <a:ahLst/>
              <a:cxnLst/>
              <a:rect l="l" t="t" r="r" b="b"/>
              <a:pathLst>
                <a:path w="4318" h="7935" extrusionOk="0">
                  <a:moveTo>
                    <a:pt x="2863" y="1"/>
                  </a:moveTo>
                  <a:cubicBezTo>
                    <a:pt x="2481" y="645"/>
                    <a:pt x="1813" y="1122"/>
                    <a:pt x="1074" y="1289"/>
                  </a:cubicBezTo>
                  <a:cubicBezTo>
                    <a:pt x="978" y="1313"/>
                    <a:pt x="907" y="1313"/>
                    <a:pt x="835" y="1360"/>
                  </a:cubicBezTo>
                  <a:cubicBezTo>
                    <a:pt x="788" y="1408"/>
                    <a:pt x="740" y="1480"/>
                    <a:pt x="716" y="1551"/>
                  </a:cubicBezTo>
                  <a:cubicBezTo>
                    <a:pt x="597" y="1790"/>
                    <a:pt x="478" y="2052"/>
                    <a:pt x="358" y="2291"/>
                  </a:cubicBezTo>
                  <a:cubicBezTo>
                    <a:pt x="239" y="2553"/>
                    <a:pt x="96" y="2839"/>
                    <a:pt x="72" y="3125"/>
                  </a:cubicBezTo>
                  <a:cubicBezTo>
                    <a:pt x="1" y="3674"/>
                    <a:pt x="311" y="4175"/>
                    <a:pt x="478" y="4699"/>
                  </a:cubicBezTo>
                  <a:cubicBezTo>
                    <a:pt x="740" y="5487"/>
                    <a:pt x="812" y="6345"/>
                    <a:pt x="573" y="7156"/>
                  </a:cubicBezTo>
                  <a:cubicBezTo>
                    <a:pt x="549" y="7204"/>
                    <a:pt x="549" y="7275"/>
                    <a:pt x="573" y="7323"/>
                  </a:cubicBezTo>
                  <a:cubicBezTo>
                    <a:pt x="597" y="7371"/>
                    <a:pt x="597" y="7371"/>
                    <a:pt x="621" y="7371"/>
                  </a:cubicBezTo>
                  <a:cubicBezTo>
                    <a:pt x="1122" y="7609"/>
                    <a:pt x="1670" y="7681"/>
                    <a:pt x="2219" y="7800"/>
                  </a:cubicBezTo>
                  <a:cubicBezTo>
                    <a:pt x="2535" y="7875"/>
                    <a:pt x="2881" y="7934"/>
                    <a:pt x="3233" y="7934"/>
                  </a:cubicBezTo>
                  <a:cubicBezTo>
                    <a:pt x="3332" y="7934"/>
                    <a:pt x="3431" y="7930"/>
                    <a:pt x="3530" y="7919"/>
                  </a:cubicBezTo>
                  <a:cubicBezTo>
                    <a:pt x="3793" y="7895"/>
                    <a:pt x="4055" y="7848"/>
                    <a:pt x="4318" y="7728"/>
                  </a:cubicBezTo>
                  <a:cubicBezTo>
                    <a:pt x="4294" y="7538"/>
                    <a:pt x="4174" y="7418"/>
                    <a:pt x="4055" y="7275"/>
                  </a:cubicBezTo>
                  <a:cubicBezTo>
                    <a:pt x="3459" y="6441"/>
                    <a:pt x="3411" y="5296"/>
                    <a:pt x="3721" y="4318"/>
                  </a:cubicBezTo>
                  <a:cubicBezTo>
                    <a:pt x="3841" y="3960"/>
                    <a:pt x="4031" y="3602"/>
                    <a:pt x="4079" y="3221"/>
                  </a:cubicBezTo>
                  <a:cubicBezTo>
                    <a:pt x="4174" y="2625"/>
                    <a:pt x="4055" y="2028"/>
                    <a:pt x="3793" y="1480"/>
                  </a:cubicBezTo>
                  <a:cubicBezTo>
                    <a:pt x="3578" y="955"/>
                    <a:pt x="3220" y="478"/>
                    <a:pt x="2863"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171;p74">
              <a:extLst>
                <a:ext uri="{FF2B5EF4-FFF2-40B4-BE49-F238E27FC236}">
                  <a16:creationId xmlns:a16="http://schemas.microsoft.com/office/drawing/2014/main" id="{863C6FF7-AB3E-4366-A2F2-BECD6F261C5F}"/>
                </a:ext>
              </a:extLst>
            </p:cNvPr>
            <p:cNvSpPr/>
            <p:nvPr/>
          </p:nvSpPr>
          <p:spPr>
            <a:xfrm>
              <a:off x="3410600" y="2097150"/>
              <a:ext cx="18525" cy="34175"/>
            </a:xfrm>
            <a:custGeom>
              <a:avLst/>
              <a:gdLst/>
              <a:ahLst/>
              <a:cxnLst/>
              <a:rect l="l" t="t" r="r" b="b"/>
              <a:pathLst>
                <a:path w="741" h="1367" extrusionOk="0">
                  <a:moveTo>
                    <a:pt x="208" y="1"/>
                  </a:moveTo>
                  <a:cubicBezTo>
                    <a:pt x="187" y="1"/>
                    <a:pt x="166" y="3"/>
                    <a:pt x="144" y="7"/>
                  </a:cubicBezTo>
                  <a:lnTo>
                    <a:pt x="120" y="7"/>
                  </a:lnTo>
                  <a:cubicBezTo>
                    <a:pt x="72" y="7"/>
                    <a:pt x="72" y="31"/>
                    <a:pt x="72" y="55"/>
                  </a:cubicBezTo>
                  <a:cubicBezTo>
                    <a:pt x="72" y="484"/>
                    <a:pt x="49" y="866"/>
                    <a:pt x="1" y="1248"/>
                  </a:cubicBezTo>
                  <a:lnTo>
                    <a:pt x="1" y="1272"/>
                  </a:lnTo>
                  <a:cubicBezTo>
                    <a:pt x="1" y="1319"/>
                    <a:pt x="25" y="1319"/>
                    <a:pt x="25" y="1319"/>
                  </a:cubicBezTo>
                  <a:cubicBezTo>
                    <a:pt x="239" y="1343"/>
                    <a:pt x="430" y="1367"/>
                    <a:pt x="645" y="1367"/>
                  </a:cubicBezTo>
                  <a:lnTo>
                    <a:pt x="740" y="127"/>
                  </a:lnTo>
                  <a:lnTo>
                    <a:pt x="740" y="127"/>
                  </a:lnTo>
                  <a:cubicBezTo>
                    <a:pt x="719" y="132"/>
                    <a:pt x="697" y="134"/>
                    <a:pt x="677" y="134"/>
                  </a:cubicBezTo>
                  <a:cubicBezTo>
                    <a:pt x="512" y="134"/>
                    <a:pt x="372" y="1"/>
                    <a:pt x="208"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172;p74">
              <a:extLst>
                <a:ext uri="{FF2B5EF4-FFF2-40B4-BE49-F238E27FC236}">
                  <a16:creationId xmlns:a16="http://schemas.microsoft.com/office/drawing/2014/main" id="{BAFFB2DC-C85D-4B16-85EA-F3A52CDA0252}"/>
                </a:ext>
              </a:extLst>
            </p:cNvPr>
            <p:cNvSpPr/>
            <p:nvPr/>
          </p:nvSpPr>
          <p:spPr>
            <a:xfrm>
              <a:off x="3414200" y="2100900"/>
              <a:ext cx="5975" cy="4250"/>
            </a:xfrm>
            <a:custGeom>
              <a:avLst/>
              <a:gdLst/>
              <a:ahLst/>
              <a:cxnLst/>
              <a:rect l="l" t="t" r="r" b="b"/>
              <a:pathLst>
                <a:path w="239" h="170" extrusionOk="0">
                  <a:moveTo>
                    <a:pt x="119" y="1"/>
                  </a:moveTo>
                  <a:cubicBezTo>
                    <a:pt x="48" y="1"/>
                    <a:pt x="0" y="120"/>
                    <a:pt x="48" y="144"/>
                  </a:cubicBezTo>
                  <a:cubicBezTo>
                    <a:pt x="66" y="162"/>
                    <a:pt x="95" y="170"/>
                    <a:pt x="124" y="170"/>
                  </a:cubicBezTo>
                  <a:cubicBezTo>
                    <a:pt x="173" y="170"/>
                    <a:pt x="224" y="149"/>
                    <a:pt x="239" y="120"/>
                  </a:cubicBezTo>
                  <a:cubicBezTo>
                    <a:pt x="239" y="48"/>
                    <a:pt x="167" y="1"/>
                    <a:pt x="119"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173;p74">
              <a:extLst>
                <a:ext uri="{FF2B5EF4-FFF2-40B4-BE49-F238E27FC236}">
                  <a16:creationId xmlns:a16="http://schemas.microsoft.com/office/drawing/2014/main" id="{27E9AE55-B906-48C2-90C2-2E90796A2A4C}"/>
                </a:ext>
              </a:extLst>
            </p:cNvPr>
            <p:cNvSpPr/>
            <p:nvPr/>
          </p:nvSpPr>
          <p:spPr>
            <a:xfrm>
              <a:off x="3421350" y="1957800"/>
              <a:ext cx="121050" cy="205150"/>
            </a:xfrm>
            <a:custGeom>
              <a:avLst/>
              <a:gdLst/>
              <a:ahLst/>
              <a:cxnLst/>
              <a:rect l="l" t="t" r="r" b="b"/>
              <a:pathLst>
                <a:path w="4842" h="8206" extrusionOk="0">
                  <a:moveTo>
                    <a:pt x="2743" y="0"/>
                  </a:moveTo>
                  <a:cubicBezTo>
                    <a:pt x="2385" y="144"/>
                    <a:pt x="2123" y="454"/>
                    <a:pt x="1980" y="788"/>
                  </a:cubicBezTo>
                  <a:cubicBezTo>
                    <a:pt x="1837" y="1145"/>
                    <a:pt x="1789" y="1551"/>
                    <a:pt x="1789" y="1932"/>
                  </a:cubicBezTo>
                  <a:cubicBezTo>
                    <a:pt x="1789" y="2409"/>
                    <a:pt x="1837" y="2910"/>
                    <a:pt x="1789" y="3387"/>
                  </a:cubicBezTo>
                  <a:cubicBezTo>
                    <a:pt x="1789" y="3745"/>
                    <a:pt x="1741" y="4103"/>
                    <a:pt x="1598" y="4437"/>
                  </a:cubicBezTo>
                  <a:cubicBezTo>
                    <a:pt x="1407" y="4866"/>
                    <a:pt x="1050" y="5176"/>
                    <a:pt x="644" y="5343"/>
                  </a:cubicBezTo>
                  <a:cubicBezTo>
                    <a:pt x="525" y="5367"/>
                    <a:pt x="430" y="5391"/>
                    <a:pt x="334" y="5486"/>
                  </a:cubicBezTo>
                  <a:cubicBezTo>
                    <a:pt x="119" y="5653"/>
                    <a:pt x="191" y="5963"/>
                    <a:pt x="191" y="6225"/>
                  </a:cubicBezTo>
                  <a:cubicBezTo>
                    <a:pt x="191" y="6464"/>
                    <a:pt x="167" y="6702"/>
                    <a:pt x="72" y="6941"/>
                  </a:cubicBezTo>
                  <a:cubicBezTo>
                    <a:pt x="48" y="7012"/>
                    <a:pt x="0" y="7084"/>
                    <a:pt x="48" y="7156"/>
                  </a:cubicBezTo>
                  <a:cubicBezTo>
                    <a:pt x="48" y="7203"/>
                    <a:pt x="96" y="7251"/>
                    <a:pt x="119" y="7275"/>
                  </a:cubicBezTo>
                  <a:cubicBezTo>
                    <a:pt x="716" y="7871"/>
                    <a:pt x="1550" y="8205"/>
                    <a:pt x="2385" y="8205"/>
                  </a:cubicBezTo>
                  <a:cubicBezTo>
                    <a:pt x="2862" y="8205"/>
                    <a:pt x="3339" y="8086"/>
                    <a:pt x="3769" y="7800"/>
                  </a:cubicBezTo>
                  <a:cubicBezTo>
                    <a:pt x="4246" y="7466"/>
                    <a:pt x="4532" y="6941"/>
                    <a:pt x="4699" y="6416"/>
                  </a:cubicBezTo>
                  <a:cubicBezTo>
                    <a:pt x="4842" y="5844"/>
                    <a:pt x="4842" y="5271"/>
                    <a:pt x="4842" y="4699"/>
                  </a:cubicBezTo>
                  <a:cubicBezTo>
                    <a:pt x="4818" y="3697"/>
                    <a:pt x="4651" y="2719"/>
                    <a:pt x="4413" y="1765"/>
                  </a:cubicBezTo>
                  <a:cubicBezTo>
                    <a:pt x="4341" y="1408"/>
                    <a:pt x="4246" y="1074"/>
                    <a:pt x="4031" y="764"/>
                  </a:cubicBezTo>
                  <a:cubicBezTo>
                    <a:pt x="3816" y="477"/>
                    <a:pt x="3530" y="239"/>
                    <a:pt x="3196" y="72"/>
                  </a:cubicBezTo>
                  <a:cubicBezTo>
                    <a:pt x="3108" y="43"/>
                    <a:pt x="3001" y="22"/>
                    <a:pt x="2899" y="22"/>
                  </a:cubicBezTo>
                  <a:cubicBezTo>
                    <a:pt x="2835" y="22"/>
                    <a:pt x="2774" y="30"/>
                    <a:pt x="2719" y="48"/>
                  </a:cubicBezTo>
                  <a:lnTo>
                    <a:pt x="274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174;p74">
              <a:extLst>
                <a:ext uri="{FF2B5EF4-FFF2-40B4-BE49-F238E27FC236}">
                  <a16:creationId xmlns:a16="http://schemas.microsoft.com/office/drawing/2014/main" id="{A04E5377-72AF-49E6-84FC-C584723C1907}"/>
                </a:ext>
              </a:extLst>
            </p:cNvPr>
            <p:cNvSpPr/>
            <p:nvPr/>
          </p:nvSpPr>
          <p:spPr>
            <a:xfrm>
              <a:off x="3417775" y="1836750"/>
              <a:ext cx="73950" cy="86650"/>
            </a:xfrm>
            <a:custGeom>
              <a:avLst/>
              <a:gdLst/>
              <a:ahLst/>
              <a:cxnLst/>
              <a:rect l="l" t="t" r="r" b="b"/>
              <a:pathLst>
                <a:path w="2958" h="3466" extrusionOk="0">
                  <a:moveTo>
                    <a:pt x="1073" y="1"/>
                  </a:moveTo>
                  <a:cubicBezTo>
                    <a:pt x="859" y="168"/>
                    <a:pt x="668" y="311"/>
                    <a:pt x="501" y="526"/>
                  </a:cubicBezTo>
                  <a:cubicBezTo>
                    <a:pt x="358" y="716"/>
                    <a:pt x="262" y="955"/>
                    <a:pt x="310" y="1241"/>
                  </a:cubicBezTo>
                  <a:cubicBezTo>
                    <a:pt x="334" y="1360"/>
                    <a:pt x="358" y="1432"/>
                    <a:pt x="358" y="1551"/>
                  </a:cubicBezTo>
                  <a:cubicBezTo>
                    <a:pt x="358" y="1742"/>
                    <a:pt x="215" y="1885"/>
                    <a:pt x="96" y="2004"/>
                  </a:cubicBezTo>
                  <a:cubicBezTo>
                    <a:pt x="24" y="2052"/>
                    <a:pt x="0" y="2124"/>
                    <a:pt x="24" y="2195"/>
                  </a:cubicBezTo>
                  <a:cubicBezTo>
                    <a:pt x="72" y="2219"/>
                    <a:pt x="143" y="2243"/>
                    <a:pt x="191" y="2267"/>
                  </a:cubicBezTo>
                  <a:cubicBezTo>
                    <a:pt x="215" y="2314"/>
                    <a:pt x="239" y="2362"/>
                    <a:pt x="239" y="2386"/>
                  </a:cubicBezTo>
                  <a:cubicBezTo>
                    <a:pt x="310" y="2672"/>
                    <a:pt x="334" y="2958"/>
                    <a:pt x="382" y="3221"/>
                  </a:cubicBezTo>
                  <a:cubicBezTo>
                    <a:pt x="382" y="3292"/>
                    <a:pt x="429" y="3340"/>
                    <a:pt x="453" y="3388"/>
                  </a:cubicBezTo>
                  <a:cubicBezTo>
                    <a:pt x="501" y="3447"/>
                    <a:pt x="573" y="3465"/>
                    <a:pt x="653" y="3465"/>
                  </a:cubicBezTo>
                  <a:cubicBezTo>
                    <a:pt x="734" y="3465"/>
                    <a:pt x="823" y="3447"/>
                    <a:pt x="906" y="3435"/>
                  </a:cubicBezTo>
                  <a:cubicBezTo>
                    <a:pt x="1073" y="3388"/>
                    <a:pt x="1240" y="3316"/>
                    <a:pt x="1455" y="3268"/>
                  </a:cubicBezTo>
                  <a:cubicBezTo>
                    <a:pt x="1741" y="3173"/>
                    <a:pt x="1956" y="3078"/>
                    <a:pt x="2218" y="2958"/>
                  </a:cubicBezTo>
                  <a:cubicBezTo>
                    <a:pt x="2457" y="2839"/>
                    <a:pt x="2648" y="2624"/>
                    <a:pt x="2767" y="2386"/>
                  </a:cubicBezTo>
                  <a:cubicBezTo>
                    <a:pt x="2838" y="2267"/>
                    <a:pt x="2862" y="2147"/>
                    <a:pt x="2862" y="2076"/>
                  </a:cubicBezTo>
                  <a:cubicBezTo>
                    <a:pt x="2934" y="1718"/>
                    <a:pt x="2958" y="1360"/>
                    <a:pt x="2862" y="1026"/>
                  </a:cubicBezTo>
                  <a:cubicBezTo>
                    <a:pt x="2767" y="692"/>
                    <a:pt x="2528" y="359"/>
                    <a:pt x="2218" y="287"/>
                  </a:cubicBezTo>
                  <a:lnTo>
                    <a:pt x="1073"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175;p74">
              <a:extLst>
                <a:ext uri="{FF2B5EF4-FFF2-40B4-BE49-F238E27FC236}">
                  <a16:creationId xmlns:a16="http://schemas.microsoft.com/office/drawing/2014/main" id="{83BF0F08-3284-4C7B-A7E7-54593CA841D8}"/>
                </a:ext>
              </a:extLst>
            </p:cNvPr>
            <p:cNvSpPr/>
            <p:nvPr/>
          </p:nvSpPr>
          <p:spPr>
            <a:xfrm>
              <a:off x="3464275" y="1870150"/>
              <a:ext cx="22075" cy="89475"/>
            </a:xfrm>
            <a:custGeom>
              <a:avLst/>
              <a:gdLst/>
              <a:ahLst/>
              <a:cxnLst/>
              <a:rect l="l" t="t" r="r" b="b"/>
              <a:pathLst>
                <a:path w="883" h="3579" extrusionOk="0">
                  <a:moveTo>
                    <a:pt x="144" y="0"/>
                  </a:moveTo>
                  <a:lnTo>
                    <a:pt x="0" y="215"/>
                  </a:lnTo>
                  <a:cubicBezTo>
                    <a:pt x="144" y="263"/>
                    <a:pt x="263" y="382"/>
                    <a:pt x="310" y="525"/>
                  </a:cubicBezTo>
                  <a:cubicBezTo>
                    <a:pt x="382" y="668"/>
                    <a:pt x="382" y="811"/>
                    <a:pt x="382" y="978"/>
                  </a:cubicBezTo>
                  <a:cubicBezTo>
                    <a:pt x="382" y="1288"/>
                    <a:pt x="287" y="1598"/>
                    <a:pt x="239" y="1885"/>
                  </a:cubicBezTo>
                  <a:cubicBezTo>
                    <a:pt x="167" y="2195"/>
                    <a:pt x="144" y="2505"/>
                    <a:pt x="191" y="2815"/>
                  </a:cubicBezTo>
                  <a:cubicBezTo>
                    <a:pt x="263" y="3101"/>
                    <a:pt x="430" y="3411"/>
                    <a:pt x="692" y="3578"/>
                  </a:cubicBezTo>
                  <a:cubicBezTo>
                    <a:pt x="525" y="3387"/>
                    <a:pt x="430" y="3149"/>
                    <a:pt x="406" y="2863"/>
                  </a:cubicBezTo>
                  <a:cubicBezTo>
                    <a:pt x="382" y="2600"/>
                    <a:pt x="430" y="2338"/>
                    <a:pt x="525" y="2099"/>
                  </a:cubicBezTo>
                  <a:cubicBezTo>
                    <a:pt x="549" y="1980"/>
                    <a:pt x="621" y="1885"/>
                    <a:pt x="644" y="1765"/>
                  </a:cubicBezTo>
                  <a:cubicBezTo>
                    <a:pt x="788" y="1384"/>
                    <a:pt x="883" y="978"/>
                    <a:pt x="764" y="549"/>
                  </a:cubicBezTo>
                  <a:cubicBezTo>
                    <a:pt x="740" y="430"/>
                    <a:pt x="716" y="334"/>
                    <a:pt x="621" y="263"/>
                  </a:cubicBezTo>
                  <a:cubicBezTo>
                    <a:pt x="501" y="96"/>
                    <a:pt x="310" y="48"/>
                    <a:pt x="144"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176;p74">
              <a:extLst>
                <a:ext uri="{FF2B5EF4-FFF2-40B4-BE49-F238E27FC236}">
                  <a16:creationId xmlns:a16="http://schemas.microsoft.com/office/drawing/2014/main" id="{03DA8114-8D6B-47D9-9F72-EA3E5F56C9BD}"/>
                </a:ext>
              </a:extLst>
            </p:cNvPr>
            <p:cNvSpPr/>
            <p:nvPr/>
          </p:nvSpPr>
          <p:spPr>
            <a:xfrm>
              <a:off x="3434450" y="1818425"/>
              <a:ext cx="183675" cy="210450"/>
            </a:xfrm>
            <a:custGeom>
              <a:avLst/>
              <a:gdLst/>
              <a:ahLst/>
              <a:cxnLst/>
              <a:rect l="l" t="t" r="r" b="b"/>
              <a:pathLst>
                <a:path w="7347" h="8418" extrusionOk="0">
                  <a:moveTo>
                    <a:pt x="1919" y="1"/>
                  </a:moveTo>
                  <a:cubicBezTo>
                    <a:pt x="1639" y="1"/>
                    <a:pt x="1357" y="48"/>
                    <a:pt x="1098" y="138"/>
                  </a:cubicBezTo>
                  <a:cubicBezTo>
                    <a:pt x="597" y="257"/>
                    <a:pt x="120" y="591"/>
                    <a:pt x="1" y="1139"/>
                  </a:cubicBezTo>
                  <a:cubicBezTo>
                    <a:pt x="72" y="1688"/>
                    <a:pt x="430" y="2213"/>
                    <a:pt x="955" y="2451"/>
                  </a:cubicBezTo>
                  <a:cubicBezTo>
                    <a:pt x="989" y="2468"/>
                    <a:pt x="1034" y="2485"/>
                    <a:pt x="1075" y="2485"/>
                  </a:cubicBezTo>
                  <a:cubicBezTo>
                    <a:pt x="1092" y="2485"/>
                    <a:pt x="1108" y="2482"/>
                    <a:pt x="1122" y="2475"/>
                  </a:cubicBezTo>
                  <a:cubicBezTo>
                    <a:pt x="1170" y="2475"/>
                    <a:pt x="1241" y="2451"/>
                    <a:pt x="1265" y="2451"/>
                  </a:cubicBezTo>
                  <a:cubicBezTo>
                    <a:pt x="1290" y="2446"/>
                    <a:pt x="1315" y="2444"/>
                    <a:pt x="1339" y="2444"/>
                  </a:cubicBezTo>
                  <a:cubicBezTo>
                    <a:pt x="1547" y="2444"/>
                    <a:pt x="1723" y="2617"/>
                    <a:pt x="1766" y="2809"/>
                  </a:cubicBezTo>
                  <a:cubicBezTo>
                    <a:pt x="1837" y="3000"/>
                    <a:pt x="1814" y="3238"/>
                    <a:pt x="1814" y="3477"/>
                  </a:cubicBezTo>
                  <a:cubicBezTo>
                    <a:pt x="1766" y="3834"/>
                    <a:pt x="1766" y="4192"/>
                    <a:pt x="1885" y="4550"/>
                  </a:cubicBezTo>
                  <a:cubicBezTo>
                    <a:pt x="2171" y="5218"/>
                    <a:pt x="2887" y="5599"/>
                    <a:pt x="3125" y="6267"/>
                  </a:cubicBezTo>
                  <a:cubicBezTo>
                    <a:pt x="3245" y="6553"/>
                    <a:pt x="3245" y="6863"/>
                    <a:pt x="3364" y="7150"/>
                  </a:cubicBezTo>
                  <a:cubicBezTo>
                    <a:pt x="3555" y="7841"/>
                    <a:pt x="4246" y="8342"/>
                    <a:pt x="4962" y="8414"/>
                  </a:cubicBezTo>
                  <a:cubicBezTo>
                    <a:pt x="5002" y="8416"/>
                    <a:pt x="5042" y="8418"/>
                    <a:pt x="5083" y="8418"/>
                  </a:cubicBezTo>
                  <a:cubicBezTo>
                    <a:pt x="5757" y="8418"/>
                    <a:pt x="6417" y="8046"/>
                    <a:pt x="6822" y="7484"/>
                  </a:cubicBezTo>
                  <a:cubicBezTo>
                    <a:pt x="6965" y="7245"/>
                    <a:pt x="7084" y="7006"/>
                    <a:pt x="7180" y="6744"/>
                  </a:cubicBezTo>
                  <a:cubicBezTo>
                    <a:pt x="7251" y="6458"/>
                    <a:pt x="7347" y="6196"/>
                    <a:pt x="7347" y="5933"/>
                  </a:cubicBezTo>
                  <a:cubicBezTo>
                    <a:pt x="7347" y="5122"/>
                    <a:pt x="6822" y="4383"/>
                    <a:pt x="6107" y="4001"/>
                  </a:cubicBezTo>
                  <a:cubicBezTo>
                    <a:pt x="5534" y="3667"/>
                    <a:pt x="4819" y="3524"/>
                    <a:pt x="4413" y="3047"/>
                  </a:cubicBezTo>
                  <a:cubicBezTo>
                    <a:pt x="3817" y="2356"/>
                    <a:pt x="3936" y="1282"/>
                    <a:pt x="3364" y="591"/>
                  </a:cubicBezTo>
                  <a:cubicBezTo>
                    <a:pt x="3002" y="181"/>
                    <a:pt x="2463" y="1"/>
                    <a:pt x="1919"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177;p74">
              <a:extLst>
                <a:ext uri="{FF2B5EF4-FFF2-40B4-BE49-F238E27FC236}">
                  <a16:creationId xmlns:a16="http://schemas.microsoft.com/office/drawing/2014/main" id="{F1ED2369-EC49-4AC5-B871-FF061CA22D84}"/>
                </a:ext>
              </a:extLst>
            </p:cNvPr>
            <p:cNvSpPr/>
            <p:nvPr/>
          </p:nvSpPr>
          <p:spPr>
            <a:xfrm>
              <a:off x="3357550" y="2006025"/>
              <a:ext cx="226000" cy="221125"/>
            </a:xfrm>
            <a:custGeom>
              <a:avLst/>
              <a:gdLst/>
              <a:ahLst/>
              <a:cxnLst/>
              <a:rect l="l" t="t" r="r" b="b"/>
              <a:pathLst>
                <a:path w="9040" h="8845" extrusionOk="0">
                  <a:moveTo>
                    <a:pt x="8407" y="0"/>
                  </a:moveTo>
                  <a:cubicBezTo>
                    <a:pt x="8254" y="0"/>
                    <a:pt x="8109" y="102"/>
                    <a:pt x="8109" y="313"/>
                  </a:cubicBezTo>
                  <a:cubicBezTo>
                    <a:pt x="8085" y="2365"/>
                    <a:pt x="7394" y="4511"/>
                    <a:pt x="6011" y="6085"/>
                  </a:cubicBezTo>
                  <a:cubicBezTo>
                    <a:pt x="4798" y="7476"/>
                    <a:pt x="3105" y="7924"/>
                    <a:pt x="1374" y="7924"/>
                  </a:cubicBezTo>
                  <a:cubicBezTo>
                    <a:pt x="1028" y="7924"/>
                    <a:pt x="680" y="7906"/>
                    <a:pt x="334" y="7874"/>
                  </a:cubicBezTo>
                  <a:cubicBezTo>
                    <a:pt x="318" y="7872"/>
                    <a:pt x="303" y="7871"/>
                    <a:pt x="289" y="7871"/>
                  </a:cubicBezTo>
                  <a:cubicBezTo>
                    <a:pt x="106" y="7871"/>
                    <a:pt x="24" y="8006"/>
                    <a:pt x="24" y="8160"/>
                  </a:cubicBezTo>
                  <a:cubicBezTo>
                    <a:pt x="0" y="8327"/>
                    <a:pt x="48" y="8470"/>
                    <a:pt x="263" y="8518"/>
                  </a:cubicBezTo>
                  <a:cubicBezTo>
                    <a:pt x="1242" y="8680"/>
                    <a:pt x="2331" y="8845"/>
                    <a:pt x="3394" y="8845"/>
                  </a:cubicBezTo>
                  <a:cubicBezTo>
                    <a:pt x="4998" y="8845"/>
                    <a:pt x="6542" y="8469"/>
                    <a:pt x="7561" y="7135"/>
                  </a:cubicBezTo>
                  <a:cubicBezTo>
                    <a:pt x="8944" y="5250"/>
                    <a:pt x="9040" y="2508"/>
                    <a:pt x="8753" y="313"/>
                  </a:cubicBezTo>
                  <a:cubicBezTo>
                    <a:pt x="8729" y="108"/>
                    <a:pt x="8564" y="0"/>
                    <a:pt x="8407"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178;p74">
              <a:extLst>
                <a:ext uri="{FF2B5EF4-FFF2-40B4-BE49-F238E27FC236}">
                  <a16:creationId xmlns:a16="http://schemas.microsoft.com/office/drawing/2014/main" id="{F754E199-C4BF-4528-9C6E-451113FC8E0F}"/>
                </a:ext>
              </a:extLst>
            </p:cNvPr>
            <p:cNvSpPr/>
            <p:nvPr/>
          </p:nvSpPr>
          <p:spPr>
            <a:xfrm>
              <a:off x="3348250" y="2214950"/>
              <a:ext cx="88250" cy="259275"/>
            </a:xfrm>
            <a:custGeom>
              <a:avLst/>
              <a:gdLst/>
              <a:ahLst/>
              <a:cxnLst/>
              <a:rect l="l" t="t" r="r" b="b"/>
              <a:pathLst>
                <a:path w="3530" h="10371" extrusionOk="0">
                  <a:moveTo>
                    <a:pt x="3314" y="0"/>
                  </a:moveTo>
                  <a:cubicBezTo>
                    <a:pt x="3259" y="0"/>
                    <a:pt x="3202" y="27"/>
                    <a:pt x="3163" y="89"/>
                  </a:cubicBezTo>
                  <a:cubicBezTo>
                    <a:pt x="1302" y="3118"/>
                    <a:pt x="635" y="6672"/>
                    <a:pt x="14" y="10154"/>
                  </a:cubicBezTo>
                  <a:cubicBezTo>
                    <a:pt x="0" y="10284"/>
                    <a:pt x="99" y="10371"/>
                    <a:pt x="185" y="10371"/>
                  </a:cubicBezTo>
                  <a:cubicBezTo>
                    <a:pt x="241" y="10371"/>
                    <a:pt x="291" y="10334"/>
                    <a:pt x="301" y="10250"/>
                  </a:cubicBezTo>
                  <a:cubicBezTo>
                    <a:pt x="897" y="6791"/>
                    <a:pt x="1565" y="3285"/>
                    <a:pt x="3449" y="256"/>
                  </a:cubicBezTo>
                  <a:cubicBezTo>
                    <a:pt x="3529" y="112"/>
                    <a:pt x="3426" y="0"/>
                    <a:pt x="3314"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179;p74">
              <a:extLst>
                <a:ext uri="{FF2B5EF4-FFF2-40B4-BE49-F238E27FC236}">
                  <a16:creationId xmlns:a16="http://schemas.microsoft.com/office/drawing/2014/main" id="{5C78A4BF-7BCD-415C-8E9E-0A0655C70032}"/>
                </a:ext>
              </a:extLst>
            </p:cNvPr>
            <p:cNvSpPr/>
            <p:nvPr/>
          </p:nvSpPr>
          <p:spPr>
            <a:xfrm>
              <a:off x="3490300" y="2214950"/>
              <a:ext cx="88250" cy="259275"/>
            </a:xfrm>
            <a:custGeom>
              <a:avLst/>
              <a:gdLst/>
              <a:ahLst/>
              <a:cxnLst/>
              <a:rect l="l" t="t" r="r" b="b"/>
              <a:pathLst>
                <a:path w="3530" h="10371" extrusionOk="0">
                  <a:moveTo>
                    <a:pt x="198" y="0"/>
                  </a:moveTo>
                  <a:cubicBezTo>
                    <a:pt x="92" y="0"/>
                    <a:pt x="0" y="112"/>
                    <a:pt x="80" y="256"/>
                  </a:cubicBezTo>
                  <a:cubicBezTo>
                    <a:pt x="1965" y="3285"/>
                    <a:pt x="2609" y="6791"/>
                    <a:pt x="3205" y="10250"/>
                  </a:cubicBezTo>
                  <a:cubicBezTo>
                    <a:pt x="3214" y="10334"/>
                    <a:pt x="3268" y="10371"/>
                    <a:pt x="3328" y="10371"/>
                  </a:cubicBezTo>
                  <a:cubicBezTo>
                    <a:pt x="3421" y="10371"/>
                    <a:pt x="3529" y="10284"/>
                    <a:pt x="3515" y="10154"/>
                  </a:cubicBezTo>
                  <a:cubicBezTo>
                    <a:pt x="2895" y="6672"/>
                    <a:pt x="2227" y="3118"/>
                    <a:pt x="343" y="89"/>
                  </a:cubicBezTo>
                  <a:cubicBezTo>
                    <a:pt x="304" y="27"/>
                    <a:pt x="249" y="0"/>
                    <a:pt x="198"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180;p74">
              <a:extLst>
                <a:ext uri="{FF2B5EF4-FFF2-40B4-BE49-F238E27FC236}">
                  <a16:creationId xmlns:a16="http://schemas.microsoft.com/office/drawing/2014/main" id="{AE921B0A-8287-4324-9468-61526D40B773}"/>
                </a:ext>
              </a:extLst>
            </p:cNvPr>
            <p:cNvSpPr/>
            <p:nvPr/>
          </p:nvSpPr>
          <p:spPr>
            <a:xfrm>
              <a:off x="3243975" y="2123950"/>
              <a:ext cx="122200" cy="366050"/>
            </a:xfrm>
            <a:custGeom>
              <a:avLst/>
              <a:gdLst/>
              <a:ahLst/>
              <a:cxnLst/>
              <a:rect l="l" t="t" r="r" b="b"/>
              <a:pathLst>
                <a:path w="4888" h="14642" extrusionOk="0">
                  <a:moveTo>
                    <a:pt x="211" y="0"/>
                  </a:moveTo>
                  <a:cubicBezTo>
                    <a:pt x="105" y="0"/>
                    <a:pt x="0" y="82"/>
                    <a:pt x="59" y="200"/>
                  </a:cubicBezTo>
                  <a:cubicBezTo>
                    <a:pt x="1371" y="4373"/>
                    <a:pt x="2683" y="8523"/>
                    <a:pt x="3971" y="12697"/>
                  </a:cubicBezTo>
                  <a:cubicBezTo>
                    <a:pt x="4138" y="13293"/>
                    <a:pt x="4352" y="13914"/>
                    <a:pt x="4543" y="14510"/>
                  </a:cubicBezTo>
                  <a:cubicBezTo>
                    <a:pt x="4562" y="14603"/>
                    <a:pt x="4624" y="14641"/>
                    <a:pt x="4687" y="14641"/>
                  </a:cubicBezTo>
                  <a:cubicBezTo>
                    <a:pt x="4786" y="14641"/>
                    <a:pt x="4888" y="14546"/>
                    <a:pt x="4829" y="14414"/>
                  </a:cubicBezTo>
                  <a:cubicBezTo>
                    <a:pt x="3518" y="10241"/>
                    <a:pt x="2206" y="6114"/>
                    <a:pt x="942" y="1941"/>
                  </a:cubicBezTo>
                  <a:cubicBezTo>
                    <a:pt x="751" y="1344"/>
                    <a:pt x="536" y="700"/>
                    <a:pt x="369" y="104"/>
                  </a:cubicBezTo>
                  <a:cubicBezTo>
                    <a:pt x="342" y="31"/>
                    <a:pt x="276" y="0"/>
                    <a:pt x="211"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181;p74">
              <a:extLst>
                <a:ext uri="{FF2B5EF4-FFF2-40B4-BE49-F238E27FC236}">
                  <a16:creationId xmlns:a16="http://schemas.microsoft.com/office/drawing/2014/main" id="{BA334C0E-6258-490E-AF41-ACF987515C56}"/>
                </a:ext>
              </a:extLst>
            </p:cNvPr>
            <p:cNvSpPr/>
            <p:nvPr/>
          </p:nvSpPr>
          <p:spPr>
            <a:xfrm>
              <a:off x="2781300" y="2123425"/>
              <a:ext cx="121475" cy="366575"/>
            </a:xfrm>
            <a:custGeom>
              <a:avLst/>
              <a:gdLst/>
              <a:ahLst/>
              <a:cxnLst/>
              <a:rect l="l" t="t" r="r" b="b"/>
              <a:pathLst>
                <a:path w="4859" h="14663" extrusionOk="0">
                  <a:moveTo>
                    <a:pt x="4666" y="0"/>
                  </a:moveTo>
                  <a:cubicBezTo>
                    <a:pt x="4611" y="0"/>
                    <a:pt x="4560" y="36"/>
                    <a:pt x="4542" y="125"/>
                  </a:cubicBezTo>
                  <a:cubicBezTo>
                    <a:pt x="3207" y="4299"/>
                    <a:pt x="1919" y="8449"/>
                    <a:pt x="631" y="12623"/>
                  </a:cubicBezTo>
                  <a:cubicBezTo>
                    <a:pt x="440" y="13219"/>
                    <a:pt x="249" y="13839"/>
                    <a:pt x="58" y="14435"/>
                  </a:cubicBezTo>
                  <a:cubicBezTo>
                    <a:pt x="0" y="14567"/>
                    <a:pt x="102" y="14662"/>
                    <a:pt x="207" y="14662"/>
                  </a:cubicBezTo>
                  <a:cubicBezTo>
                    <a:pt x="273" y="14662"/>
                    <a:pt x="341" y="14624"/>
                    <a:pt x="369" y="14531"/>
                  </a:cubicBezTo>
                  <a:cubicBezTo>
                    <a:pt x="1680" y="10357"/>
                    <a:pt x="2992" y="6231"/>
                    <a:pt x="4256" y="2057"/>
                  </a:cubicBezTo>
                  <a:cubicBezTo>
                    <a:pt x="4447" y="1461"/>
                    <a:pt x="4662" y="817"/>
                    <a:pt x="4829" y="221"/>
                  </a:cubicBezTo>
                  <a:cubicBezTo>
                    <a:pt x="4858" y="101"/>
                    <a:pt x="4757" y="0"/>
                    <a:pt x="4666"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182;p74">
              <a:extLst>
                <a:ext uri="{FF2B5EF4-FFF2-40B4-BE49-F238E27FC236}">
                  <a16:creationId xmlns:a16="http://schemas.microsoft.com/office/drawing/2014/main" id="{6C48F4EB-E449-48A0-A79C-CC2FA201A6E7}"/>
                </a:ext>
              </a:extLst>
            </p:cNvPr>
            <p:cNvSpPr/>
            <p:nvPr/>
          </p:nvSpPr>
          <p:spPr>
            <a:xfrm>
              <a:off x="2786325" y="2122975"/>
              <a:ext cx="571250" cy="8950"/>
            </a:xfrm>
            <a:custGeom>
              <a:avLst/>
              <a:gdLst/>
              <a:ahLst/>
              <a:cxnLst/>
              <a:rect l="l" t="t" r="r" b="b"/>
              <a:pathLst>
                <a:path w="22850" h="358" extrusionOk="0">
                  <a:moveTo>
                    <a:pt x="191" y="0"/>
                  </a:moveTo>
                  <a:cubicBezTo>
                    <a:pt x="96" y="0"/>
                    <a:pt x="1" y="95"/>
                    <a:pt x="1" y="191"/>
                  </a:cubicBezTo>
                  <a:cubicBezTo>
                    <a:pt x="1" y="286"/>
                    <a:pt x="96" y="358"/>
                    <a:pt x="191" y="358"/>
                  </a:cubicBezTo>
                  <a:lnTo>
                    <a:pt x="22658" y="358"/>
                  </a:lnTo>
                  <a:cubicBezTo>
                    <a:pt x="22754" y="358"/>
                    <a:pt x="22849" y="286"/>
                    <a:pt x="22849" y="191"/>
                  </a:cubicBezTo>
                  <a:cubicBezTo>
                    <a:pt x="22849" y="95"/>
                    <a:pt x="22754" y="0"/>
                    <a:pt x="22658"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632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22" name="Google Shape;3957;p72">
            <a:extLst>
              <a:ext uri="{FF2B5EF4-FFF2-40B4-BE49-F238E27FC236}">
                <a16:creationId xmlns:a16="http://schemas.microsoft.com/office/drawing/2014/main" id="{8EFB3AFA-5F2C-4E1E-9C22-265F8788870E}"/>
              </a:ext>
            </a:extLst>
          </p:cNvPr>
          <p:cNvSpPr txBox="1">
            <a:spLocks noGrp="1"/>
          </p:cNvSpPr>
          <p:nvPr>
            <p:ph type="title"/>
          </p:nvPr>
        </p:nvSpPr>
        <p:spPr>
          <a:xfrm>
            <a:off x="1534135" y="318651"/>
            <a:ext cx="10412400" cy="685200"/>
          </a:xfrm>
          <a:prstGeom prst="rect">
            <a:avLst/>
          </a:prstGeom>
        </p:spPr>
        <p:txBody>
          <a:bodyPr spcFirstLastPara="1" wrap="square" lIns="121900" tIns="121900" rIns="121900" bIns="121900" anchor="t" anchorCtr="0">
            <a:noAutofit/>
          </a:bodyPr>
          <a:lstStyle/>
          <a:p>
            <a:r>
              <a:rPr lang="ro-RO" dirty="0"/>
              <a:t>Atribute -2</a:t>
            </a:r>
            <a:endParaRPr dirty="0"/>
          </a:p>
        </p:txBody>
      </p:sp>
      <p:sp>
        <p:nvSpPr>
          <p:cNvPr id="25" name="Google Shape;3643;p60">
            <a:extLst>
              <a:ext uri="{FF2B5EF4-FFF2-40B4-BE49-F238E27FC236}">
                <a16:creationId xmlns:a16="http://schemas.microsoft.com/office/drawing/2014/main" id="{21FEC928-B43C-42AE-B960-54EE860E9F4B}"/>
              </a:ext>
            </a:extLst>
          </p:cNvPr>
          <p:cNvSpPr txBox="1">
            <a:spLocks/>
          </p:cNvSpPr>
          <p:nvPr/>
        </p:nvSpPr>
        <p:spPr>
          <a:xfrm>
            <a:off x="1439475" y="1003851"/>
            <a:ext cx="9763387" cy="132474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UML permite specificare </a:t>
            </a:r>
            <a:r>
              <a:rPr lang="ro-RO" sz="2400" b="1" kern="0">
                <a:solidFill>
                  <a:srgbClr val="000000"/>
                </a:solidFill>
                <a:latin typeface="Calibri" panose="020F0502020204030204" pitchFamily="34" charset="0"/>
                <a:ea typeface="Calibri" panose="020F0502020204030204" pitchFamily="34" charset="0"/>
              </a:rPr>
              <a:t>multiplicităţilor pentru atribute</a:t>
            </a:r>
            <a:r>
              <a:rPr lang="ro-RO" sz="2400" kern="0">
                <a:solidFill>
                  <a:srgbClr val="000000"/>
                </a:solidFill>
                <a:latin typeface="Calibri" panose="020F0502020204030204" pitchFamily="34" charset="0"/>
                <a:ea typeface="Calibri" panose="020F0502020204030204" pitchFamily="34" charset="0"/>
              </a:rPr>
              <a:t>, atunci când dorim să definim mai mult de o valoare pentru un atribut. Au următoarea semnificaţie: </a:t>
            </a:r>
          </a:p>
          <a:p>
            <a:pPr marL="342900" indent="-342900" algn="just">
              <a:spcBef>
                <a:spcPts val="600"/>
              </a:spcBef>
              <a:spcAft>
                <a:spcPts val="600"/>
              </a:spcAft>
              <a:buClr>
                <a:schemeClr val="accent5"/>
              </a:buClr>
              <a:buSzPct val="120000"/>
              <a:buFont typeface="Arial" panose="020B0604020202020204" pitchFamily="34" charset="0"/>
              <a:buChar char="•"/>
            </a:pPr>
            <a:endParaRPr lang="ro-RO" sz="2400" kern="0"/>
          </a:p>
        </p:txBody>
      </p:sp>
      <p:sp>
        <p:nvSpPr>
          <p:cNvPr id="66" name="Google Shape;3643;p60">
            <a:extLst>
              <a:ext uri="{FF2B5EF4-FFF2-40B4-BE49-F238E27FC236}">
                <a16:creationId xmlns:a16="http://schemas.microsoft.com/office/drawing/2014/main" id="{20525A70-2244-4217-8CA3-CE203C9DD4D2}"/>
              </a:ext>
            </a:extLst>
          </p:cNvPr>
          <p:cNvSpPr txBox="1">
            <a:spLocks/>
          </p:cNvSpPr>
          <p:nvPr/>
        </p:nvSpPr>
        <p:spPr>
          <a:xfrm>
            <a:off x="1439475" y="4621210"/>
            <a:ext cx="9763387" cy="132474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Proprietate indică o </a:t>
            </a:r>
            <a:r>
              <a:rPr lang="ro-RO" sz="2400" b="1" kern="0">
                <a:solidFill>
                  <a:srgbClr val="000000"/>
                </a:solidFill>
                <a:latin typeface="Calibri" panose="020F0502020204030204" pitchFamily="34" charset="0"/>
                <a:ea typeface="Calibri" panose="020F0502020204030204" pitchFamily="34" charset="0"/>
              </a:rPr>
              <a:t>proprietate suplimentară </a:t>
            </a:r>
            <a:r>
              <a:rPr lang="ro-RO" sz="2400" kern="0">
                <a:solidFill>
                  <a:srgbClr val="000000"/>
                </a:solidFill>
                <a:latin typeface="Calibri" panose="020F0502020204030204" pitchFamily="34" charset="0"/>
                <a:ea typeface="Calibri" panose="020F0502020204030204" pitchFamily="34" charset="0"/>
              </a:rPr>
              <a:t>care se aplică atributului:</a:t>
            </a:r>
          </a:p>
          <a:p>
            <a:pPr marL="952500" lvl="2" indent="-342900" algn="just">
              <a:spcBef>
                <a:spcPts val="600"/>
              </a:spcBef>
              <a:spcAft>
                <a:spcPts val="600"/>
              </a:spcAft>
              <a:buClr>
                <a:schemeClr val="accent5"/>
              </a:buClr>
              <a:buSzPct val="120000"/>
              <a:buFont typeface="Arial" panose="020B0604020202020204" pitchFamily="34" charset="0"/>
              <a:buChar char="•"/>
            </a:pPr>
            <a:r>
              <a:rPr lang="ro-RO" sz="1900" kern="0">
                <a:solidFill>
                  <a:srgbClr val="000000"/>
                </a:solidFill>
                <a:latin typeface="Calibri" panose="020F0502020204030204" pitchFamily="34" charset="0"/>
                <a:ea typeface="Calibri" panose="020F0502020204030204" pitchFamily="34" charset="0"/>
              </a:rPr>
              <a:t>{readonly}: atributul poate fi citit, dar nu modificat</a:t>
            </a:r>
          </a:p>
          <a:p>
            <a:pPr marL="952500" lvl="2" indent="-342900" algn="just">
              <a:spcBef>
                <a:spcPts val="600"/>
              </a:spcBef>
              <a:spcAft>
                <a:spcPts val="600"/>
              </a:spcAft>
              <a:buClr>
                <a:schemeClr val="accent5"/>
              </a:buClr>
              <a:buSzPct val="120000"/>
              <a:buFont typeface="Arial" panose="020B0604020202020204" pitchFamily="34" charset="0"/>
              <a:buChar char="•"/>
            </a:pPr>
            <a:r>
              <a:rPr lang="ro-RO" sz="1900" kern="0">
                <a:solidFill>
                  <a:srgbClr val="000000"/>
                </a:solidFill>
                <a:latin typeface="Calibri" panose="020F0502020204030204" pitchFamily="34" charset="0"/>
                <a:ea typeface="Calibri" panose="020F0502020204030204" pitchFamily="34" charset="0"/>
              </a:rPr>
              <a:t>{ordered}, {unordered}: o mulţime ordonată sau neordonată</a:t>
            </a:r>
          </a:p>
          <a:p>
            <a:pPr marL="952500" lvl="2" indent="-342900" algn="just">
              <a:spcBef>
                <a:spcPts val="600"/>
              </a:spcBef>
              <a:spcAft>
                <a:spcPts val="600"/>
              </a:spcAft>
              <a:buClr>
                <a:schemeClr val="accent5"/>
              </a:buClr>
              <a:buSzPct val="120000"/>
              <a:buFont typeface="Arial" panose="020B0604020202020204" pitchFamily="34" charset="0"/>
              <a:buChar char="•"/>
            </a:pPr>
            <a:r>
              <a:rPr lang="ro-RO" sz="1900" kern="0">
                <a:solidFill>
                  <a:srgbClr val="000000"/>
                </a:solidFill>
                <a:latin typeface="Calibri" panose="020F0502020204030204" pitchFamily="34" charset="0"/>
                <a:ea typeface="Calibri" panose="020F0502020204030204" pitchFamily="34" charset="0"/>
              </a:rPr>
              <a:t>{unique}, {nonunique}: mulţimea poate conţine sau nu elemente identice</a:t>
            </a:r>
          </a:p>
          <a:p>
            <a:pPr marL="342900" indent="-342900" algn="just">
              <a:spcBef>
                <a:spcPts val="600"/>
              </a:spcBef>
              <a:spcAft>
                <a:spcPts val="600"/>
              </a:spcAft>
              <a:buClr>
                <a:schemeClr val="accent5"/>
              </a:buClr>
              <a:buSzPct val="120000"/>
              <a:buFont typeface="Arial" panose="020B0604020202020204" pitchFamily="34" charset="0"/>
              <a:buChar char="•"/>
            </a:pPr>
            <a:endParaRPr lang="ro-RO" sz="2400" kern="0"/>
          </a:p>
        </p:txBody>
      </p:sp>
      <p:graphicFrame>
        <p:nvGraphicFramePr>
          <p:cNvPr id="67" name="Table 66">
            <a:extLst>
              <a:ext uri="{FF2B5EF4-FFF2-40B4-BE49-F238E27FC236}">
                <a16:creationId xmlns:a16="http://schemas.microsoft.com/office/drawing/2014/main" id="{536883F7-8C85-4922-94B3-F83C75D91E35}"/>
              </a:ext>
            </a:extLst>
          </p:cNvPr>
          <p:cNvGraphicFramePr>
            <a:graphicFrameLocks noGrp="1"/>
          </p:cNvGraphicFramePr>
          <p:nvPr>
            <p:extLst>
              <p:ext uri="{D42A27DB-BD31-4B8C-83A1-F6EECF244321}">
                <p14:modId xmlns:p14="http://schemas.microsoft.com/office/powerpoint/2010/main" val="3133540395"/>
              </p:ext>
            </p:extLst>
          </p:nvPr>
        </p:nvGraphicFramePr>
        <p:xfrm>
          <a:off x="3869871" y="2328598"/>
          <a:ext cx="4452257" cy="2292612"/>
        </p:xfrm>
        <a:graphic>
          <a:graphicData uri="http://schemas.openxmlformats.org/drawingml/2006/table">
            <a:tbl>
              <a:tblPr firstRow="1" bandRow="1">
                <a:tableStyleId>{5940675A-B579-460E-94D1-54222C63F5DA}</a:tableStyleId>
              </a:tblPr>
              <a:tblGrid>
                <a:gridCol w="1541166">
                  <a:extLst>
                    <a:ext uri="{9D8B030D-6E8A-4147-A177-3AD203B41FA5}">
                      <a16:colId xmlns:a16="http://schemas.microsoft.com/office/drawing/2014/main" val="20000"/>
                    </a:ext>
                  </a:extLst>
                </a:gridCol>
                <a:gridCol w="2911091">
                  <a:extLst>
                    <a:ext uri="{9D8B030D-6E8A-4147-A177-3AD203B41FA5}">
                      <a16:colId xmlns:a16="http://schemas.microsoft.com/office/drawing/2014/main" val="20001"/>
                    </a:ext>
                  </a:extLst>
                </a:gridCol>
              </a:tblGrid>
              <a:tr h="286760">
                <a:tc>
                  <a:txBody>
                    <a:bodyPr/>
                    <a:lstStyle/>
                    <a:p>
                      <a:pPr algn="ctr">
                        <a:spcAft>
                          <a:spcPts val="0"/>
                        </a:spcAft>
                      </a:pPr>
                      <a:r>
                        <a:rPr lang="en-US" sz="1800" b="1" dirty="0" err="1">
                          <a:latin typeface="+mn-lt"/>
                          <a:ea typeface="Times New Roman"/>
                        </a:rPr>
                        <a:t>Multiplicitate</a:t>
                      </a:r>
                      <a:endParaRPr lang="en-US" sz="1800" dirty="0">
                        <a:latin typeface="+mn-lt"/>
                        <a:ea typeface="Times New Roman"/>
                      </a:endParaRPr>
                    </a:p>
                  </a:txBody>
                  <a:tcPr marL="9525" marR="9525" marT="9525" marB="9525"/>
                </a:tc>
                <a:tc>
                  <a:txBody>
                    <a:bodyPr/>
                    <a:lstStyle/>
                    <a:p>
                      <a:pPr algn="ctr">
                        <a:spcAft>
                          <a:spcPts val="0"/>
                        </a:spcAft>
                      </a:pPr>
                      <a:r>
                        <a:rPr lang="en-US" sz="1800" b="1" dirty="0" err="1">
                          <a:latin typeface="+mn-lt"/>
                          <a:ea typeface="Times New Roman"/>
                        </a:rPr>
                        <a:t>Sens</a:t>
                      </a:r>
                      <a:endParaRPr lang="en-US" sz="1800" dirty="0">
                        <a:latin typeface="+mn-lt"/>
                        <a:ea typeface="Times New Roman"/>
                      </a:endParaRPr>
                    </a:p>
                  </a:txBody>
                  <a:tcPr marL="9525" marR="9525" marT="9525" marB="9525"/>
                </a:tc>
                <a:extLst>
                  <a:ext uri="{0D108BD9-81ED-4DB2-BD59-A6C34878D82A}">
                    <a16:rowId xmlns:a16="http://schemas.microsoft.com/office/drawing/2014/main" val="10000"/>
                  </a:ext>
                </a:extLst>
              </a:tr>
              <a:tr h="286760">
                <a:tc>
                  <a:txBody>
                    <a:bodyPr/>
                    <a:lstStyle/>
                    <a:p>
                      <a:pPr>
                        <a:spcAft>
                          <a:spcPts val="0"/>
                        </a:spcAft>
                      </a:pPr>
                      <a:r>
                        <a:rPr lang="en-US" sz="1700">
                          <a:latin typeface="+mn-lt"/>
                          <a:ea typeface="Times New Roman"/>
                        </a:rPr>
                        <a:t>1</a:t>
                      </a:r>
                    </a:p>
                  </a:txBody>
                  <a:tcPr marL="9525" marR="9525" marT="9525" marB="9525"/>
                </a:tc>
                <a:tc>
                  <a:txBody>
                    <a:bodyPr/>
                    <a:lstStyle/>
                    <a:p>
                      <a:pPr>
                        <a:spcAft>
                          <a:spcPts val="0"/>
                        </a:spcAft>
                      </a:pPr>
                      <a:r>
                        <a:rPr lang="en-US" sz="1700">
                          <a:latin typeface="+mn-lt"/>
                          <a:ea typeface="Times New Roman"/>
                        </a:rPr>
                        <a:t>Exact 1 (implicit)</a:t>
                      </a:r>
                    </a:p>
                  </a:txBody>
                  <a:tcPr marL="9525" marR="9525" marT="9525" marB="9525"/>
                </a:tc>
                <a:extLst>
                  <a:ext uri="{0D108BD9-81ED-4DB2-BD59-A6C34878D82A}">
                    <a16:rowId xmlns:a16="http://schemas.microsoft.com/office/drawing/2014/main" val="10001"/>
                  </a:ext>
                </a:extLst>
              </a:tr>
              <a:tr h="286760">
                <a:tc>
                  <a:txBody>
                    <a:bodyPr/>
                    <a:lstStyle/>
                    <a:p>
                      <a:pPr>
                        <a:spcAft>
                          <a:spcPts val="0"/>
                        </a:spcAft>
                      </a:pPr>
                      <a:r>
                        <a:rPr lang="en-US" sz="1700">
                          <a:latin typeface="+mn-lt"/>
                          <a:ea typeface="Times New Roman"/>
                        </a:rPr>
                        <a:t>2</a:t>
                      </a:r>
                    </a:p>
                  </a:txBody>
                  <a:tcPr marL="9525" marR="9525" marT="9525" marB="9525"/>
                </a:tc>
                <a:tc>
                  <a:txBody>
                    <a:bodyPr/>
                    <a:lstStyle/>
                    <a:p>
                      <a:pPr>
                        <a:spcAft>
                          <a:spcPts val="0"/>
                        </a:spcAft>
                      </a:pPr>
                      <a:r>
                        <a:rPr lang="en-US" sz="1700" dirty="0">
                          <a:latin typeface="+mn-lt"/>
                          <a:ea typeface="Times New Roman"/>
                        </a:rPr>
                        <a:t>Exact 2</a:t>
                      </a:r>
                    </a:p>
                  </a:txBody>
                  <a:tcPr marL="9525" marR="9525" marT="9525" marB="9525"/>
                </a:tc>
                <a:extLst>
                  <a:ext uri="{0D108BD9-81ED-4DB2-BD59-A6C34878D82A}">
                    <a16:rowId xmlns:a16="http://schemas.microsoft.com/office/drawing/2014/main" val="10002"/>
                  </a:ext>
                </a:extLst>
              </a:tr>
              <a:tr h="286760">
                <a:tc>
                  <a:txBody>
                    <a:bodyPr/>
                    <a:lstStyle/>
                    <a:p>
                      <a:pPr>
                        <a:spcAft>
                          <a:spcPts val="0"/>
                        </a:spcAft>
                      </a:pPr>
                      <a:r>
                        <a:rPr lang="en-US" sz="1700">
                          <a:latin typeface="+mn-lt"/>
                          <a:ea typeface="Times New Roman"/>
                        </a:rPr>
                        <a:t>1..4</a:t>
                      </a:r>
                    </a:p>
                  </a:txBody>
                  <a:tcPr marL="9525" marR="9525" marT="9525" marB="9525"/>
                </a:tc>
                <a:tc>
                  <a:txBody>
                    <a:bodyPr/>
                    <a:lstStyle/>
                    <a:p>
                      <a:pPr>
                        <a:spcAft>
                          <a:spcPts val="0"/>
                        </a:spcAft>
                      </a:pPr>
                      <a:r>
                        <a:rPr lang="en-US" sz="1700">
                          <a:latin typeface="+mn-lt"/>
                          <a:ea typeface="Times New Roman"/>
                        </a:rPr>
                        <a:t>De la 1 la 4 (inclusiv)</a:t>
                      </a:r>
                    </a:p>
                  </a:txBody>
                  <a:tcPr marL="9525" marR="9525" marT="9525" marB="9525"/>
                </a:tc>
                <a:extLst>
                  <a:ext uri="{0D108BD9-81ED-4DB2-BD59-A6C34878D82A}">
                    <a16:rowId xmlns:a16="http://schemas.microsoft.com/office/drawing/2014/main" val="10003"/>
                  </a:ext>
                </a:extLst>
              </a:tr>
              <a:tr h="286760">
                <a:tc>
                  <a:txBody>
                    <a:bodyPr/>
                    <a:lstStyle/>
                    <a:p>
                      <a:pPr>
                        <a:spcAft>
                          <a:spcPts val="0"/>
                        </a:spcAft>
                      </a:pPr>
                      <a:r>
                        <a:rPr lang="en-US" sz="1700">
                          <a:latin typeface="+mn-lt"/>
                          <a:ea typeface="Times New Roman"/>
                        </a:rPr>
                        <a:t>3, 5</a:t>
                      </a:r>
                    </a:p>
                  </a:txBody>
                  <a:tcPr marL="9525" marR="9525" marT="9525" marB="9525"/>
                </a:tc>
                <a:tc>
                  <a:txBody>
                    <a:bodyPr/>
                    <a:lstStyle/>
                    <a:p>
                      <a:pPr>
                        <a:spcAft>
                          <a:spcPts val="0"/>
                        </a:spcAft>
                      </a:pPr>
                      <a:r>
                        <a:rPr lang="en-US" sz="1700" dirty="0">
                          <a:latin typeface="+mn-lt"/>
                          <a:ea typeface="Times New Roman"/>
                        </a:rPr>
                        <a:t>3 </a:t>
                      </a:r>
                      <a:r>
                        <a:rPr lang="en-US" sz="1700" dirty="0" err="1">
                          <a:latin typeface="+mn-lt"/>
                          <a:ea typeface="Times New Roman"/>
                        </a:rPr>
                        <a:t>sau</a:t>
                      </a:r>
                      <a:r>
                        <a:rPr lang="en-US" sz="1700" dirty="0">
                          <a:latin typeface="+mn-lt"/>
                          <a:ea typeface="Times New Roman"/>
                        </a:rPr>
                        <a:t> 5</a:t>
                      </a:r>
                    </a:p>
                  </a:txBody>
                  <a:tcPr marL="9525" marR="9525" marT="9525" marB="9525"/>
                </a:tc>
                <a:extLst>
                  <a:ext uri="{0D108BD9-81ED-4DB2-BD59-A6C34878D82A}">
                    <a16:rowId xmlns:a16="http://schemas.microsoft.com/office/drawing/2014/main" val="10004"/>
                  </a:ext>
                </a:extLst>
              </a:tr>
              <a:tr h="286760">
                <a:tc>
                  <a:txBody>
                    <a:bodyPr/>
                    <a:lstStyle/>
                    <a:p>
                      <a:pPr>
                        <a:spcAft>
                          <a:spcPts val="0"/>
                        </a:spcAft>
                      </a:pPr>
                      <a:r>
                        <a:rPr lang="en-US" sz="1700">
                          <a:latin typeface="+mn-lt"/>
                          <a:ea typeface="Times New Roman"/>
                        </a:rPr>
                        <a:t>1..*</a:t>
                      </a:r>
                    </a:p>
                  </a:txBody>
                  <a:tcPr marL="9525" marR="9525" marT="9525" marB="9525"/>
                </a:tc>
                <a:tc>
                  <a:txBody>
                    <a:bodyPr/>
                    <a:lstStyle/>
                    <a:p>
                      <a:pPr>
                        <a:spcAft>
                          <a:spcPts val="0"/>
                        </a:spcAft>
                      </a:pPr>
                      <a:r>
                        <a:rPr lang="en-US" sz="1700">
                          <a:latin typeface="+mn-lt"/>
                          <a:ea typeface="Times New Roman"/>
                        </a:rPr>
                        <a:t>Cel puţin unul sau mai mulţi</a:t>
                      </a:r>
                    </a:p>
                  </a:txBody>
                  <a:tcPr marL="9525" marR="9525" marT="9525" marB="9525"/>
                </a:tc>
                <a:extLst>
                  <a:ext uri="{0D108BD9-81ED-4DB2-BD59-A6C34878D82A}">
                    <a16:rowId xmlns:a16="http://schemas.microsoft.com/office/drawing/2014/main" val="10005"/>
                  </a:ext>
                </a:extLst>
              </a:tr>
              <a:tr h="286760">
                <a:tc>
                  <a:txBody>
                    <a:bodyPr/>
                    <a:lstStyle/>
                    <a:p>
                      <a:pPr>
                        <a:spcAft>
                          <a:spcPts val="0"/>
                        </a:spcAft>
                      </a:pPr>
                      <a:r>
                        <a:rPr lang="en-US" sz="1700">
                          <a:latin typeface="+mn-lt"/>
                          <a:ea typeface="Times New Roman"/>
                        </a:rPr>
                        <a:t>*</a:t>
                      </a:r>
                    </a:p>
                  </a:txBody>
                  <a:tcPr marL="9525" marR="9525" marT="9525" marB="9525"/>
                </a:tc>
                <a:tc>
                  <a:txBody>
                    <a:bodyPr/>
                    <a:lstStyle/>
                    <a:p>
                      <a:pPr>
                        <a:spcAft>
                          <a:spcPts val="0"/>
                        </a:spcAft>
                      </a:pPr>
                      <a:r>
                        <a:rPr lang="en-US" sz="1700">
                          <a:latin typeface="+mn-lt"/>
                          <a:ea typeface="Times New Roman"/>
                        </a:rPr>
                        <a:t>Nelimitat (inclusive 0) </a:t>
                      </a:r>
                    </a:p>
                  </a:txBody>
                  <a:tcPr marL="9525" marR="9525" marT="9525" marB="9525"/>
                </a:tc>
                <a:extLst>
                  <a:ext uri="{0D108BD9-81ED-4DB2-BD59-A6C34878D82A}">
                    <a16:rowId xmlns:a16="http://schemas.microsoft.com/office/drawing/2014/main" val="10006"/>
                  </a:ext>
                </a:extLst>
              </a:tr>
              <a:tr h="278682">
                <a:tc>
                  <a:txBody>
                    <a:bodyPr/>
                    <a:lstStyle/>
                    <a:p>
                      <a:pPr>
                        <a:spcAft>
                          <a:spcPts val="0"/>
                        </a:spcAft>
                      </a:pPr>
                      <a:r>
                        <a:rPr lang="en-US" sz="1700" dirty="0">
                          <a:latin typeface="+mn-lt"/>
                          <a:ea typeface="Times New Roman"/>
                        </a:rPr>
                        <a:t>0..1</a:t>
                      </a:r>
                    </a:p>
                  </a:txBody>
                  <a:tcPr marL="9525" marR="9525" marT="9525" marB="9525"/>
                </a:tc>
                <a:tc>
                  <a:txBody>
                    <a:bodyPr/>
                    <a:lstStyle/>
                    <a:p>
                      <a:pPr>
                        <a:spcAft>
                          <a:spcPts val="0"/>
                        </a:spcAft>
                      </a:pPr>
                      <a:r>
                        <a:rPr lang="en-US" sz="1700" dirty="0">
                          <a:latin typeface="+mn-lt"/>
                          <a:ea typeface="Times New Roman"/>
                        </a:rPr>
                        <a:t> 0 </a:t>
                      </a:r>
                      <a:r>
                        <a:rPr lang="en-US" sz="1700" dirty="0" err="1">
                          <a:latin typeface="+mn-lt"/>
                          <a:ea typeface="Times New Roman"/>
                        </a:rPr>
                        <a:t>sau</a:t>
                      </a:r>
                      <a:r>
                        <a:rPr lang="en-US" sz="1700" dirty="0">
                          <a:latin typeface="+mn-lt"/>
                          <a:ea typeface="Times New Roman"/>
                        </a:rPr>
                        <a:t> 1</a:t>
                      </a:r>
                    </a:p>
                  </a:txBody>
                  <a:tcPr marL="9525" marR="9525" marT="9525" marB="9525"/>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29265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56"/>
        <p:cNvGrpSpPr/>
        <p:nvPr/>
      </p:nvGrpSpPr>
      <p:grpSpPr>
        <a:xfrm>
          <a:off x="0" y="0"/>
          <a:ext cx="0" cy="0"/>
          <a:chOff x="0" y="0"/>
          <a:chExt cx="0" cy="0"/>
        </a:xfrm>
      </p:grpSpPr>
      <p:sp>
        <p:nvSpPr>
          <p:cNvPr id="3957" name="Google Shape;3957;p72"/>
          <p:cNvSpPr txBox="1">
            <a:spLocks noGrp="1"/>
          </p:cNvSpPr>
          <p:nvPr>
            <p:ph type="title"/>
          </p:nvPr>
        </p:nvSpPr>
        <p:spPr>
          <a:xfrm>
            <a:off x="1041265" y="266027"/>
            <a:ext cx="10412400" cy="685200"/>
          </a:xfrm>
          <a:prstGeom prst="rect">
            <a:avLst/>
          </a:prstGeom>
        </p:spPr>
        <p:txBody>
          <a:bodyPr spcFirstLastPara="1" wrap="square" lIns="121900" tIns="121900" rIns="121900" bIns="121900" anchor="t" anchorCtr="0">
            <a:noAutofit/>
          </a:bodyPr>
          <a:lstStyle/>
          <a:p>
            <a:r>
              <a:rPr lang="ro-RO" dirty="0"/>
              <a:t>Operații</a:t>
            </a:r>
            <a:endParaRPr dirty="0"/>
          </a:p>
        </p:txBody>
      </p:sp>
      <p:sp>
        <p:nvSpPr>
          <p:cNvPr id="91" name="Google Shape;3643;p60">
            <a:extLst>
              <a:ext uri="{FF2B5EF4-FFF2-40B4-BE49-F238E27FC236}">
                <a16:creationId xmlns:a16="http://schemas.microsoft.com/office/drawing/2014/main" id="{1ADB7349-4DDD-4F03-BF83-DBA250E21E58}"/>
              </a:ext>
            </a:extLst>
          </p:cNvPr>
          <p:cNvSpPr txBox="1">
            <a:spLocks/>
          </p:cNvSpPr>
          <p:nvPr/>
        </p:nvSpPr>
        <p:spPr>
          <a:xfrm>
            <a:off x="1041265" y="951227"/>
            <a:ext cx="10558188" cy="393317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Forma generală a unei operaţii este: </a:t>
            </a:r>
          </a:p>
          <a:p>
            <a:pPr marL="0" indent="0" algn="just">
              <a:spcBef>
                <a:spcPts val="600"/>
              </a:spcBef>
              <a:spcAft>
                <a:spcPts val="600"/>
              </a:spcAft>
              <a:buClr>
                <a:schemeClr val="accent5"/>
              </a:buClr>
              <a:buSzPct val="120000"/>
            </a:pPr>
            <a:r>
              <a:rPr lang="ro-RO" sz="2400" b="1" kern="0">
                <a:solidFill>
                  <a:srgbClr val="000000"/>
                </a:solidFill>
                <a:latin typeface="Calibri" panose="020F0502020204030204" pitchFamily="34" charset="0"/>
                <a:ea typeface="Calibri" panose="020F0502020204030204" pitchFamily="34" charset="0"/>
              </a:rPr>
              <a:t>[vizibilitate] nume ([direcţie] lista parametri) [:tip returnat] [{proprietate}]</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Vizibilitatea – aceeaşi ca şi la clase</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Direcţie - 'in'   |   'out'   |   'inout'   |   'return' </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Tip returnat – dacă operaţia returnează ceva, adică este o funcţie </a:t>
            </a:r>
          </a:p>
          <a:p>
            <a:pPr marL="38100" indent="-342900" algn="just">
              <a:spcBef>
                <a:spcPts val="600"/>
              </a:spcBef>
              <a:spcAft>
                <a:spcPts val="600"/>
              </a:spcAft>
              <a:buClr>
                <a:schemeClr val="accent5"/>
              </a:buClr>
              <a:buSzPct val="120000"/>
              <a:buFont typeface="Arial" panose="020B0604020202020204" pitchFamily="34" charset="0"/>
              <a:buChar char="•"/>
            </a:pPr>
            <a:r>
              <a:rPr lang="ro-RO" sz="2400" kern="0">
                <a:solidFill>
                  <a:srgbClr val="000000"/>
                </a:solidFill>
                <a:latin typeface="Calibri" panose="020F0502020204030204" pitchFamily="34" charset="0"/>
                <a:ea typeface="Calibri" panose="020F0502020204030204" pitchFamily="34" charset="0"/>
              </a:rPr>
              <a:t>Un exemplu de proprietate a unei operaţii: {query} - nu are efecte secundare, nu schimbă starea unui obiect sau a altor obiecte, exemplu operaţiile de tip “get”.</a:t>
            </a:r>
          </a:p>
          <a:p>
            <a:pPr marL="342900" indent="-342900" algn="just">
              <a:spcBef>
                <a:spcPts val="600"/>
              </a:spcBef>
              <a:spcAft>
                <a:spcPts val="600"/>
              </a:spcAft>
              <a:buClr>
                <a:schemeClr val="accent5"/>
              </a:buClr>
              <a:buSzPct val="120000"/>
              <a:buFont typeface="Arial" panose="020B0604020202020204" pitchFamily="34" charset="0"/>
              <a:buChar char="•"/>
            </a:pPr>
            <a:endParaRPr lang="ro-RO" sz="2400" kern="0"/>
          </a:p>
        </p:txBody>
      </p:sp>
      <p:sp>
        <p:nvSpPr>
          <p:cNvPr id="34" name="Content Placeholder 4">
            <a:extLst>
              <a:ext uri="{FF2B5EF4-FFF2-40B4-BE49-F238E27FC236}">
                <a16:creationId xmlns:a16="http://schemas.microsoft.com/office/drawing/2014/main" id="{7CC92138-C90A-4863-91E2-FCEDCC578F5C}"/>
              </a:ext>
            </a:extLst>
          </p:cNvPr>
          <p:cNvSpPr txBox="1">
            <a:spLocks/>
          </p:cNvSpPr>
          <p:nvPr/>
        </p:nvSpPr>
        <p:spPr>
          <a:xfrm>
            <a:off x="2064488" y="4686973"/>
            <a:ext cx="3657600" cy="1905000"/>
          </a:xfrm>
          <a:prstGeom prst="rect">
            <a:avLst/>
          </a:prstGeom>
        </p:spPr>
        <p:style>
          <a:lnRef idx="1">
            <a:schemeClr val="accent2"/>
          </a:lnRef>
          <a:fillRef idx="2">
            <a:schemeClr val="accent2"/>
          </a:fillRef>
          <a:effectRef idx="1">
            <a:schemeClr val="accent2"/>
          </a:effectRef>
          <a:fontRef idx="minor">
            <a:schemeClr val="dk1"/>
          </a:fontRef>
        </p:style>
        <p:txBody>
          <a:bodyPr vert="horz">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ro-RO" sz="2000" b="0" i="0" u="none" strike="noStrike" kern="1200" cap="none" spc="0" normalizeH="0" baseline="0" noProof="0" dirty="0">
                <a:ln>
                  <a:noFill/>
                </a:ln>
                <a:solidFill>
                  <a:schemeClr val="tx1"/>
                </a:solidFill>
                <a:effectLst/>
                <a:uLnTx/>
                <a:uFillTx/>
                <a:latin typeface="Calibri" pitchFamily="34" charset="0"/>
              </a:rPr>
              <a:t>Exemple de atribute:</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Arial" pitchFamily="34" charset="0"/>
              <a:buChar char="•"/>
              <a:tabLst/>
              <a:defRPr/>
            </a:pPr>
            <a:r>
              <a:rPr lang="en-US" noProof="0" dirty="0">
                <a:latin typeface="Calibri" pitchFamily="34" charset="0"/>
              </a:rPr>
              <a:t>- v</a:t>
            </a:r>
            <a:r>
              <a:rPr lang="ro-RO" noProof="0" dirty="0">
                <a:latin typeface="Calibri" pitchFamily="34" charset="0"/>
              </a:rPr>
              <a:t>arsta</a:t>
            </a:r>
            <a:r>
              <a:rPr lang="en-US" noProof="0" dirty="0">
                <a:latin typeface="Calibri" pitchFamily="34" charset="0"/>
              </a:rPr>
              <a:t>:</a:t>
            </a:r>
            <a:r>
              <a:rPr lang="ro-RO" noProof="0" dirty="0">
                <a:latin typeface="Calibri" pitchFamily="34" charset="0"/>
              </a:rPr>
              <a:t> Integ</a:t>
            </a:r>
            <a:r>
              <a:rPr lang="en-US" noProof="0" dirty="0">
                <a:latin typeface="Calibri" pitchFamily="34" charset="0"/>
              </a:rPr>
              <a:t>e</a:t>
            </a:r>
            <a:r>
              <a:rPr lang="ro-RO" noProof="0" dirty="0">
                <a:latin typeface="Calibri" pitchFamily="34" charset="0"/>
              </a:rPr>
              <a:t>r</a:t>
            </a:r>
            <a:r>
              <a:rPr lang="en-US" noProof="0" dirty="0">
                <a:latin typeface="Calibri" pitchFamily="34" charset="0"/>
              </a:rPr>
              <a:t> {</a:t>
            </a:r>
            <a:r>
              <a:rPr lang="en-US" noProof="0" dirty="0" err="1">
                <a:latin typeface="Calibri" pitchFamily="34" charset="0"/>
              </a:rPr>
              <a:t>varsta</a:t>
            </a:r>
            <a:r>
              <a:rPr lang="en-US" noProof="0" dirty="0">
                <a:latin typeface="Calibri" pitchFamily="34" charset="0"/>
              </a:rPr>
              <a:t>&gt;18}</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Arial" pitchFamily="34" charset="0"/>
              <a:buChar char="•"/>
              <a:tabLst/>
              <a:defRPr/>
            </a:pPr>
            <a:r>
              <a:rPr kumimoji="0" lang="en-US" b="0" i="0" u="none" strike="noStrike" kern="1200" cap="none" spc="0" normalizeH="0" baseline="0" dirty="0">
                <a:ln>
                  <a:noFill/>
                </a:ln>
                <a:solidFill>
                  <a:schemeClr val="tx1"/>
                </a:solidFill>
                <a:effectLst/>
                <a:uLnTx/>
                <a:uFillTx/>
                <a:latin typeface="Calibri" pitchFamily="34" charset="0"/>
              </a:rPr>
              <a:t># </a:t>
            </a:r>
            <a:r>
              <a:rPr kumimoji="0" lang="en-US" b="0" i="0" u="none" strike="noStrike" kern="1200" cap="none" spc="0" normalizeH="0" baseline="0" dirty="0" err="1">
                <a:ln>
                  <a:noFill/>
                </a:ln>
                <a:solidFill>
                  <a:schemeClr val="tx1"/>
                </a:solidFill>
                <a:effectLst/>
                <a:uLnTx/>
                <a:uFillTx/>
                <a:latin typeface="Calibri" pitchFamily="34" charset="0"/>
              </a:rPr>
              <a:t>nume:String</a:t>
            </a:r>
            <a:r>
              <a:rPr kumimoji="0" lang="en-US" b="0" i="0" u="none" strike="noStrike" kern="1200" cap="none" spc="0" normalizeH="0" baseline="0" dirty="0">
                <a:ln>
                  <a:noFill/>
                </a:ln>
                <a:solidFill>
                  <a:schemeClr val="tx1"/>
                </a:solidFill>
                <a:effectLst/>
                <a:uLnTx/>
                <a:uFillTx/>
                <a:latin typeface="Calibri" pitchFamily="34" charset="0"/>
              </a:rPr>
              <a:t>[1..2]=“Ioana”</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Arial" pitchFamily="34" charset="0"/>
              <a:buChar char="•"/>
              <a:tabLst/>
              <a:defRPr/>
            </a:pPr>
            <a:r>
              <a:rPr lang="en-US" noProof="0" dirty="0">
                <a:latin typeface="Calibri" pitchFamily="34" charset="0"/>
              </a:rPr>
              <a:t>~ </a:t>
            </a:r>
            <a:r>
              <a:rPr lang="en-US" noProof="0" dirty="0" err="1">
                <a:latin typeface="Calibri" pitchFamily="34" charset="0"/>
              </a:rPr>
              <a:t>Id:String</a:t>
            </a:r>
            <a:r>
              <a:rPr lang="en-US" noProof="0" dirty="0">
                <a:latin typeface="Calibri" pitchFamily="34" charset="0"/>
              </a:rPr>
              <a:t> {unique}</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Arial" pitchFamily="34" charset="0"/>
              <a:buChar char="•"/>
              <a:tabLst/>
              <a:defRPr/>
            </a:pPr>
            <a:r>
              <a:rPr lang="en-US" dirty="0">
                <a:latin typeface="Calibri" pitchFamily="34" charset="0"/>
              </a:rPr>
              <a:t>/ </a:t>
            </a:r>
            <a:r>
              <a:rPr lang="en-US" dirty="0" err="1">
                <a:latin typeface="Calibri" pitchFamily="34" charset="0"/>
              </a:rPr>
              <a:t>sumaTotala:Real</a:t>
            </a:r>
            <a:r>
              <a:rPr lang="en-US" dirty="0">
                <a:latin typeface="Calibri" pitchFamily="34" charset="0"/>
              </a:rPr>
              <a:t>=0</a:t>
            </a:r>
            <a:endParaRPr kumimoji="0" lang="en-US"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n-US" b="0" i="0" u="none" strike="noStrike" kern="1200" cap="none" spc="0" normalizeH="0" baseline="0" noProof="0" dirty="0">
              <a:ln>
                <a:noFill/>
              </a:ln>
              <a:solidFill>
                <a:schemeClr val="tx1"/>
              </a:solidFill>
              <a:effectLst/>
              <a:uLnTx/>
              <a:uFillTx/>
              <a:latin typeface="Calibri" pitchFamily="34" charset="0"/>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a:buChar char=""/>
              <a:tabLst/>
              <a:defRPr/>
            </a:pPr>
            <a:endParaRPr kumimoji="0" lang="ro-RO"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ro-RO"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ro-RO" b="1" i="0" u="none" strike="noStrike" kern="1200" cap="none" spc="0" normalizeH="0" baseline="0" noProof="0" dirty="0">
              <a:ln>
                <a:noFill/>
              </a:ln>
              <a:solidFill>
                <a:schemeClr val="tx1"/>
              </a:solidFill>
              <a:effectLst/>
              <a:uLnTx/>
              <a:uFillTx/>
              <a:latin typeface="Calibri" pitchFamily="34" charset="0"/>
            </a:endParaRPr>
          </a:p>
        </p:txBody>
      </p:sp>
      <p:sp>
        <p:nvSpPr>
          <p:cNvPr id="35" name="Content Placeholder 4">
            <a:extLst>
              <a:ext uri="{FF2B5EF4-FFF2-40B4-BE49-F238E27FC236}">
                <a16:creationId xmlns:a16="http://schemas.microsoft.com/office/drawing/2014/main" id="{0ADEDBB3-306D-4694-BF5A-C4B25DE35916}"/>
              </a:ext>
            </a:extLst>
          </p:cNvPr>
          <p:cNvSpPr txBox="1">
            <a:spLocks/>
          </p:cNvSpPr>
          <p:nvPr/>
        </p:nvSpPr>
        <p:spPr>
          <a:xfrm>
            <a:off x="6096000" y="4686973"/>
            <a:ext cx="4343400" cy="1905000"/>
          </a:xfrm>
          <a:prstGeom prst="rect">
            <a:avLst/>
          </a:prstGeom>
        </p:spPr>
        <p:style>
          <a:lnRef idx="1">
            <a:schemeClr val="accent2"/>
          </a:lnRef>
          <a:fillRef idx="2">
            <a:schemeClr val="accent2"/>
          </a:fillRef>
          <a:effectRef idx="1">
            <a:schemeClr val="accent2"/>
          </a:effectRef>
          <a:fontRef idx="minor">
            <a:schemeClr val="dk1"/>
          </a:fontRef>
        </p:style>
        <p:txBody>
          <a:bodyPr vert="horz">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ro-RO" sz="2000" b="0" i="0" u="none" strike="noStrike" kern="1200" cap="none" spc="0" normalizeH="0" baseline="0" noProof="0" dirty="0">
                <a:ln>
                  <a:noFill/>
                </a:ln>
                <a:solidFill>
                  <a:schemeClr val="tx1"/>
                </a:solidFill>
                <a:effectLst/>
                <a:uLnTx/>
                <a:uFillTx/>
                <a:latin typeface="Calibri" pitchFamily="34" charset="0"/>
              </a:rPr>
              <a:t>Exemple de </a:t>
            </a:r>
            <a:r>
              <a:rPr kumimoji="0" lang="ro-RO" sz="2000" b="0" i="0" u="none" strike="noStrike" kern="1200" cap="none" spc="0" normalizeH="0" baseline="0" noProof="0" dirty="0" err="1">
                <a:ln>
                  <a:noFill/>
                </a:ln>
                <a:solidFill>
                  <a:schemeClr val="tx1"/>
                </a:solidFill>
                <a:effectLst/>
                <a:uLnTx/>
                <a:uFillTx/>
                <a:latin typeface="Calibri" pitchFamily="34" charset="0"/>
              </a:rPr>
              <a:t>operaţii</a:t>
            </a:r>
            <a:r>
              <a:rPr kumimoji="0" lang="ro-RO" sz="2000" b="0" i="0" u="none" strike="noStrike" kern="1200" cap="none" spc="0" normalizeH="0" baseline="0" noProof="0" dirty="0">
                <a:ln>
                  <a:noFill/>
                </a:ln>
                <a:solidFill>
                  <a:schemeClr val="tx1"/>
                </a:solidFill>
                <a:effectLst/>
                <a:uLnTx/>
                <a:uFillTx/>
                <a:latin typeface="Calibri" pitchFamily="34" charset="0"/>
              </a:rPr>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Arial" pitchFamily="34" charset="0"/>
              <a:buChar char="•"/>
              <a:tabLst/>
              <a:defRPr/>
            </a:pPr>
            <a:r>
              <a:rPr lang="en-US" noProof="0" dirty="0">
                <a:latin typeface="Calibri" pitchFamily="34" charset="0"/>
              </a:rPr>
              <a:t>+ </a:t>
            </a:r>
            <a:r>
              <a:rPr lang="ro-RO" noProof="0" dirty="0">
                <a:latin typeface="Calibri" pitchFamily="34" charset="0"/>
              </a:rPr>
              <a:t>setVarsta</a:t>
            </a:r>
            <a:r>
              <a:rPr lang="en-US" noProof="0" dirty="0">
                <a:latin typeface="Calibri" pitchFamily="34" charset="0"/>
              </a:rPr>
              <a:t> </a:t>
            </a:r>
            <a:r>
              <a:rPr lang="en-US" dirty="0">
                <a:latin typeface="Calibri" pitchFamily="34" charset="0"/>
              </a:rPr>
              <a:t>(out </a:t>
            </a:r>
            <a:r>
              <a:rPr lang="en-US" dirty="0" err="1">
                <a:latin typeface="Calibri" pitchFamily="34" charset="0"/>
              </a:rPr>
              <a:t>varsta</a:t>
            </a:r>
            <a:r>
              <a:rPr lang="en-US" dirty="0">
                <a:latin typeface="Calibri" pitchFamily="34" charset="0"/>
              </a:rPr>
              <a:t>: Integer)</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Arial" pitchFamily="34" charset="0"/>
              <a:buChar char="•"/>
              <a:tabLst/>
              <a:defRPr/>
            </a:pPr>
            <a:r>
              <a:rPr lang="en-US" noProof="0" dirty="0">
                <a:latin typeface="Calibri" pitchFamily="34" charset="0"/>
              </a:rPr>
              <a:t>+ </a:t>
            </a:r>
            <a:r>
              <a:rPr lang="en-US" noProof="0" dirty="0" err="1">
                <a:latin typeface="Calibri" pitchFamily="34" charset="0"/>
              </a:rPr>
              <a:t>getVarsta</a:t>
            </a:r>
            <a:r>
              <a:rPr lang="en-US" noProof="0" dirty="0">
                <a:latin typeface="Calibri" pitchFamily="34" charset="0"/>
              </a:rPr>
              <a:t>(in </a:t>
            </a:r>
            <a:r>
              <a:rPr lang="en-US" noProof="0" dirty="0" err="1">
                <a:latin typeface="Calibri" pitchFamily="34" charset="0"/>
              </a:rPr>
              <a:t>Id:String</a:t>
            </a:r>
            <a:r>
              <a:rPr lang="en-US" noProof="0" dirty="0">
                <a:latin typeface="Calibri" pitchFamily="34" charset="0"/>
              </a:rPr>
              <a:t>): Integer {query}</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Arial" pitchFamily="34" charset="0"/>
              <a:buChar char="•"/>
              <a:tabLst/>
              <a:defRPr/>
            </a:pPr>
            <a:r>
              <a:rPr lang="en-US" noProof="0" dirty="0">
                <a:latin typeface="Calibri" pitchFamily="34" charset="0"/>
              </a:rPr>
              <a:t>- </a:t>
            </a:r>
            <a:r>
              <a:rPr lang="en-US" noProof="0" dirty="0" err="1">
                <a:latin typeface="Calibri" pitchFamily="34" charset="0"/>
              </a:rPr>
              <a:t>schimbaNume</a:t>
            </a:r>
            <a:r>
              <a:rPr lang="en-US" noProof="0" dirty="0">
                <a:latin typeface="Calibri" pitchFamily="34" charset="0"/>
              </a:rPr>
              <a:t>(</a:t>
            </a:r>
            <a:r>
              <a:rPr lang="en-US" noProof="0" dirty="0" err="1">
                <a:latin typeface="Calibri" pitchFamily="34" charset="0"/>
              </a:rPr>
              <a:t>inout</a:t>
            </a:r>
            <a:r>
              <a:rPr lang="en-US" noProof="0" dirty="0">
                <a:latin typeface="Calibri" pitchFamily="34" charset="0"/>
              </a:rPr>
              <a:t> </a:t>
            </a:r>
            <a:r>
              <a:rPr lang="en-US" noProof="0" dirty="0" err="1">
                <a:latin typeface="Calibri" pitchFamily="34" charset="0"/>
              </a:rPr>
              <a:t>nume:String</a:t>
            </a:r>
            <a:r>
              <a:rPr lang="en-US" noProof="0" dirty="0">
                <a:latin typeface="Calibri" pitchFamily="34" charset="0"/>
              </a:rPr>
              <a:t>)</a:t>
            </a:r>
            <a:endParaRPr kumimoji="0" lang="en-US" b="0" i="0" u="none" strike="noStrike" kern="1200" cap="none" spc="0" normalizeH="0" baseline="0" noProof="0" dirty="0">
              <a:ln>
                <a:noFill/>
              </a:ln>
              <a:solidFill>
                <a:schemeClr val="tx1"/>
              </a:solidFill>
              <a:effectLst/>
              <a:uLnTx/>
              <a:uFillTx/>
              <a:latin typeface="Calibri" pitchFamily="34" charset="0"/>
            </a:endParaRPr>
          </a:p>
        </p:txBody>
      </p:sp>
    </p:spTree>
    <p:extLst>
      <p:ext uri="{BB962C8B-B14F-4D97-AF65-F5344CB8AC3E}">
        <p14:creationId xmlns:p14="http://schemas.microsoft.com/office/powerpoint/2010/main" val="4070812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56"/>
        <p:cNvGrpSpPr/>
        <p:nvPr/>
      </p:nvGrpSpPr>
      <p:grpSpPr>
        <a:xfrm>
          <a:off x="0" y="0"/>
          <a:ext cx="0" cy="0"/>
          <a:chOff x="0" y="0"/>
          <a:chExt cx="0" cy="0"/>
        </a:xfrm>
      </p:grpSpPr>
      <p:sp>
        <p:nvSpPr>
          <p:cNvPr id="3957" name="Google Shape;3957;p72"/>
          <p:cNvSpPr txBox="1">
            <a:spLocks noGrp="1"/>
          </p:cNvSpPr>
          <p:nvPr>
            <p:ph type="title"/>
          </p:nvPr>
        </p:nvSpPr>
        <p:spPr>
          <a:xfrm>
            <a:off x="1041265" y="266027"/>
            <a:ext cx="10412400" cy="685200"/>
          </a:xfrm>
          <a:prstGeom prst="rect">
            <a:avLst/>
          </a:prstGeom>
        </p:spPr>
        <p:txBody>
          <a:bodyPr spcFirstLastPara="1" wrap="square" lIns="121900" tIns="121900" rIns="121900" bIns="121900" anchor="t" anchorCtr="0">
            <a:noAutofit/>
          </a:bodyPr>
          <a:lstStyle/>
          <a:p>
            <a:r>
              <a:rPr lang="ro-RO" dirty="0"/>
              <a:t>Constrângeri</a:t>
            </a:r>
            <a:endParaRPr dirty="0"/>
          </a:p>
        </p:txBody>
      </p:sp>
      <p:sp>
        <p:nvSpPr>
          <p:cNvPr id="91" name="Google Shape;3643;p60">
            <a:extLst>
              <a:ext uri="{FF2B5EF4-FFF2-40B4-BE49-F238E27FC236}">
                <a16:creationId xmlns:a16="http://schemas.microsoft.com/office/drawing/2014/main" id="{1ADB7349-4DDD-4F03-BF83-DBA250E21E58}"/>
              </a:ext>
            </a:extLst>
          </p:cNvPr>
          <p:cNvSpPr txBox="1">
            <a:spLocks/>
          </p:cNvSpPr>
          <p:nvPr/>
        </p:nvSpPr>
        <p:spPr>
          <a:xfrm>
            <a:off x="1041265" y="1068185"/>
            <a:ext cx="10558188" cy="393317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Bef>
                <a:spcPts val="600"/>
              </a:spcBef>
              <a:spcAft>
                <a:spcPts val="600"/>
              </a:spcAft>
              <a:buClr>
                <a:schemeClr val="accent5"/>
              </a:buClr>
              <a:buSzPct val="120000"/>
              <a:buFont typeface="Arial" panose="020B0604020202020204" pitchFamily="34" charset="0"/>
              <a:buChar char="•"/>
            </a:pPr>
            <a:r>
              <a:rPr lang="ro-RO" sz="2200" kern="0">
                <a:solidFill>
                  <a:srgbClr val="000000"/>
                </a:solidFill>
                <a:latin typeface="Calibri" panose="020F0502020204030204" pitchFamily="34" charset="0"/>
                <a:ea typeface="Calibri" panose="020F0502020204030204" pitchFamily="34" charset="0"/>
              </a:rPr>
              <a:t>O constrângere este o expresie care </a:t>
            </a:r>
            <a:r>
              <a:rPr lang="ro-RO" sz="2200" b="1" kern="0">
                <a:solidFill>
                  <a:srgbClr val="000000"/>
                </a:solidFill>
                <a:latin typeface="Calibri" panose="020F0502020204030204" pitchFamily="34" charset="0"/>
                <a:ea typeface="Calibri" panose="020F0502020204030204" pitchFamily="34" charset="0"/>
              </a:rPr>
              <a:t>restricţionează</a:t>
            </a:r>
            <a:r>
              <a:rPr lang="ro-RO" sz="2200" kern="0">
                <a:solidFill>
                  <a:srgbClr val="000000"/>
                </a:solidFill>
                <a:latin typeface="Calibri" panose="020F0502020204030204" pitchFamily="34" charset="0"/>
                <a:ea typeface="Calibri" panose="020F0502020204030204" pitchFamily="34" charset="0"/>
              </a:rPr>
              <a:t> un anumit element al diagramei de clase. </a:t>
            </a:r>
          </a:p>
          <a:p>
            <a:pPr marL="38100" indent="-342900" algn="just">
              <a:spcBef>
                <a:spcPts val="600"/>
              </a:spcBef>
              <a:spcAft>
                <a:spcPts val="600"/>
              </a:spcAft>
              <a:buClr>
                <a:schemeClr val="accent5"/>
              </a:buClr>
              <a:buSzPct val="120000"/>
              <a:buFont typeface="Arial" panose="020B0604020202020204" pitchFamily="34" charset="0"/>
              <a:buChar char="•"/>
            </a:pPr>
            <a:r>
              <a:rPr lang="ro-RO" sz="2200" kern="0">
                <a:solidFill>
                  <a:srgbClr val="000000"/>
                </a:solidFill>
                <a:latin typeface="Calibri" panose="020F0502020204030204" pitchFamily="34" charset="0"/>
                <a:ea typeface="Calibri" panose="020F0502020204030204" pitchFamily="34" charset="0"/>
              </a:rPr>
              <a:t>Aceasta poate fi o </a:t>
            </a:r>
            <a:r>
              <a:rPr lang="ro-RO" sz="2200" b="1" kern="0">
                <a:solidFill>
                  <a:srgbClr val="000000"/>
                </a:solidFill>
                <a:latin typeface="Calibri" panose="020F0502020204030204" pitchFamily="34" charset="0"/>
                <a:ea typeface="Calibri" panose="020F0502020204030204" pitchFamily="34" charset="0"/>
              </a:rPr>
              <a:t>expresie formală </a:t>
            </a:r>
            <a:r>
              <a:rPr lang="ro-RO" sz="2200" kern="0">
                <a:solidFill>
                  <a:srgbClr val="000000"/>
                </a:solidFill>
                <a:latin typeface="Calibri" panose="020F0502020204030204" pitchFamily="34" charset="0"/>
                <a:ea typeface="Calibri" panose="020F0502020204030204" pitchFamily="34" charset="0"/>
              </a:rPr>
              <a:t>(scrisă în Object Constraint Language - OCL) sau o formulare </a:t>
            </a:r>
            <a:r>
              <a:rPr lang="ro-RO" sz="2200" b="1" kern="0">
                <a:solidFill>
                  <a:srgbClr val="000000"/>
                </a:solidFill>
                <a:latin typeface="Calibri" panose="020F0502020204030204" pitchFamily="34" charset="0"/>
                <a:ea typeface="Calibri" panose="020F0502020204030204" pitchFamily="34" charset="0"/>
              </a:rPr>
              <a:t>semi-formală</a:t>
            </a:r>
            <a:r>
              <a:rPr lang="ro-RO" sz="2200" kern="0">
                <a:solidFill>
                  <a:srgbClr val="000000"/>
                </a:solidFill>
                <a:latin typeface="Calibri" panose="020F0502020204030204" pitchFamily="34" charset="0"/>
                <a:ea typeface="Calibri" panose="020F0502020204030204" pitchFamily="34" charset="0"/>
              </a:rPr>
              <a:t> sau </a:t>
            </a:r>
            <a:r>
              <a:rPr lang="ro-RO" sz="2200" b="1" kern="0">
                <a:solidFill>
                  <a:srgbClr val="000000"/>
                </a:solidFill>
                <a:latin typeface="Calibri" panose="020F0502020204030204" pitchFamily="34" charset="0"/>
                <a:ea typeface="Calibri" panose="020F0502020204030204" pitchFamily="34" charset="0"/>
              </a:rPr>
              <a:t>informală</a:t>
            </a:r>
            <a:r>
              <a:rPr lang="ro-RO" sz="2200" kern="0">
                <a:solidFill>
                  <a:srgbClr val="000000"/>
                </a:solidFill>
                <a:latin typeface="Calibri" panose="020F0502020204030204" pitchFamily="34" charset="0"/>
                <a:ea typeface="Calibri" panose="020F0502020204030204" pitchFamily="34" charset="0"/>
              </a:rPr>
              <a:t>. </a:t>
            </a:r>
          </a:p>
          <a:p>
            <a:pPr marL="38100" indent="-342900" algn="just">
              <a:spcBef>
                <a:spcPts val="600"/>
              </a:spcBef>
              <a:spcAft>
                <a:spcPts val="600"/>
              </a:spcAft>
              <a:buClr>
                <a:schemeClr val="accent5"/>
              </a:buClr>
              <a:buSzPct val="120000"/>
              <a:buFont typeface="Arial" panose="020B0604020202020204" pitchFamily="34" charset="0"/>
              <a:buChar char="•"/>
            </a:pPr>
            <a:r>
              <a:rPr lang="ro-RO" sz="2200" kern="0">
                <a:solidFill>
                  <a:srgbClr val="000000"/>
                </a:solidFill>
                <a:latin typeface="Calibri" panose="020F0502020204030204" pitchFamily="34" charset="0"/>
                <a:ea typeface="Calibri" panose="020F0502020204030204" pitchFamily="34" charset="0"/>
              </a:rPr>
              <a:t>Acestea sunt reprezentate între acolade. </a:t>
            </a:r>
          </a:p>
          <a:p>
            <a:pPr marL="38100" indent="-342900" algn="just">
              <a:spcBef>
                <a:spcPts val="600"/>
              </a:spcBef>
              <a:spcAft>
                <a:spcPts val="600"/>
              </a:spcAft>
              <a:buClr>
                <a:schemeClr val="accent5"/>
              </a:buClr>
              <a:buSzPct val="120000"/>
              <a:buFont typeface="Arial" panose="020B0604020202020204" pitchFamily="34" charset="0"/>
              <a:buChar char="•"/>
            </a:pPr>
            <a:r>
              <a:rPr lang="ro-RO" sz="2200" kern="0">
                <a:solidFill>
                  <a:srgbClr val="000000"/>
                </a:solidFill>
                <a:latin typeface="Calibri" panose="020F0502020204030204" pitchFamily="34" charset="0"/>
                <a:ea typeface="Calibri" panose="020F0502020204030204" pitchFamily="34" charset="0"/>
              </a:rPr>
              <a:t>Pot fi scrise imediat după definirea elementului sau ca un comentariu. </a:t>
            </a:r>
          </a:p>
          <a:p>
            <a:pPr marL="38100" indent="-342900" algn="just">
              <a:spcBef>
                <a:spcPts val="600"/>
              </a:spcBef>
              <a:spcAft>
                <a:spcPts val="600"/>
              </a:spcAft>
              <a:buClr>
                <a:schemeClr val="accent5"/>
              </a:buClr>
              <a:buSzPct val="120000"/>
              <a:buFont typeface="Arial" panose="020B0604020202020204" pitchFamily="34" charset="0"/>
              <a:buChar char="•"/>
            </a:pPr>
            <a:r>
              <a:rPr lang="ro-RO" sz="2200" kern="0">
                <a:solidFill>
                  <a:srgbClr val="000000"/>
                </a:solidFill>
                <a:latin typeface="Calibri" panose="020F0502020204030204" pitchFamily="34" charset="0"/>
                <a:ea typeface="Calibri" panose="020F0502020204030204" pitchFamily="34" charset="0"/>
              </a:rPr>
              <a:t>O constrângere poate avea şi un nume, astfel: </a:t>
            </a:r>
            <a:r>
              <a:rPr lang="ro-RO" sz="2200" b="1" kern="0">
                <a:solidFill>
                  <a:srgbClr val="000000"/>
                </a:solidFill>
                <a:latin typeface="Calibri" panose="020F0502020204030204" pitchFamily="34" charset="0"/>
                <a:ea typeface="Calibri" panose="020F0502020204030204" pitchFamily="34" charset="0"/>
              </a:rPr>
              <a:t>{nume : expresie booleană }</a:t>
            </a:r>
          </a:p>
          <a:p>
            <a:pPr marL="342900" indent="-342900" algn="just">
              <a:spcBef>
                <a:spcPts val="600"/>
              </a:spcBef>
              <a:spcAft>
                <a:spcPts val="600"/>
              </a:spcAft>
              <a:buClr>
                <a:schemeClr val="accent5"/>
              </a:buClr>
              <a:buSzPct val="120000"/>
              <a:buFont typeface="Arial" panose="020B0604020202020204" pitchFamily="34" charset="0"/>
              <a:buChar char="•"/>
            </a:pPr>
            <a:endParaRPr lang="ro-RO" sz="2200" kern="0"/>
          </a:p>
        </p:txBody>
      </p:sp>
      <p:sp>
        <p:nvSpPr>
          <p:cNvPr id="6" name="Content Placeholder 4">
            <a:extLst>
              <a:ext uri="{FF2B5EF4-FFF2-40B4-BE49-F238E27FC236}">
                <a16:creationId xmlns:a16="http://schemas.microsoft.com/office/drawing/2014/main" id="{499D3314-979F-4535-896D-D6FE727C55C3}"/>
              </a:ext>
            </a:extLst>
          </p:cNvPr>
          <p:cNvSpPr txBox="1">
            <a:spLocks/>
          </p:cNvSpPr>
          <p:nvPr/>
        </p:nvSpPr>
        <p:spPr>
          <a:xfrm>
            <a:off x="1447800" y="4766930"/>
            <a:ext cx="4648200" cy="1295400"/>
          </a:xfrm>
          <a:prstGeom prst="rect">
            <a:avLst/>
          </a:prstGeom>
        </p:spPr>
        <p:style>
          <a:lnRef idx="1">
            <a:schemeClr val="accent2"/>
          </a:lnRef>
          <a:fillRef idx="2">
            <a:schemeClr val="accent2"/>
          </a:fillRef>
          <a:effectRef idx="1">
            <a:schemeClr val="accent2"/>
          </a:effectRef>
          <a:fontRef idx="minor">
            <a:schemeClr val="dk1"/>
          </a:fontRef>
        </p:style>
        <p:txBody>
          <a:bodyPr vert="horz">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ro-RO" sz="2000" b="0" i="0" u="none" strike="noStrike" kern="1200" cap="none" spc="0" normalizeH="0" baseline="0" noProof="0" dirty="0">
                <a:ln>
                  <a:noFill/>
                </a:ln>
                <a:solidFill>
                  <a:schemeClr val="tx1"/>
                </a:solidFill>
                <a:effectLst/>
                <a:uLnTx/>
                <a:uFillTx/>
                <a:latin typeface="Calibri" pitchFamily="34" charset="0"/>
              </a:rPr>
              <a:t>Exemple de </a:t>
            </a:r>
            <a:r>
              <a:rPr kumimoji="0" lang="en-US" sz="2000" b="0" i="0" u="none" strike="noStrike" kern="1200" cap="none" spc="0" normalizeH="0" baseline="0" noProof="0" dirty="0" err="1">
                <a:ln>
                  <a:noFill/>
                </a:ln>
                <a:solidFill>
                  <a:schemeClr val="tx1"/>
                </a:solidFill>
                <a:effectLst/>
                <a:uLnTx/>
                <a:uFillTx/>
                <a:latin typeface="Calibri" pitchFamily="34" charset="0"/>
              </a:rPr>
              <a:t>constr</a:t>
            </a:r>
            <a:r>
              <a:rPr lang="ro-RO" sz="2000" dirty="0">
                <a:solidFill>
                  <a:schemeClr val="tx1"/>
                </a:solidFill>
                <a:latin typeface="Calibri" pitchFamily="34" charset="0"/>
              </a:rPr>
              <a:t>ângeri OCL</a:t>
            </a:r>
            <a:r>
              <a:rPr kumimoji="0" lang="ro-RO" sz="2000" b="0" i="0" u="none" strike="noStrike" kern="1200" cap="none" spc="0" normalizeH="0" baseline="0" noProof="0" dirty="0">
                <a:ln>
                  <a:noFill/>
                </a:ln>
                <a:solidFill>
                  <a:schemeClr val="tx1"/>
                </a:solidFill>
                <a:effectLst/>
                <a:uLnTx/>
                <a:uFillTx/>
                <a:latin typeface="Calibri" pitchFamily="34" charset="0"/>
              </a:rPr>
              <a:t>:</a:t>
            </a:r>
          </a:p>
          <a:p>
            <a:r>
              <a:rPr lang="en-US" b="1" dirty="0">
                <a:latin typeface="Calibri" pitchFamily="34" charset="0"/>
              </a:rPr>
              <a:t>context</a:t>
            </a:r>
            <a:r>
              <a:rPr lang="en-US" dirty="0">
                <a:latin typeface="Calibri" pitchFamily="34" charset="0"/>
              </a:rPr>
              <a:t> </a:t>
            </a:r>
            <a:r>
              <a:rPr lang="en-US" dirty="0" err="1">
                <a:latin typeface="Calibri" pitchFamily="34" charset="0"/>
              </a:rPr>
              <a:t>Organizatie</a:t>
            </a:r>
            <a:endParaRPr lang="en-US" dirty="0">
              <a:latin typeface="Calibri" pitchFamily="34" charset="0"/>
            </a:endParaRPr>
          </a:p>
          <a:p>
            <a:r>
              <a:rPr lang="en-US" b="1" dirty="0">
                <a:latin typeface="Calibri" pitchFamily="34" charset="0"/>
              </a:rPr>
              <a:t>  inv:</a:t>
            </a:r>
            <a:r>
              <a:rPr lang="en-US" dirty="0">
                <a:latin typeface="Calibri" pitchFamily="34" charset="0"/>
              </a:rPr>
              <a:t> self. </a:t>
            </a:r>
            <a:r>
              <a:rPr lang="en-US" dirty="0" err="1">
                <a:latin typeface="Calibri" pitchFamily="34" charset="0"/>
              </a:rPr>
              <a:t>departamente</a:t>
            </a:r>
            <a:r>
              <a:rPr lang="ro-RO" dirty="0">
                <a:latin typeface="Calibri" pitchFamily="34" charset="0"/>
                <a:sym typeface="Symbol"/>
              </a:rPr>
              <a:t></a:t>
            </a:r>
            <a:r>
              <a:rPr lang="ro-RO" dirty="0">
                <a:latin typeface="Calibri" pitchFamily="34" charset="0"/>
              </a:rPr>
              <a:t>isUnique (nume)</a:t>
            </a:r>
            <a:endParaRPr lang="en-US" dirty="0">
              <a:latin typeface="Calibri" pitchFamily="34" charset="0"/>
            </a:endParaRPr>
          </a:p>
          <a:p>
            <a:r>
              <a:rPr lang="en-GB" b="1" dirty="0">
                <a:latin typeface="Calibri" pitchFamily="34" charset="0"/>
              </a:rPr>
              <a:t>  inv: </a:t>
            </a:r>
            <a:r>
              <a:rPr lang="en-GB" dirty="0" err="1">
                <a:latin typeface="Calibri" pitchFamily="34" charset="0"/>
              </a:rPr>
              <a:t>departamante.angajati</a:t>
            </a:r>
            <a:r>
              <a:rPr lang="ro-RO" dirty="0">
                <a:latin typeface="Calibri" pitchFamily="34" charset="0"/>
                <a:sym typeface="Symbol"/>
              </a:rPr>
              <a:t></a:t>
            </a:r>
            <a:r>
              <a:rPr lang="ro-RO" dirty="0">
                <a:latin typeface="Calibri" pitchFamily="34" charset="0"/>
              </a:rPr>
              <a:t>isUnique (cod)</a:t>
            </a:r>
            <a:endParaRPr kumimoji="0" lang="ro-RO"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n-US" sz="2600" b="0" i="0" u="none" strike="noStrike" kern="1200" cap="none" spc="0" normalizeH="0" baseline="0" noProof="0" dirty="0">
              <a:ln>
                <a:noFill/>
              </a:ln>
              <a:solidFill>
                <a:schemeClr val="tx1"/>
              </a:solidFill>
              <a:effectLst/>
              <a:uLnTx/>
              <a:uFillTx/>
              <a:latin typeface="Calibri" pitchFamily="34" charset="0"/>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a:buChar char=""/>
              <a:tabLst/>
              <a:defRPr/>
            </a:pPr>
            <a:endParaRPr kumimoji="0" lang="ro-RO" sz="2400"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ro-RO" sz="2600" b="0" i="0" u="none" strike="noStrike" kern="1200" cap="none" spc="0" normalizeH="0" baseline="0" noProof="0" dirty="0">
              <a:ln>
                <a:noFill/>
              </a:ln>
              <a:solidFill>
                <a:schemeClr val="tx1"/>
              </a:solidFill>
              <a:effectLst/>
              <a:uLnTx/>
              <a:uFillTx/>
              <a:latin typeface="Calibri" pitchFamily="34"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ro-RO" sz="2600" b="1" i="0" u="none" strike="noStrike" kern="1200" cap="none" spc="0" normalizeH="0" baseline="0" noProof="0" dirty="0">
              <a:ln>
                <a:noFill/>
              </a:ln>
              <a:solidFill>
                <a:schemeClr val="tx1"/>
              </a:solidFill>
              <a:effectLst/>
              <a:uLnTx/>
              <a:uFillTx/>
              <a:latin typeface="Calibri" pitchFamily="34" charset="0"/>
            </a:endParaRPr>
          </a:p>
        </p:txBody>
      </p:sp>
      <p:pic>
        <p:nvPicPr>
          <p:cNvPr id="3" name="Picture 2">
            <a:extLst>
              <a:ext uri="{FF2B5EF4-FFF2-40B4-BE49-F238E27FC236}">
                <a16:creationId xmlns:a16="http://schemas.microsoft.com/office/drawing/2014/main" id="{C7537373-6489-4725-BED0-27D0A37225AF}"/>
              </a:ext>
            </a:extLst>
          </p:cNvPr>
          <p:cNvPicPr>
            <a:picLocks noChangeAspect="1"/>
          </p:cNvPicPr>
          <p:nvPr/>
        </p:nvPicPr>
        <p:blipFill>
          <a:blip r:embed="rId3"/>
          <a:stretch>
            <a:fillRect/>
          </a:stretch>
        </p:blipFill>
        <p:spPr>
          <a:xfrm>
            <a:off x="6893862" y="4859122"/>
            <a:ext cx="4090432" cy="112878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84921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 name="Google Shape;3957;p72">
            <a:extLst>
              <a:ext uri="{FF2B5EF4-FFF2-40B4-BE49-F238E27FC236}">
                <a16:creationId xmlns:a16="http://schemas.microsoft.com/office/drawing/2014/main" id="{BB5C441B-5BDF-489D-BF6F-C0EAEB9682DD}"/>
              </a:ext>
            </a:extLst>
          </p:cNvPr>
          <p:cNvSpPr txBox="1">
            <a:spLocks noGrp="1"/>
          </p:cNvSpPr>
          <p:nvPr>
            <p:ph type="title"/>
          </p:nvPr>
        </p:nvSpPr>
        <p:spPr>
          <a:xfrm>
            <a:off x="589606" y="324504"/>
            <a:ext cx="10412400" cy="685200"/>
          </a:xfrm>
          <a:prstGeom prst="rect">
            <a:avLst/>
          </a:prstGeom>
        </p:spPr>
        <p:txBody>
          <a:bodyPr spcFirstLastPara="1" wrap="square" lIns="121900" tIns="121900" rIns="121900" bIns="121900" anchor="t" anchorCtr="0">
            <a:noAutofit/>
          </a:bodyPr>
          <a:lstStyle/>
          <a:p>
            <a:r>
              <a:rPr lang="en-US" dirty="0" err="1"/>
              <a:t>Rela</a:t>
            </a:r>
            <a:r>
              <a:rPr lang="ro-RO" dirty="0" err="1"/>
              <a:t>ția</a:t>
            </a:r>
            <a:r>
              <a:rPr lang="ro-RO" dirty="0"/>
              <a:t> de asociere -1</a:t>
            </a:r>
            <a:endParaRPr dirty="0"/>
          </a:p>
        </p:txBody>
      </p:sp>
      <p:sp>
        <p:nvSpPr>
          <p:cNvPr id="37" name="Google Shape;3643;p60">
            <a:extLst>
              <a:ext uri="{FF2B5EF4-FFF2-40B4-BE49-F238E27FC236}">
                <a16:creationId xmlns:a16="http://schemas.microsoft.com/office/drawing/2014/main" id="{E3CC8164-A31A-4441-8525-08325776337D}"/>
              </a:ext>
            </a:extLst>
          </p:cNvPr>
          <p:cNvSpPr txBox="1">
            <a:spLocks/>
          </p:cNvSpPr>
          <p:nvPr/>
        </p:nvSpPr>
        <p:spPr>
          <a:xfrm>
            <a:off x="1041265" y="1068185"/>
            <a:ext cx="10558188" cy="32486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indent="0" algn="just">
              <a:spcBef>
                <a:spcPts val="600"/>
              </a:spcBef>
              <a:spcAft>
                <a:spcPts val="600"/>
              </a:spcAft>
              <a:buClr>
                <a:schemeClr val="accent5"/>
              </a:buClr>
              <a:buSzPct val="120000"/>
            </a:pPr>
            <a:r>
              <a:rPr lang="ro-RO" sz="2200" b="1" kern="0" dirty="0">
                <a:solidFill>
                  <a:srgbClr val="000000"/>
                </a:solidFill>
                <a:latin typeface="Calibri" panose="020F0502020204030204" pitchFamily="34" charset="0"/>
                <a:ea typeface="Calibri" panose="020F0502020204030204" pitchFamily="34" charset="0"/>
              </a:rPr>
              <a:t>1. Asocierea</a:t>
            </a:r>
            <a:r>
              <a:rPr lang="ro-RO" sz="2200" kern="0" dirty="0">
                <a:solidFill>
                  <a:srgbClr val="000000"/>
                </a:solidFill>
                <a:latin typeface="Calibri" panose="020F0502020204030204" pitchFamily="34" charset="0"/>
                <a:ea typeface="Calibri" panose="020F0502020204030204" pitchFamily="34" charset="0"/>
              </a:rPr>
              <a:t> implică stabilirea unei </a:t>
            </a:r>
            <a:r>
              <a:rPr lang="ro-RO" sz="2200" kern="0" dirty="0" err="1">
                <a:solidFill>
                  <a:srgbClr val="000000"/>
                </a:solidFill>
                <a:latin typeface="Calibri" panose="020F0502020204030204" pitchFamily="34" charset="0"/>
                <a:ea typeface="Calibri" panose="020F0502020204030204" pitchFamily="34" charset="0"/>
              </a:rPr>
              <a:t>relaţii</a:t>
            </a:r>
            <a:r>
              <a:rPr lang="ro-RO" sz="2200" kern="0" dirty="0">
                <a:solidFill>
                  <a:srgbClr val="000000"/>
                </a:solidFill>
                <a:latin typeface="Calibri" panose="020F0502020204030204" pitchFamily="34" charset="0"/>
                <a:ea typeface="Calibri" panose="020F0502020204030204" pitchFamily="34" charset="0"/>
              </a:rPr>
              <a:t> între clase.</a:t>
            </a:r>
          </a:p>
          <a:p>
            <a:pPr marL="495300" lvl="1" indent="-342900" algn="just">
              <a:spcBef>
                <a:spcPts val="600"/>
              </a:spcBef>
              <a:spcAft>
                <a:spcPts val="600"/>
              </a:spcAft>
              <a:buClr>
                <a:schemeClr val="accent5"/>
              </a:buClr>
              <a:buSzPct val="100000"/>
              <a:buFont typeface="Wingdings" panose="05000000000000000000" pitchFamily="2" charset="2"/>
              <a:buChar char="ü"/>
            </a:pPr>
            <a:r>
              <a:rPr lang="ro-RO" sz="2000" kern="0" dirty="0">
                <a:solidFill>
                  <a:srgbClr val="000000"/>
                </a:solidFill>
                <a:latin typeface="Calibri" panose="020F0502020204030204" pitchFamily="34" charset="0"/>
                <a:ea typeface="Calibri" panose="020F0502020204030204" pitchFamily="34" charset="0"/>
              </a:rPr>
              <a:t>Relațiile de asociere între clase pot fi clasificate ca „utilizări” - deoarece reprezintă o clasă folosind o altă clasă într-un anume fel. </a:t>
            </a:r>
          </a:p>
          <a:p>
            <a:pPr marL="495300" lvl="1" indent="-342900" algn="just">
              <a:spcBef>
                <a:spcPts val="600"/>
              </a:spcBef>
              <a:spcAft>
                <a:spcPts val="600"/>
              </a:spcAft>
              <a:buClr>
                <a:schemeClr val="accent5"/>
              </a:buClr>
              <a:buSzPct val="100000"/>
              <a:buFont typeface="Wingdings" panose="05000000000000000000" pitchFamily="2" charset="2"/>
              <a:buChar char="ü"/>
            </a:pPr>
            <a:r>
              <a:rPr lang="ro-RO" sz="2000" kern="0" dirty="0">
                <a:solidFill>
                  <a:srgbClr val="000000"/>
                </a:solidFill>
                <a:latin typeface="Calibri" panose="020F0502020204030204" pitchFamily="34" charset="0"/>
                <a:ea typeface="Calibri" panose="020F0502020204030204" pitchFamily="34" charset="0"/>
              </a:rPr>
              <a:t>Asocierea este mai cea </a:t>
            </a:r>
            <a:r>
              <a:rPr lang="ro-RO" sz="2000" b="1" kern="0" dirty="0">
                <a:solidFill>
                  <a:srgbClr val="000000"/>
                </a:solidFill>
                <a:latin typeface="Calibri" panose="020F0502020204030204" pitchFamily="34" charset="0"/>
                <a:ea typeface="Calibri" panose="020F0502020204030204" pitchFamily="34" charset="0"/>
              </a:rPr>
              <a:t>frecventă</a:t>
            </a:r>
            <a:r>
              <a:rPr lang="ro-RO" sz="2000" kern="0" dirty="0">
                <a:solidFill>
                  <a:srgbClr val="000000"/>
                </a:solidFill>
                <a:latin typeface="Calibri" panose="020F0502020204030204" pitchFamily="34" charset="0"/>
                <a:ea typeface="Calibri" panose="020F0502020204030204" pitchFamily="34" charset="0"/>
              </a:rPr>
              <a:t> și cea mai </a:t>
            </a:r>
            <a:r>
              <a:rPr lang="ro-RO" sz="2000" b="1" kern="0" dirty="0">
                <a:solidFill>
                  <a:srgbClr val="000000"/>
                </a:solidFill>
                <a:latin typeface="Calibri" panose="020F0502020204030204" pitchFamily="34" charset="0"/>
                <a:ea typeface="Calibri" panose="020F0502020204030204" pitchFamily="34" charset="0"/>
              </a:rPr>
              <a:t>comună</a:t>
            </a:r>
            <a:r>
              <a:rPr lang="ro-RO" sz="2000" kern="0" dirty="0">
                <a:solidFill>
                  <a:srgbClr val="000000"/>
                </a:solidFill>
                <a:latin typeface="Calibri" panose="020F0502020204030204" pitchFamily="34" charset="0"/>
                <a:ea typeface="Calibri" panose="020F0502020204030204" pitchFamily="34" charset="0"/>
              </a:rPr>
              <a:t> relație între două clase  în orientarea obiect.</a:t>
            </a:r>
          </a:p>
          <a:p>
            <a:pPr marL="495300" lvl="1" indent="-342900" algn="just">
              <a:spcBef>
                <a:spcPts val="600"/>
              </a:spcBef>
              <a:spcAft>
                <a:spcPts val="600"/>
              </a:spcAft>
              <a:buClr>
                <a:schemeClr val="accent5"/>
              </a:buClr>
              <a:buSzPct val="100000"/>
              <a:buFont typeface="Wingdings" panose="05000000000000000000" pitchFamily="2" charset="2"/>
              <a:buChar char="ü"/>
            </a:pPr>
            <a:r>
              <a:rPr lang="ro-RO" sz="2000" kern="0" dirty="0">
                <a:solidFill>
                  <a:srgbClr val="000000"/>
                </a:solidFill>
                <a:latin typeface="Calibri" panose="020F0502020204030204" pitchFamily="34" charset="0"/>
                <a:ea typeface="Calibri" panose="020F0502020204030204" pitchFamily="34" charset="0"/>
              </a:rPr>
              <a:t>Cele mai multe clase de asociere sunt </a:t>
            </a:r>
            <a:r>
              <a:rPr lang="ro-RO" sz="2000" b="1" kern="0" dirty="0" err="1">
                <a:solidFill>
                  <a:srgbClr val="000000"/>
                </a:solidFill>
                <a:latin typeface="Calibri" panose="020F0502020204030204" pitchFamily="34" charset="0"/>
                <a:ea typeface="Calibri" panose="020F0502020204030204" pitchFamily="34" charset="0"/>
              </a:rPr>
              <a:t>coezive</a:t>
            </a:r>
            <a:r>
              <a:rPr lang="ro-RO" sz="2000" kern="0" dirty="0">
                <a:solidFill>
                  <a:srgbClr val="000000"/>
                </a:solidFill>
                <a:latin typeface="Calibri" panose="020F0502020204030204" pitchFamily="34" charset="0"/>
                <a:ea typeface="Calibri" panose="020F0502020204030204" pitchFamily="34" charset="0"/>
              </a:rPr>
              <a:t> - adică lucrează împreună pentru a atinge un obiectiv în cadrul sistemului.</a:t>
            </a:r>
          </a:p>
          <a:p>
            <a:pPr marL="342900" indent="-342900" algn="just">
              <a:spcBef>
                <a:spcPts val="600"/>
              </a:spcBef>
              <a:spcAft>
                <a:spcPts val="600"/>
              </a:spcAft>
              <a:buClr>
                <a:schemeClr val="accent5"/>
              </a:buClr>
              <a:buSzPct val="120000"/>
              <a:buFont typeface="Arial" panose="020B0604020202020204" pitchFamily="34" charset="0"/>
              <a:buChar char="•"/>
            </a:pPr>
            <a:endParaRPr lang="ro-RO" sz="2200" kern="0" dirty="0"/>
          </a:p>
        </p:txBody>
      </p:sp>
      <p:grpSp>
        <p:nvGrpSpPr>
          <p:cNvPr id="68" name="Google Shape;4143;p74">
            <a:extLst>
              <a:ext uri="{FF2B5EF4-FFF2-40B4-BE49-F238E27FC236}">
                <a16:creationId xmlns:a16="http://schemas.microsoft.com/office/drawing/2014/main" id="{E5C2D1BE-221D-42FF-AE1E-F1220533B4A1}"/>
              </a:ext>
            </a:extLst>
          </p:cNvPr>
          <p:cNvGrpSpPr/>
          <p:nvPr/>
        </p:nvGrpSpPr>
        <p:grpSpPr>
          <a:xfrm>
            <a:off x="10365284" y="5334169"/>
            <a:ext cx="1675156" cy="1423180"/>
            <a:chOff x="2781300" y="1792900"/>
            <a:chExt cx="836825" cy="710950"/>
          </a:xfrm>
        </p:grpSpPr>
        <p:sp>
          <p:nvSpPr>
            <p:cNvPr id="69" name="Google Shape;4144;p74">
              <a:extLst>
                <a:ext uri="{FF2B5EF4-FFF2-40B4-BE49-F238E27FC236}">
                  <a16:creationId xmlns:a16="http://schemas.microsoft.com/office/drawing/2014/main" id="{75456336-ECA3-4054-9AF2-CFE9A9447971}"/>
                </a:ext>
              </a:extLst>
            </p:cNvPr>
            <p:cNvSpPr/>
            <p:nvPr/>
          </p:nvSpPr>
          <p:spPr>
            <a:xfrm>
              <a:off x="3281825" y="2384725"/>
              <a:ext cx="120450" cy="81500"/>
            </a:xfrm>
            <a:custGeom>
              <a:avLst/>
              <a:gdLst/>
              <a:ahLst/>
              <a:cxnLst/>
              <a:rect l="l" t="t" r="r" b="b"/>
              <a:pathLst>
                <a:path w="4818" h="3260" extrusionOk="0">
                  <a:moveTo>
                    <a:pt x="430" y="0"/>
                  </a:moveTo>
                  <a:cubicBezTo>
                    <a:pt x="310" y="907"/>
                    <a:pt x="167" y="1789"/>
                    <a:pt x="0" y="2695"/>
                  </a:cubicBezTo>
                  <a:lnTo>
                    <a:pt x="0" y="2839"/>
                  </a:lnTo>
                  <a:cubicBezTo>
                    <a:pt x="36" y="3020"/>
                    <a:pt x="210" y="3063"/>
                    <a:pt x="396" y="3063"/>
                  </a:cubicBezTo>
                  <a:cubicBezTo>
                    <a:pt x="455" y="3063"/>
                    <a:pt x="515" y="3059"/>
                    <a:pt x="573" y="3053"/>
                  </a:cubicBezTo>
                  <a:cubicBezTo>
                    <a:pt x="959" y="2978"/>
                    <a:pt x="1360" y="2942"/>
                    <a:pt x="1763" y="2942"/>
                  </a:cubicBezTo>
                  <a:cubicBezTo>
                    <a:pt x="2254" y="2942"/>
                    <a:pt x="2748" y="2996"/>
                    <a:pt x="3220" y="3101"/>
                  </a:cubicBezTo>
                  <a:cubicBezTo>
                    <a:pt x="3533" y="3175"/>
                    <a:pt x="3846" y="3259"/>
                    <a:pt x="4147" y="3259"/>
                  </a:cubicBezTo>
                  <a:cubicBezTo>
                    <a:pt x="4328" y="3259"/>
                    <a:pt x="4505" y="3229"/>
                    <a:pt x="4675" y="3149"/>
                  </a:cubicBezTo>
                  <a:cubicBezTo>
                    <a:pt x="4699" y="3125"/>
                    <a:pt x="4723" y="3125"/>
                    <a:pt x="4746" y="3101"/>
                  </a:cubicBezTo>
                  <a:cubicBezTo>
                    <a:pt x="4818" y="3006"/>
                    <a:pt x="4699" y="2934"/>
                    <a:pt x="4603" y="2886"/>
                  </a:cubicBezTo>
                  <a:lnTo>
                    <a:pt x="3005" y="2266"/>
                  </a:lnTo>
                  <a:cubicBezTo>
                    <a:pt x="2648" y="2123"/>
                    <a:pt x="2218" y="1956"/>
                    <a:pt x="1956" y="1670"/>
                  </a:cubicBezTo>
                  <a:cubicBezTo>
                    <a:pt x="1694" y="1360"/>
                    <a:pt x="1527" y="931"/>
                    <a:pt x="1741" y="573"/>
                  </a:cubicBezTo>
                  <a:lnTo>
                    <a:pt x="430"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145;p74">
              <a:extLst>
                <a:ext uri="{FF2B5EF4-FFF2-40B4-BE49-F238E27FC236}">
                  <a16:creationId xmlns:a16="http://schemas.microsoft.com/office/drawing/2014/main" id="{0BF888B6-C9F2-4FF6-B6B4-142BD5CFD970}"/>
                </a:ext>
              </a:extLst>
            </p:cNvPr>
            <p:cNvSpPr/>
            <p:nvPr/>
          </p:nvSpPr>
          <p:spPr>
            <a:xfrm>
              <a:off x="3280025" y="2429450"/>
              <a:ext cx="126425" cy="38700"/>
            </a:xfrm>
            <a:custGeom>
              <a:avLst/>
              <a:gdLst/>
              <a:ahLst/>
              <a:cxnLst/>
              <a:rect l="l" t="t" r="r" b="b"/>
              <a:pathLst>
                <a:path w="5057" h="1548" extrusionOk="0">
                  <a:moveTo>
                    <a:pt x="263" y="0"/>
                  </a:moveTo>
                  <a:cubicBezTo>
                    <a:pt x="215" y="24"/>
                    <a:pt x="168" y="96"/>
                    <a:pt x="168" y="167"/>
                  </a:cubicBezTo>
                  <a:cubicBezTo>
                    <a:pt x="120" y="406"/>
                    <a:pt x="48" y="620"/>
                    <a:pt x="25" y="859"/>
                  </a:cubicBezTo>
                  <a:cubicBezTo>
                    <a:pt x="1" y="930"/>
                    <a:pt x="1" y="1002"/>
                    <a:pt x="25" y="1073"/>
                  </a:cubicBezTo>
                  <a:cubicBezTo>
                    <a:pt x="48" y="1121"/>
                    <a:pt x="72" y="1169"/>
                    <a:pt x="120" y="1193"/>
                  </a:cubicBezTo>
                  <a:cubicBezTo>
                    <a:pt x="304" y="1346"/>
                    <a:pt x="546" y="1391"/>
                    <a:pt x="797" y="1391"/>
                  </a:cubicBezTo>
                  <a:cubicBezTo>
                    <a:pt x="938" y="1391"/>
                    <a:pt x="1080" y="1377"/>
                    <a:pt x="1217" y="1360"/>
                  </a:cubicBezTo>
                  <a:cubicBezTo>
                    <a:pt x="1459" y="1345"/>
                    <a:pt x="1703" y="1337"/>
                    <a:pt x="1948" y="1337"/>
                  </a:cubicBezTo>
                  <a:cubicBezTo>
                    <a:pt x="2479" y="1337"/>
                    <a:pt x="3017" y="1374"/>
                    <a:pt x="3554" y="1455"/>
                  </a:cubicBezTo>
                  <a:cubicBezTo>
                    <a:pt x="3786" y="1501"/>
                    <a:pt x="4028" y="1548"/>
                    <a:pt x="4260" y="1548"/>
                  </a:cubicBezTo>
                  <a:cubicBezTo>
                    <a:pt x="4507" y="1548"/>
                    <a:pt x="4741" y="1495"/>
                    <a:pt x="4938" y="1336"/>
                  </a:cubicBezTo>
                  <a:cubicBezTo>
                    <a:pt x="5009" y="1288"/>
                    <a:pt x="5057" y="1193"/>
                    <a:pt x="5033" y="1145"/>
                  </a:cubicBezTo>
                  <a:lnTo>
                    <a:pt x="4938" y="1050"/>
                  </a:lnTo>
                  <a:cubicBezTo>
                    <a:pt x="4699" y="930"/>
                    <a:pt x="4437" y="835"/>
                    <a:pt x="4174" y="740"/>
                  </a:cubicBezTo>
                  <a:cubicBezTo>
                    <a:pt x="3864" y="668"/>
                    <a:pt x="3554" y="549"/>
                    <a:pt x="3244" y="453"/>
                  </a:cubicBezTo>
                  <a:cubicBezTo>
                    <a:pt x="2958" y="382"/>
                    <a:pt x="2600" y="215"/>
                    <a:pt x="2410" y="191"/>
                  </a:cubicBezTo>
                  <a:cubicBezTo>
                    <a:pt x="2398" y="194"/>
                    <a:pt x="2378" y="195"/>
                    <a:pt x="2351" y="195"/>
                  </a:cubicBezTo>
                  <a:cubicBezTo>
                    <a:pt x="2243" y="195"/>
                    <a:pt x="2032" y="177"/>
                    <a:pt x="1853" y="177"/>
                  </a:cubicBezTo>
                  <a:cubicBezTo>
                    <a:pt x="1729" y="177"/>
                    <a:pt x="1620" y="186"/>
                    <a:pt x="1573" y="215"/>
                  </a:cubicBezTo>
                  <a:lnTo>
                    <a:pt x="1573" y="215"/>
                  </a:lnTo>
                  <a:cubicBezTo>
                    <a:pt x="1406" y="215"/>
                    <a:pt x="1193" y="167"/>
                    <a:pt x="1002" y="119"/>
                  </a:cubicBezTo>
                  <a:cubicBezTo>
                    <a:pt x="902" y="78"/>
                    <a:pt x="837" y="68"/>
                    <a:pt x="782" y="68"/>
                  </a:cubicBezTo>
                  <a:cubicBezTo>
                    <a:pt x="734" y="68"/>
                    <a:pt x="693" y="75"/>
                    <a:pt x="643" y="75"/>
                  </a:cubicBezTo>
                  <a:cubicBezTo>
                    <a:pt x="585" y="75"/>
                    <a:pt x="514" y="66"/>
                    <a:pt x="406" y="24"/>
                  </a:cubicBezTo>
                  <a:cubicBezTo>
                    <a:pt x="358" y="0"/>
                    <a:pt x="287" y="0"/>
                    <a:pt x="263"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4146;p74">
              <a:extLst>
                <a:ext uri="{FF2B5EF4-FFF2-40B4-BE49-F238E27FC236}">
                  <a16:creationId xmlns:a16="http://schemas.microsoft.com/office/drawing/2014/main" id="{5C250276-50C8-4010-B5E9-5A65059783EF}"/>
                </a:ext>
              </a:extLst>
            </p:cNvPr>
            <p:cNvSpPr/>
            <p:nvPr/>
          </p:nvSpPr>
          <p:spPr>
            <a:xfrm>
              <a:off x="3250225" y="2141450"/>
              <a:ext cx="99600" cy="267150"/>
            </a:xfrm>
            <a:custGeom>
              <a:avLst/>
              <a:gdLst/>
              <a:ahLst/>
              <a:cxnLst/>
              <a:rect l="l" t="t" r="r" b="b"/>
              <a:pathLst>
                <a:path w="3984" h="10686" extrusionOk="0">
                  <a:moveTo>
                    <a:pt x="1407" y="0"/>
                  </a:moveTo>
                  <a:lnTo>
                    <a:pt x="1837" y="334"/>
                  </a:lnTo>
                  <a:cubicBezTo>
                    <a:pt x="1288" y="764"/>
                    <a:pt x="0" y="2171"/>
                    <a:pt x="835" y="2218"/>
                  </a:cubicBezTo>
                  <a:cubicBezTo>
                    <a:pt x="1717" y="2290"/>
                    <a:pt x="1312" y="3673"/>
                    <a:pt x="1312" y="4842"/>
                  </a:cubicBezTo>
                  <a:cubicBezTo>
                    <a:pt x="1288" y="7179"/>
                    <a:pt x="1455" y="8300"/>
                    <a:pt x="1527" y="10280"/>
                  </a:cubicBezTo>
                  <a:cubicBezTo>
                    <a:pt x="1527" y="10351"/>
                    <a:pt x="1527" y="10423"/>
                    <a:pt x="1574" y="10471"/>
                  </a:cubicBezTo>
                  <a:cubicBezTo>
                    <a:pt x="1646" y="10495"/>
                    <a:pt x="1694" y="10542"/>
                    <a:pt x="1765" y="10542"/>
                  </a:cubicBezTo>
                  <a:cubicBezTo>
                    <a:pt x="2099" y="10590"/>
                    <a:pt x="2481" y="10638"/>
                    <a:pt x="2838" y="10685"/>
                  </a:cubicBezTo>
                  <a:cubicBezTo>
                    <a:pt x="2910" y="10685"/>
                    <a:pt x="3005" y="10685"/>
                    <a:pt x="3077" y="10638"/>
                  </a:cubicBezTo>
                  <a:cubicBezTo>
                    <a:pt x="3077" y="10590"/>
                    <a:pt x="3101" y="10542"/>
                    <a:pt x="3101" y="10518"/>
                  </a:cubicBezTo>
                  <a:cubicBezTo>
                    <a:pt x="3506" y="7943"/>
                    <a:pt x="3935" y="5343"/>
                    <a:pt x="3935" y="2767"/>
                  </a:cubicBezTo>
                  <a:cubicBezTo>
                    <a:pt x="3935" y="2218"/>
                    <a:pt x="3983" y="1408"/>
                    <a:pt x="3745" y="931"/>
                  </a:cubicBezTo>
                  <a:cubicBezTo>
                    <a:pt x="3506" y="454"/>
                    <a:pt x="2838" y="96"/>
                    <a:pt x="1407"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147;p74">
              <a:extLst>
                <a:ext uri="{FF2B5EF4-FFF2-40B4-BE49-F238E27FC236}">
                  <a16:creationId xmlns:a16="http://schemas.microsoft.com/office/drawing/2014/main" id="{740378B9-53CC-4FAE-AA38-5B2B459043B5}"/>
                </a:ext>
              </a:extLst>
            </p:cNvPr>
            <p:cNvSpPr/>
            <p:nvPr/>
          </p:nvSpPr>
          <p:spPr>
            <a:xfrm>
              <a:off x="3082550" y="2201150"/>
              <a:ext cx="86325" cy="253750"/>
            </a:xfrm>
            <a:custGeom>
              <a:avLst/>
              <a:gdLst/>
              <a:ahLst/>
              <a:cxnLst/>
              <a:rect l="l" t="t" r="r" b="b"/>
              <a:pathLst>
                <a:path w="3453" h="10150" extrusionOk="0">
                  <a:moveTo>
                    <a:pt x="3232" y="0"/>
                  </a:moveTo>
                  <a:cubicBezTo>
                    <a:pt x="3187" y="0"/>
                    <a:pt x="3140" y="21"/>
                    <a:pt x="3106" y="69"/>
                  </a:cubicBezTo>
                  <a:cubicBezTo>
                    <a:pt x="1245" y="3050"/>
                    <a:pt x="625" y="6532"/>
                    <a:pt x="29" y="9943"/>
                  </a:cubicBezTo>
                  <a:cubicBezTo>
                    <a:pt x="0" y="10072"/>
                    <a:pt x="101" y="10149"/>
                    <a:pt x="190" y="10149"/>
                  </a:cubicBezTo>
                  <a:cubicBezTo>
                    <a:pt x="250" y="10149"/>
                    <a:pt x="306" y="10115"/>
                    <a:pt x="315" y="10038"/>
                  </a:cubicBezTo>
                  <a:cubicBezTo>
                    <a:pt x="912" y="6652"/>
                    <a:pt x="1532" y="3193"/>
                    <a:pt x="3368" y="260"/>
                  </a:cubicBezTo>
                  <a:cubicBezTo>
                    <a:pt x="3453" y="124"/>
                    <a:pt x="3345" y="0"/>
                    <a:pt x="3232"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148;p74">
              <a:extLst>
                <a:ext uri="{FF2B5EF4-FFF2-40B4-BE49-F238E27FC236}">
                  <a16:creationId xmlns:a16="http://schemas.microsoft.com/office/drawing/2014/main" id="{94CFE40E-1A52-4B72-A43C-38A3A8287890}"/>
                </a:ext>
              </a:extLst>
            </p:cNvPr>
            <p:cNvSpPr/>
            <p:nvPr/>
          </p:nvSpPr>
          <p:spPr>
            <a:xfrm>
              <a:off x="3221275" y="2201150"/>
              <a:ext cx="85975" cy="253750"/>
            </a:xfrm>
            <a:custGeom>
              <a:avLst/>
              <a:gdLst/>
              <a:ahLst/>
              <a:cxnLst/>
              <a:rect l="l" t="t" r="r" b="b"/>
              <a:pathLst>
                <a:path w="3439" h="10150" extrusionOk="0">
                  <a:moveTo>
                    <a:pt x="231" y="0"/>
                  </a:moveTo>
                  <a:cubicBezTo>
                    <a:pt x="120" y="0"/>
                    <a:pt x="0" y="124"/>
                    <a:pt x="85" y="260"/>
                  </a:cubicBezTo>
                  <a:cubicBezTo>
                    <a:pt x="1898" y="3193"/>
                    <a:pt x="2518" y="6652"/>
                    <a:pt x="3114" y="10038"/>
                  </a:cubicBezTo>
                  <a:cubicBezTo>
                    <a:pt x="3133" y="10115"/>
                    <a:pt x="3190" y="10149"/>
                    <a:pt x="3251" y="10149"/>
                  </a:cubicBezTo>
                  <a:cubicBezTo>
                    <a:pt x="3341" y="10149"/>
                    <a:pt x="3438" y="10072"/>
                    <a:pt x="3424" y="9943"/>
                  </a:cubicBezTo>
                  <a:cubicBezTo>
                    <a:pt x="2828" y="6532"/>
                    <a:pt x="2208" y="3050"/>
                    <a:pt x="347" y="69"/>
                  </a:cubicBezTo>
                  <a:cubicBezTo>
                    <a:pt x="320" y="21"/>
                    <a:pt x="276" y="0"/>
                    <a:pt x="231"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149;p74">
              <a:extLst>
                <a:ext uri="{FF2B5EF4-FFF2-40B4-BE49-F238E27FC236}">
                  <a16:creationId xmlns:a16="http://schemas.microsoft.com/office/drawing/2014/main" id="{8503715D-4730-430F-9728-35090A771E00}"/>
                </a:ext>
              </a:extLst>
            </p:cNvPr>
            <p:cNvSpPr/>
            <p:nvPr/>
          </p:nvSpPr>
          <p:spPr>
            <a:xfrm>
              <a:off x="3106525" y="2183775"/>
              <a:ext cx="168750" cy="20300"/>
            </a:xfrm>
            <a:custGeom>
              <a:avLst/>
              <a:gdLst/>
              <a:ahLst/>
              <a:cxnLst/>
              <a:rect l="l" t="t" r="r" b="b"/>
              <a:pathLst>
                <a:path w="6750" h="812" extrusionOk="0">
                  <a:moveTo>
                    <a:pt x="0" y="1"/>
                  </a:moveTo>
                  <a:lnTo>
                    <a:pt x="0" y="812"/>
                  </a:lnTo>
                  <a:lnTo>
                    <a:pt x="6750" y="812"/>
                  </a:lnTo>
                  <a:lnTo>
                    <a:pt x="6750" y="1"/>
                  </a:ln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150;p74">
              <a:extLst>
                <a:ext uri="{FF2B5EF4-FFF2-40B4-BE49-F238E27FC236}">
                  <a16:creationId xmlns:a16="http://schemas.microsoft.com/office/drawing/2014/main" id="{5E29760A-C313-4E68-9053-A790BD483D00}"/>
                </a:ext>
              </a:extLst>
            </p:cNvPr>
            <p:cNvSpPr/>
            <p:nvPr/>
          </p:nvSpPr>
          <p:spPr>
            <a:xfrm>
              <a:off x="3167325" y="1879700"/>
              <a:ext cx="75175" cy="82300"/>
            </a:xfrm>
            <a:custGeom>
              <a:avLst/>
              <a:gdLst/>
              <a:ahLst/>
              <a:cxnLst/>
              <a:rect l="l" t="t" r="r" b="b"/>
              <a:pathLst>
                <a:path w="3007" h="3292" extrusionOk="0">
                  <a:moveTo>
                    <a:pt x="2481" y="0"/>
                  </a:moveTo>
                  <a:lnTo>
                    <a:pt x="502" y="620"/>
                  </a:lnTo>
                  <a:cubicBezTo>
                    <a:pt x="669" y="930"/>
                    <a:pt x="740" y="1312"/>
                    <a:pt x="693" y="1670"/>
                  </a:cubicBezTo>
                  <a:cubicBezTo>
                    <a:pt x="621" y="2003"/>
                    <a:pt x="359" y="2337"/>
                    <a:pt x="1" y="2409"/>
                  </a:cubicBezTo>
                  <a:cubicBezTo>
                    <a:pt x="239" y="2886"/>
                    <a:pt x="716" y="3172"/>
                    <a:pt x="1217" y="3268"/>
                  </a:cubicBezTo>
                  <a:cubicBezTo>
                    <a:pt x="1308" y="3284"/>
                    <a:pt x="1399" y="3292"/>
                    <a:pt x="1489" y="3292"/>
                  </a:cubicBezTo>
                  <a:cubicBezTo>
                    <a:pt x="1919" y="3292"/>
                    <a:pt x="2333" y="3110"/>
                    <a:pt x="2648" y="2814"/>
                  </a:cubicBezTo>
                  <a:cubicBezTo>
                    <a:pt x="2768" y="2695"/>
                    <a:pt x="2887" y="2552"/>
                    <a:pt x="3006" y="2409"/>
                  </a:cubicBezTo>
                  <a:cubicBezTo>
                    <a:pt x="2720" y="2409"/>
                    <a:pt x="2481" y="2170"/>
                    <a:pt x="2338" y="1908"/>
                  </a:cubicBezTo>
                  <a:cubicBezTo>
                    <a:pt x="2171" y="1622"/>
                    <a:pt x="2171" y="1312"/>
                    <a:pt x="2219" y="1002"/>
                  </a:cubicBezTo>
                  <a:cubicBezTo>
                    <a:pt x="2267" y="644"/>
                    <a:pt x="2338" y="310"/>
                    <a:pt x="2481"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151;p74">
              <a:extLst>
                <a:ext uri="{FF2B5EF4-FFF2-40B4-BE49-F238E27FC236}">
                  <a16:creationId xmlns:a16="http://schemas.microsoft.com/office/drawing/2014/main" id="{294C5311-4111-4404-86B2-C1ED164AC869}"/>
                </a:ext>
              </a:extLst>
            </p:cNvPr>
            <p:cNvSpPr/>
            <p:nvPr/>
          </p:nvSpPr>
          <p:spPr>
            <a:xfrm>
              <a:off x="3128575" y="1933350"/>
              <a:ext cx="146125" cy="180250"/>
            </a:xfrm>
            <a:custGeom>
              <a:avLst/>
              <a:gdLst/>
              <a:ahLst/>
              <a:cxnLst/>
              <a:rect l="l" t="t" r="r" b="b"/>
              <a:pathLst>
                <a:path w="5845" h="7210" extrusionOk="0">
                  <a:moveTo>
                    <a:pt x="2052" y="1"/>
                  </a:moveTo>
                  <a:lnTo>
                    <a:pt x="358" y="525"/>
                  </a:lnTo>
                  <a:cubicBezTo>
                    <a:pt x="311" y="549"/>
                    <a:pt x="239" y="549"/>
                    <a:pt x="192" y="621"/>
                  </a:cubicBezTo>
                  <a:cubicBezTo>
                    <a:pt x="120" y="692"/>
                    <a:pt x="96" y="788"/>
                    <a:pt x="96" y="883"/>
                  </a:cubicBezTo>
                  <a:cubicBezTo>
                    <a:pt x="1" y="1527"/>
                    <a:pt x="96" y="2219"/>
                    <a:pt x="192" y="2910"/>
                  </a:cubicBezTo>
                  <a:cubicBezTo>
                    <a:pt x="335" y="4246"/>
                    <a:pt x="382" y="5629"/>
                    <a:pt x="358" y="6965"/>
                  </a:cubicBezTo>
                  <a:cubicBezTo>
                    <a:pt x="358" y="6989"/>
                    <a:pt x="358" y="7060"/>
                    <a:pt x="382" y="7084"/>
                  </a:cubicBezTo>
                  <a:cubicBezTo>
                    <a:pt x="430" y="7132"/>
                    <a:pt x="478" y="7132"/>
                    <a:pt x="549" y="7132"/>
                  </a:cubicBezTo>
                  <a:cubicBezTo>
                    <a:pt x="835" y="7132"/>
                    <a:pt x="1098" y="7060"/>
                    <a:pt x="1384" y="7013"/>
                  </a:cubicBezTo>
                  <a:cubicBezTo>
                    <a:pt x="1552" y="6987"/>
                    <a:pt x="1721" y="6977"/>
                    <a:pt x="1889" y="6977"/>
                  </a:cubicBezTo>
                  <a:cubicBezTo>
                    <a:pt x="2675" y="6977"/>
                    <a:pt x="3460" y="7203"/>
                    <a:pt x="4246" y="7203"/>
                  </a:cubicBezTo>
                  <a:cubicBezTo>
                    <a:pt x="4312" y="7208"/>
                    <a:pt x="4377" y="7210"/>
                    <a:pt x="4443" y="7210"/>
                  </a:cubicBezTo>
                  <a:cubicBezTo>
                    <a:pt x="4735" y="7210"/>
                    <a:pt x="5027" y="7171"/>
                    <a:pt x="5319" y="7132"/>
                  </a:cubicBezTo>
                  <a:cubicBezTo>
                    <a:pt x="5391" y="7108"/>
                    <a:pt x="5510" y="7108"/>
                    <a:pt x="5582" y="7036"/>
                  </a:cubicBezTo>
                  <a:cubicBezTo>
                    <a:pt x="5606" y="6941"/>
                    <a:pt x="5606" y="6846"/>
                    <a:pt x="5606" y="6750"/>
                  </a:cubicBezTo>
                  <a:cubicBezTo>
                    <a:pt x="5439" y="4723"/>
                    <a:pt x="5844" y="2672"/>
                    <a:pt x="5844" y="645"/>
                  </a:cubicBezTo>
                  <a:cubicBezTo>
                    <a:pt x="5844" y="597"/>
                    <a:pt x="5844" y="525"/>
                    <a:pt x="5820" y="501"/>
                  </a:cubicBezTo>
                  <a:cubicBezTo>
                    <a:pt x="5796" y="478"/>
                    <a:pt x="5749" y="430"/>
                    <a:pt x="5701" y="430"/>
                  </a:cubicBezTo>
                  <a:cubicBezTo>
                    <a:pt x="5152" y="311"/>
                    <a:pt x="4652" y="168"/>
                    <a:pt x="4127" y="24"/>
                  </a:cubicBezTo>
                  <a:cubicBezTo>
                    <a:pt x="4079" y="1"/>
                    <a:pt x="4031" y="1"/>
                    <a:pt x="3960" y="1"/>
                  </a:cubicBezTo>
                  <a:cubicBezTo>
                    <a:pt x="3912" y="1"/>
                    <a:pt x="3888" y="48"/>
                    <a:pt x="3817" y="72"/>
                  </a:cubicBezTo>
                  <a:cubicBezTo>
                    <a:pt x="3582" y="254"/>
                    <a:pt x="3313" y="335"/>
                    <a:pt x="3039" y="335"/>
                  </a:cubicBezTo>
                  <a:cubicBezTo>
                    <a:pt x="2701" y="335"/>
                    <a:pt x="2355" y="211"/>
                    <a:pt x="2052"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4152;p74">
              <a:extLst>
                <a:ext uri="{FF2B5EF4-FFF2-40B4-BE49-F238E27FC236}">
                  <a16:creationId xmlns:a16="http://schemas.microsoft.com/office/drawing/2014/main" id="{792B5536-59EF-46E3-B3AD-6664542DF194}"/>
                </a:ext>
              </a:extLst>
            </p:cNvPr>
            <p:cNvSpPr/>
            <p:nvPr/>
          </p:nvSpPr>
          <p:spPr>
            <a:xfrm>
              <a:off x="3234725" y="1945275"/>
              <a:ext cx="98400" cy="168475"/>
            </a:xfrm>
            <a:custGeom>
              <a:avLst/>
              <a:gdLst/>
              <a:ahLst/>
              <a:cxnLst/>
              <a:rect l="l" t="t" r="r" b="b"/>
              <a:pathLst>
                <a:path w="3936" h="6739" extrusionOk="0">
                  <a:moveTo>
                    <a:pt x="1550" y="1"/>
                  </a:moveTo>
                  <a:cubicBezTo>
                    <a:pt x="1145" y="883"/>
                    <a:pt x="1026" y="1956"/>
                    <a:pt x="1264" y="2910"/>
                  </a:cubicBezTo>
                  <a:cubicBezTo>
                    <a:pt x="1383" y="3292"/>
                    <a:pt x="1550" y="3697"/>
                    <a:pt x="1717" y="4079"/>
                  </a:cubicBezTo>
                  <a:cubicBezTo>
                    <a:pt x="1860" y="4437"/>
                    <a:pt x="2027" y="4795"/>
                    <a:pt x="2194" y="5152"/>
                  </a:cubicBezTo>
                  <a:cubicBezTo>
                    <a:pt x="2194" y="5176"/>
                    <a:pt x="2218" y="5200"/>
                    <a:pt x="2218" y="5248"/>
                  </a:cubicBezTo>
                  <a:cubicBezTo>
                    <a:pt x="2218" y="5295"/>
                    <a:pt x="2170" y="5295"/>
                    <a:pt x="2099" y="5319"/>
                  </a:cubicBezTo>
                  <a:cubicBezTo>
                    <a:pt x="1455" y="5534"/>
                    <a:pt x="763" y="5629"/>
                    <a:pt x="119" y="5772"/>
                  </a:cubicBezTo>
                  <a:cubicBezTo>
                    <a:pt x="72" y="5772"/>
                    <a:pt x="48" y="5796"/>
                    <a:pt x="24" y="5796"/>
                  </a:cubicBezTo>
                  <a:cubicBezTo>
                    <a:pt x="0" y="5844"/>
                    <a:pt x="0" y="5892"/>
                    <a:pt x="24" y="5916"/>
                  </a:cubicBezTo>
                  <a:cubicBezTo>
                    <a:pt x="48" y="6130"/>
                    <a:pt x="119" y="6369"/>
                    <a:pt x="262" y="6488"/>
                  </a:cubicBezTo>
                  <a:cubicBezTo>
                    <a:pt x="358" y="6559"/>
                    <a:pt x="429" y="6583"/>
                    <a:pt x="525" y="6607"/>
                  </a:cubicBezTo>
                  <a:cubicBezTo>
                    <a:pt x="905" y="6700"/>
                    <a:pt x="1292" y="6739"/>
                    <a:pt x="1681" y="6739"/>
                  </a:cubicBezTo>
                  <a:cubicBezTo>
                    <a:pt x="2293" y="6739"/>
                    <a:pt x="2908" y="6643"/>
                    <a:pt x="3506" y="6512"/>
                  </a:cubicBezTo>
                  <a:cubicBezTo>
                    <a:pt x="3649" y="6488"/>
                    <a:pt x="3840" y="6416"/>
                    <a:pt x="3888" y="6273"/>
                  </a:cubicBezTo>
                  <a:cubicBezTo>
                    <a:pt x="3935" y="6178"/>
                    <a:pt x="3935" y="6059"/>
                    <a:pt x="3888" y="5987"/>
                  </a:cubicBezTo>
                  <a:cubicBezTo>
                    <a:pt x="3721" y="4914"/>
                    <a:pt x="3530" y="3841"/>
                    <a:pt x="3220" y="2815"/>
                  </a:cubicBezTo>
                  <a:cubicBezTo>
                    <a:pt x="2886" y="1813"/>
                    <a:pt x="2385" y="788"/>
                    <a:pt x="1670" y="24"/>
                  </a:cubicBezTo>
                  <a:cubicBezTo>
                    <a:pt x="1574" y="24"/>
                    <a:pt x="1574" y="1"/>
                    <a:pt x="155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153;p74">
              <a:extLst>
                <a:ext uri="{FF2B5EF4-FFF2-40B4-BE49-F238E27FC236}">
                  <a16:creationId xmlns:a16="http://schemas.microsoft.com/office/drawing/2014/main" id="{06FDD2F8-5B17-4869-B1B2-FE7AF4C3CDD0}"/>
                </a:ext>
              </a:extLst>
            </p:cNvPr>
            <p:cNvSpPr/>
            <p:nvPr/>
          </p:nvSpPr>
          <p:spPr>
            <a:xfrm>
              <a:off x="3075525" y="1948250"/>
              <a:ext cx="98400" cy="168475"/>
            </a:xfrm>
            <a:custGeom>
              <a:avLst/>
              <a:gdLst/>
              <a:ahLst/>
              <a:cxnLst/>
              <a:rect l="l" t="t" r="r" b="b"/>
              <a:pathLst>
                <a:path w="3936" h="6739" extrusionOk="0">
                  <a:moveTo>
                    <a:pt x="2385" y="1"/>
                  </a:moveTo>
                  <a:cubicBezTo>
                    <a:pt x="2361" y="1"/>
                    <a:pt x="2337" y="25"/>
                    <a:pt x="2266" y="25"/>
                  </a:cubicBezTo>
                  <a:cubicBezTo>
                    <a:pt x="1550" y="788"/>
                    <a:pt x="1049" y="1813"/>
                    <a:pt x="716" y="2815"/>
                  </a:cubicBezTo>
                  <a:cubicBezTo>
                    <a:pt x="382" y="3841"/>
                    <a:pt x="215" y="4914"/>
                    <a:pt x="48" y="5987"/>
                  </a:cubicBezTo>
                  <a:cubicBezTo>
                    <a:pt x="0" y="6083"/>
                    <a:pt x="0" y="6202"/>
                    <a:pt x="48" y="6274"/>
                  </a:cubicBezTo>
                  <a:cubicBezTo>
                    <a:pt x="95" y="6440"/>
                    <a:pt x="286" y="6488"/>
                    <a:pt x="429" y="6512"/>
                  </a:cubicBezTo>
                  <a:cubicBezTo>
                    <a:pt x="1027" y="6643"/>
                    <a:pt x="1643" y="6739"/>
                    <a:pt x="2254" y="6739"/>
                  </a:cubicBezTo>
                  <a:cubicBezTo>
                    <a:pt x="2643" y="6739"/>
                    <a:pt x="3030" y="6700"/>
                    <a:pt x="3411" y="6607"/>
                  </a:cubicBezTo>
                  <a:cubicBezTo>
                    <a:pt x="3506" y="6584"/>
                    <a:pt x="3578" y="6560"/>
                    <a:pt x="3673" y="6488"/>
                  </a:cubicBezTo>
                  <a:cubicBezTo>
                    <a:pt x="3816" y="6369"/>
                    <a:pt x="3888" y="6130"/>
                    <a:pt x="3911" y="5916"/>
                  </a:cubicBezTo>
                  <a:cubicBezTo>
                    <a:pt x="3935" y="5892"/>
                    <a:pt x="3935" y="5844"/>
                    <a:pt x="3911" y="5797"/>
                  </a:cubicBezTo>
                  <a:cubicBezTo>
                    <a:pt x="3888" y="5797"/>
                    <a:pt x="3864" y="5773"/>
                    <a:pt x="3816" y="5773"/>
                  </a:cubicBezTo>
                  <a:cubicBezTo>
                    <a:pt x="3172" y="5630"/>
                    <a:pt x="2480" y="5534"/>
                    <a:pt x="1836" y="5320"/>
                  </a:cubicBezTo>
                  <a:cubicBezTo>
                    <a:pt x="1765" y="5296"/>
                    <a:pt x="1717" y="5296"/>
                    <a:pt x="1717" y="5248"/>
                  </a:cubicBezTo>
                  <a:cubicBezTo>
                    <a:pt x="1717" y="5200"/>
                    <a:pt x="1741" y="5176"/>
                    <a:pt x="1741" y="5153"/>
                  </a:cubicBezTo>
                  <a:cubicBezTo>
                    <a:pt x="1908" y="4795"/>
                    <a:pt x="2075" y="4437"/>
                    <a:pt x="2218" y="4079"/>
                  </a:cubicBezTo>
                  <a:cubicBezTo>
                    <a:pt x="2385" y="3698"/>
                    <a:pt x="2552" y="3292"/>
                    <a:pt x="2671" y="2911"/>
                  </a:cubicBezTo>
                  <a:cubicBezTo>
                    <a:pt x="2910" y="1957"/>
                    <a:pt x="2791" y="883"/>
                    <a:pt x="2385"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4154;p74">
              <a:extLst>
                <a:ext uri="{FF2B5EF4-FFF2-40B4-BE49-F238E27FC236}">
                  <a16:creationId xmlns:a16="http://schemas.microsoft.com/office/drawing/2014/main" id="{C603F28E-A7F6-4369-A23B-580E9495431C}"/>
                </a:ext>
              </a:extLst>
            </p:cNvPr>
            <p:cNvSpPr/>
            <p:nvPr/>
          </p:nvSpPr>
          <p:spPr>
            <a:xfrm>
              <a:off x="3062400" y="2107450"/>
              <a:ext cx="262975" cy="90400"/>
            </a:xfrm>
            <a:custGeom>
              <a:avLst/>
              <a:gdLst/>
              <a:ahLst/>
              <a:cxnLst/>
              <a:rect l="l" t="t" r="r" b="b"/>
              <a:pathLst>
                <a:path w="10519" h="3616" extrusionOk="0">
                  <a:moveTo>
                    <a:pt x="6917" y="1"/>
                  </a:moveTo>
                  <a:cubicBezTo>
                    <a:pt x="6416" y="25"/>
                    <a:pt x="5867" y="25"/>
                    <a:pt x="5367" y="25"/>
                  </a:cubicBezTo>
                  <a:cubicBezTo>
                    <a:pt x="5152" y="25"/>
                    <a:pt x="4913" y="25"/>
                    <a:pt x="4699" y="96"/>
                  </a:cubicBezTo>
                  <a:cubicBezTo>
                    <a:pt x="4582" y="127"/>
                    <a:pt x="4463" y="138"/>
                    <a:pt x="4344" y="138"/>
                  </a:cubicBezTo>
                  <a:cubicBezTo>
                    <a:pt x="3977" y="138"/>
                    <a:pt x="3602" y="29"/>
                    <a:pt x="3246" y="29"/>
                  </a:cubicBezTo>
                  <a:cubicBezTo>
                    <a:pt x="3082" y="29"/>
                    <a:pt x="2921" y="52"/>
                    <a:pt x="2767" y="120"/>
                  </a:cubicBezTo>
                  <a:cubicBezTo>
                    <a:pt x="2290" y="311"/>
                    <a:pt x="3077" y="979"/>
                    <a:pt x="1455" y="1313"/>
                  </a:cubicBezTo>
                  <a:cubicBezTo>
                    <a:pt x="382" y="1551"/>
                    <a:pt x="453" y="1694"/>
                    <a:pt x="0" y="2028"/>
                  </a:cubicBezTo>
                  <a:lnTo>
                    <a:pt x="167" y="3221"/>
                  </a:lnTo>
                  <a:cubicBezTo>
                    <a:pt x="812" y="3516"/>
                    <a:pt x="1389" y="3615"/>
                    <a:pt x="1988" y="3615"/>
                  </a:cubicBezTo>
                  <a:cubicBezTo>
                    <a:pt x="2451" y="3615"/>
                    <a:pt x="2928" y="3556"/>
                    <a:pt x="3459" y="3483"/>
                  </a:cubicBezTo>
                  <a:cubicBezTo>
                    <a:pt x="3983" y="3435"/>
                    <a:pt x="4675" y="3340"/>
                    <a:pt x="5128" y="3292"/>
                  </a:cubicBezTo>
                  <a:cubicBezTo>
                    <a:pt x="5319" y="3273"/>
                    <a:pt x="5496" y="3264"/>
                    <a:pt x="5668" y="3264"/>
                  </a:cubicBezTo>
                  <a:cubicBezTo>
                    <a:pt x="6121" y="3264"/>
                    <a:pt x="6535" y="3325"/>
                    <a:pt x="7036" y="3412"/>
                  </a:cubicBezTo>
                  <a:cubicBezTo>
                    <a:pt x="7283" y="3452"/>
                    <a:pt x="7531" y="3469"/>
                    <a:pt x="7779" y="3469"/>
                  </a:cubicBezTo>
                  <a:cubicBezTo>
                    <a:pt x="8421" y="3469"/>
                    <a:pt x="9065" y="3352"/>
                    <a:pt x="9684" y="3197"/>
                  </a:cubicBezTo>
                  <a:cubicBezTo>
                    <a:pt x="9994" y="3101"/>
                    <a:pt x="10304" y="2982"/>
                    <a:pt x="10423" y="2720"/>
                  </a:cubicBezTo>
                  <a:cubicBezTo>
                    <a:pt x="10518" y="2529"/>
                    <a:pt x="10494" y="2291"/>
                    <a:pt x="10399" y="2124"/>
                  </a:cubicBezTo>
                  <a:cubicBezTo>
                    <a:pt x="10184" y="1599"/>
                    <a:pt x="9707" y="1313"/>
                    <a:pt x="9278" y="1050"/>
                  </a:cubicBezTo>
                  <a:cubicBezTo>
                    <a:pt x="8849" y="812"/>
                    <a:pt x="8467" y="573"/>
                    <a:pt x="8038" y="335"/>
                  </a:cubicBezTo>
                  <a:cubicBezTo>
                    <a:pt x="7871" y="216"/>
                    <a:pt x="7680" y="120"/>
                    <a:pt x="7513" y="72"/>
                  </a:cubicBezTo>
                  <a:cubicBezTo>
                    <a:pt x="7322" y="1"/>
                    <a:pt x="7108" y="1"/>
                    <a:pt x="6917"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155;p74">
              <a:extLst>
                <a:ext uri="{FF2B5EF4-FFF2-40B4-BE49-F238E27FC236}">
                  <a16:creationId xmlns:a16="http://schemas.microsoft.com/office/drawing/2014/main" id="{A8088CD2-1B07-417F-9699-05C363807101}"/>
                </a:ext>
              </a:extLst>
            </p:cNvPr>
            <p:cNvSpPr/>
            <p:nvPr/>
          </p:nvSpPr>
          <p:spPr>
            <a:xfrm>
              <a:off x="2987875" y="2384725"/>
              <a:ext cx="119850" cy="81500"/>
            </a:xfrm>
            <a:custGeom>
              <a:avLst/>
              <a:gdLst/>
              <a:ahLst/>
              <a:cxnLst/>
              <a:rect l="l" t="t" r="r" b="b"/>
              <a:pathLst>
                <a:path w="4794" h="3260" extrusionOk="0">
                  <a:moveTo>
                    <a:pt x="4388" y="0"/>
                  </a:moveTo>
                  <a:lnTo>
                    <a:pt x="3077" y="573"/>
                  </a:lnTo>
                  <a:cubicBezTo>
                    <a:pt x="3268" y="931"/>
                    <a:pt x="3124" y="1360"/>
                    <a:pt x="2862" y="1670"/>
                  </a:cubicBezTo>
                  <a:cubicBezTo>
                    <a:pt x="2600" y="1956"/>
                    <a:pt x="2170" y="2123"/>
                    <a:pt x="1813" y="2266"/>
                  </a:cubicBezTo>
                  <a:lnTo>
                    <a:pt x="215" y="2886"/>
                  </a:lnTo>
                  <a:cubicBezTo>
                    <a:pt x="119" y="2934"/>
                    <a:pt x="0" y="3006"/>
                    <a:pt x="48" y="3101"/>
                  </a:cubicBezTo>
                  <a:cubicBezTo>
                    <a:pt x="95" y="3125"/>
                    <a:pt x="119" y="3125"/>
                    <a:pt x="143" y="3149"/>
                  </a:cubicBezTo>
                  <a:cubicBezTo>
                    <a:pt x="313" y="3229"/>
                    <a:pt x="490" y="3259"/>
                    <a:pt x="669" y="3259"/>
                  </a:cubicBezTo>
                  <a:cubicBezTo>
                    <a:pt x="969" y="3259"/>
                    <a:pt x="1276" y="3175"/>
                    <a:pt x="1574" y="3101"/>
                  </a:cubicBezTo>
                  <a:cubicBezTo>
                    <a:pt x="2046" y="2996"/>
                    <a:pt x="2540" y="2942"/>
                    <a:pt x="3032" y="2942"/>
                  </a:cubicBezTo>
                  <a:cubicBezTo>
                    <a:pt x="3434" y="2942"/>
                    <a:pt x="3835" y="2978"/>
                    <a:pt x="4222" y="3053"/>
                  </a:cubicBezTo>
                  <a:cubicBezTo>
                    <a:pt x="4279" y="3059"/>
                    <a:pt x="4340" y="3063"/>
                    <a:pt x="4401" y="3063"/>
                  </a:cubicBezTo>
                  <a:cubicBezTo>
                    <a:pt x="4592" y="3063"/>
                    <a:pt x="4776" y="3020"/>
                    <a:pt x="4794" y="2839"/>
                  </a:cubicBezTo>
                  <a:lnTo>
                    <a:pt x="4794" y="2695"/>
                  </a:lnTo>
                  <a:cubicBezTo>
                    <a:pt x="4651" y="1789"/>
                    <a:pt x="4508" y="907"/>
                    <a:pt x="4388"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4156;p74">
              <a:extLst>
                <a:ext uri="{FF2B5EF4-FFF2-40B4-BE49-F238E27FC236}">
                  <a16:creationId xmlns:a16="http://schemas.microsoft.com/office/drawing/2014/main" id="{C3B307BD-2D3C-4AFF-9190-090466F517B6}"/>
                </a:ext>
              </a:extLst>
            </p:cNvPr>
            <p:cNvSpPr/>
            <p:nvPr/>
          </p:nvSpPr>
          <p:spPr>
            <a:xfrm>
              <a:off x="2983100" y="2425875"/>
              <a:ext cx="127025" cy="42275"/>
            </a:xfrm>
            <a:custGeom>
              <a:avLst/>
              <a:gdLst/>
              <a:ahLst/>
              <a:cxnLst/>
              <a:rect l="l" t="t" r="r" b="b"/>
              <a:pathLst>
                <a:path w="5081" h="1691" extrusionOk="0">
                  <a:moveTo>
                    <a:pt x="3077" y="0"/>
                  </a:moveTo>
                  <a:lnTo>
                    <a:pt x="2600" y="334"/>
                  </a:lnTo>
                  <a:cubicBezTo>
                    <a:pt x="2457" y="358"/>
                    <a:pt x="2099" y="501"/>
                    <a:pt x="1837" y="596"/>
                  </a:cubicBezTo>
                  <a:cubicBezTo>
                    <a:pt x="1527" y="692"/>
                    <a:pt x="1193" y="811"/>
                    <a:pt x="907" y="883"/>
                  </a:cubicBezTo>
                  <a:cubicBezTo>
                    <a:pt x="644" y="978"/>
                    <a:pt x="358" y="1073"/>
                    <a:pt x="119" y="1193"/>
                  </a:cubicBezTo>
                  <a:lnTo>
                    <a:pt x="48" y="1288"/>
                  </a:lnTo>
                  <a:cubicBezTo>
                    <a:pt x="0" y="1336"/>
                    <a:pt x="72" y="1431"/>
                    <a:pt x="119" y="1479"/>
                  </a:cubicBezTo>
                  <a:cubicBezTo>
                    <a:pt x="316" y="1638"/>
                    <a:pt x="557" y="1691"/>
                    <a:pt x="809" y="1691"/>
                  </a:cubicBezTo>
                  <a:cubicBezTo>
                    <a:pt x="1047" y="1691"/>
                    <a:pt x="1295" y="1644"/>
                    <a:pt x="1527" y="1598"/>
                  </a:cubicBezTo>
                  <a:cubicBezTo>
                    <a:pt x="2019" y="1524"/>
                    <a:pt x="2501" y="1486"/>
                    <a:pt x="2986" y="1486"/>
                  </a:cubicBezTo>
                  <a:cubicBezTo>
                    <a:pt x="3277" y="1486"/>
                    <a:pt x="3569" y="1500"/>
                    <a:pt x="3864" y="1526"/>
                  </a:cubicBezTo>
                  <a:cubicBezTo>
                    <a:pt x="3979" y="1534"/>
                    <a:pt x="4096" y="1541"/>
                    <a:pt x="4212" y="1541"/>
                  </a:cubicBezTo>
                  <a:cubicBezTo>
                    <a:pt x="4481" y="1541"/>
                    <a:pt x="4745" y="1502"/>
                    <a:pt x="4961" y="1336"/>
                  </a:cubicBezTo>
                  <a:cubicBezTo>
                    <a:pt x="4985" y="1312"/>
                    <a:pt x="5009" y="1288"/>
                    <a:pt x="5056" y="1216"/>
                  </a:cubicBezTo>
                  <a:cubicBezTo>
                    <a:pt x="5080" y="1169"/>
                    <a:pt x="5080" y="1073"/>
                    <a:pt x="5056" y="1002"/>
                  </a:cubicBezTo>
                  <a:cubicBezTo>
                    <a:pt x="5009" y="763"/>
                    <a:pt x="4961" y="572"/>
                    <a:pt x="4890" y="334"/>
                  </a:cubicBezTo>
                  <a:cubicBezTo>
                    <a:pt x="4890" y="239"/>
                    <a:pt x="4866" y="167"/>
                    <a:pt x="4818" y="143"/>
                  </a:cubicBezTo>
                  <a:cubicBezTo>
                    <a:pt x="4777" y="129"/>
                    <a:pt x="4608" y="116"/>
                    <a:pt x="4464" y="116"/>
                  </a:cubicBezTo>
                  <a:cubicBezTo>
                    <a:pt x="4358" y="116"/>
                    <a:pt x="4266" y="123"/>
                    <a:pt x="4246" y="143"/>
                  </a:cubicBezTo>
                  <a:cubicBezTo>
                    <a:pt x="4246" y="143"/>
                    <a:pt x="4246" y="143"/>
                    <a:pt x="4246" y="143"/>
                  </a:cubicBezTo>
                  <a:lnTo>
                    <a:pt x="4246" y="143"/>
                  </a:lnTo>
                  <a:cubicBezTo>
                    <a:pt x="4228" y="147"/>
                    <a:pt x="4205" y="155"/>
                    <a:pt x="4174" y="167"/>
                  </a:cubicBezTo>
                  <a:cubicBezTo>
                    <a:pt x="4031" y="239"/>
                    <a:pt x="3864" y="334"/>
                    <a:pt x="3673" y="334"/>
                  </a:cubicBezTo>
                  <a:cubicBezTo>
                    <a:pt x="3601" y="343"/>
                    <a:pt x="3543" y="352"/>
                    <a:pt x="3493" y="352"/>
                  </a:cubicBezTo>
                  <a:cubicBezTo>
                    <a:pt x="3410" y="352"/>
                    <a:pt x="3351" y="328"/>
                    <a:pt x="3292" y="239"/>
                  </a:cubicBezTo>
                  <a:cubicBezTo>
                    <a:pt x="3220" y="143"/>
                    <a:pt x="3172" y="24"/>
                    <a:pt x="3077"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4157;p74">
              <a:extLst>
                <a:ext uri="{FF2B5EF4-FFF2-40B4-BE49-F238E27FC236}">
                  <a16:creationId xmlns:a16="http://schemas.microsoft.com/office/drawing/2014/main" id="{1E65F067-C259-4474-BDBF-1AE947447303}"/>
                </a:ext>
              </a:extLst>
            </p:cNvPr>
            <p:cNvSpPr/>
            <p:nvPr/>
          </p:nvSpPr>
          <p:spPr>
            <a:xfrm>
              <a:off x="3040325" y="2141450"/>
              <a:ext cx="100200" cy="267150"/>
            </a:xfrm>
            <a:custGeom>
              <a:avLst/>
              <a:gdLst/>
              <a:ahLst/>
              <a:cxnLst/>
              <a:rect l="l" t="t" r="r" b="b"/>
              <a:pathLst>
                <a:path w="4008" h="10686" extrusionOk="0">
                  <a:moveTo>
                    <a:pt x="2601" y="0"/>
                  </a:moveTo>
                  <a:cubicBezTo>
                    <a:pt x="1170" y="96"/>
                    <a:pt x="502" y="454"/>
                    <a:pt x="263" y="931"/>
                  </a:cubicBezTo>
                  <a:cubicBezTo>
                    <a:pt x="1" y="1408"/>
                    <a:pt x="72" y="2218"/>
                    <a:pt x="72" y="2767"/>
                  </a:cubicBezTo>
                  <a:cubicBezTo>
                    <a:pt x="72" y="5343"/>
                    <a:pt x="502" y="7943"/>
                    <a:pt x="907" y="10518"/>
                  </a:cubicBezTo>
                  <a:cubicBezTo>
                    <a:pt x="907" y="10542"/>
                    <a:pt x="931" y="10590"/>
                    <a:pt x="931" y="10638"/>
                  </a:cubicBezTo>
                  <a:cubicBezTo>
                    <a:pt x="1003" y="10685"/>
                    <a:pt x="1098" y="10685"/>
                    <a:pt x="1170" y="10685"/>
                  </a:cubicBezTo>
                  <a:cubicBezTo>
                    <a:pt x="1527" y="10638"/>
                    <a:pt x="1885" y="10590"/>
                    <a:pt x="2243" y="10542"/>
                  </a:cubicBezTo>
                  <a:cubicBezTo>
                    <a:pt x="2314" y="10542"/>
                    <a:pt x="2362" y="10495"/>
                    <a:pt x="2434" y="10471"/>
                  </a:cubicBezTo>
                  <a:cubicBezTo>
                    <a:pt x="2481" y="10423"/>
                    <a:pt x="2481" y="10351"/>
                    <a:pt x="2481" y="10280"/>
                  </a:cubicBezTo>
                  <a:cubicBezTo>
                    <a:pt x="2553" y="8300"/>
                    <a:pt x="2720" y="7179"/>
                    <a:pt x="2696" y="4842"/>
                  </a:cubicBezTo>
                  <a:cubicBezTo>
                    <a:pt x="2696" y="3673"/>
                    <a:pt x="2267" y="2290"/>
                    <a:pt x="3173" y="2218"/>
                  </a:cubicBezTo>
                  <a:cubicBezTo>
                    <a:pt x="4008" y="2171"/>
                    <a:pt x="2720" y="764"/>
                    <a:pt x="2147" y="334"/>
                  </a:cubicBezTo>
                  <a:lnTo>
                    <a:pt x="2601" y="0"/>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158;p74">
              <a:extLst>
                <a:ext uri="{FF2B5EF4-FFF2-40B4-BE49-F238E27FC236}">
                  <a16:creationId xmlns:a16="http://schemas.microsoft.com/office/drawing/2014/main" id="{E6B7BA3F-598D-4285-B7A6-8EEFD2F6BD83}"/>
                </a:ext>
              </a:extLst>
            </p:cNvPr>
            <p:cNvSpPr/>
            <p:nvPr/>
          </p:nvSpPr>
          <p:spPr>
            <a:xfrm>
              <a:off x="3099375" y="2020400"/>
              <a:ext cx="172325" cy="103775"/>
            </a:xfrm>
            <a:custGeom>
              <a:avLst/>
              <a:gdLst/>
              <a:ahLst/>
              <a:cxnLst/>
              <a:rect l="l" t="t" r="r" b="b"/>
              <a:pathLst>
                <a:path w="6893" h="4151" extrusionOk="0">
                  <a:moveTo>
                    <a:pt x="930" y="1"/>
                  </a:moveTo>
                  <a:cubicBezTo>
                    <a:pt x="429" y="1"/>
                    <a:pt x="0" y="406"/>
                    <a:pt x="0" y="931"/>
                  </a:cubicBezTo>
                  <a:lnTo>
                    <a:pt x="0" y="3221"/>
                  </a:lnTo>
                  <a:cubicBezTo>
                    <a:pt x="0" y="3721"/>
                    <a:pt x="429" y="4151"/>
                    <a:pt x="930" y="4151"/>
                  </a:cubicBezTo>
                  <a:lnTo>
                    <a:pt x="5963" y="4151"/>
                  </a:lnTo>
                  <a:cubicBezTo>
                    <a:pt x="6487" y="4151"/>
                    <a:pt x="6893" y="3721"/>
                    <a:pt x="6893" y="3221"/>
                  </a:cubicBezTo>
                  <a:lnTo>
                    <a:pt x="6893" y="931"/>
                  </a:lnTo>
                  <a:cubicBezTo>
                    <a:pt x="6893" y="406"/>
                    <a:pt x="6487" y="1"/>
                    <a:pt x="5963"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4159;p74">
              <a:extLst>
                <a:ext uri="{FF2B5EF4-FFF2-40B4-BE49-F238E27FC236}">
                  <a16:creationId xmlns:a16="http://schemas.microsoft.com/office/drawing/2014/main" id="{8C7003EF-AE76-434E-875D-270CF1AD16C8}"/>
                </a:ext>
              </a:extLst>
            </p:cNvPr>
            <p:cNvSpPr/>
            <p:nvPr/>
          </p:nvSpPr>
          <p:spPr>
            <a:xfrm>
              <a:off x="3171500" y="2062150"/>
              <a:ext cx="18525" cy="17900"/>
            </a:xfrm>
            <a:custGeom>
              <a:avLst/>
              <a:gdLst/>
              <a:ahLst/>
              <a:cxnLst/>
              <a:rect l="l" t="t" r="r" b="b"/>
              <a:pathLst>
                <a:path w="741" h="716" extrusionOk="0">
                  <a:moveTo>
                    <a:pt x="383" y="0"/>
                  </a:moveTo>
                  <a:cubicBezTo>
                    <a:pt x="168" y="0"/>
                    <a:pt x="1" y="143"/>
                    <a:pt x="1" y="358"/>
                  </a:cubicBezTo>
                  <a:cubicBezTo>
                    <a:pt x="1" y="549"/>
                    <a:pt x="168" y="716"/>
                    <a:pt x="383" y="716"/>
                  </a:cubicBezTo>
                  <a:cubicBezTo>
                    <a:pt x="573" y="716"/>
                    <a:pt x="740" y="549"/>
                    <a:pt x="740" y="358"/>
                  </a:cubicBezTo>
                  <a:cubicBezTo>
                    <a:pt x="740" y="143"/>
                    <a:pt x="573" y="0"/>
                    <a:pt x="383"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4160;p74">
              <a:extLst>
                <a:ext uri="{FF2B5EF4-FFF2-40B4-BE49-F238E27FC236}">
                  <a16:creationId xmlns:a16="http://schemas.microsoft.com/office/drawing/2014/main" id="{87746A4D-E001-418B-92A8-52960C2C4045}"/>
                </a:ext>
              </a:extLst>
            </p:cNvPr>
            <p:cNvSpPr/>
            <p:nvPr/>
          </p:nvSpPr>
          <p:spPr>
            <a:xfrm>
              <a:off x="3166750" y="1812300"/>
              <a:ext cx="65600" cy="101700"/>
            </a:xfrm>
            <a:custGeom>
              <a:avLst/>
              <a:gdLst/>
              <a:ahLst/>
              <a:cxnLst/>
              <a:rect l="l" t="t" r="r" b="b"/>
              <a:pathLst>
                <a:path w="2624" h="4068" extrusionOk="0">
                  <a:moveTo>
                    <a:pt x="334" y="1"/>
                  </a:moveTo>
                  <a:cubicBezTo>
                    <a:pt x="215" y="192"/>
                    <a:pt x="119" y="430"/>
                    <a:pt x="72" y="621"/>
                  </a:cubicBezTo>
                  <a:cubicBezTo>
                    <a:pt x="48" y="860"/>
                    <a:pt x="72" y="1098"/>
                    <a:pt x="48" y="1313"/>
                  </a:cubicBezTo>
                  <a:cubicBezTo>
                    <a:pt x="48" y="1504"/>
                    <a:pt x="48" y="1742"/>
                    <a:pt x="24" y="1909"/>
                  </a:cubicBezTo>
                  <a:cubicBezTo>
                    <a:pt x="0" y="2458"/>
                    <a:pt x="167" y="2887"/>
                    <a:pt x="382" y="3412"/>
                  </a:cubicBezTo>
                  <a:cubicBezTo>
                    <a:pt x="477" y="3579"/>
                    <a:pt x="549" y="3793"/>
                    <a:pt x="668" y="3936"/>
                  </a:cubicBezTo>
                  <a:cubicBezTo>
                    <a:pt x="786" y="4038"/>
                    <a:pt x="917" y="4067"/>
                    <a:pt x="1060" y="4067"/>
                  </a:cubicBezTo>
                  <a:cubicBezTo>
                    <a:pt x="1118" y="4067"/>
                    <a:pt x="1178" y="4062"/>
                    <a:pt x="1240" y="4056"/>
                  </a:cubicBezTo>
                  <a:cubicBezTo>
                    <a:pt x="1336" y="4032"/>
                    <a:pt x="1670" y="3841"/>
                    <a:pt x="1741" y="3793"/>
                  </a:cubicBezTo>
                  <a:cubicBezTo>
                    <a:pt x="2337" y="3316"/>
                    <a:pt x="2528" y="2768"/>
                    <a:pt x="2600" y="2004"/>
                  </a:cubicBezTo>
                  <a:cubicBezTo>
                    <a:pt x="2624" y="1766"/>
                    <a:pt x="2600" y="1527"/>
                    <a:pt x="2600" y="1313"/>
                  </a:cubicBezTo>
                  <a:cubicBezTo>
                    <a:pt x="2600" y="1074"/>
                    <a:pt x="2552" y="836"/>
                    <a:pt x="2504" y="621"/>
                  </a:cubicBezTo>
                  <a:cubicBezTo>
                    <a:pt x="2433" y="406"/>
                    <a:pt x="2290" y="216"/>
                    <a:pt x="2075" y="96"/>
                  </a:cubicBezTo>
                  <a:lnTo>
                    <a:pt x="334"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161;p74">
              <a:extLst>
                <a:ext uri="{FF2B5EF4-FFF2-40B4-BE49-F238E27FC236}">
                  <a16:creationId xmlns:a16="http://schemas.microsoft.com/office/drawing/2014/main" id="{AF3B1141-558E-437D-B09F-F276670523ED}"/>
                </a:ext>
              </a:extLst>
            </p:cNvPr>
            <p:cNvSpPr/>
            <p:nvPr/>
          </p:nvSpPr>
          <p:spPr>
            <a:xfrm>
              <a:off x="3154225" y="1792900"/>
              <a:ext cx="93625" cy="100525"/>
            </a:xfrm>
            <a:custGeom>
              <a:avLst/>
              <a:gdLst/>
              <a:ahLst/>
              <a:cxnLst/>
              <a:rect l="l" t="t" r="r" b="b"/>
              <a:pathLst>
                <a:path w="3745" h="4021" extrusionOk="0">
                  <a:moveTo>
                    <a:pt x="1748" y="1"/>
                  </a:moveTo>
                  <a:cubicBezTo>
                    <a:pt x="1465" y="1"/>
                    <a:pt x="1189" y="94"/>
                    <a:pt x="978" y="252"/>
                  </a:cubicBezTo>
                  <a:cubicBezTo>
                    <a:pt x="668" y="443"/>
                    <a:pt x="430" y="753"/>
                    <a:pt x="239" y="1039"/>
                  </a:cubicBezTo>
                  <a:cubicBezTo>
                    <a:pt x="96" y="1230"/>
                    <a:pt x="0" y="1445"/>
                    <a:pt x="48" y="1636"/>
                  </a:cubicBezTo>
                  <a:cubicBezTo>
                    <a:pt x="72" y="1850"/>
                    <a:pt x="286" y="1993"/>
                    <a:pt x="501" y="2089"/>
                  </a:cubicBezTo>
                  <a:cubicBezTo>
                    <a:pt x="737" y="2206"/>
                    <a:pt x="1004" y="2292"/>
                    <a:pt x="1265" y="2292"/>
                  </a:cubicBezTo>
                  <a:cubicBezTo>
                    <a:pt x="1321" y="2292"/>
                    <a:pt x="1376" y="2288"/>
                    <a:pt x="1431" y="2280"/>
                  </a:cubicBezTo>
                  <a:cubicBezTo>
                    <a:pt x="1691" y="2200"/>
                    <a:pt x="1951" y="2019"/>
                    <a:pt x="2211" y="2019"/>
                  </a:cubicBezTo>
                  <a:cubicBezTo>
                    <a:pt x="2261" y="2019"/>
                    <a:pt x="2311" y="2026"/>
                    <a:pt x="2361" y="2041"/>
                  </a:cubicBezTo>
                  <a:cubicBezTo>
                    <a:pt x="2552" y="2089"/>
                    <a:pt x="2672" y="2232"/>
                    <a:pt x="2767" y="2399"/>
                  </a:cubicBezTo>
                  <a:cubicBezTo>
                    <a:pt x="2862" y="2542"/>
                    <a:pt x="2886" y="2709"/>
                    <a:pt x="2910" y="2900"/>
                  </a:cubicBezTo>
                  <a:cubicBezTo>
                    <a:pt x="2910" y="2947"/>
                    <a:pt x="2910" y="3019"/>
                    <a:pt x="2958" y="3043"/>
                  </a:cubicBezTo>
                  <a:cubicBezTo>
                    <a:pt x="2978" y="3058"/>
                    <a:pt x="2999" y="3064"/>
                    <a:pt x="3020" y="3064"/>
                  </a:cubicBezTo>
                  <a:cubicBezTo>
                    <a:pt x="3100" y="3064"/>
                    <a:pt x="3182" y="2970"/>
                    <a:pt x="3220" y="2876"/>
                  </a:cubicBezTo>
                  <a:lnTo>
                    <a:pt x="3220" y="2876"/>
                  </a:lnTo>
                  <a:lnTo>
                    <a:pt x="2862" y="4021"/>
                  </a:lnTo>
                  <a:cubicBezTo>
                    <a:pt x="3149" y="3949"/>
                    <a:pt x="3339" y="3639"/>
                    <a:pt x="3459" y="3353"/>
                  </a:cubicBezTo>
                  <a:cubicBezTo>
                    <a:pt x="3626" y="2947"/>
                    <a:pt x="3697" y="2518"/>
                    <a:pt x="3721" y="2065"/>
                  </a:cubicBezTo>
                  <a:cubicBezTo>
                    <a:pt x="3745" y="1755"/>
                    <a:pt x="3745" y="1445"/>
                    <a:pt x="3697" y="1135"/>
                  </a:cubicBezTo>
                  <a:cubicBezTo>
                    <a:pt x="3602" y="849"/>
                    <a:pt x="3411" y="538"/>
                    <a:pt x="3149" y="419"/>
                  </a:cubicBezTo>
                  <a:cubicBezTo>
                    <a:pt x="3029" y="372"/>
                    <a:pt x="2886" y="324"/>
                    <a:pt x="2767" y="300"/>
                  </a:cubicBezTo>
                  <a:cubicBezTo>
                    <a:pt x="2528" y="252"/>
                    <a:pt x="2290" y="85"/>
                    <a:pt x="2051" y="38"/>
                  </a:cubicBezTo>
                  <a:cubicBezTo>
                    <a:pt x="1951" y="13"/>
                    <a:pt x="1849" y="1"/>
                    <a:pt x="1748"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4162;p74">
              <a:extLst>
                <a:ext uri="{FF2B5EF4-FFF2-40B4-BE49-F238E27FC236}">
                  <a16:creationId xmlns:a16="http://schemas.microsoft.com/office/drawing/2014/main" id="{79337E3D-7AE7-49AF-B8BB-8082834E6606}"/>
                </a:ext>
              </a:extLst>
            </p:cNvPr>
            <p:cNvSpPr/>
            <p:nvPr/>
          </p:nvSpPr>
          <p:spPr>
            <a:xfrm>
              <a:off x="3227550" y="1862400"/>
              <a:ext cx="11375" cy="19850"/>
            </a:xfrm>
            <a:custGeom>
              <a:avLst/>
              <a:gdLst/>
              <a:ahLst/>
              <a:cxnLst/>
              <a:rect l="l" t="t" r="r" b="b"/>
              <a:pathLst>
                <a:path w="455" h="794" extrusionOk="0">
                  <a:moveTo>
                    <a:pt x="335" y="0"/>
                  </a:moveTo>
                  <a:cubicBezTo>
                    <a:pt x="311" y="0"/>
                    <a:pt x="311" y="0"/>
                    <a:pt x="287" y="24"/>
                  </a:cubicBezTo>
                  <a:cubicBezTo>
                    <a:pt x="216" y="96"/>
                    <a:pt x="168" y="167"/>
                    <a:pt x="120" y="263"/>
                  </a:cubicBezTo>
                  <a:lnTo>
                    <a:pt x="1" y="764"/>
                  </a:lnTo>
                  <a:cubicBezTo>
                    <a:pt x="23" y="785"/>
                    <a:pt x="49" y="794"/>
                    <a:pt x="76" y="794"/>
                  </a:cubicBezTo>
                  <a:cubicBezTo>
                    <a:pt x="138" y="794"/>
                    <a:pt x="206" y="749"/>
                    <a:pt x="239" y="716"/>
                  </a:cubicBezTo>
                  <a:cubicBezTo>
                    <a:pt x="311" y="644"/>
                    <a:pt x="335" y="573"/>
                    <a:pt x="359" y="477"/>
                  </a:cubicBezTo>
                  <a:cubicBezTo>
                    <a:pt x="382" y="358"/>
                    <a:pt x="454" y="215"/>
                    <a:pt x="382" y="48"/>
                  </a:cubicBezTo>
                  <a:cubicBezTo>
                    <a:pt x="359" y="24"/>
                    <a:pt x="359" y="0"/>
                    <a:pt x="335"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4163;p74">
              <a:extLst>
                <a:ext uri="{FF2B5EF4-FFF2-40B4-BE49-F238E27FC236}">
                  <a16:creationId xmlns:a16="http://schemas.microsoft.com/office/drawing/2014/main" id="{095C9A19-62EE-4B58-B375-54997C2AC9D5}"/>
                </a:ext>
              </a:extLst>
            </p:cNvPr>
            <p:cNvSpPr/>
            <p:nvPr/>
          </p:nvSpPr>
          <p:spPr>
            <a:xfrm>
              <a:off x="3173875" y="2028900"/>
              <a:ext cx="159850" cy="95275"/>
            </a:xfrm>
            <a:custGeom>
              <a:avLst/>
              <a:gdLst/>
              <a:ahLst/>
              <a:cxnLst/>
              <a:rect l="l" t="t" r="r" b="b"/>
              <a:pathLst>
                <a:path w="6394" h="3811" extrusionOk="0">
                  <a:moveTo>
                    <a:pt x="1962" y="3598"/>
                  </a:moveTo>
                  <a:cubicBezTo>
                    <a:pt x="1965" y="3598"/>
                    <a:pt x="1968" y="3598"/>
                    <a:pt x="1972" y="3598"/>
                  </a:cubicBezTo>
                  <a:lnTo>
                    <a:pt x="1972" y="3598"/>
                  </a:lnTo>
                  <a:cubicBezTo>
                    <a:pt x="1956" y="3602"/>
                    <a:pt x="1947" y="3603"/>
                    <a:pt x="1942" y="3603"/>
                  </a:cubicBezTo>
                  <a:cubicBezTo>
                    <a:pt x="1933" y="3603"/>
                    <a:pt x="1946" y="3598"/>
                    <a:pt x="1962" y="3598"/>
                  </a:cubicBezTo>
                  <a:close/>
                  <a:moveTo>
                    <a:pt x="2003" y="3616"/>
                  </a:moveTo>
                  <a:cubicBezTo>
                    <a:pt x="2003" y="3617"/>
                    <a:pt x="2004" y="3619"/>
                    <a:pt x="2005" y="3620"/>
                  </a:cubicBezTo>
                  <a:lnTo>
                    <a:pt x="2003" y="3616"/>
                  </a:lnTo>
                  <a:close/>
                  <a:moveTo>
                    <a:pt x="145" y="1"/>
                  </a:moveTo>
                  <a:cubicBezTo>
                    <a:pt x="72" y="1"/>
                    <a:pt x="1" y="81"/>
                    <a:pt x="49" y="162"/>
                  </a:cubicBezTo>
                  <a:lnTo>
                    <a:pt x="1838" y="3739"/>
                  </a:lnTo>
                  <a:cubicBezTo>
                    <a:pt x="1862" y="3763"/>
                    <a:pt x="1886" y="3811"/>
                    <a:pt x="1909" y="3811"/>
                  </a:cubicBezTo>
                  <a:lnTo>
                    <a:pt x="6250" y="3811"/>
                  </a:lnTo>
                  <a:cubicBezTo>
                    <a:pt x="6369" y="3811"/>
                    <a:pt x="6393" y="3596"/>
                    <a:pt x="6250" y="3596"/>
                  </a:cubicBezTo>
                  <a:lnTo>
                    <a:pt x="2625" y="3596"/>
                  </a:lnTo>
                  <a:cubicBezTo>
                    <a:pt x="2514" y="3596"/>
                    <a:pt x="2360" y="3564"/>
                    <a:pt x="2206" y="3564"/>
                  </a:cubicBezTo>
                  <a:cubicBezTo>
                    <a:pt x="2132" y="3564"/>
                    <a:pt x="2059" y="3572"/>
                    <a:pt x="1990" y="3593"/>
                  </a:cubicBezTo>
                  <a:lnTo>
                    <a:pt x="1990" y="3593"/>
                  </a:lnTo>
                  <a:lnTo>
                    <a:pt x="1909" y="3453"/>
                  </a:lnTo>
                  <a:cubicBezTo>
                    <a:pt x="1623" y="2857"/>
                    <a:pt x="1313" y="2213"/>
                    <a:pt x="1027" y="1617"/>
                  </a:cubicBezTo>
                  <a:cubicBezTo>
                    <a:pt x="765" y="1116"/>
                    <a:pt x="526" y="591"/>
                    <a:pt x="240" y="66"/>
                  </a:cubicBezTo>
                  <a:cubicBezTo>
                    <a:pt x="217" y="20"/>
                    <a:pt x="181" y="1"/>
                    <a:pt x="145"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4164;p74">
              <a:extLst>
                <a:ext uri="{FF2B5EF4-FFF2-40B4-BE49-F238E27FC236}">
                  <a16:creationId xmlns:a16="http://schemas.microsoft.com/office/drawing/2014/main" id="{54BC952B-55D1-4C72-8796-4CFFE7A4B9B5}"/>
                </a:ext>
              </a:extLst>
            </p:cNvPr>
            <p:cNvSpPr/>
            <p:nvPr/>
          </p:nvSpPr>
          <p:spPr>
            <a:xfrm>
              <a:off x="3325350" y="2351925"/>
              <a:ext cx="56075" cy="139000"/>
            </a:xfrm>
            <a:custGeom>
              <a:avLst/>
              <a:gdLst/>
              <a:ahLst/>
              <a:cxnLst/>
              <a:rect l="l" t="t" r="r" b="b"/>
              <a:pathLst>
                <a:path w="2243" h="5560" extrusionOk="0">
                  <a:moveTo>
                    <a:pt x="692" y="1"/>
                  </a:moveTo>
                  <a:lnTo>
                    <a:pt x="0" y="978"/>
                  </a:lnTo>
                  <a:cubicBezTo>
                    <a:pt x="215" y="1622"/>
                    <a:pt x="453" y="2243"/>
                    <a:pt x="620" y="2863"/>
                  </a:cubicBezTo>
                  <a:cubicBezTo>
                    <a:pt x="811" y="3483"/>
                    <a:pt x="907" y="4174"/>
                    <a:pt x="740" y="4842"/>
                  </a:cubicBezTo>
                  <a:lnTo>
                    <a:pt x="573" y="5462"/>
                  </a:lnTo>
                  <a:cubicBezTo>
                    <a:pt x="573" y="5532"/>
                    <a:pt x="595" y="5559"/>
                    <a:pt x="630" y="5559"/>
                  </a:cubicBezTo>
                  <a:cubicBezTo>
                    <a:pt x="714" y="5559"/>
                    <a:pt x="870" y="5404"/>
                    <a:pt x="954" y="5319"/>
                  </a:cubicBezTo>
                  <a:cubicBezTo>
                    <a:pt x="1193" y="5033"/>
                    <a:pt x="1384" y="4747"/>
                    <a:pt x="1503" y="4413"/>
                  </a:cubicBezTo>
                  <a:cubicBezTo>
                    <a:pt x="1694" y="3769"/>
                    <a:pt x="1622" y="3006"/>
                    <a:pt x="1932" y="2386"/>
                  </a:cubicBezTo>
                  <a:cubicBezTo>
                    <a:pt x="2028" y="2243"/>
                    <a:pt x="2123" y="2099"/>
                    <a:pt x="2171" y="1932"/>
                  </a:cubicBezTo>
                  <a:cubicBezTo>
                    <a:pt x="2242" y="1789"/>
                    <a:pt x="2218" y="1575"/>
                    <a:pt x="2051" y="1503"/>
                  </a:cubicBezTo>
                  <a:cubicBezTo>
                    <a:pt x="2004" y="1455"/>
                    <a:pt x="1932" y="1432"/>
                    <a:pt x="1884" y="1432"/>
                  </a:cubicBezTo>
                  <a:cubicBezTo>
                    <a:pt x="1264" y="1265"/>
                    <a:pt x="740" y="668"/>
                    <a:pt x="692"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4165;p74">
              <a:extLst>
                <a:ext uri="{FF2B5EF4-FFF2-40B4-BE49-F238E27FC236}">
                  <a16:creationId xmlns:a16="http://schemas.microsoft.com/office/drawing/2014/main" id="{9A4F900F-2C3B-4B04-B49B-84A667322985}"/>
                </a:ext>
              </a:extLst>
            </p:cNvPr>
            <p:cNvSpPr/>
            <p:nvPr/>
          </p:nvSpPr>
          <p:spPr>
            <a:xfrm>
              <a:off x="3252600" y="2174850"/>
              <a:ext cx="99600" cy="214000"/>
            </a:xfrm>
            <a:custGeom>
              <a:avLst/>
              <a:gdLst/>
              <a:ahLst/>
              <a:cxnLst/>
              <a:rect l="l" t="t" r="r" b="b"/>
              <a:pathLst>
                <a:path w="3984" h="8560" extrusionOk="0">
                  <a:moveTo>
                    <a:pt x="239" y="0"/>
                  </a:moveTo>
                  <a:cubicBezTo>
                    <a:pt x="144" y="668"/>
                    <a:pt x="1" y="1550"/>
                    <a:pt x="191" y="2194"/>
                  </a:cubicBezTo>
                  <a:cubicBezTo>
                    <a:pt x="978" y="4389"/>
                    <a:pt x="2028" y="6416"/>
                    <a:pt x="3030" y="8538"/>
                  </a:cubicBezTo>
                  <a:cubicBezTo>
                    <a:pt x="3411" y="8467"/>
                    <a:pt x="3745" y="8205"/>
                    <a:pt x="3984" y="8038"/>
                  </a:cubicBezTo>
                  <a:cubicBezTo>
                    <a:pt x="3530" y="6225"/>
                    <a:pt x="3387" y="4245"/>
                    <a:pt x="2409" y="2647"/>
                  </a:cubicBezTo>
                  <a:cubicBezTo>
                    <a:pt x="2219" y="2337"/>
                    <a:pt x="2004" y="2051"/>
                    <a:pt x="1909" y="1717"/>
                  </a:cubicBezTo>
                  <a:cubicBezTo>
                    <a:pt x="1813" y="1383"/>
                    <a:pt x="1837" y="978"/>
                    <a:pt x="2099" y="763"/>
                  </a:cubicBezTo>
                  <a:cubicBezTo>
                    <a:pt x="2457" y="453"/>
                    <a:pt x="3101" y="525"/>
                    <a:pt x="3292" y="143"/>
                  </a:cubicBezTo>
                  <a:lnTo>
                    <a:pt x="239" y="0"/>
                  </a:lnTo>
                  <a:close/>
                  <a:moveTo>
                    <a:pt x="3030" y="8538"/>
                  </a:moveTo>
                  <a:cubicBezTo>
                    <a:pt x="3014" y="8538"/>
                    <a:pt x="3019" y="8560"/>
                    <a:pt x="3024" y="8560"/>
                  </a:cubicBezTo>
                  <a:cubicBezTo>
                    <a:pt x="3027" y="8560"/>
                    <a:pt x="3030" y="8554"/>
                    <a:pt x="3030" y="8538"/>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4166;p74">
              <a:extLst>
                <a:ext uri="{FF2B5EF4-FFF2-40B4-BE49-F238E27FC236}">
                  <a16:creationId xmlns:a16="http://schemas.microsoft.com/office/drawing/2014/main" id="{9715112F-F0BB-4323-B6A7-50CA8DBBD45A}"/>
                </a:ext>
              </a:extLst>
            </p:cNvPr>
            <p:cNvSpPr/>
            <p:nvPr/>
          </p:nvSpPr>
          <p:spPr>
            <a:xfrm>
              <a:off x="3438625" y="1877300"/>
              <a:ext cx="60250" cy="108025"/>
            </a:xfrm>
            <a:custGeom>
              <a:avLst/>
              <a:gdLst/>
              <a:ahLst/>
              <a:cxnLst/>
              <a:rect l="l" t="t" r="r" b="b"/>
              <a:pathLst>
                <a:path w="2410" h="4321" extrusionOk="0">
                  <a:moveTo>
                    <a:pt x="2004" y="1"/>
                  </a:moveTo>
                  <a:lnTo>
                    <a:pt x="502" y="1360"/>
                  </a:lnTo>
                  <a:cubicBezTo>
                    <a:pt x="740" y="1670"/>
                    <a:pt x="788" y="2076"/>
                    <a:pt x="788" y="2481"/>
                  </a:cubicBezTo>
                  <a:cubicBezTo>
                    <a:pt x="788" y="2600"/>
                    <a:pt x="788" y="2672"/>
                    <a:pt x="740" y="2791"/>
                  </a:cubicBezTo>
                  <a:cubicBezTo>
                    <a:pt x="716" y="2887"/>
                    <a:pt x="693" y="2982"/>
                    <a:pt x="621" y="3077"/>
                  </a:cubicBezTo>
                  <a:lnTo>
                    <a:pt x="1" y="4318"/>
                  </a:lnTo>
                  <a:cubicBezTo>
                    <a:pt x="20" y="4320"/>
                    <a:pt x="39" y="4321"/>
                    <a:pt x="57" y="4321"/>
                  </a:cubicBezTo>
                  <a:cubicBezTo>
                    <a:pt x="245" y="4321"/>
                    <a:pt x="399" y="4216"/>
                    <a:pt x="573" y="4151"/>
                  </a:cubicBezTo>
                  <a:cubicBezTo>
                    <a:pt x="812" y="3984"/>
                    <a:pt x="1050" y="3841"/>
                    <a:pt x="1289" y="3674"/>
                  </a:cubicBezTo>
                  <a:cubicBezTo>
                    <a:pt x="1670" y="3387"/>
                    <a:pt x="2100" y="3149"/>
                    <a:pt x="2410" y="2815"/>
                  </a:cubicBezTo>
                  <a:cubicBezTo>
                    <a:pt x="2243" y="2672"/>
                    <a:pt x="2100" y="2481"/>
                    <a:pt x="2004" y="2266"/>
                  </a:cubicBezTo>
                  <a:cubicBezTo>
                    <a:pt x="1861" y="1909"/>
                    <a:pt x="1814" y="1503"/>
                    <a:pt x="1861" y="1122"/>
                  </a:cubicBezTo>
                  <a:cubicBezTo>
                    <a:pt x="1885" y="740"/>
                    <a:pt x="1980" y="358"/>
                    <a:pt x="2004" y="1"/>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4167;p74">
              <a:extLst>
                <a:ext uri="{FF2B5EF4-FFF2-40B4-BE49-F238E27FC236}">
                  <a16:creationId xmlns:a16="http://schemas.microsoft.com/office/drawing/2014/main" id="{1BC4E542-B8C6-450F-B7B7-408F7A10D504}"/>
                </a:ext>
              </a:extLst>
            </p:cNvPr>
            <p:cNvSpPr/>
            <p:nvPr/>
          </p:nvSpPr>
          <p:spPr>
            <a:xfrm>
              <a:off x="3220650" y="2373400"/>
              <a:ext cx="74300" cy="130450"/>
            </a:xfrm>
            <a:custGeom>
              <a:avLst/>
              <a:gdLst/>
              <a:ahLst/>
              <a:cxnLst/>
              <a:rect l="l" t="t" r="r" b="b"/>
              <a:pathLst>
                <a:path w="2972" h="5218" extrusionOk="0">
                  <a:moveTo>
                    <a:pt x="2137" y="0"/>
                  </a:moveTo>
                  <a:lnTo>
                    <a:pt x="1112" y="763"/>
                  </a:lnTo>
                  <a:cubicBezTo>
                    <a:pt x="1088" y="1407"/>
                    <a:pt x="1088" y="2051"/>
                    <a:pt x="1040" y="2719"/>
                  </a:cubicBezTo>
                  <a:cubicBezTo>
                    <a:pt x="969" y="3387"/>
                    <a:pt x="778" y="4031"/>
                    <a:pt x="444" y="4603"/>
                  </a:cubicBezTo>
                  <a:cubicBezTo>
                    <a:pt x="301" y="4770"/>
                    <a:pt x="158" y="4937"/>
                    <a:pt x="38" y="5104"/>
                  </a:cubicBezTo>
                  <a:cubicBezTo>
                    <a:pt x="1" y="5188"/>
                    <a:pt x="33" y="5218"/>
                    <a:pt x="96" y="5218"/>
                  </a:cubicBezTo>
                  <a:cubicBezTo>
                    <a:pt x="194" y="5218"/>
                    <a:pt x="366" y="5148"/>
                    <a:pt x="468" y="5104"/>
                  </a:cubicBezTo>
                  <a:cubicBezTo>
                    <a:pt x="778" y="4961"/>
                    <a:pt x="1064" y="4723"/>
                    <a:pt x="1302" y="4460"/>
                  </a:cubicBezTo>
                  <a:cubicBezTo>
                    <a:pt x="1708" y="3912"/>
                    <a:pt x="1899" y="3172"/>
                    <a:pt x="2423" y="2719"/>
                  </a:cubicBezTo>
                  <a:cubicBezTo>
                    <a:pt x="2543" y="2600"/>
                    <a:pt x="2710" y="2505"/>
                    <a:pt x="2829" y="2361"/>
                  </a:cubicBezTo>
                  <a:cubicBezTo>
                    <a:pt x="2900" y="2218"/>
                    <a:pt x="2972" y="2028"/>
                    <a:pt x="2877" y="1884"/>
                  </a:cubicBezTo>
                  <a:cubicBezTo>
                    <a:pt x="2853" y="1837"/>
                    <a:pt x="2781" y="1789"/>
                    <a:pt x="2733" y="1765"/>
                  </a:cubicBezTo>
                  <a:cubicBezTo>
                    <a:pt x="2185" y="1384"/>
                    <a:pt x="1946" y="644"/>
                    <a:pt x="2137"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4168;p74">
              <a:extLst>
                <a:ext uri="{FF2B5EF4-FFF2-40B4-BE49-F238E27FC236}">
                  <a16:creationId xmlns:a16="http://schemas.microsoft.com/office/drawing/2014/main" id="{CC28AE36-FC5A-4DDA-B712-FEA58260EE6A}"/>
                </a:ext>
              </a:extLst>
            </p:cNvPr>
            <p:cNvSpPr/>
            <p:nvPr/>
          </p:nvSpPr>
          <p:spPr>
            <a:xfrm>
              <a:off x="3234725" y="2102100"/>
              <a:ext cx="308275" cy="308875"/>
            </a:xfrm>
            <a:custGeom>
              <a:avLst/>
              <a:gdLst/>
              <a:ahLst/>
              <a:cxnLst/>
              <a:rect l="l" t="t" r="r" b="b"/>
              <a:pathLst>
                <a:path w="12331" h="12355" extrusionOk="0">
                  <a:moveTo>
                    <a:pt x="9970" y="0"/>
                  </a:moveTo>
                  <a:cubicBezTo>
                    <a:pt x="9683" y="620"/>
                    <a:pt x="8944" y="859"/>
                    <a:pt x="8252" y="978"/>
                  </a:cubicBezTo>
                  <a:cubicBezTo>
                    <a:pt x="6273" y="1288"/>
                    <a:pt x="4484" y="1431"/>
                    <a:pt x="1598" y="1908"/>
                  </a:cubicBezTo>
                  <a:cubicBezTo>
                    <a:pt x="1383" y="1980"/>
                    <a:pt x="883" y="2099"/>
                    <a:pt x="668" y="2171"/>
                  </a:cubicBezTo>
                  <a:cubicBezTo>
                    <a:pt x="382" y="2338"/>
                    <a:pt x="167" y="2648"/>
                    <a:pt x="72" y="2982"/>
                  </a:cubicBezTo>
                  <a:cubicBezTo>
                    <a:pt x="0" y="3315"/>
                    <a:pt x="24" y="3673"/>
                    <a:pt x="24" y="4031"/>
                  </a:cubicBezTo>
                  <a:cubicBezTo>
                    <a:pt x="119" y="6798"/>
                    <a:pt x="286" y="9564"/>
                    <a:pt x="525" y="12355"/>
                  </a:cubicBezTo>
                  <a:cubicBezTo>
                    <a:pt x="763" y="12283"/>
                    <a:pt x="978" y="12188"/>
                    <a:pt x="1216" y="12140"/>
                  </a:cubicBezTo>
                  <a:cubicBezTo>
                    <a:pt x="1312" y="12116"/>
                    <a:pt x="1383" y="12069"/>
                    <a:pt x="1455" y="12021"/>
                  </a:cubicBezTo>
                  <a:cubicBezTo>
                    <a:pt x="1550" y="11925"/>
                    <a:pt x="1503" y="11782"/>
                    <a:pt x="1503" y="11639"/>
                  </a:cubicBezTo>
                  <a:cubicBezTo>
                    <a:pt x="1431" y="10518"/>
                    <a:pt x="1693" y="9421"/>
                    <a:pt x="1908" y="8324"/>
                  </a:cubicBezTo>
                  <a:cubicBezTo>
                    <a:pt x="2075" y="7251"/>
                    <a:pt x="2194" y="6082"/>
                    <a:pt x="1789" y="5033"/>
                  </a:cubicBezTo>
                  <a:cubicBezTo>
                    <a:pt x="1717" y="4890"/>
                    <a:pt x="1622" y="4723"/>
                    <a:pt x="1693" y="4532"/>
                  </a:cubicBezTo>
                  <a:cubicBezTo>
                    <a:pt x="1789" y="4246"/>
                    <a:pt x="2170" y="4174"/>
                    <a:pt x="2504" y="4174"/>
                  </a:cubicBezTo>
                  <a:cubicBezTo>
                    <a:pt x="4226" y="4192"/>
                    <a:pt x="5960" y="4328"/>
                    <a:pt x="7688" y="4328"/>
                  </a:cubicBezTo>
                  <a:cubicBezTo>
                    <a:pt x="8283" y="4328"/>
                    <a:pt x="8876" y="4312"/>
                    <a:pt x="9469" y="4270"/>
                  </a:cubicBezTo>
                  <a:cubicBezTo>
                    <a:pt x="10423" y="4198"/>
                    <a:pt x="11496" y="3959"/>
                    <a:pt x="11997" y="3172"/>
                  </a:cubicBezTo>
                  <a:cubicBezTo>
                    <a:pt x="12283" y="2719"/>
                    <a:pt x="12331" y="2218"/>
                    <a:pt x="12307" y="1694"/>
                  </a:cubicBezTo>
                  <a:cubicBezTo>
                    <a:pt x="12283" y="1193"/>
                    <a:pt x="12116" y="716"/>
                    <a:pt x="11973" y="239"/>
                  </a:cubicBezTo>
                  <a:lnTo>
                    <a:pt x="997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4169;p74">
              <a:extLst>
                <a:ext uri="{FF2B5EF4-FFF2-40B4-BE49-F238E27FC236}">
                  <a16:creationId xmlns:a16="http://schemas.microsoft.com/office/drawing/2014/main" id="{2C884C46-22B3-4DC8-B0D9-AAA42B856D8F}"/>
                </a:ext>
              </a:extLst>
            </p:cNvPr>
            <p:cNvSpPr/>
            <p:nvPr/>
          </p:nvSpPr>
          <p:spPr>
            <a:xfrm>
              <a:off x="3264525" y="2098525"/>
              <a:ext cx="162200" cy="30425"/>
            </a:xfrm>
            <a:custGeom>
              <a:avLst/>
              <a:gdLst/>
              <a:ahLst/>
              <a:cxnLst/>
              <a:rect l="l" t="t" r="r" b="b"/>
              <a:pathLst>
                <a:path w="6488" h="1217" extrusionOk="0">
                  <a:moveTo>
                    <a:pt x="2696" y="0"/>
                  </a:moveTo>
                  <a:cubicBezTo>
                    <a:pt x="2505" y="0"/>
                    <a:pt x="2171" y="0"/>
                    <a:pt x="1956" y="24"/>
                  </a:cubicBezTo>
                  <a:cubicBezTo>
                    <a:pt x="1408" y="72"/>
                    <a:pt x="978" y="239"/>
                    <a:pt x="430" y="382"/>
                  </a:cubicBezTo>
                  <a:cubicBezTo>
                    <a:pt x="311" y="429"/>
                    <a:pt x="191" y="501"/>
                    <a:pt x="144" y="596"/>
                  </a:cubicBezTo>
                  <a:cubicBezTo>
                    <a:pt x="72" y="692"/>
                    <a:pt x="72" y="835"/>
                    <a:pt x="1" y="906"/>
                  </a:cubicBezTo>
                  <a:cubicBezTo>
                    <a:pt x="13" y="912"/>
                    <a:pt x="26" y="915"/>
                    <a:pt x="40" y="915"/>
                  </a:cubicBezTo>
                  <a:cubicBezTo>
                    <a:pt x="81" y="915"/>
                    <a:pt x="126" y="889"/>
                    <a:pt x="144" y="835"/>
                  </a:cubicBezTo>
                  <a:cubicBezTo>
                    <a:pt x="168" y="787"/>
                    <a:pt x="191" y="716"/>
                    <a:pt x="263" y="692"/>
                  </a:cubicBezTo>
                  <a:cubicBezTo>
                    <a:pt x="311" y="668"/>
                    <a:pt x="549" y="573"/>
                    <a:pt x="597" y="573"/>
                  </a:cubicBezTo>
                  <a:cubicBezTo>
                    <a:pt x="728" y="561"/>
                    <a:pt x="811" y="561"/>
                    <a:pt x="898" y="561"/>
                  </a:cubicBezTo>
                  <a:cubicBezTo>
                    <a:pt x="984" y="561"/>
                    <a:pt x="1074" y="561"/>
                    <a:pt x="1217" y="549"/>
                  </a:cubicBezTo>
                  <a:cubicBezTo>
                    <a:pt x="1281" y="549"/>
                    <a:pt x="1334" y="528"/>
                    <a:pt x="1383" y="528"/>
                  </a:cubicBezTo>
                  <a:cubicBezTo>
                    <a:pt x="1408" y="528"/>
                    <a:pt x="1432" y="533"/>
                    <a:pt x="1455" y="549"/>
                  </a:cubicBezTo>
                  <a:cubicBezTo>
                    <a:pt x="1629" y="568"/>
                    <a:pt x="1740" y="603"/>
                    <a:pt x="1903" y="603"/>
                  </a:cubicBezTo>
                  <a:cubicBezTo>
                    <a:pt x="1941" y="603"/>
                    <a:pt x="1982" y="601"/>
                    <a:pt x="2028" y="596"/>
                  </a:cubicBezTo>
                  <a:cubicBezTo>
                    <a:pt x="2076" y="596"/>
                    <a:pt x="2195" y="549"/>
                    <a:pt x="2266" y="501"/>
                  </a:cubicBezTo>
                  <a:cubicBezTo>
                    <a:pt x="2326" y="457"/>
                    <a:pt x="2389" y="440"/>
                    <a:pt x="2456" y="440"/>
                  </a:cubicBezTo>
                  <a:cubicBezTo>
                    <a:pt x="2605" y="440"/>
                    <a:pt x="2770" y="523"/>
                    <a:pt x="2934" y="573"/>
                  </a:cubicBezTo>
                  <a:cubicBezTo>
                    <a:pt x="3149" y="620"/>
                    <a:pt x="3363" y="692"/>
                    <a:pt x="3578" y="716"/>
                  </a:cubicBezTo>
                  <a:cubicBezTo>
                    <a:pt x="3960" y="811"/>
                    <a:pt x="4341" y="859"/>
                    <a:pt x="4723" y="954"/>
                  </a:cubicBezTo>
                  <a:cubicBezTo>
                    <a:pt x="5319" y="1073"/>
                    <a:pt x="5892" y="1193"/>
                    <a:pt x="6488" y="1217"/>
                  </a:cubicBezTo>
                  <a:lnTo>
                    <a:pt x="6226" y="215"/>
                  </a:lnTo>
                  <a:cubicBezTo>
                    <a:pt x="5796" y="191"/>
                    <a:pt x="5319" y="96"/>
                    <a:pt x="4914" y="72"/>
                  </a:cubicBezTo>
                  <a:cubicBezTo>
                    <a:pt x="4127" y="0"/>
                    <a:pt x="3459" y="24"/>
                    <a:pt x="2696"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170;p74">
              <a:extLst>
                <a:ext uri="{FF2B5EF4-FFF2-40B4-BE49-F238E27FC236}">
                  <a16:creationId xmlns:a16="http://schemas.microsoft.com/office/drawing/2014/main" id="{91349504-022F-4A4B-BA35-5DAF1834E4BD}"/>
                </a:ext>
              </a:extLst>
            </p:cNvPr>
            <p:cNvSpPr/>
            <p:nvPr/>
          </p:nvSpPr>
          <p:spPr>
            <a:xfrm>
              <a:off x="3423725" y="1939900"/>
              <a:ext cx="107950" cy="198375"/>
            </a:xfrm>
            <a:custGeom>
              <a:avLst/>
              <a:gdLst/>
              <a:ahLst/>
              <a:cxnLst/>
              <a:rect l="l" t="t" r="r" b="b"/>
              <a:pathLst>
                <a:path w="4318" h="7935" extrusionOk="0">
                  <a:moveTo>
                    <a:pt x="2863" y="1"/>
                  </a:moveTo>
                  <a:cubicBezTo>
                    <a:pt x="2481" y="645"/>
                    <a:pt x="1813" y="1122"/>
                    <a:pt x="1074" y="1289"/>
                  </a:cubicBezTo>
                  <a:cubicBezTo>
                    <a:pt x="978" y="1313"/>
                    <a:pt x="907" y="1313"/>
                    <a:pt x="835" y="1360"/>
                  </a:cubicBezTo>
                  <a:cubicBezTo>
                    <a:pt x="788" y="1408"/>
                    <a:pt x="740" y="1480"/>
                    <a:pt x="716" y="1551"/>
                  </a:cubicBezTo>
                  <a:cubicBezTo>
                    <a:pt x="597" y="1790"/>
                    <a:pt x="478" y="2052"/>
                    <a:pt x="358" y="2291"/>
                  </a:cubicBezTo>
                  <a:cubicBezTo>
                    <a:pt x="239" y="2553"/>
                    <a:pt x="96" y="2839"/>
                    <a:pt x="72" y="3125"/>
                  </a:cubicBezTo>
                  <a:cubicBezTo>
                    <a:pt x="1" y="3674"/>
                    <a:pt x="311" y="4175"/>
                    <a:pt x="478" y="4699"/>
                  </a:cubicBezTo>
                  <a:cubicBezTo>
                    <a:pt x="740" y="5487"/>
                    <a:pt x="812" y="6345"/>
                    <a:pt x="573" y="7156"/>
                  </a:cubicBezTo>
                  <a:cubicBezTo>
                    <a:pt x="549" y="7204"/>
                    <a:pt x="549" y="7275"/>
                    <a:pt x="573" y="7323"/>
                  </a:cubicBezTo>
                  <a:cubicBezTo>
                    <a:pt x="597" y="7371"/>
                    <a:pt x="597" y="7371"/>
                    <a:pt x="621" y="7371"/>
                  </a:cubicBezTo>
                  <a:cubicBezTo>
                    <a:pt x="1122" y="7609"/>
                    <a:pt x="1670" y="7681"/>
                    <a:pt x="2219" y="7800"/>
                  </a:cubicBezTo>
                  <a:cubicBezTo>
                    <a:pt x="2535" y="7875"/>
                    <a:pt x="2881" y="7934"/>
                    <a:pt x="3233" y="7934"/>
                  </a:cubicBezTo>
                  <a:cubicBezTo>
                    <a:pt x="3332" y="7934"/>
                    <a:pt x="3431" y="7930"/>
                    <a:pt x="3530" y="7919"/>
                  </a:cubicBezTo>
                  <a:cubicBezTo>
                    <a:pt x="3793" y="7895"/>
                    <a:pt x="4055" y="7848"/>
                    <a:pt x="4318" y="7728"/>
                  </a:cubicBezTo>
                  <a:cubicBezTo>
                    <a:pt x="4294" y="7538"/>
                    <a:pt x="4174" y="7418"/>
                    <a:pt x="4055" y="7275"/>
                  </a:cubicBezTo>
                  <a:cubicBezTo>
                    <a:pt x="3459" y="6441"/>
                    <a:pt x="3411" y="5296"/>
                    <a:pt x="3721" y="4318"/>
                  </a:cubicBezTo>
                  <a:cubicBezTo>
                    <a:pt x="3841" y="3960"/>
                    <a:pt x="4031" y="3602"/>
                    <a:pt x="4079" y="3221"/>
                  </a:cubicBezTo>
                  <a:cubicBezTo>
                    <a:pt x="4174" y="2625"/>
                    <a:pt x="4055" y="2028"/>
                    <a:pt x="3793" y="1480"/>
                  </a:cubicBezTo>
                  <a:cubicBezTo>
                    <a:pt x="3578" y="955"/>
                    <a:pt x="3220" y="478"/>
                    <a:pt x="2863"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4171;p74">
              <a:extLst>
                <a:ext uri="{FF2B5EF4-FFF2-40B4-BE49-F238E27FC236}">
                  <a16:creationId xmlns:a16="http://schemas.microsoft.com/office/drawing/2014/main" id="{32764440-CD02-4D14-B23E-44391E4E0F58}"/>
                </a:ext>
              </a:extLst>
            </p:cNvPr>
            <p:cNvSpPr/>
            <p:nvPr/>
          </p:nvSpPr>
          <p:spPr>
            <a:xfrm>
              <a:off x="3410600" y="2097150"/>
              <a:ext cx="18525" cy="34175"/>
            </a:xfrm>
            <a:custGeom>
              <a:avLst/>
              <a:gdLst/>
              <a:ahLst/>
              <a:cxnLst/>
              <a:rect l="l" t="t" r="r" b="b"/>
              <a:pathLst>
                <a:path w="741" h="1367" extrusionOk="0">
                  <a:moveTo>
                    <a:pt x="208" y="1"/>
                  </a:moveTo>
                  <a:cubicBezTo>
                    <a:pt x="187" y="1"/>
                    <a:pt x="166" y="3"/>
                    <a:pt x="144" y="7"/>
                  </a:cubicBezTo>
                  <a:lnTo>
                    <a:pt x="120" y="7"/>
                  </a:lnTo>
                  <a:cubicBezTo>
                    <a:pt x="72" y="7"/>
                    <a:pt x="72" y="31"/>
                    <a:pt x="72" y="55"/>
                  </a:cubicBezTo>
                  <a:cubicBezTo>
                    <a:pt x="72" y="484"/>
                    <a:pt x="49" y="866"/>
                    <a:pt x="1" y="1248"/>
                  </a:cubicBezTo>
                  <a:lnTo>
                    <a:pt x="1" y="1272"/>
                  </a:lnTo>
                  <a:cubicBezTo>
                    <a:pt x="1" y="1319"/>
                    <a:pt x="25" y="1319"/>
                    <a:pt x="25" y="1319"/>
                  </a:cubicBezTo>
                  <a:cubicBezTo>
                    <a:pt x="239" y="1343"/>
                    <a:pt x="430" y="1367"/>
                    <a:pt x="645" y="1367"/>
                  </a:cubicBezTo>
                  <a:lnTo>
                    <a:pt x="740" y="127"/>
                  </a:lnTo>
                  <a:lnTo>
                    <a:pt x="740" y="127"/>
                  </a:lnTo>
                  <a:cubicBezTo>
                    <a:pt x="719" y="132"/>
                    <a:pt x="697" y="134"/>
                    <a:pt x="677" y="134"/>
                  </a:cubicBezTo>
                  <a:cubicBezTo>
                    <a:pt x="512" y="134"/>
                    <a:pt x="372" y="1"/>
                    <a:pt x="208"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4172;p74">
              <a:extLst>
                <a:ext uri="{FF2B5EF4-FFF2-40B4-BE49-F238E27FC236}">
                  <a16:creationId xmlns:a16="http://schemas.microsoft.com/office/drawing/2014/main" id="{5D77DBAF-D62C-42FE-9160-C6C5476FCFCB}"/>
                </a:ext>
              </a:extLst>
            </p:cNvPr>
            <p:cNvSpPr/>
            <p:nvPr/>
          </p:nvSpPr>
          <p:spPr>
            <a:xfrm>
              <a:off x="3414200" y="2100900"/>
              <a:ext cx="5975" cy="4250"/>
            </a:xfrm>
            <a:custGeom>
              <a:avLst/>
              <a:gdLst/>
              <a:ahLst/>
              <a:cxnLst/>
              <a:rect l="l" t="t" r="r" b="b"/>
              <a:pathLst>
                <a:path w="239" h="170" extrusionOk="0">
                  <a:moveTo>
                    <a:pt x="119" y="1"/>
                  </a:moveTo>
                  <a:cubicBezTo>
                    <a:pt x="48" y="1"/>
                    <a:pt x="0" y="120"/>
                    <a:pt x="48" y="144"/>
                  </a:cubicBezTo>
                  <a:cubicBezTo>
                    <a:pt x="66" y="162"/>
                    <a:pt x="95" y="170"/>
                    <a:pt x="124" y="170"/>
                  </a:cubicBezTo>
                  <a:cubicBezTo>
                    <a:pt x="173" y="170"/>
                    <a:pt x="224" y="149"/>
                    <a:pt x="239" y="120"/>
                  </a:cubicBezTo>
                  <a:cubicBezTo>
                    <a:pt x="239" y="48"/>
                    <a:pt x="167" y="1"/>
                    <a:pt x="119"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4173;p74">
              <a:extLst>
                <a:ext uri="{FF2B5EF4-FFF2-40B4-BE49-F238E27FC236}">
                  <a16:creationId xmlns:a16="http://schemas.microsoft.com/office/drawing/2014/main" id="{CF6F6B61-F288-4EC5-9B6C-C0EC102FF545}"/>
                </a:ext>
              </a:extLst>
            </p:cNvPr>
            <p:cNvSpPr/>
            <p:nvPr/>
          </p:nvSpPr>
          <p:spPr>
            <a:xfrm>
              <a:off x="3421350" y="1957800"/>
              <a:ext cx="121050" cy="205150"/>
            </a:xfrm>
            <a:custGeom>
              <a:avLst/>
              <a:gdLst/>
              <a:ahLst/>
              <a:cxnLst/>
              <a:rect l="l" t="t" r="r" b="b"/>
              <a:pathLst>
                <a:path w="4842" h="8206" extrusionOk="0">
                  <a:moveTo>
                    <a:pt x="2743" y="0"/>
                  </a:moveTo>
                  <a:cubicBezTo>
                    <a:pt x="2385" y="144"/>
                    <a:pt x="2123" y="454"/>
                    <a:pt x="1980" y="788"/>
                  </a:cubicBezTo>
                  <a:cubicBezTo>
                    <a:pt x="1837" y="1145"/>
                    <a:pt x="1789" y="1551"/>
                    <a:pt x="1789" y="1932"/>
                  </a:cubicBezTo>
                  <a:cubicBezTo>
                    <a:pt x="1789" y="2409"/>
                    <a:pt x="1837" y="2910"/>
                    <a:pt x="1789" y="3387"/>
                  </a:cubicBezTo>
                  <a:cubicBezTo>
                    <a:pt x="1789" y="3745"/>
                    <a:pt x="1741" y="4103"/>
                    <a:pt x="1598" y="4437"/>
                  </a:cubicBezTo>
                  <a:cubicBezTo>
                    <a:pt x="1407" y="4866"/>
                    <a:pt x="1050" y="5176"/>
                    <a:pt x="644" y="5343"/>
                  </a:cubicBezTo>
                  <a:cubicBezTo>
                    <a:pt x="525" y="5367"/>
                    <a:pt x="430" y="5391"/>
                    <a:pt x="334" y="5486"/>
                  </a:cubicBezTo>
                  <a:cubicBezTo>
                    <a:pt x="119" y="5653"/>
                    <a:pt x="191" y="5963"/>
                    <a:pt x="191" y="6225"/>
                  </a:cubicBezTo>
                  <a:cubicBezTo>
                    <a:pt x="191" y="6464"/>
                    <a:pt x="167" y="6702"/>
                    <a:pt x="72" y="6941"/>
                  </a:cubicBezTo>
                  <a:cubicBezTo>
                    <a:pt x="48" y="7012"/>
                    <a:pt x="0" y="7084"/>
                    <a:pt x="48" y="7156"/>
                  </a:cubicBezTo>
                  <a:cubicBezTo>
                    <a:pt x="48" y="7203"/>
                    <a:pt x="96" y="7251"/>
                    <a:pt x="119" y="7275"/>
                  </a:cubicBezTo>
                  <a:cubicBezTo>
                    <a:pt x="716" y="7871"/>
                    <a:pt x="1550" y="8205"/>
                    <a:pt x="2385" y="8205"/>
                  </a:cubicBezTo>
                  <a:cubicBezTo>
                    <a:pt x="2862" y="8205"/>
                    <a:pt x="3339" y="8086"/>
                    <a:pt x="3769" y="7800"/>
                  </a:cubicBezTo>
                  <a:cubicBezTo>
                    <a:pt x="4246" y="7466"/>
                    <a:pt x="4532" y="6941"/>
                    <a:pt x="4699" y="6416"/>
                  </a:cubicBezTo>
                  <a:cubicBezTo>
                    <a:pt x="4842" y="5844"/>
                    <a:pt x="4842" y="5271"/>
                    <a:pt x="4842" y="4699"/>
                  </a:cubicBezTo>
                  <a:cubicBezTo>
                    <a:pt x="4818" y="3697"/>
                    <a:pt x="4651" y="2719"/>
                    <a:pt x="4413" y="1765"/>
                  </a:cubicBezTo>
                  <a:cubicBezTo>
                    <a:pt x="4341" y="1408"/>
                    <a:pt x="4246" y="1074"/>
                    <a:pt x="4031" y="764"/>
                  </a:cubicBezTo>
                  <a:cubicBezTo>
                    <a:pt x="3816" y="477"/>
                    <a:pt x="3530" y="239"/>
                    <a:pt x="3196" y="72"/>
                  </a:cubicBezTo>
                  <a:cubicBezTo>
                    <a:pt x="3108" y="43"/>
                    <a:pt x="3001" y="22"/>
                    <a:pt x="2899" y="22"/>
                  </a:cubicBezTo>
                  <a:cubicBezTo>
                    <a:pt x="2835" y="22"/>
                    <a:pt x="2774" y="30"/>
                    <a:pt x="2719" y="48"/>
                  </a:cubicBezTo>
                  <a:lnTo>
                    <a:pt x="274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174;p74">
              <a:extLst>
                <a:ext uri="{FF2B5EF4-FFF2-40B4-BE49-F238E27FC236}">
                  <a16:creationId xmlns:a16="http://schemas.microsoft.com/office/drawing/2014/main" id="{48309671-2099-40AB-B873-535D45484645}"/>
                </a:ext>
              </a:extLst>
            </p:cNvPr>
            <p:cNvSpPr/>
            <p:nvPr/>
          </p:nvSpPr>
          <p:spPr>
            <a:xfrm>
              <a:off x="3417775" y="1836750"/>
              <a:ext cx="73950" cy="86650"/>
            </a:xfrm>
            <a:custGeom>
              <a:avLst/>
              <a:gdLst/>
              <a:ahLst/>
              <a:cxnLst/>
              <a:rect l="l" t="t" r="r" b="b"/>
              <a:pathLst>
                <a:path w="2958" h="3466" extrusionOk="0">
                  <a:moveTo>
                    <a:pt x="1073" y="1"/>
                  </a:moveTo>
                  <a:cubicBezTo>
                    <a:pt x="859" y="168"/>
                    <a:pt x="668" y="311"/>
                    <a:pt x="501" y="526"/>
                  </a:cubicBezTo>
                  <a:cubicBezTo>
                    <a:pt x="358" y="716"/>
                    <a:pt x="262" y="955"/>
                    <a:pt x="310" y="1241"/>
                  </a:cubicBezTo>
                  <a:cubicBezTo>
                    <a:pt x="334" y="1360"/>
                    <a:pt x="358" y="1432"/>
                    <a:pt x="358" y="1551"/>
                  </a:cubicBezTo>
                  <a:cubicBezTo>
                    <a:pt x="358" y="1742"/>
                    <a:pt x="215" y="1885"/>
                    <a:pt x="96" y="2004"/>
                  </a:cubicBezTo>
                  <a:cubicBezTo>
                    <a:pt x="24" y="2052"/>
                    <a:pt x="0" y="2124"/>
                    <a:pt x="24" y="2195"/>
                  </a:cubicBezTo>
                  <a:cubicBezTo>
                    <a:pt x="72" y="2219"/>
                    <a:pt x="143" y="2243"/>
                    <a:pt x="191" y="2267"/>
                  </a:cubicBezTo>
                  <a:cubicBezTo>
                    <a:pt x="215" y="2314"/>
                    <a:pt x="239" y="2362"/>
                    <a:pt x="239" y="2386"/>
                  </a:cubicBezTo>
                  <a:cubicBezTo>
                    <a:pt x="310" y="2672"/>
                    <a:pt x="334" y="2958"/>
                    <a:pt x="382" y="3221"/>
                  </a:cubicBezTo>
                  <a:cubicBezTo>
                    <a:pt x="382" y="3292"/>
                    <a:pt x="429" y="3340"/>
                    <a:pt x="453" y="3388"/>
                  </a:cubicBezTo>
                  <a:cubicBezTo>
                    <a:pt x="501" y="3447"/>
                    <a:pt x="573" y="3465"/>
                    <a:pt x="653" y="3465"/>
                  </a:cubicBezTo>
                  <a:cubicBezTo>
                    <a:pt x="734" y="3465"/>
                    <a:pt x="823" y="3447"/>
                    <a:pt x="906" y="3435"/>
                  </a:cubicBezTo>
                  <a:cubicBezTo>
                    <a:pt x="1073" y="3388"/>
                    <a:pt x="1240" y="3316"/>
                    <a:pt x="1455" y="3268"/>
                  </a:cubicBezTo>
                  <a:cubicBezTo>
                    <a:pt x="1741" y="3173"/>
                    <a:pt x="1956" y="3078"/>
                    <a:pt x="2218" y="2958"/>
                  </a:cubicBezTo>
                  <a:cubicBezTo>
                    <a:pt x="2457" y="2839"/>
                    <a:pt x="2648" y="2624"/>
                    <a:pt x="2767" y="2386"/>
                  </a:cubicBezTo>
                  <a:cubicBezTo>
                    <a:pt x="2838" y="2267"/>
                    <a:pt x="2862" y="2147"/>
                    <a:pt x="2862" y="2076"/>
                  </a:cubicBezTo>
                  <a:cubicBezTo>
                    <a:pt x="2934" y="1718"/>
                    <a:pt x="2958" y="1360"/>
                    <a:pt x="2862" y="1026"/>
                  </a:cubicBezTo>
                  <a:cubicBezTo>
                    <a:pt x="2767" y="692"/>
                    <a:pt x="2528" y="359"/>
                    <a:pt x="2218" y="287"/>
                  </a:cubicBezTo>
                  <a:lnTo>
                    <a:pt x="1073"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175;p74">
              <a:extLst>
                <a:ext uri="{FF2B5EF4-FFF2-40B4-BE49-F238E27FC236}">
                  <a16:creationId xmlns:a16="http://schemas.microsoft.com/office/drawing/2014/main" id="{DAE68BF2-DEFC-4500-9F72-50699E182F31}"/>
                </a:ext>
              </a:extLst>
            </p:cNvPr>
            <p:cNvSpPr/>
            <p:nvPr/>
          </p:nvSpPr>
          <p:spPr>
            <a:xfrm>
              <a:off x="3464275" y="1870150"/>
              <a:ext cx="22075" cy="89475"/>
            </a:xfrm>
            <a:custGeom>
              <a:avLst/>
              <a:gdLst/>
              <a:ahLst/>
              <a:cxnLst/>
              <a:rect l="l" t="t" r="r" b="b"/>
              <a:pathLst>
                <a:path w="883" h="3579" extrusionOk="0">
                  <a:moveTo>
                    <a:pt x="144" y="0"/>
                  </a:moveTo>
                  <a:lnTo>
                    <a:pt x="0" y="215"/>
                  </a:lnTo>
                  <a:cubicBezTo>
                    <a:pt x="144" y="263"/>
                    <a:pt x="263" y="382"/>
                    <a:pt x="310" y="525"/>
                  </a:cubicBezTo>
                  <a:cubicBezTo>
                    <a:pt x="382" y="668"/>
                    <a:pt x="382" y="811"/>
                    <a:pt x="382" y="978"/>
                  </a:cubicBezTo>
                  <a:cubicBezTo>
                    <a:pt x="382" y="1288"/>
                    <a:pt x="287" y="1598"/>
                    <a:pt x="239" y="1885"/>
                  </a:cubicBezTo>
                  <a:cubicBezTo>
                    <a:pt x="167" y="2195"/>
                    <a:pt x="144" y="2505"/>
                    <a:pt x="191" y="2815"/>
                  </a:cubicBezTo>
                  <a:cubicBezTo>
                    <a:pt x="263" y="3101"/>
                    <a:pt x="430" y="3411"/>
                    <a:pt x="692" y="3578"/>
                  </a:cubicBezTo>
                  <a:cubicBezTo>
                    <a:pt x="525" y="3387"/>
                    <a:pt x="430" y="3149"/>
                    <a:pt x="406" y="2863"/>
                  </a:cubicBezTo>
                  <a:cubicBezTo>
                    <a:pt x="382" y="2600"/>
                    <a:pt x="430" y="2338"/>
                    <a:pt x="525" y="2099"/>
                  </a:cubicBezTo>
                  <a:cubicBezTo>
                    <a:pt x="549" y="1980"/>
                    <a:pt x="621" y="1885"/>
                    <a:pt x="644" y="1765"/>
                  </a:cubicBezTo>
                  <a:cubicBezTo>
                    <a:pt x="788" y="1384"/>
                    <a:pt x="883" y="978"/>
                    <a:pt x="764" y="549"/>
                  </a:cubicBezTo>
                  <a:cubicBezTo>
                    <a:pt x="740" y="430"/>
                    <a:pt x="716" y="334"/>
                    <a:pt x="621" y="263"/>
                  </a:cubicBezTo>
                  <a:cubicBezTo>
                    <a:pt x="501" y="96"/>
                    <a:pt x="310" y="48"/>
                    <a:pt x="144"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176;p74">
              <a:extLst>
                <a:ext uri="{FF2B5EF4-FFF2-40B4-BE49-F238E27FC236}">
                  <a16:creationId xmlns:a16="http://schemas.microsoft.com/office/drawing/2014/main" id="{6E83E4C0-47CB-4EF2-903F-4D95C2AD64B3}"/>
                </a:ext>
              </a:extLst>
            </p:cNvPr>
            <p:cNvSpPr/>
            <p:nvPr/>
          </p:nvSpPr>
          <p:spPr>
            <a:xfrm>
              <a:off x="3434450" y="1818425"/>
              <a:ext cx="183675" cy="210450"/>
            </a:xfrm>
            <a:custGeom>
              <a:avLst/>
              <a:gdLst/>
              <a:ahLst/>
              <a:cxnLst/>
              <a:rect l="l" t="t" r="r" b="b"/>
              <a:pathLst>
                <a:path w="7347" h="8418" extrusionOk="0">
                  <a:moveTo>
                    <a:pt x="1919" y="1"/>
                  </a:moveTo>
                  <a:cubicBezTo>
                    <a:pt x="1639" y="1"/>
                    <a:pt x="1357" y="48"/>
                    <a:pt x="1098" y="138"/>
                  </a:cubicBezTo>
                  <a:cubicBezTo>
                    <a:pt x="597" y="257"/>
                    <a:pt x="120" y="591"/>
                    <a:pt x="1" y="1139"/>
                  </a:cubicBezTo>
                  <a:cubicBezTo>
                    <a:pt x="72" y="1688"/>
                    <a:pt x="430" y="2213"/>
                    <a:pt x="955" y="2451"/>
                  </a:cubicBezTo>
                  <a:cubicBezTo>
                    <a:pt x="989" y="2468"/>
                    <a:pt x="1034" y="2485"/>
                    <a:pt x="1075" y="2485"/>
                  </a:cubicBezTo>
                  <a:cubicBezTo>
                    <a:pt x="1092" y="2485"/>
                    <a:pt x="1108" y="2482"/>
                    <a:pt x="1122" y="2475"/>
                  </a:cubicBezTo>
                  <a:cubicBezTo>
                    <a:pt x="1170" y="2475"/>
                    <a:pt x="1241" y="2451"/>
                    <a:pt x="1265" y="2451"/>
                  </a:cubicBezTo>
                  <a:cubicBezTo>
                    <a:pt x="1290" y="2446"/>
                    <a:pt x="1315" y="2444"/>
                    <a:pt x="1339" y="2444"/>
                  </a:cubicBezTo>
                  <a:cubicBezTo>
                    <a:pt x="1547" y="2444"/>
                    <a:pt x="1723" y="2617"/>
                    <a:pt x="1766" y="2809"/>
                  </a:cubicBezTo>
                  <a:cubicBezTo>
                    <a:pt x="1837" y="3000"/>
                    <a:pt x="1814" y="3238"/>
                    <a:pt x="1814" y="3477"/>
                  </a:cubicBezTo>
                  <a:cubicBezTo>
                    <a:pt x="1766" y="3834"/>
                    <a:pt x="1766" y="4192"/>
                    <a:pt x="1885" y="4550"/>
                  </a:cubicBezTo>
                  <a:cubicBezTo>
                    <a:pt x="2171" y="5218"/>
                    <a:pt x="2887" y="5599"/>
                    <a:pt x="3125" y="6267"/>
                  </a:cubicBezTo>
                  <a:cubicBezTo>
                    <a:pt x="3245" y="6553"/>
                    <a:pt x="3245" y="6863"/>
                    <a:pt x="3364" y="7150"/>
                  </a:cubicBezTo>
                  <a:cubicBezTo>
                    <a:pt x="3555" y="7841"/>
                    <a:pt x="4246" y="8342"/>
                    <a:pt x="4962" y="8414"/>
                  </a:cubicBezTo>
                  <a:cubicBezTo>
                    <a:pt x="5002" y="8416"/>
                    <a:pt x="5042" y="8418"/>
                    <a:pt x="5083" y="8418"/>
                  </a:cubicBezTo>
                  <a:cubicBezTo>
                    <a:pt x="5757" y="8418"/>
                    <a:pt x="6417" y="8046"/>
                    <a:pt x="6822" y="7484"/>
                  </a:cubicBezTo>
                  <a:cubicBezTo>
                    <a:pt x="6965" y="7245"/>
                    <a:pt x="7084" y="7006"/>
                    <a:pt x="7180" y="6744"/>
                  </a:cubicBezTo>
                  <a:cubicBezTo>
                    <a:pt x="7251" y="6458"/>
                    <a:pt x="7347" y="6196"/>
                    <a:pt x="7347" y="5933"/>
                  </a:cubicBezTo>
                  <a:cubicBezTo>
                    <a:pt x="7347" y="5122"/>
                    <a:pt x="6822" y="4383"/>
                    <a:pt x="6107" y="4001"/>
                  </a:cubicBezTo>
                  <a:cubicBezTo>
                    <a:pt x="5534" y="3667"/>
                    <a:pt x="4819" y="3524"/>
                    <a:pt x="4413" y="3047"/>
                  </a:cubicBezTo>
                  <a:cubicBezTo>
                    <a:pt x="3817" y="2356"/>
                    <a:pt x="3936" y="1282"/>
                    <a:pt x="3364" y="591"/>
                  </a:cubicBezTo>
                  <a:cubicBezTo>
                    <a:pt x="3002" y="181"/>
                    <a:pt x="2463" y="1"/>
                    <a:pt x="1919"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177;p74">
              <a:extLst>
                <a:ext uri="{FF2B5EF4-FFF2-40B4-BE49-F238E27FC236}">
                  <a16:creationId xmlns:a16="http://schemas.microsoft.com/office/drawing/2014/main" id="{C3730449-B2CA-4779-8D90-8357AA8B00C6}"/>
                </a:ext>
              </a:extLst>
            </p:cNvPr>
            <p:cNvSpPr/>
            <p:nvPr/>
          </p:nvSpPr>
          <p:spPr>
            <a:xfrm>
              <a:off x="3357550" y="2006025"/>
              <a:ext cx="226000" cy="221125"/>
            </a:xfrm>
            <a:custGeom>
              <a:avLst/>
              <a:gdLst/>
              <a:ahLst/>
              <a:cxnLst/>
              <a:rect l="l" t="t" r="r" b="b"/>
              <a:pathLst>
                <a:path w="9040" h="8845" extrusionOk="0">
                  <a:moveTo>
                    <a:pt x="8407" y="0"/>
                  </a:moveTo>
                  <a:cubicBezTo>
                    <a:pt x="8254" y="0"/>
                    <a:pt x="8109" y="102"/>
                    <a:pt x="8109" y="313"/>
                  </a:cubicBezTo>
                  <a:cubicBezTo>
                    <a:pt x="8085" y="2365"/>
                    <a:pt x="7394" y="4511"/>
                    <a:pt x="6011" y="6085"/>
                  </a:cubicBezTo>
                  <a:cubicBezTo>
                    <a:pt x="4798" y="7476"/>
                    <a:pt x="3105" y="7924"/>
                    <a:pt x="1374" y="7924"/>
                  </a:cubicBezTo>
                  <a:cubicBezTo>
                    <a:pt x="1028" y="7924"/>
                    <a:pt x="680" y="7906"/>
                    <a:pt x="334" y="7874"/>
                  </a:cubicBezTo>
                  <a:cubicBezTo>
                    <a:pt x="318" y="7872"/>
                    <a:pt x="303" y="7871"/>
                    <a:pt x="289" y="7871"/>
                  </a:cubicBezTo>
                  <a:cubicBezTo>
                    <a:pt x="106" y="7871"/>
                    <a:pt x="24" y="8006"/>
                    <a:pt x="24" y="8160"/>
                  </a:cubicBezTo>
                  <a:cubicBezTo>
                    <a:pt x="0" y="8327"/>
                    <a:pt x="48" y="8470"/>
                    <a:pt x="263" y="8518"/>
                  </a:cubicBezTo>
                  <a:cubicBezTo>
                    <a:pt x="1242" y="8680"/>
                    <a:pt x="2331" y="8845"/>
                    <a:pt x="3394" y="8845"/>
                  </a:cubicBezTo>
                  <a:cubicBezTo>
                    <a:pt x="4998" y="8845"/>
                    <a:pt x="6542" y="8469"/>
                    <a:pt x="7561" y="7135"/>
                  </a:cubicBezTo>
                  <a:cubicBezTo>
                    <a:pt x="8944" y="5250"/>
                    <a:pt x="9040" y="2508"/>
                    <a:pt x="8753" y="313"/>
                  </a:cubicBezTo>
                  <a:cubicBezTo>
                    <a:pt x="8729" y="108"/>
                    <a:pt x="8564" y="0"/>
                    <a:pt x="8407"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4178;p74">
              <a:extLst>
                <a:ext uri="{FF2B5EF4-FFF2-40B4-BE49-F238E27FC236}">
                  <a16:creationId xmlns:a16="http://schemas.microsoft.com/office/drawing/2014/main" id="{5E41806A-991A-4271-9D95-DAC8637E883C}"/>
                </a:ext>
              </a:extLst>
            </p:cNvPr>
            <p:cNvSpPr/>
            <p:nvPr/>
          </p:nvSpPr>
          <p:spPr>
            <a:xfrm>
              <a:off x="3348250" y="2214950"/>
              <a:ext cx="88250" cy="259275"/>
            </a:xfrm>
            <a:custGeom>
              <a:avLst/>
              <a:gdLst/>
              <a:ahLst/>
              <a:cxnLst/>
              <a:rect l="l" t="t" r="r" b="b"/>
              <a:pathLst>
                <a:path w="3530" h="10371" extrusionOk="0">
                  <a:moveTo>
                    <a:pt x="3314" y="0"/>
                  </a:moveTo>
                  <a:cubicBezTo>
                    <a:pt x="3259" y="0"/>
                    <a:pt x="3202" y="27"/>
                    <a:pt x="3163" y="89"/>
                  </a:cubicBezTo>
                  <a:cubicBezTo>
                    <a:pt x="1302" y="3118"/>
                    <a:pt x="635" y="6672"/>
                    <a:pt x="14" y="10154"/>
                  </a:cubicBezTo>
                  <a:cubicBezTo>
                    <a:pt x="0" y="10284"/>
                    <a:pt x="99" y="10371"/>
                    <a:pt x="185" y="10371"/>
                  </a:cubicBezTo>
                  <a:cubicBezTo>
                    <a:pt x="241" y="10371"/>
                    <a:pt x="291" y="10334"/>
                    <a:pt x="301" y="10250"/>
                  </a:cubicBezTo>
                  <a:cubicBezTo>
                    <a:pt x="897" y="6791"/>
                    <a:pt x="1565" y="3285"/>
                    <a:pt x="3449" y="256"/>
                  </a:cubicBezTo>
                  <a:cubicBezTo>
                    <a:pt x="3529" y="112"/>
                    <a:pt x="3426" y="0"/>
                    <a:pt x="3314"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4179;p74">
              <a:extLst>
                <a:ext uri="{FF2B5EF4-FFF2-40B4-BE49-F238E27FC236}">
                  <a16:creationId xmlns:a16="http://schemas.microsoft.com/office/drawing/2014/main" id="{320B0ED6-266F-4BA9-9A76-50636FFEEF1A}"/>
                </a:ext>
              </a:extLst>
            </p:cNvPr>
            <p:cNvSpPr/>
            <p:nvPr/>
          </p:nvSpPr>
          <p:spPr>
            <a:xfrm>
              <a:off x="3490300" y="2214950"/>
              <a:ext cx="88250" cy="259275"/>
            </a:xfrm>
            <a:custGeom>
              <a:avLst/>
              <a:gdLst/>
              <a:ahLst/>
              <a:cxnLst/>
              <a:rect l="l" t="t" r="r" b="b"/>
              <a:pathLst>
                <a:path w="3530" h="10371" extrusionOk="0">
                  <a:moveTo>
                    <a:pt x="198" y="0"/>
                  </a:moveTo>
                  <a:cubicBezTo>
                    <a:pt x="92" y="0"/>
                    <a:pt x="0" y="112"/>
                    <a:pt x="80" y="256"/>
                  </a:cubicBezTo>
                  <a:cubicBezTo>
                    <a:pt x="1965" y="3285"/>
                    <a:pt x="2609" y="6791"/>
                    <a:pt x="3205" y="10250"/>
                  </a:cubicBezTo>
                  <a:cubicBezTo>
                    <a:pt x="3214" y="10334"/>
                    <a:pt x="3268" y="10371"/>
                    <a:pt x="3328" y="10371"/>
                  </a:cubicBezTo>
                  <a:cubicBezTo>
                    <a:pt x="3421" y="10371"/>
                    <a:pt x="3529" y="10284"/>
                    <a:pt x="3515" y="10154"/>
                  </a:cubicBezTo>
                  <a:cubicBezTo>
                    <a:pt x="2895" y="6672"/>
                    <a:pt x="2227" y="3118"/>
                    <a:pt x="343" y="89"/>
                  </a:cubicBezTo>
                  <a:cubicBezTo>
                    <a:pt x="304" y="27"/>
                    <a:pt x="249" y="0"/>
                    <a:pt x="198"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4180;p74">
              <a:extLst>
                <a:ext uri="{FF2B5EF4-FFF2-40B4-BE49-F238E27FC236}">
                  <a16:creationId xmlns:a16="http://schemas.microsoft.com/office/drawing/2014/main" id="{4A29F144-C712-45E9-93BE-BFD9B3B7F187}"/>
                </a:ext>
              </a:extLst>
            </p:cNvPr>
            <p:cNvSpPr/>
            <p:nvPr/>
          </p:nvSpPr>
          <p:spPr>
            <a:xfrm>
              <a:off x="3243975" y="2123950"/>
              <a:ext cx="122200" cy="366050"/>
            </a:xfrm>
            <a:custGeom>
              <a:avLst/>
              <a:gdLst/>
              <a:ahLst/>
              <a:cxnLst/>
              <a:rect l="l" t="t" r="r" b="b"/>
              <a:pathLst>
                <a:path w="4888" h="14642" extrusionOk="0">
                  <a:moveTo>
                    <a:pt x="211" y="0"/>
                  </a:moveTo>
                  <a:cubicBezTo>
                    <a:pt x="105" y="0"/>
                    <a:pt x="0" y="82"/>
                    <a:pt x="59" y="200"/>
                  </a:cubicBezTo>
                  <a:cubicBezTo>
                    <a:pt x="1371" y="4373"/>
                    <a:pt x="2683" y="8523"/>
                    <a:pt x="3971" y="12697"/>
                  </a:cubicBezTo>
                  <a:cubicBezTo>
                    <a:pt x="4138" y="13293"/>
                    <a:pt x="4352" y="13914"/>
                    <a:pt x="4543" y="14510"/>
                  </a:cubicBezTo>
                  <a:cubicBezTo>
                    <a:pt x="4562" y="14603"/>
                    <a:pt x="4624" y="14641"/>
                    <a:pt x="4687" y="14641"/>
                  </a:cubicBezTo>
                  <a:cubicBezTo>
                    <a:pt x="4786" y="14641"/>
                    <a:pt x="4888" y="14546"/>
                    <a:pt x="4829" y="14414"/>
                  </a:cubicBezTo>
                  <a:cubicBezTo>
                    <a:pt x="3518" y="10241"/>
                    <a:pt x="2206" y="6114"/>
                    <a:pt x="942" y="1941"/>
                  </a:cubicBezTo>
                  <a:cubicBezTo>
                    <a:pt x="751" y="1344"/>
                    <a:pt x="536" y="700"/>
                    <a:pt x="369" y="104"/>
                  </a:cubicBezTo>
                  <a:cubicBezTo>
                    <a:pt x="342" y="31"/>
                    <a:pt x="276" y="0"/>
                    <a:pt x="211"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4181;p74">
              <a:extLst>
                <a:ext uri="{FF2B5EF4-FFF2-40B4-BE49-F238E27FC236}">
                  <a16:creationId xmlns:a16="http://schemas.microsoft.com/office/drawing/2014/main" id="{9C5CF88C-93D5-49A6-9B1D-60820C3A1FCC}"/>
                </a:ext>
              </a:extLst>
            </p:cNvPr>
            <p:cNvSpPr/>
            <p:nvPr/>
          </p:nvSpPr>
          <p:spPr>
            <a:xfrm>
              <a:off x="2781300" y="2123425"/>
              <a:ext cx="121475" cy="366575"/>
            </a:xfrm>
            <a:custGeom>
              <a:avLst/>
              <a:gdLst/>
              <a:ahLst/>
              <a:cxnLst/>
              <a:rect l="l" t="t" r="r" b="b"/>
              <a:pathLst>
                <a:path w="4859" h="14663" extrusionOk="0">
                  <a:moveTo>
                    <a:pt x="4666" y="0"/>
                  </a:moveTo>
                  <a:cubicBezTo>
                    <a:pt x="4611" y="0"/>
                    <a:pt x="4560" y="36"/>
                    <a:pt x="4542" y="125"/>
                  </a:cubicBezTo>
                  <a:cubicBezTo>
                    <a:pt x="3207" y="4299"/>
                    <a:pt x="1919" y="8449"/>
                    <a:pt x="631" y="12623"/>
                  </a:cubicBezTo>
                  <a:cubicBezTo>
                    <a:pt x="440" y="13219"/>
                    <a:pt x="249" y="13839"/>
                    <a:pt x="58" y="14435"/>
                  </a:cubicBezTo>
                  <a:cubicBezTo>
                    <a:pt x="0" y="14567"/>
                    <a:pt x="102" y="14662"/>
                    <a:pt x="207" y="14662"/>
                  </a:cubicBezTo>
                  <a:cubicBezTo>
                    <a:pt x="273" y="14662"/>
                    <a:pt x="341" y="14624"/>
                    <a:pt x="369" y="14531"/>
                  </a:cubicBezTo>
                  <a:cubicBezTo>
                    <a:pt x="1680" y="10357"/>
                    <a:pt x="2992" y="6231"/>
                    <a:pt x="4256" y="2057"/>
                  </a:cubicBezTo>
                  <a:cubicBezTo>
                    <a:pt x="4447" y="1461"/>
                    <a:pt x="4662" y="817"/>
                    <a:pt x="4829" y="221"/>
                  </a:cubicBezTo>
                  <a:cubicBezTo>
                    <a:pt x="4858" y="101"/>
                    <a:pt x="4757" y="0"/>
                    <a:pt x="4666"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4182;p74">
              <a:extLst>
                <a:ext uri="{FF2B5EF4-FFF2-40B4-BE49-F238E27FC236}">
                  <a16:creationId xmlns:a16="http://schemas.microsoft.com/office/drawing/2014/main" id="{31D43AA8-FA72-4B73-9832-659B29042504}"/>
                </a:ext>
              </a:extLst>
            </p:cNvPr>
            <p:cNvSpPr/>
            <p:nvPr/>
          </p:nvSpPr>
          <p:spPr>
            <a:xfrm>
              <a:off x="2786325" y="2122975"/>
              <a:ext cx="571250" cy="8950"/>
            </a:xfrm>
            <a:custGeom>
              <a:avLst/>
              <a:gdLst/>
              <a:ahLst/>
              <a:cxnLst/>
              <a:rect l="l" t="t" r="r" b="b"/>
              <a:pathLst>
                <a:path w="22850" h="358" extrusionOk="0">
                  <a:moveTo>
                    <a:pt x="191" y="0"/>
                  </a:moveTo>
                  <a:cubicBezTo>
                    <a:pt x="96" y="0"/>
                    <a:pt x="1" y="95"/>
                    <a:pt x="1" y="191"/>
                  </a:cubicBezTo>
                  <a:cubicBezTo>
                    <a:pt x="1" y="286"/>
                    <a:pt x="96" y="358"/>
                    <a:pt x="191" y="358"/>
                  </a:cubicBezTo>
                  <a:lnTo>
                    <a:pt x="22658" y="358"/>
                  </a:lnTo>
                  <a:cubicBezTo>
                    <a:pt x="22754" y="358"/>
                    <a:pt x="22849" y="286"/>
                    <a:pt x="22849" y="191"/>
                  </a:cubicBezTo>
                  <a:cubicBezTo>
                    <a:pt x="22849" y="95"/>
                    <a:pt x="22754" y="0"/>
                    <a:pt x="22658"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8AEC3217-59F2-4A02-A0A8-1E3B30042B74}"/>
              </a:ext>
            </a:extLst>
          </p:cNvPr>
          <p:cNvPicPr>
            <a:picLocks noChangeAspect="1"/>
          </p:cNvPicPr>
          <p:nvPr/>
        </p:nvPicPr>
        <p:blipFill>
          <a:blip r:embed="rId3"/>
          <a:stretch>
            <a:fillRect/>
          </a:stretch>
        </p:blipFill>
        <p:spPr>
          <a:xfrm>
            <a:off x="4266944" y="4338625"/>
            <a:ext cx="3658111" cy="1400370"/>
          </a:xfrm>
          <a:prstGeom prst="rect">
            <a:avLst/>
          </a:prstGeom>
          <a:ln>
            <a:noFill/>
          </a:ln>
          <a:effectLst>
            <a:outerShdw blurRad="190500" algn="tl" rotWithShape="0">
              <a:srgbClr val="000000">
                <a:alpha val="70000"/>
              </a:srgbClr>
            </a:outerShdw>
          </a:effectLst>
        </p:spPr>
      </p:pic>
      <p:sp>
        <p:nvSpPr>
          <p:cNvPr id="48" name="Rectangle 47">
            <a:extLst>
              <a:ext uri="{FF2B5EF4-FFF2-40B4-BE49-F238E27FC236}">
                <a16:creationId xmlns:a16="http://schemas.microsoft.com/office/drawing/2014/main" id="{C67BBEAB-91C2-4904-8076-406C80525D72}"/>
              </a:ext>
            </a:extLst>
          </p:cNvPr>
          <p:cNvSpPr/>
          <p:nvPr/>
        </p:nvSpPr>
        <p:spPr>
          <a:xfrm>
            <a:off x="5875585" y="6047661"/>
            <a:ext cx="3375660" cy="579120"/>
          </a:xfrm>
          <a:prstGeom prst="rect">
            <a:avLst/>
          </a:prstGeom>
          <a:solidFill>
            <a:sysClr val="window" lastClr="FFFFFF"/>
          </a:solidFill>
          <a:ln w="12700" cap="flat" cmpd="sng" algn="ctr">
            <a:solidFill>
              <a:srgbClr val="70AD47"/>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7000"/>
              </a:lnSpc>
              <a:spcBef>
                <a:spcPts val="0"/>
              </a:spcBef>
              <a:spcAft>
                <a:spcPts val="800"/>
              </a:spcAft>
              <a:buClrTx/>
              <a:buSzTx/>
              <a:buFontTx/>
              <a:buNone/>
              <a:tabLst/>
              <a:defRPr/>
            </a:pPr>
            <a:r>
              <a:rPr kumimoji="0" lang="en-US" sz="1300" b="0" i="0" u="none" strike="noStrike" kern="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Doctor </a:t>
            </a:r>
            <a:r>
              <a:rPr kumimoji="0" lang="en-US" sz="1300" b="0" i="1" u="none" strike="noStrike" kern="0" cap="none" spc="0" normalizeH="0" baseline="0" noProof="0" dirty="0" err="1">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utilizeaza</a:t>
            </a:r>
            <a:r>
              <a:rPr kumimoji="0" lang="en-US" sz="1300" b="0" i="0" u="none" strike="noStrike" kern="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 </a:t>
            </a:r>
            <a:r>
              <a:rPr kumimoji="0" lang="en-US" sz="1300" b="0" i="0" u="none" strike="noStrike" kern="0" cap="none" spc="0" normalizeH="0" baseline="0" noProof="0" dirty="0" err="1">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Sectie</a:t>
            </a:r>
            <a:r>
              <a:rPr kumimoji="0" lang="en-US" sz="1300" b="0" i="0" u="none" strike="noStrike" kern="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 </a:t>
            </a:r>
            <a:r>
              <a:rPr kumimoji="0" lang="en-US" sz="1300" b="0" i="0" u="none" strike="noStrike" kern="0" cap="none" spc="0" normalizeH="0" baseline="0" noProof="0" dirty="0" err="1">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Sectie</a:t>
            </a:r>
            <a:r>
              <a:rPr kumimoji="0" lang="en-US" sz="1300" b="0" i="0" u="none" strike="noStrike" kern="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 </a:t>
            </a:r>
            <a:r>
              <a:rPr kumimoji="0" lang="en-US" sz="1300" b="0" i="1" u="none" strike="noStrike" kern="0" cap="none" spc="0" normalizeH="0" baseline="0" noProof="0" dirty="0" err="1">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utilizeaza</a:t>
            </a:r>
            <a:r>
              <a:rPr kumimoji="0" lang="en-US" sz="1300" b="0" i="1" u="none" strike="noStrike" kern="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 </a:t>
            </a:r>
            <a:r>
              <a:rPr kumimoji="0" lang="en-US" sz="1300" b="0" i="0" u="none" strike="noStrike" kern="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 Doctor. Este o </a:t>
            </a:r>
            <a:r>
              <a:rPr kumimoji="0" lang="en-US" sz="1300" b="0" i="0" u="none" strike="noStrike" kern="0" cap="none" spc="0" normalizeH="0" baseline="0" noProof="0" dirty="0" err="1">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relație</a:t>
            </a:r>
            <a:r>
              <a:rPr kumimoji="0" lang="en-US" sz="1300" b="0" i="0" u="none" strike="noStrike" kern="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 </a:t>
            </a:r>
            <a:r>
              <a:rPr kumimoji="0" lang="en-US" sz="1300" b="0" i="0" u="none" strike="noStrike" kern="0" cap="none" spc="0" normalizeH="0" baseline="0" noProof="0" dirty="0" err="1">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bilaterală</a:t>
            </a:r>
            <a:r>
              <a:rPr kumimoji="0" lang="en-US" sz="1300" b="0" i="0" u="none" strike="noStrike" kern="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612307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22" name="Google Shape;3957;p72">
            <a:extLst>
              <a:ext uri="{FF2B5EF4-FFF2-40B4-BE49-F238E27FC236}">
                <a16:creationId xmlns:a16="http://schemas.microsoft.com/office/drawing/2014/main" id="{64D480D5-1F57-4DC7-89EB-7195D0852CBB}"/>
              </a:ext>
            </a:extLst>
          </p:cNvPr>
          <p:cNvSpPr txBox="1">
            <a:spLocks noGrp="1"/>
          </p:cNvSpPr>
          <p:nvPr>
            <p:ph type="title"/>
          </p:nvPr>
        </p:nvSpPr>
        <p:spPr>
          <a:xfrm>
            <a:off x="686347" y="268497"/>
            <a:ext cx="10412400" cy="685200"/>
          </a:xfrm>
          <a:prstGeom prst="rect">
            <a:avLst/>
          </a:prstGeom>
        </p:spPr>
        <p:txBody>
          <a:bodyPr spcFirstLastPara="1" wrap="square" lIns="121900" tIns="121900" rIns="121900" bIns="121900" anchor="t" anchorCtr="0">
            <a:noAutofit/>
          </a:bodyPr>
          <a:lstStyle/>
          <a:p>
            <a:r>
              <a:rPr lang="en-US" dirty="0" err="1"/>
              <a:t>Rela</a:t>
            </a:r>
            <a:r>
              <a:rPr lang="ro-RO" dirty="0" err="1"/>
              <a:t>ția</a:t>
            </a:r>
            <a:r>
              <a:rPr lang="ro-RO" dirty="0"/>
              <a:t> de asociere -2</a:t>
            </a:r>
            <a:endParaRPr dirty="0"/>
          </a:p>
        </p:txBody>
      </p:sp>
      <p:sp>
        <p:nvSpPr>
          <p:cNvPr id="25" name="Google Shape;3643;p60">
            <a:extLst>
              <a:ext uri="{FF2B5EF4-FFF2-40B4-BE49-F238E27FC236}">
                <a16:creationId xmlns:a16="http://schemas.microsoft.com/office/drawing/2014/main" id="{ECC67279-8007-402B-81D5-FF0012B89801}"/>
              </a:ext>
            </a:extLst>
          </p:cNvPr>
          <p:cNvSpPr txBox="1">
            <a:spLocks/>
          </p:cNvSpPr>
          <p:nvPr/>
        </p:nvSpPr>
        <p:spPr>
          <a:xfrm>
            <a:off x="686347" y="1082787"/>
            <a:ext cx="10924576" cy="32486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Bef>
                <a:spcPts val="600"/>
              </a:spcBef>
              <a:spcAft>
                <a:spcPts val="600"/>
              </a:spcAft>
              <a:buClr>
                <a:schemeClr val="accent5"/>
              </a:buClr>
              <a:buSzPct val="120000"/>
              <a:buFont typeface="Arial" panose="020B0604020202020204" pitchFamily="34" charset="0"/>
              <a:buChar char="•"/>
            </a:pPr>
            <a:r>
              <a:rPr lang="ro-RO" sz="2200" kern="0" dirty="0">
                <a:solidFill>
                  <a:srgbClr val="000000"/>
                </a:solidFill>
                <a:latin typeface="Calibri" panose="020F0502020204030204" pitchFamily="34" charset="0"/>
                <a:ea typeface="Calibri" panose="020F0502020204030204" pitchFamily="34" charset="0"/>
              </a:rPr>
              <a:t>Asocierea dintre clase este caracterizată prin: </a:t>
            </a:r>
          </a:p>
          <a:p>
            <a:pPr marL="952500" lvl="2" indent="-342900" algn="just">
              <a:spcBef>
                <a:spcPts val="600"/>
              </a:spcBef>
              <a:spcAft>
                <a:spcPts val="600"/>
              </a:spcAft>
              <a:buClr>
                <a:schemeClr val="accent5"/>
              </a:buClr>
              <a:buSzPct val="120000"/>
              <a:buFont typeface="Wingdings" panose="05000000000000000000" pitchFamily="2" charset="2"/>
              <a:buChar char="ü"/>
            </a:pPr>
            <a:r>
              <a:rPr lang="ro-RO" sz="2200" b="1" kern="0" dirty="0">
                <a:solidFill>
                  <a:srgbClr val="000000"/>
                </a:solidFill>
                <a:latin typeface="Calibri" panose="020F0502020204030204" pitchFamily="34" charset="0"/>
                <a:ea typeface="Calibri" panose="020F0502020204030204" pitchFamily="34" charset="0"/>
              </a:rPr>
              <a:t>Denumire (</a:t>
            </a:r>
            <a:r>
              <a:rPr lang="ro-RO" sz="2200" kern="0" dirty="0" err="1">
                <a:solidFill>
                  <a:srgbClr val="000000"/>
                </a:solidFill>
                <a:latin typeface="Calibri" panose="020F0502020204030204" pitchFamily="34" charset="0"/>
                <a:ea typeface="Calibri" panose="020F0502020204030204" pitchFamily="34" charset="0"/>
              </a:rPr>
              <a:t>opţională</a:t>
            </a:r>
            <a:r>
              <a:rPr lang="ro-RO" sz="2200" kern="0" dirty="0">
                <a:solidFill>
                  <a:srgbClr val="000000"/>
                </a:solidFill>
                <a:latin typeface="Calibri" panose="020F0502020204030204" pitchFamily="34" charset="0"/>
                <a:ea typeface="Calibri" panose="020F0502020204030204" pitchFamily="34" charset="0"/>
              </a:rPr>
              <a:t>): reflectă natura relației dintre clase.</a:t>
            </a:r>
          </a:p>
          <a:p>
            <a:pPr marL="952500" lvl="2" indent="-342900" algn="just">
              <a:spcBef>
                <a:spcPts val="600"/>
              </a:spcBef>
              <a:spcAft>
                <a:spcPts val="600"/>
              </a:spcAft>
              <a:buClr>
                <a:schemeClr val="accent5"/>
              </a:buClr>
              <a:buSzPct val="120000"/>
              <a:buFont typeface="Wingdings" panose="05000000000000000000" pitchFamily="2" charset="2"/>
              <a:buChar char="ü"/>
            </a:pPr>
            <a:r>
              <a:rPr lang="ro-RO" sz="2200" b="1" kern="0" dirty="0" err="1">
                <a:solidFill>
                  <a:srgbClr val="000000"/>
                </a:solidFill>
                <a:latin typeface="Calibri" panose="020F0502020204030204" pitchFamily="34" charset="0"/>
                <a:ea typeface="Calibri" panose="020F0502020204030204" pitchFamily="34" charset="0"/>
              </a:rPr>
              <a:t>Multiplicităţi</a:t>
            </a:r>
            <a:r>
              <a:rPr lang="ro-RO" sz="2200" kern="0" dirty="0">
                <a:solidFill>
                  <a:srgbClr val="000000"/>
                </a:solidFill>
                <a:latin typeface="Calibri" panose="020F0502020204030204" pitchFamily="34" charset="0"/>
                <a:ea typeface="Calibri" panose="020F0502020204030204" pitchFamily="34" charset="0"/>
              </a:rPr>
              <a:t>:</a:t>
            </a:r>
            <a:r>
              <a:rPr lang="ro-RO" sz="2200" b="1" kern="0" dirty="0">
                <a:solidFill>
                  <a:srgbClr val="000000"/>
                </a:solidFill>
                <a:latin typeface="Calibri" panose="020F0502020204030204" pitchFamily="34" charset="0"/>
                <a:ea typeface="Calibri" panose="020F0502020204030204" pitchFamily="34" charset="0"/>
              </a:rPr>
              <a:t> </a:t>
            </a:r>
            <a:r>
              <a:rPr lang="ro-RO" sz="2200" kern="0" dirty="0">
                <a:solidFill>
                  <a:srgbClr val="000000"/>
                </a:solidFill>
                <a:latin typeface="Calibri" panose="020F0502020204030204" pitchFamily="34" charset="0"/>
                <a:ea typeface="Calibri" panose="020F0502020204030204" pitchFamily="34" charset="0"/>
              </a:rPr>
              <a:t>arată </a:t>
            </a:r>
            <a:r>
              <a:rPr lang="ro-RO" sz="2200" b="1" kern="0" dirty="0">
                <a:solidFill>
                  <a:srgbClr val="000000"/>
                </a:solidFill>
                <a:latin typeface="Calibri" panose="020F0502020204030204" pitchFamily="34" charset="0"/>
                <a:ea typeface="Calibri" panose="020F0502020204030204" pitchFamily="34" charset="0"/>
              </a:rPr>
              <a:t>câte</a:t>
            </a:r>
            <a:r>
              <a:rPr lang="ro-RO" sz="2200" b="1" dirty="0"/>
              <a:t> obiecte </a:t>
            </a:r>
            <a:r>
              <a:rPr lang="ro-RO" sz="2200" dirty="0"/>
              <a:t>alei unei clase care pot fi asociate cu </a:t>
            </a:r>
            <a:r>
              <a:rPr lang="ro-RO" sz="2200" b="1" dirty="0"/>
              <a:t>un obiect </a:t>
            </a:r>
            <a:r>
              <a:rPr lang="ro-RO" sz="2200" dirty="0"/>
              <a:t>al clasei de la capătul opus al asocierii; </a:t>
            </a:r>
            <a:r>
              <a:rPr lang="ro-RO" sz="2200" kern="0" dirty="0">
                <a:solidFill>
                  <a:srgbClr val="000000"/>
                </a:solidFill>
                <a:latin typeface="Calibri" panose="020F0502020204030204" pitchFamily="34" charset="0"/>
                <a:ea typeface="Calibri" panose="020F0502020204030204" pitchFamily="34" charset="0"/>
              </a:rPr>
              <a:t>se trec la cele două capete ale asocierii.</a:t>
            </a:r>
          </a:p>
          <a:p>
            <a:pPr marL="952500" lvl="2" indent="-342900" algn="just">
              <a:spcBef>
                <a:spcPts val="600"/>
              </a:spcBef>
              <a:spcAft>
                <a:spcPts val="600"/>
              </a:spcAft>
              <a:buClr>
                <a:schemeClr val="accent5"/>
              </a:buClr>
              <a:buSzPct val="120000"/>
              <a:buFont typeface="Wingdings" panose="05000000000000000000" pitchFamily="2" charset="2"/>
              <a:buChar char="ü"/>
            </a:pPr>
            <a:r>
              <a:rPr lang="ro-RO" sz="2200" b="1" kern="0" dirty="0">
                <a:solidFill>
                  <a:srgbClr val="000000"/>
                </a:solidFill>
                <a:latin typeface="Calibri" panose="020F0502020204030204" pitchFamily="34" charset="0"/>
                <a:ea typeface="Calibri" panose="020F0502020204030204" pitchFamily="34" charset="0"/>
              </a:rPr>
              <a:t>Roluri ale asocierii</a:t>
            </a:r>
            <a:r>
              <a:rPr lang="ro-RO" sz="2200" kern="0" dirty="0">
                <a:solidFill>
                  <a:srgbClr val="000000"/>
                </a:solidFill>
                <a:latin typeface="Calibri" panose="020F0502020204030204" pitchFamily="34" charset="0"/>
                <a:ea typeface="Calibri" panose="020F0502020204030204" pitchFamily="34" charset="0"/>
              </a:rPr>
              <a:t>: se trec la fiecare capăt al asocierii </a:t>
            </a:r>
            <a:r>
              <a:rPr lang="ro-RO" sz="2200" kern="0" dirty="0" err="1">
                <a:solidFill>
                  <a:srgbClr val="000000"/>
                </a:solidFill>
                <a:latin typeface="Calibri" panose="020F0502020204030204" pitchFamily="34" charset="0"/>
                <a:ea typeface="Calibri" panose="020F0502020204030204" pitchFamily="34" charset="0"/>
              </a:rPr>
              <a:t>şi</a:t>
            </a:r>
            <a:r>
              <a:rPr lang="ro-RO" sz="2200" kern="0" dirty="0">
                <a:solidFill>
                  <a:srgbClr val="000000"/>
                </a:solidFill>
                <a:latin typeface="Calibri" panose="020F0502020204030204" pitchFamily="34" charset="0"/>
                <a:ea typeface="Calibri" panose="020F0502020204030204" pitchFamily="34" charset="0"/>
              </a:rPr>
              <a:t> </a:t>
            </a:r>
            <a:r>
              <a:rPr lang="ro-RO" sz="2200" kern="0" dirty="0" err="1">
                <a:solidFill>
                  <a:srgbClr val="000000"/>
                </a:solidFill>
                <a:latin typeface="Calibri" panose="020F0502020204030204" pitchFamily="34" charset="0"/>
                <a:ea typeface="Calibri" panose="020F0502020204030204" pitchFamily="34" charset="0"/>
              </a:rPr>
              <a:t>conţin</a:t>
            </a:r>
            <a:r>
              <a:rPr lang="ro-RO" sz="2200" kern="0" dirty="0">
                <a:solidFill>
                  <a:srgbClr val="000000"/>
                </a:solidFill>
                <a:latin typeface="Calibri" panose="020F0502020204030204" pitchFamily="34" charset="0"/>
                <a:ea typeface="Calibri" panose="020F0502020204030204" pitchFamily="34" charset="0"/>
              </a:rPr>
              <a:t> o descriere scurtă </a:t>
            </a:r>
            <a:r>
              <a:rPr lang="ro-RO" sz="2200" kern="0" dirty="0" err="1">
                <a:solidFill>
                  <a:srgbClr val="000000"/>
                </a:solidFill>
                <a:latin typeface="Calibri" panose="020F0502020204030204" pitchFamily="34" charset="0"/>
                <a:ea typeface="Calibri" panose="020F0502020204030204" pitchFamily="34" charset="0"/>
              </a:rPr>
              <a:t>şi</a:t>
            </a:r>
            <a:r>
              <a:rPr lang="ro-RO" sz="2200" kern="0" dirty="0">
                <a:solidFill>
                  <a:srgbClr val="000000"/>
                </a:solidFill>
                <a:latin typeface="Calibri" panose="020F0502020204030204" pitchFamily="34" charset="0"/>
                <a:ea typeface="Calibri" panose="020F0502020204030204" pitchFamily="34" charset="0"/>
              </a:rPr>
              <a:t> reprezentativă de 1 – 2 substantive; arată modul de implicare a obiectului în relație. </a:t>
            </a:r>
          </a:p>
          <a:p>
            <a:pPr marL="952500" lvl="2" indent="-342900" algn="just">
              <a:spcBef>
                <a:spcPts val="600"/>
              </a:spcBef>
              <a:spcAft>
                <a:spcPts val="600"/>
              </a:spcAft>
              <a:buClr>
                <a:schemeClr val="accent5"/>
              </a:buClr>
              <a:buSzPct val="120000"/>
              <a:buFont typeface="Wingdings" panose="05000000000000000000" pitchFamily="2" charset="2"/>
              <a:buChar char="ü"/>
            </a:pPr>
            <a:r>
              <a:rPr lang="ro-RO" sz="2200" b="1" kern="0" dirty="0" err="1">
                <a:solidFill>
                  <a:srgbClr val="000000"/>
                </a:solidFill>
                <a:latin typeface="Calibri" panose="020F0502020204030204" pitchFamily="34" charset="0"/>
                <a:ea typeface="Calibri" panose="020F0502020204030204" pitchFamily="34" charset="0"/>
              </a:rPr>
              <a:t>Direcţie</a:t>
            </a:r>
            <a:r>
              <a:rPr lang="ro-RO" sz="2200" b="1" kern="0" dirty="0">
                <a:solidFill>
                  <a:srgbClr val="000000"/>
                </a:solidFill>
                <a:latin typeface="Calibri" panose="020F0502020204030204" pitchFamily="34" charset="0"/>
                <a:ea typeface="Calibri" panose="020F0502020204030204" pitchFamily="34" charset="0"/>
              </a:rPr>
              <a:t> de navigare</a:t>
            </a:r>
            <a:r>
              <a:rPr lang="ro-RO" sz="2200" kern="0" dirty="0">
                <a:solidFill>
                  <a:srgbClr val="000000"/>
                </a:solidFill>
                <a:latin typeface="Calibri" panose="020F0502020204030204" pitchFamily="34" charset="0"/>
                <a:ea typeface="Calibri" panose="020F0502020204030204" pitchFamily="34" charset="0"/>
              </a:rPr>
              <a:t>:</a:t>
            </a:r>
            <a:r>
              <a:rPr lang="ro-RO" sz="2200" b="1" kern="0" dirty="0">
                <a:solidFill>
                  <a:srgbClr val="000000"/>
                </a:solidFill>
                <a:latin typeface="Calibri" panose="020F0502020204030204" pitchFamily="34" charset="0"/>
                <a:ea typeface="Calibri" panose="020F0502020204030204" pitchFamily="34" charset="0"/>
              </a:rPr>
              <a:t> </a:t>
            </a:r>
            <a:r>
              <a:rPr lang="ro-RO" sz="2200" kern="0" dirty="0">
                <a:solidFill>
                  <a:srgbClr val="000000"/>
                </a:solidFill>
                <a:latin typeface="Calibri" panose="020F0502020204030204" pitchFamily="34" charset="0"/>
                <a:ea typeface="Calibri" panose="020F0502020204030204" pitchFamily="34" charset="0"/>
              </a:rPr>
              <a:t>legată de modul în care obiectele se pot accesa unele pe altele. </a:t>
            </a:r>
          </a:p>
          <a:p>
            <a:pPr marL="342900" indent="-342900" algn="just">
              <a:spcBef>
                <a:spcPts val="600"/>
              </a:spcBef>
              <a:spcAft>
                <a:spcPts val="600"/>
              </a:spcAft>
              <a:buClr>
                <a:schemeClr val="accent5"/>
              </a:buClr>
              <a:buSzPct val="120000"/>
              <a:buFont typeface="Arial" panose="020B0604020202020204" pitchFamily="34" charset="0"/>
              <a:buChar char="•"/>
            </a:pPr>
            <a:endParaRPr lang="ro-RO" sz="2200" kern="0" dirty="0"/>
          </a:p>
        </p:txBody>
      </p:sp>
      <p:grpSp>
        <p:nvGrpSpPr>
          <p:cNvPr id="26" name="Group 25">
            <a:extLst>
              <a:ext uri="{FF2B5EF4-FFF2-40B4-BE49-F238E27FC236}">
                <a16:creationId xmlns:a16="http://schemas.microsoft.com/office/drawing/2014/main" id="{092D9AA6-9928-4B53-994D-F0F85F1F7557}"/>
              </a:ext>
            </a:extLst>
          </p:cNvPr>
          <p:cNvGrpSpPr/>
          <p:nvPr/>
        </p:nvGrpSpPr>
        <p:grpSpPr>
          <a:xfrm>
            <a:off x="2783149" y="4665874"/>
            <a:ext cx="8315598" cy="786809"/>
            <a:chOff x="2094615" y="5003006"/>
            <a:chExt cx="8315598" cy="786809"/>
          </a:xfrm>
        </p:grpSpPr>
        <p:sp>
          <p:nvSpPr>
            <p:cNvPr id="27" name="Rectangle 26">
              <a:extLst>
                <a:ext uri="{FF2B5EF4-FFF2-40B4-BE49-F238E27FC236}">
                  <a16:creationId xmlns:a16="http://schemas.microsoft.com/office/drawing/2014/main" id="{F4869C4C-90C8-4C5D-8CFD-5E02CE6D1D07}"/>
                </a:ext>
              </a:extLst>
            </p:cNvPr>
            <p:cNvSpPr/>
            <p:nvPr/>
          </p:nvSpPr>
          <p:spPr>
            <a:xfrm>
              <a:off x="2094615" y="5044801"/>
              <a:ext cx="1424762" cy="74501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Clasa</a:t>
              </a:r>
              <a:r>
                <a:rPr lang="en-US" dirty="0"/>
                <a:t> 1</a:t>
              </a:r>
            </a:p>
          </p:txBody>
        </p:sp>
        <p:sp>
          <p:nvSpPr>
            <p:cNvPr id="28" name="Rectangle 27">
              <a:extLst>
                <a:ext uri="{FF2B5EF4-FFF2-40B4-BE49-F238E27FC236}">
                  <a16:creationId xmlns:a16="http://schemas.microsoft.com/office/drawing/2014/main" id="{9029EBC4-A4BD-471C-8867-BF6088AD073C}"/>
                </a:ext>
              </a:extLst>
            </p:cNvPr>
            <p:cNvSpPr/>
            <p:nvPr/>
          </p:nvSpPr>
          <p:spPr>
            <a:xfrm>
              <a:off x="8895911" y="5003006"/>
              <a:ext cx="1514302" cy="74501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Clasa</a:t>
              </a:r>
              <a:r>
                <a:rPr lang="en-US" dirty="0"/>
                <a:t> 2</a:t>
              </a:r>
            </a:p>
          </p:txBody>
        </p:sp>
        <p:cxnSp>
          <p:nvCxnSpPr>
            <p:cNvPr id="29" name="Straight Connector 28">
              <a:extLst>
                <a:ext uri="{FF2B5EF4-FFF2-40B4-BE49-F238E27FC236}">
                  <a16:creationId xmlns:a16="http://schemas.microsoft.com/office/drawing/2014/main" id="{51221BE0-6D8B-409C-BC77-AAD596238C99}"/>
                </a:ext>
              </a:extLst>
            </p:cNvPr>
            <p:cNvCxnSpPr>
              <a:cxnSpLocks/>
              <a:stCxn id="27" idx="3"/>
              <a:endCxn id="28" idx="1"/>
            </p:cNvCxnSpPr>
            <p:nvPr/>
          </p:nvCxnSpPr>
          <p:spPr>
            <a:xfrm flipV="1">
              <a:off x="3519377" y="5375513"/>
              <a:ext cx="5376534" cy="41795"/>
            </a:xfrm>
            <a:prstGeom prst="line">
              <a:avLst/>
            </a:prstGeom>
            <a:ln>
              <a:headEnd type="arrow"/>
              <a:tailEnd type="arrow"/>
            </a:ln>
          </p:spPr>
          <p:style>
            <a:lnRef idx="2">
              <a:schemeClr val="dk1"/>
            </a:lnRef>
            <a:fillRef idx="0">
              <a:schemeClr val="dk1"/>
            </a:fillRef>
            <a:effectRef idx="1">
              <a:schemeClr val="dk1"/>
            </a:effectRef>
            <a:fontRef idx="minor">
              <a:schemeClr val="tx1"/>
            </a:fontRef>
          </p:style>
        </p:cxnSp>
        <p:sp>
          <p:nvSpPr>
            <p:cNvPr id="30" name="Rectangle 29">
              <a:extLst>
                <a:ext uri="{FF2B5EF4-FFF2-40B4-BE49-F238E27FC236}">
                  <a16:creationId xmlns:a16="http://schemas.microsoft.com/office/drawing/2014/main" id="{4D9005B2-7DEF-4DB7-A807-BEA8C2E123DA}"/>
                </a:ext>
              </a:extLst>
            </p:cNvPr>
            <p:cNvSpPr/>
            <p:nvPr/>
          </p:nvSpPr>
          <p:spPr>
            <a:xfrm>
              <a:off x="3469756" y="5073023"/>
              <a:ext cx="1190846" cy="32301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dirty="0" err="1"/>
                <a:t>multiplicitate</a:t>
              </a:r>
              <a:r>
                <a:rPr lang="en-US" sz="1200" dirty="0"/>
                <a:t> 1</a:t>
              </a:r>
            </a:p>
          </p:txBody>
        </p:sp>
        <p:sp>
          <p:nvSpPr>
            <p:cNvPr id="31" name="Rectangle 30">
              <a:extLst>
                <a:ext uri="{FF2B5EF4-FFF2-40B4-BE49-F238E27FC236}">
                  <a16:creationId xmlns:a16="http://schemas.microsoft.com/office/drawing/2014/main" id="{8AAD87D9-3FE6-4EEB-B57A-0692280B409B}"/>
                </a:ext>
              </a:extLst>
            </p:cNvPr>
            <p:cNvSpPr/>
            <p:nvPr/>
          </p:nvSpPr>
          <p:spPr>
            <a:xfrm>
              <a:off x="7754686" y="5080732"/>
              <a:ext cx="1190846" cy="32301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dirty="0" err="1"/>
                <a:t>multiplicitate</a:t>
              </a:r>
              <a:r>
                <a:rPr lang="en-US" sz="1200" dirty="0"/>
                <a:t> 2</a:t>
              </a:r>
            </a:p>
          </p:txBody>
        </p:sp>
        <p:sp>
          <p:nvSpPr>
            <p:cNvPr id="32" name="Rectangle 31">
              <a:extLst>
                <a:ext uri="{FF2B5EF4-FFF2-40B4-BE49-F238E27FC236}">
                  <a16:creationId xmlns:a16="http://schemas.microsoft.com/office/drawing/2014/main" id="{0761C5F8-09E8-4C5D-8546-7AEC9B3092B9}"/>
                </a:ext>
              </a:extLst>
            </p:cNvPr>
            <p:cNvSpPr/>
            <p:nvPr/>
          </p:nvSpPr>
          <p:spPr>
            <a:xfrm>
              <a:off x="3368750" y="5455436"/>
              <a:ext cx="1190846" cy="32301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dirty="0" err="1"/>
                <a:t>nume_rol</a:t>
              </a:r>
              <a:r>
                <a:rPr lang="en-US" sz="1200" dirty="0"/>
                <a:t> 1</a:t>
              </a:r>
            </a:p>
          </p:txBody>
        </p:sp>
        <p:sp>
          <p:nvSpPr>
            <p:cNvPr id="33" name="Rectangle 32">
              <a:extLst>
                <a:ext uri="{FF2B5EF4-FFF2-40B4-BE49-F238E27FC236}">
                  <a16:creationId xmlns:a16="http://schemas.microsoft.com/office/drawing/2014/main" id="{AB73C031-353F-4071-9678-F1E6F9C6C09B}"/>
                </a:ext>
              </a:extLst>
            </p:cNvPr>
            <p:cNvSpPr/>
            <p:nvPr/>
          </p:nvSpPr>
          <p:spPr>
            <a:xfrm>
              <a:off x="7754686" y="5432711"/>
              <a:ext cx="1190846" cy="32301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dirty="0" err="1"/>
                <a:t>nume_rol</a:t>
              </a:r>
              <a:r>
                <a:rPr lang="en-US" sz="1200" dirty="0"/>
                <a:t> 2</a:t>
              </a:r>
            </a:p>
          </p:txBody>
        </p:sp>
        <p:sp>
          <p:nvSpPr>
            <p:cNvPr id="34" name="Rectangle 33">
              <a:extLst>
                <a:ext uri="{FF2B5EF4-FFF2-40B4-BE49-F238E27FC236}">
                  <a16:creationId xmlns:a16="http://schemas.microsoft.com/office/drawing/2014/main" id="{96C86438-8075-47C9-9C07-FC7DE06C3A19}"/>
                </a:ext>
              </a:extLst>
            </p:cNvPr>
            <p:cNvSpPr/>
            <p:nvPr/>
          </p:nvSpPr>
          <p:spPr>
            <a:xfrm>
              <a:off x="5620145" y="5096490"/>
              <a:ext cx="1514302" cy="282689"/>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dirty="0" err="1"/>
                <a:t>nume_asociere</a:t>
              </a:r>
              <a:r>
                <a:rPr lang="en-US" sz="1200" dirty="0"/>
                <a:t> </a:t>
              </a:r>
            </a:p>
          </p:txBody>
        </p:sp>
        <p:sp>
          <p:nvSpPr>
            <p:cNvPr id="35" name="Isosceles Triangle 34">
              <a:extLst>
                <a:ext uri="{FF2B5EF4-FFF2-40B4-BE49-F238E27FC236}">
                  <a16:creationId xmlns:a16="http://schemas.microsoft.com/office/drawing/2014/main" id="{8A83677B-E011-4428-B48F-B37F5A561AE8}"/>
                </a:ext>
              </a:extLst>
            </p:cNvPr>
            <p:cNvSpPr/>
            <p:nvPr/>
          </p:nvSpPr>
          <p:spPr>
            <a:xfrm rot="5400000">
              <a:off x="6972942" y="5200257"/>
              <a:ext cx="99724" cy="116957"/>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49DB53BD-72C3-4CD3-94CE-E454B635B164}"/>
              </a:ext>
            </a:extLst>
          </p:cNvPr>
          <p:cNvGrpSpPr/>
          <p:nvPr/>
        </p:nvGrpSpPr>
        <p:grpSpPr>
          <a:xfrm>
            <a:off x="2783149" y="5799237"/>
            <a:ext cx="8315598" cy="786809"/>
            <a:chOff x="2094615" y="5003006"/>
            <a:chExt cx="8315598" cy="786809"/>
          </a:xfrm>
        </p:grpSpPr>
        <p:sp>
          <p:nvSpPr>
            <p:cNvPr id="15" name="Rectangle 14">
              <a:extLst>
                <a:ext uri="{FF2B5EF4-FFF2-40B4-BE49-F238E27FC236}">
                  <a16:creationId xmlns:a16="http://schemas.microsoft.com/office/drawing/2014/main" id="{90CEFEF7-1887-482F-97F6-521F46A4D152}"/>
                </a:ext>
              </a:extLst>
            </p:cNvPr>
            <p:cNvSpPr/>
            <p:nvPr/>
          </p:nvSpPr>
          <p:spPr>
            <a:xfrm>
              <a:off x="2094615" y="5044801"/>
              <a:ext cx="1424762" cy="74501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ro-RO" dirty="0"/>
                <a:t>Persoana</a:t>
              </a:r>
              <a:endParaRPr lang="en-US" dirty="0"/>
            </a:p>
          </p:txBody>
        </p:sp>
        <p:sp>
          <p:nvSpPr>
            <p:cNvPr id="16" name="Rectangle 15">
              <a:extLst>
                <a:ext uri="{FF2B5EF4-FFF2-40B4-BE49-F238E27FC236}">
                  <a16:creationId xmlns:a16="http://schemas.microsoft.com/office/drawing/2014/main" id="{9A01E60C-4E11-4985-B59B-FDF59270FCDE}"/>
                </a:ext>
              </a:extLst>
            </p:cNvPr>
            <p:cNvSpPr/>
            <p:nvPr/>
          </p:nvSpPr>
          <p:spPr>
            <a:xfrm>
              <a:off x="8895911" y="5003006"/>
              <a:ext cx="1514302" cy="74501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ro-RO" dirty="0" err="1"/>
                <a:t>Cladire</a:t>
              </a:r>
              <a:endParaRPr lang="en-US" dirty="0"/>
            </a:p>
          </p:txBody>
        </p:sp>
        <p:cxnSp>
          <p:nvCxnSpPr>
            <p:cNvPr id="17" name="Straight Connector 16">
              <a:extLst>
                <a:ext uri="{FF2B5EF4-FFF2-40B4-BE49-F238E27FC236}">
                  <a16:creationId xmlns:a16="http://schemas.microsoft.com/office/drawing/2014/main" id="{C1360D35-1B89-49F4-812E-7ED7C7EC3E95}"/>
                </a:ext>
              </a:extLst>
            </p:cNvPr>
            <p:cNvCxnSpPr>
              <a:cxnSpLocks/>
              <a:stCxn id="15" idx="3"/>
              <a:endCxn id="16" idx="1"/>
            </p:cNvCxnSpPr>
            <p:nvPr/>
          </p:nvCxnSpPr>
          <p:spPr>
            <a:xfrm flipV="1">
              <a:off x="3519377" y="5375513"/>
              <a:ext cx="5376534" cy="41795"/>
            </a:xfrm>
            <a:prstGeom prst="line">
              <a:avLst/>
            </a:prstGeom>
            <a:ln>
              <a:headEnd type="arrow"/>
              <a:tailEnd type="arrow"/>
            </a:ln>
          </p:spPr>
          <p:style>
            <a:lnRef idx="2">
              <a:schemeClr val="dk1"/>
            </a:lnRef>
            <a:fillRef idx="0">
              <a:schemeClr val="dk1"/>
            </a:fillRef>
            <a:effectRef idx="1">
              <a:schemeClr val="dk1"/>
            </a:effectRef>
            <a:fontRef idx="minor">
              <a:schemeClr val="tx1"/>
            </a:fontRef>
          </p:style>
        </p:cxnSp>
        <p:sp>
          <p:nvSpPr>
            <p:cNvPr id="18" name="Rectangle 17">
              <a:extLst>
                <a:ext uri="{FF2B5EF4-FFF2-40B4-BE49-F238E27FC236}">
                  <a16:creationId xmlns:a16="http://schemas.microsoft.com/office/drawing/2014/main" id="{E948F618-EE67-4035-B6D6-02E5F80F7A5E}"/>
                </a:ext>
              </a:extLst>
            </p:cNvPr>
            <p:cNvSpPr/>
            <p:nvPr/>
          </p:nvSpPr>
          <p:spPr>
            <a:xfrm>
              <a:off x="3469756" y="5073023"/>
              <a:ext cx="1190846" cy="32301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r>
                <a:rPr lang="en-US" sz="1200" dirty="0"/>
                <a:t>1</a:t>
              </a:r>
              <a:r>
                <a:rPr lang="ro-RO" sz="1200" dirty="0"/>
                <a:t>..*</a:t>
              </a:r>
              <a:endParaRPr lang="en-US" sz="1200" dirty="0"/>
            </a:p>
          </p:txBody>
        </p:sp>
        <p:sp>
          <p:nvSpPr>
            <p:cNvPr id="19" name="Rectangle 18">
              <a:extLst>
                <a:ext uri="{FF2B5EF4-FFF2-40B4-BE49-F238E27FC236}">
                  <a16:creationId xmlns:a16="http://schemas.microsoft.com/office/drawing/2014/main" id="{EB8FE8B9-0C6D-4663-857C-A3D959A22D89}"/>
                </a:ext>
              </a:extLst>
            </p:cNvPr>
            <p:cNvSpPr/>
            <p:nvPr/>
          </p:nvSpPr>
          <p:spPr>
            <a:xfrm>
              <a:off x="8093990" y="5089688"/>
              <a:ext cx="1190846" cy="32301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ro-RO" sz="1200" dirty="0"/>
                <a:t>0..*</a:t>
              </a:r>
              <a:endParaRPr lang="en-US" sz="1200" dirty="0"/>
            </a:p>
          </p:txBody>
        </p:sp>
        <p:sp>
          <p:nvSpPr>
            <p:cNvPr id="20" name="Rectangle 19">
              <a:extLst>
                <a:ext uri="{FF2B5EF4-FFF2-40B4-BE49-F238E27FC236}">
                  <a16:creationId xmlns:a16="http://schemas.microsoft.com/office/drawing/2014/main" id="{726E2136-C614-4114-856D-BEAA97813926}"/>
                </a:ext>
              </a:extLst>
            </p:cNvPr>
            <p:cNvSpPr/>
            <p:nvPr/>
          </p:nvSpPr>
          <p:spPr>
            <a:xfrm>
              <a:off x="3291926" y="5454880"/>
              <a:ext cx="1190846" cy="32301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ro-RO" sz="1200" dirty="0"/>
                <a:t>proprietar</a:t>
              </a:r>
              <a:endParaRPr lang="en-US" sz="1200" dirty="0"/>
            </a:p>
          </p:txBody>
        </p:sp>
        <p:sp>
          <p:nvSpPr>
            <p:cNvPr id="21" name="Rectangle 20">
              <a:extLst>
                <a:ext uri="{FF2B5EF4-FFF2-40B4-BE49-F238E27FC236}">
                  <a16:creationId xmlns:a16="http://schemas.microsoft.com/office/drawing/2014/main" id="{8204ED06-7165-4F8C-AD09-5DCAA9F5B4DF}"/>
                </a:ext>
              </a:extLst>
            </p:cNvPr>
            <p:cNvSpPr/>
            <p:nvPr/>
          </p:nvSpPr>
          <p:spPr>
            <a:xfrm>
              <a:off x="8063148" y="5431465"/>
              <a:ext cx="1190846" cy="32301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ro-RO" sz="1200" dirty="0"/>
                <a:t>bun</a:t>
              </a:r>
              <a:endParaRPr lang="en-US" sz="1200" dirty="0"/>
            </a:p>
          </p:txBody>
        </p:sp>
        <p:sp>
          <p:nvSpPr>
            <p:cNvPr id="23" name="Rectangle 22">
              <a:extLst>
                <a:ext uri="{FF2B5EF4-FFF2-40B4-BE49-F238E27FC236}">
                  <a16:creationId xmlns:a16="http://schemas.microsoft.com/office/drawing/2014/main" id="{79F19C64-F5D5-49C1-A0F1-DF69CE9F554F}"/>
                </a:ext>
              </a:extLst>
            </p:cNvPr>
            <p:cNvSpPr/>
            <p:nvPr/>
          </p:nvSpPr>
          <p:spPr>
            <a:xfrm>
              <a:off x="5620145" y="5096490"/>
              <a:ext cx="1514302" cy="282689"/>
            </a:xfrm>
            <a:prstGeom prst="rect">
              <a:avLst/>
            </a:prstGeom>
            <a:no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ro-RO" sz="1200" dirty="0" err="1"/>
                <a:t>detine</a:t>
              </a:r>
              <a:endParaRPr lang="en-US" sz="1200" dirty="0"/>
            </a:p>
          </p:txBody>
        </p:sp>
        <p:sp>
          <p:nvSpPr>
            <p:cNvPr id="24" name="Isosceles Triangle 23">
              <a:extLst>
                <a:ext uri="{FF2B5EF4-FFF2-40B4-BE49-F238E27FC236}">
                  <a16:creationId xmlns:a16="http://schemas.microsoft.com/office/drawing/2014/main" id="{A5973C29-5AA2-481F-A23E-7C5AE94402D3}"/>
                </a:ext>
              </a:extLst>
            </p:cNvPr>
            <p:cNvSpPr/>
            <p:nvPr/>
          </p:nvSpPr>
          <p:spPr>
            <a:xfrm rot="5400000">
              <a:off x="6700796" y="5200257"/>
              <a:ext cx="99724" cy="116957"/>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94582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22" name="Google Shape;3957;p72">
            <a:extLst>
              <a:ext uri="{FF2B5EF4-FFF2-40B4-BE49-F238E27FC236}">
                <a16:creationId xmlns:a16="http://schemas.microsoft.com/office/drawing/2014/main" id="{64D480D5-1F57-4DC7-89EB-7195D0852CBB}"/>
              </a:ext>
            </a:extLst>
          </p:cNvPr>
          <p:cNvSpPr txBox="1">
            <a:spLocks noGrp="1"/>
          </p:cNvSpPr>
          <p:nvPr>
            <p:ph type="title"/>
          </p:nvPr>
        </p:nvSpPr>
        <p:spPr>
          <a:xfrm>
            <a:off x="686347" y="268497"/>
            <a:ext cx="10412400" cy="685200"/>
          </a:xfrm>
          <a:prstGeom prst="rect">
            <a:avLst/>
          </a:prstGeom>
        </p:spPr>
        <p:txBody>
          <a:bodyPr spcFirstLastPara="1" wrap="square" lIns="121900" tIns="121900" rIns="121900" bIns="121900" anchor="t" anchorCtr="0">
            <a:noAutofit/>
          </a:bodyPr>
          <a:lstStyle/>
          <a:p>
            <a:r>
              <a:rPr lang="en-US" dirty="0" err="1"/>
              <a:t>Tipuri</a:t>
            </a:r>
            <a:r>
              <a:rPr lang="en-US" dirty="0"/>
              <a:t> de </a:t>
            </a:r>
            <a:r>
              <a:rPr lang="en-US" dirty="0" err="1"/>
              <a:t>asocieri</a:t>
            </a:r>
            <a:endParaRPr dirty="0"/>
          </a:p>
        </p:txBody>
      </p:sp>
      <p:sp>
        <p:nvSpPr>
          <p:cNvPr id="25" name="Google Shape;3643;p60">
            <a:extLst>
              <a:ext uri="{FF2B5EF4-FFF2-40B4-BE49-F238E27FC236}">
                <a16:creationId xmlns:a16="http://schemas.microsoft.com/office/drawing/2014/main" id="{ECC67279-8007-402B-81D5-FF0012B89801}"/>
              </a:ext>
            </a:extLst>
          </p:cNvPr>
          <p:cNvSpPr txBox="1">
            <a:spLocks/>
          </p:cNvSpPr>
          <p:nvPr/>
        </p:nvSpPr>
        <p:spPr>
          <a:xfrm>
            <a:off x="1260505" y="953697"/>
            <a:ext cx="9489011" cy="32486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Bef>
                <a:spcPts val="600"/>
              </a:spcBef>
              <a:spcAft>
                <a:spcPts val="600"/>
              </a:spcAft>
              <a:buClr>
                <a:schemeClr val="accent5"/>
              </a:buClr>
              <a:buSzPct val="120000"/>
              <a:buFont typeface="Arial" panose="020B0604020202020204" pitchFamily="34" charset="0"/>
              <a:buChar char="•"/>
            </a:pPr>
            <a:r>
              <a:rPr lang="en-US" sz="2200" b="1" kern="0" dirty="0">
                <a:solidFill>
                  <a:srgbClr val="000000"/>
                </a:solidFill>
                <a:latin typeface="Calibri" panose="020F0502020204030204" pitchFamily="34" charset="0"/>
                <a:ea typeface="Calibri" panose="020F0502020204030204" pitchFamily="34" charset="0"/>
              </a:rPr>
              <a:t>Unare (reflexive)</a:t>
            </a:r>
            <a:endParaRPr lang="ro-RO" sz="2200" b="1" kern="0" dirty="0">
              <a:solidFill>
                <a:srgbClr val="000000"/>
              </a:solidFill>
              <a:latin typeface="Calibri" panose="020F0502020204030204" pitchFamily="34" charset="0"/>
              <a:ea typeface="Calibri" panose="020F0502020204030204" pitchFamily="34" charset="0"/>
            </a:endParaRPr>
          </a:p>
          <a:p>
            <a:pPr marL="952500" lvl="2" indent="-342900" algn="just">
              <a:spcBef>
                <a:spcPts val="600"/>
              </a:spcBef>
              <a:spcAft>
                <a:spcPts val="600"/>
              </a:spcAft>
              <a:buClr>
                <a:schemeClr val="accent5"/>
              </a:buClr>
              <a:buSzPct val="100000"/>
              <a:buFont typeface="Wingdings" panose="05000000000000000000" pitchFamily="2" charset="2"/>
              <a:buChar char="ü"/>
            </a:pPr>
            <a:r>
              <a:rPr lang="ro-RO" sz="2200" kern="0" dirty="0">
                <a:solidFill>
                  <a:srgbClr val="000000"/>
                </a:solidFill>
                <a:latin typeface="Calibri" panose="020F0502020204030204" pitchFamily="34" charset="0"/>
                <a:ea typeface="Calibri" panose="020F0502020204030204" pitchFamily="34" charset="0"/>
              </a:rPr>
              <a:t>Asocierea reflexivă este utilizată atunci când pot fi asociate obiecte din aceeași clasă.</a:t>
            </a:r>
            <a:endParaRPr lang="en-US" sz="2200" kern="0" dirty="0">
              <a:solidFill>
                <a:srgbClr val="000000"/>
              </a:solidFill>
              <a:latin typeface="Calibri" panose="020F0502020204030204" pitchFamily="34" charset="0"/>
              <a:ea typeface="Calibri" panose="020F0502020204030204" pitchFamily="34" charset="0"/>
            </a:endParaRPr>
          </a:p>
          <a:p>
            <a:pPr marL="952500" lvl="2" indent="-342900" algn="just">
              <a:spcBef>
                <a:spcPts val="600"/>
              </a:spcBef>
              <a:spcAft>
                <a:spcPts val="600"/>
              </a:spcAft>
              <a:buClr>
                <a:schemeClr val="accent5"/>
              </a:buClr>
              <a:buSzPct val="100000"/>
              <a:buFont typeface="Wingdings" panose="05000000000000000000" pitchFamily="2" charset="2"/>
              <a:buChar char="ü"/>
            </a:pPr>
            <a:r>
              <a:rPr lang="en-US" sz="2200" kern="0" dirty="0">
                <a:solidFill>
                  <a:srgbClr val="000000"/>
                </a:solidFill>
                <a:latin typeface="Calibri" panose="020F0502020204030204" pitchFamily="34" charset="0"/>
                <a:ea typeface="Calibri" panose="020F0502020204030204" pitchFamily="34" charset="0"/>
              </a:rPr>
              <a:t>N</a:t>
            </a:r>
            <a:r>
              <a:rPr lang="ro-RO" sz="2200" kern="0" dirty="0" err="1">
                <a:solidFill>
                  <a:srgbClr val="000000"/>
                </a:solidFill>
                <a:latin typeface="Calibri" panose="020F0502020204030204" pitchFamily="34" charset="0"/>
                <a:ea typeface="Calibri" panose="020F0502020204030204" pitchFamily="34" charset="0"/>
              </a:rPr>
              <a:t>otați</a:t>
            </a:r>
            <a:r>
              <a:rPr lang="en-US" sz="2200" kern="0" dirty="0">
                <a:solidFill>
                  <a:srgbClr val="000000"/>
                </a:solidFill>
                <a:latin typeface="Calibri" panose="020F0502020204030204" pitchFamily="34" charset="0"/>
                <a:ea typeface="Calibri" panose="020F0502020204030204" pitchFamily="34" charset="0"/>
              </a:rPr>
              <a:t>a</a:t>
            </a:r>
            <a:r>
              <a:rPr lang="ro-RO" sz="2200" kern="0" dirty="0">
                <a:solidFill>
                  <a:srgbClr val="000000"/>
                </a:solidFill>
                <a:latin typeface="Calibri" panose="020F0502020204030204" pitchFamily="34" charset="0"/>
                <a:ea typeface="Calibri" panose="020F0502020204030204" pitchFamily="34" charset="0"/>
              </a:rPr>
              <a:t> rămâne aceeași, cu excepția faptului că linia de asociere este trasă către și din aceeași clasă.</a:t>
            </a:r>
            <a:endParaRPr lang="en-US" sz="2200" kern="0" dirty="0">
              <a:solidFill>
                <a:srgbClr val="000000"/>
              </a:solidFill>
              <a:latin typeface="Calibri" panose="020F0502020204030204" pitchFamily="34" charset="0"/>
              <a:ea typeface="Calibri" panose="020F0502020204030204" pitchFamily="34" charset="0"/>
            </a:endParaRPr>
          </a:p>
          <a:p>
            <a:pPr marL="952500" lvl="2" indent="-342900" algn="just">
              <a:spcBef>
                <a:spcPts val="600"/>
              </a:spcBef>
              <a:spcAft>
                <a:spcPts val="600"/>
              </a:spcAft>
              <a:buClr>
                <a:schemeClr val="accent5"/>
              </a:buClr>
              <a:buSzPct val="120000"/>
              <a:buFont typeface="Wingdings" panose="05000000000000000000" pitchFamily="2" charset="2"/>
              <a:buChar char="§"/>
            </a:pPr>
            <a:endParaRPr lang="en-US" sz="2200" kern="0" dirty="0">
              <a:solidFill>
                <a:srgbClr val="000000"/>
              </a:solidFill>
              <a:latin typeface="Calibri" panose="020F0502020204030204" pitchFamily="34" charset="0"/>
              <a:ea typeface="Calibri" panose="020F0502020204030204" pitchFamily="34" charset="0"/>
            </a:endParaRPr>
          </a:p>
          <a:p>
            <a:pPr marL="952500" lvl="2" indent="-342900" algn="just">
              <a:spcBef>
                <a:spcPts val="600"/>
              </a:spcBef>
              <a:spcAft>
                <a:spcPts val="600"/>
              </a:spcAft>
              <a:buClr>
                <a:schemeClr val="accent5"/>
              </a:buClr>
              <a:buSzPct val="120000"/>
              <a:buFont typeface="Wingdings" panose="05000000000000000000" pitchFamily="2" charset="2"/>
              <a:buChar char="§"/>
            </a:pPr>
            <a:endParaRPr lang="en-US" sz="2200" kern="0" dirty="0">
              <a:solidFill>
                <a:srgbClr val="000000"/>
              </a:solidFill>
              <a:latin typeface="Calibri" panose="020F0502020204030204" pitchFamily="34" charset="0"/>
              <a:ea typeface="Calibri" panose="020F0502020204030204" pitchFamily="34" charset="0"/>
            </a:endParaRPr>
          </a:p>
          <a:p>
            <a:pPr marL="952500" lvl="2" indent="-342900" algn="just">
              <a:spcBef>
                <a:spcPts val="600"/>
              </a:spcBef>
              <a:spcAft>
                <a:spcPts val="600"/>
              </a:spcAft>
              <a:buClr>
                <a:schemeClr val="accent5"/>
              </a:buClr>
              <a:buSzPct val="120000"/>
              <a:buFont typeface="Wingdings" panose="05000000000000000000" pitchFamily="2" charset="2"/>
              <a:buChar char="§"/>
            </a:pPr>
            <a:endParaRPr lang="en-US" sz="2200" kern="0" dirty="0">
              <a:solidFill>
                <a:srgbClr val="000000"/>
              </a:solidFill>
              <a:latin typeface="Calibri" panose="020F0502020204030204" pitchFamily="34" charset="0"/>
              <a:ea typeface="Calibri" panose="020F0502020204030204" pitchFamily="34" charset="0"/>
            </a:endParaRPr>
          </a:p>
          <a:p>
            <a:pPr marL="495300" lvl="1" indent="-342900" algn="just">
              <a:spcBef>
                <a:spcPts val="3000"/>
              </a:spcBef>
              <a:spcAft>
                <a:spcPts val="600"/>
              </a:spcAft>
              <a:buClr>
                <a:schemeClr val="accent5"/>
              </a:buClr>
              <a:buSzPct val="120000"/>
              <a:buFont typeface="Arial" panose="020B0604020202020204" pitchFamily="34" charset="0"/>
              <a:buChar char="•"/>
            </a:pPr>
            <a:r>
              <a:rPr lang="en-US" sz="2200" b="1" kern="0" dirty="0" err="1">
                <a:solidFill>
                  <a:srgbClr val="000000"/>
                </a:solidFill>
                <a:latin typeface="Calibri" panose="020F0502020204030204" pitchFamily="34" charset="0"/>
                <a:ea typeface="Calibri" panose="020F0502020204030204" pitchFamily="34" charset="0"/>
              </a:rPr>
              <a:t>Binare</a:t>
            </a:r>
            <a:r>
              <a:rPr lang="en-US" sz="2200" kern="0" dirty="0">
                <a:solidFill>
                  <a:srgbClr val="000000"/>
                </a:solidFill>
                <a:latin typeface="Calibri" panose="020F0502020204030204" pitchFamily="34" charset="0"/>
                <a:ea typeface="Calibri" panose="020F0502020204030204" pitchFamily="34" charset="0"/>
              </a:rPr>
              <a:t> (</a:t>
            </a:r>
            <a:r>
              <a:rPr lang="ro-RO" sz="2200" kern="0" dirty="0">
                <a:solidFill>
                  <a:srgbClr val="000000"/>
                </a:solidFill>
                <a:latin typeface="Calibri" panose="020F0502020204030204" pitchFamily="34" charset="0"/>
                <a:ea typeface="Calibri" panose="020F0502020204030204" pitchFamily="34" charset="0"/>
              </a:rPr>
              <a:t>între două clase</a:t>
            </a:r>
            <a:r>
              <a:rPr lang="en-US" sz="2200" kern="0" dirty="0">
                <a:solidFill>
                  <a:srgbClr val="000000"/>
                </a:solidFill>
                <a:latin typeface="Calibri" panose="020F0502020204030204" pitchFamily="34" charset="0"/>
                <a:ea typeface="Calibri" panose="020F0502020204030204" pitchFamily="34" charset="0"/>
              </a:rPr>
              <a:t>)</a:t>
            </a:r>
          </a:p>
          <a:p>
            <a:pPr marL="495300" lvl="1" indent="-342900" algn="just">
              <a:spcBef>
                <a:spcPts val="600"/>
              </a:spcBef>
              <a:spcAft>
                <a:spcPts val="600"/>
              </a:spcAft>
              <a:buClr>
                <a:schemeClr val="accent5"/>
              </a:buClr>
              <a:buSzPct val="120000"/>
              <a:buFont typeface="Arial" panose="020B0604020202020204" pitchFamily="34" charset="0"/>
              <a:buChar char="•"/>
            </a:pPr>
            <a:r>
              <a:rPr lang="ro-RO" sz="2200" b="1" kern="0" dirty="0">
                <a:solidFill>
                  <a:srgbClr val="000000"/>
                </a:solidFill>
                <a:latin typeface="Calibri" panose="020F0502020204030204" pitchFamily="34" charset="0"/>
                <a:ea typeface="Calibri" panose="020F0502020204030204" pitchFamily="34" charset="0"/>
              </a:rPr>
              <a:t>N-are</a:t>
            </a:r>
            <a:r>
              <a:rPr lang="ro-RO" sz="2200" kern="0" dirty="0">
                <a:solidFill>
                  <a:srgbClr val="000000"/>
                </a:solidFill>
                <a:latin typeface="Calibri" panose="020F0502020204030204" pitchFamily="34" charset="0"/>
                <a:ea typeface="Calibri" panose="020F0502020204030204" pitchFamily="34" charset="0"/>
              </a:rPr>
              <a:t> (între trei sau mai multe clase) – apar atunci când mai mult de două obiecte sunt implicate într-o relație. </a:t>
            </a:r>
          </a:p>
          <a:p>
            <a:pPr marL="342900" indent="-342900" algn="just">
              <a:spcBef>
                <a:spcPts val="600"/>
              </a:spcBef>
              <a:spcAft>
                <a:spcPts val="600"/>
              </a:spcAft>
              <a:buClr>
                <a:schemeClr val="accent5"/>
              </a:buClr>
              <a:buSzPct val="120000"/>
              <a:buFont typeface="Arial" panose="020B0604020202020204" pitchFamily="34" charset="0"/>
              <a:buChar char="•"/>
            </a:pPr>
            <a:endParaRPr lang="ro-RO" sz="2200" kern="0" dirty="0"/>
          </a:p>
        </p:txBody>
      </p:sp>
      <p:pic>
        <p:nvPicPr>
          <p:cNvPr id="3" name="Picture 2">
            <a:extLst>
              <a:ext uri="{FF2B5EF4-FFF2-40B4-BE49-F238E27FC236}">
                <a16:creationId xmlns:a16="http://schemas.microsoft.com/office/drawing/2014/main" id="{BB7AAFEF-4A03-445E-B048-51E499650A34}"/>
              </a:ext>
            </a:extLst>
          </p:cNvPr>
          <p:cNvPicPr>
            <a:picLocks noChangeAspect="1"/>
          </p:cNvPicPr>
          <p:nvPr/>
        </p:nvPicPr>
        <p:blipFill>
          <a:blip r:embed="rId3"/>
          <a:stretch>
            <a:fillRect/>
          </a:stretch>
        </p:blipFill>
        <p:spPr>
          <a:xfrm>
            <a:off x="5033324" y="3420475"/>
            <a:ext cx="1943371" cy="146705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53509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22" name="Google Shape;3957;p72">
            <a:extLst>
              <a:ext uri="{FF2B5EF4-FFF2-40B4-BE49-F238E27FC236}">
                <a16:creationId xmlns:a16="http://schemas.microsoft.com/office/drawing/2014/main" id="{64D480D5-1F57-4DC7-89EB-7195D0852CBB}"/>
              </a:ext>
            </a:extLst>
          </p:cNvPr>
          <p:cNvSpPr txBox="1">
            <a:spLocks noGrp="1"/>
          </p:cNvSpPr>
          <p:nvPr>
            <p:ph type="title"/>
          </p:nvPr>
        </p:nvSpPr>
        <p:spPr>
          <a:xfrm>
            <a:off x="558757" y="119641"/>
            <a:ext cx="10412400" cy="685200"/>
          </a:xfrm>
          <a:prstGeom prst="rect">
            <a:avLst/>
          </a:prstGeom>
        </p:spPr>
        <p:txBody>
          <a:bodyPr spcFirstLastPara="1" wrap="square" lIns="121900" tIns="121900" rIns="121900" bIns="121900" anchor="t" anchorCtr="0">
            <a:noAutofit/>
          </a:bodyPr>
          <a:lstStyle/>
          <a:p>
            <a:r>
              <a:rPr lang="ro-RO" dirty="0"/>
              <a:t>Asocieri n-are -1</a:t>
            </a:r>
            <a:endParaRPr dirty="0"/>
          </a:p>
        </p:txBody>
      </p:sp>
      <p:sp>
        <p:nvSpPr>
          <p:cNvPr id="25" name="Google Shape;3643;p60">
            <a:extLst>
              <a:ext uri="{FF2B5EF4-FFF2-40B4-BE49-F238E27FC236}">
                <a16:creationId xmlns:a16="http://schemas.microsoft.com/office/drawing/2014/main" id="{ECC67279-8007-402B-81D5-FF0012B89801}"/>
              </a:ext>
            </a:extLst>
          </p:cNvPr>
          <p:cNvSpPr txBox="1">
            <a:spLocks/>
          </p:cNvSpPr>
          <p:nvPr/>
        </p:nvSpPr>
        <p:spPr>
          <a:xfrm>
            <a:off x="647981" y="1007786"/>
            <a:ext cx="9489011" cy="172570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Bef>
                <a:spcPts val="600"/>
              </a:spcBef>
              <a:spcAft>
                <a:spcPts val="600"/>
              </a:spcAft>
              <a:buClr>
                <a:schemeClr val="accent5"/>
              </a:buClr>
              <a:buSzPct val="120000"/>
              <a:buFont typeface="Arial" panose="020B0604020202020204" pitchFamily="34" charset="0"/>
              <a:buChar char="•"/>
            </a:pPr>
            <a:r>
              <a:rPr lang="ro-RO" sz="2000" kern="0" dirty="0">
                <a:solidFill>
                  <a:srgbClr val="000000"/>
                </a:solidFill>
                <a:latin typeface="Calibri" panose="020F0502020204030204" pitchFamily="34" charset="0"/>
                <a:ea typeface="Calibri" panose="020F0502020204030204" pitchFamily="34" charset="0"/>
              </a:rPr>
              <a:t>O asociere n-ară este reprezentată ca un romb gol în centru. Rombul este conectat  cu toate clasele participante prin intermediul unei asocieri nedirecționate. </a:t>
            </a:r>
          </a:p>
          <a:p>
            <a:pPr marL="38100" indent="-342900" algn="just">
              <a:spcBef>
                <a:spcPts val="600"/>
              </a:spcBef>
              <a:spcAft>
                <a:spcPts val="600"/>
              </a:spcAft>
              <a:buClr>
                <a:schemeClr val="accent5"/>
              </a:buClr>
              <a:buSzPct val="120000"/>
              <a:buFont typeface="Arial" panose="020B0604020202020204" pitchFamily="34" charset="0"/>
              <a:buChar char="•"/>
            </a:pPr>
            <a:r>
              <a:rPr lang="ro-RO" sz="2000" kern="0" dirty="0">
                <a:solidFill>
                  <a:srgbClr val="000000"/>
                </a:solidFill>
                <a:latin typeface="Calibri" panose="020F0502020204030204" pitchFamily="34" charset="0"/>
                <a:ea typeface="Calibri" panose="020F0502020204030204" pitchFamily="34" charset="0"/>
              </a:rPr>
              <a:t>Nu există direcții de navigare pentru asocierile n-are; Se pot specifica multiplicități și nume de roluri. </a:t>
            </a:r>
          </a:p>
          <a:p>
            <a:pPr marL="609600" lvl="2" indent="0" algn="just">
              <a:spcBef>
                <a:spcPts val="600"/>
              </a:spcBef>
              <a:spcAft>
                <a:spcPts val="600"/>
              </a:spcAft>
              <a:buClr>
                <a:schemeClr val="accent5"/>
              </a:buClr>
              <a:buSzPct val="120000"/>
            </a:pPr>
            <a:endParaRPr lang="ro-RO" sz="2000" kern="0" dirty="0">
              <a:solidFill>
                <a:srgbClr val="000000"/>
              </a:solidFill>
              <a:latin typeface="Calibri" panose="020F0502020204030204" pitchFamily="34" charset="0"/>
              <a:ea typeface="Calibri" panose="020F0502020204030204" pitchFamily="34" charset="0"/>
            </a:endParaRPr>
          </a:p>
        </p:txBody>
      </p:sp>
      <p:pic>
        <p:nvPicPr>
          <p:cNvPr id="5" name="Picture 4">
            <a:extLst>
              <a:ext uri="{FF2B5EF4-FFF2-40B4-BE49-F238E27FC236}">
                <a16:creationId xmlns:a16="http://schemas.microsoft.com/office/drawing/2014/main" id="{B24A8311-38BF-4302-A5F9-D4F5B379AAD8}"/>
              </a:ext>
            </a:extLst>
          </p:cNvPr>
          <p:cNvPicPr/>
          <p:nvPr/>
        </p:nvPicPr>
        <p:blipFill>
          <a:blip r:embed="rId3"/>
          <a:stretch>
            <a:fillRect/>
          </a:stretch>
        </p:blipFill>
        <p:spPr>
          <a:xfrm>
            <a:off x="647981" y="3284053"/>
            <a:ext cx="4252553" cy="1603282"/>
          </a:xfrm>
          <a:prstGeom prst="rect">
            <a:avLst/>
          </a:prstGeom>
          <a:ln>
            <a:noFill/>
          </a:ln>
          <a:effectLst>
            <a:outerShdw blurRad="190500" algn="tl" rotWithShape="0">
              <a:srgbClr val="000000">
                <a:alpha val="70000"/>
              </a:srgbClr>
            </a:outerShdw>
          </a:effectLst>
        </p:spPr>
      </p:pic>
      <p:sp>
        <p:nvSpPr>
          <p:cNvPr id="6" name="Google Shape;3643;p60">
            <a:extLst>
              <a:ext uri="{FF2B5EF4-FFF2-40B4-BE49-F238E27FC236}">
                <a16:creationId xmlns:a16="http://schemas.microsoft.com/office/drawing/2014/main" id="{0DF01B89-9CDD-43B3-ADB2-B1728474AC95}"/>
              </a:ext>
            </a:extLst>
          </p:cNvPr>
          <p:cNvSpPr txBox="1">
            <a:spLocks/>
          </p:cNvSpPr>
          <p:nvPr/>
        </p:nvSpPr>
        <p:spPr>
          <a:xfrm>
            <a:off x="5094514" y="3090843"/>
            <a:ext cx="6945086" cy="394132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indent="0" algn="just">
              <a:spcBef>
                <a:spcPts val="600"/>
              </a:spcBef>
              <a:buClr>
                <a:schemeClr val="accent5"/>
              </a:buClr>
              <a:buSzPct val="120000"/>
            </a:pPr>
            <a:r>
              <a:rPr lang="ro-RO" sz="1800" b="1" kern="0" dirty="0">
                <a:solidFill>
                  <a:srgbClr val="000000"/>
                </a:solidFill>
                <a:latin typeface="Calibri" panose="020F0502020204030204" pitchFamily="34" charset="0"/>
                <a:ea typeface="Calibri" panose="020F0502020204030204" pitchFamily="34" charset="0"/>
              </a:rPr>
              <a:t>Varianta 1: </a:t>
            </a:r>
            <a:r>
              <a:rPr lang="ro-RO" sz="1800" kern="0" dirty="0">
                <a:solidFill>
                  <a:srgbClr val="000000"/>
                </a:solidFill>
                <a:latin typeface="Calibri" panose="020F0502020204030204" pitchFamily="34" charset="0"/>
                <a:ea typeface="Calibri" panose="020F0502020204030204" pitchFamily="34" charset="0"/>
              </a:rPr>
              <a:t>Modelarea unei asocieri ternare care arată relația dintre Student, Examen și Profesor. </a:t>
            </a:r>
          </a:p>
          <a:p>
            <a:pPr marL="38100" indent="-342900" algn="just">
              <a:spcBef>
                <a:spcPts val="600"/>
              </a:spcBef>
              <a:buClr>
                <a:schemeClr val="accent5"/>
              </a:buClr>
              <a:buSzPct val="100000"/>
              <a:buFont typeface="Wingdings" panose="05000000000000000000" pitchFamily="2" charset="2"/>
              <a:buChar char="ü"/>
            </a:pPr>
            <a:r>
              <a:rPr lang="ro-RO" sz="1800" kern="0" dirty="0">
                <a:solidFill>
                  <a:srgbClr val="000000"/>
                </a:solidFill>
                <a:latin typeface="Calibri" panose="020F0502020204030204" pitchFamily="34" charset="0"/>
                <a:ea typeface="Calibri" panose="020F0502020204030204" pitchFamily="34" charset="0"/>
              </a:rPr>
              <a:t>Un </a:t>
            </a:r>
            <a:r>
              <a:rPr lang="ro-RO" sz="1800" b="1" kern="0" dirty="0">
                <a:solidFill>
                  <a:srgbClr val="000000"/>
                </a:solidFill>
                <a:latin typeface="Calibri" panose="020F0502020204030204" pitchFamily="34" charset="0"/>
                <a:ea typeface="Calibri" panose="020F0502020204030204" pitchFamily="34" charset="0"/>
              </a:rPr>
              <a:t>Student</a:t>
            </a:r>
            <a:r>
              <a:rPr lang="ro-RO" sz="1800" kern="0" dirty="0">
                <a:solidFill>
                  <a:srgbClr val="000000"/>
                </a:solidFill>
                <a:latin typeface="Calibri" panose="020F0502020204030204" pitchFamily="34" charset="0"/>
                <a:ea typeface="Calibri" panose="020F0502020204030204" pitchFamily="34" charset="0"/>
              </a:rPr>
              <a:t> susține un </a:t>
            </a:r>
            <a:r>
              <a:rPr lang="ro-RO" sz="1800" b="1" kern="0" dirty="0">
                <a:solidFill>
                  <a:srgbClr val="000000"/>
                </a:solidFill>
                <a:latin typeface="Calibri" panose="020F0502020204030204" pitchFamily="34" charset="0"/>
                <a:ea typeface="Calibri" panose="020F0502020204030204" pitchFamily="34" charset="0"/>
              </a:rPr>
              <a:t>Examen</a:t>
            </a:r>
            <a:r>
              <a:rPr lang="ro-RO" sz="1800" kern="0" dirty="0">
                <a:solidFill>
                  <a:srgbClr val="000000"/>
                </a:solidFill>
                <a:latin typeface="Calibri" panose="020F0502020204030204" pitchFamily="34" charset="0"/>
                <a:ea typeface="Calibri" panose="020F0502020204030204" pitchFamily="34" charset="0"/>
              </a:rPr>
              <a:t> fără </a:t>
            </a:r>
            <a:r>
              <a:rPr lang="ro-RO" sz="1800" b="1" kern="0" dirty="0">
                <a:solidFill>
                  <a:srgbClr val="000000"/>
                </a:solidFill>
                <a:latin typeface="Calibri" panose="020F0502020204030204" pitchFamily="34" charset="0"/>
                <a:ea typeface="Calibri" panose="020F0502020204030204" pitchFamily="34" charset="0"/>
              </a:rPr>
              <a:t>Profesor</a:t>
            </a:r>
            <a:r>
              <a:rPr lang="ro-RO" sz="1800" kern="0" dirty="0">
                <a:solidFill>
                  <a:srgbClr val="000000"/>
                </a:solidFill>
                <a:latin typeface="Calibri" panose="020F0502020204030204" pitchFamily="34" charset="0"/>
                <a:ea typeface="Calibri" panose="020F0502020204030204" pitchFamily="34" charset="0"/>
              </a:rPr>
              <a:t> (nu susține deloc acest examen) sau cu exact un Profesor.</a:t>
            </a:r>
          </a:p>
          <a:p>
            <a:pPr marL="38100" indent="-342900" algn="just">
              <a:spcBef>
                <a:spcPts val="600"/>
              </a:spcBef>
              <a:buClr>
                <a:schemeClr val="accent5"/>
              </a:buClr>
              <a:buSzPct val="100000"/>
              <a:buFont typeface="Wingdings" panose="05000000000000000000" pitchFamily="2" charset="2"/>
              <a:buChar char="ü"/>
            </a:pPr>
            <a:r>
              <a:rPr lang="ro-RO" sz="1800" kern="0" dirty="0">
                <a:solidFill>
                  <a:srgbClr val="000000"/>
                </a:solidFill>
                <a:latin typeface="Calibri" panose="020F0502020204030204" pitchFamily="34" charset="0"/>
                <a:ea typeface="Calibri" panose="020F0502020204030204" pitchFamily="34" charset="0"/>
              </a:rPr>
              <a:t>Un </a:t>
            </a:r>
            <a:r>
              <a:rPr lang="ro-RO" sz="1800" b="1" kern="0" dirty="0">
                <a:solidFill>
                  <a:srgbClr val="000000"/>
                </a:solidFill>
                <a:latin typeface="Calibri" panose="020F0502020204030204" pitchFamily="34" charset="0"/>
                <a:ea typeface="Calibri" panose="020F0502020204030204" pitchFamily="34" charset="0"/>
              </a:rPr>
              <a:t>Examen</a:t>
            </a:r>
            <a:r>
              <a:rPr lang="ro-RO" sz="1800" kern="0" dirty="0">
                <a:solidFill>
                  <a:srgbClr val="000000"/>
                </a:solidFill>
                <a:latin typeface="Calibri" panose="020F0502020204030204" pitchFamily="34" charset="0"/>
                <a:ea typeface="Calibri" panose="020F0502020204030204" pitchFamily="34" charset="0"/>
              </a:rPr>
              <a:t> cu un </a:t>
            </a:r>
            <a:r>
              <a:rPr lang="ro-RO" sz="1800" b="1" kern="0" dirty="0">
                <a:solidFill>
                  <a:srgbClr val="000000"/>
                </a:solidFill>
                <a:latin typeface="Calibri" panose="020F0502020204030204" pitchFamily="34" charset="0"/>
                <a:ea typeface="Calibri" panose="020F0502020204030204" pitchFamily="34" charset="0"/>
              </a:rPr>
              <a:t>Profesor</a:t>
            </a:r>
            <a:r>
              <a:rPr lang="ro-RO" sz="1800" kern="0" dirty="0">
                <a:solidFill>
                  <a:srgbClr val="000000"/>
                </a:solidFill>
                <a:latin typeface="Calibri" panose="020F0502020204030204" pitchFamily="34" charset="0"/>
                <a:ea typeface="Calibri" panose="020F0502020204030204" pitchFamily="34" charset="0"/>
              </a:rPr>
              <a:t> poate poate fi susținut de orice număr de </a:t>
            </a:r>
            <a:r>
              <a:rPr lang="ro-RO" sz="1800" b="1" kern="0" dirty="0">
                <a:solidFill>
                  <a:srgbClr val="000000"/>
                </a:solidFill>
                <a:latin typeface="Calibri" panose="020F0502020204030204" pitchFamily="34" charset="0"/>
                <a:ea typeface="Calibri" panose="020F0502020204030204" pitchFamily="34" charset="0"/>
              </a:rPr>
              <a:t>Studenți</a:t>
            </a:r>
            <a:r>
              <a:rPr lang="ro-RO" sz="1800" kern="0" dirty="0">
                <a:solidFill>
                  <a:srgbClr val="000000"/>
                </a:solidFill>
                <a:latin typeface="Calibri" panose="020F0502020204030204" pitchFamily="34" charset="0"/>
                <a:ea typeface="Calibri" panose="020F0502020204030204" pitchFamily="34" charset="0"/>
              </a:rPr>
              <a:t>.</a:t>
            </a:r>
          </a:p>
          <a:p>
            <a:pPr marL="38100" indent="-342900" algn="just">
              <a:spcBef>
                <a:spcPts val="600"/>
              </a:spcBef>
              <a:buClr>
                <a:schemeClr val="accent5"/>
              </a:buClr>
              <a:buSzPct val="100000"/>
              <a:buFont typeface="Wingdings" panose="05000000000000000000" pitchFamily="2" charset="2"/>
              <a:buChar char="ü"/>
            </a:pPr>
            <a:r>
              <a:rPr lang="ro-RO" sz="1800" kern="0" dirty="0">
                <a:solidFill>
                  <a:srgbClr val="000000"/>
                </a:solidFill>
                <a:latin typeface="Calibri" panose="020F0502020204030204" pitchFamily="34" charset="0"/>
                <a:ea typeface="Calibri" panose="020F0502020204030204" pitchFamily="34" charset="0"/>
              </a:rPr>
              <a:t>Un </a:t>
            </a:r>
            <a:r>
              <a:rPr lang="ro-RO" sz="1800" b="1" kern="0" dirty="0">
                <a:solidFill>
                  <a:srgbClr val="000000"/>
                </a:solidFill>
                <a:latin typeface="Calibri" panose="020F0502020204030204" pitchFamily="34" charset="0"/>
                <a:ea typeface="Calibri" panose="020F0502020204030204" pitchFamily="34" charset="0"/>
              </a:rPr>
              <a:t>Student</a:t>
            </a:r>
            <a:r>
              <a:rPr lang="ro-RO" sz="1800" kern="0" dirty="0">
                <a:solidFill>
                  <a:srgbClr val="000000"/>
                </a:solidFill>
                <a:latin typeface="Calibri" panose="020F0502020204030204" pitchFamily="34" charset="0"/>
                <a:ea typeface="Calibri" panose="020F0502020204030204" pitchFamily="34" charset="0"/>
              </a:rPr>
              <a:t> poate fi notat de un </a:t>
            </a:r>
            <a:r>
              <a:rPr lang="ro-RO" sz="1800" b="1" kern="0" dirty="0">
                <a:solidFill>
                  <a:srgbClr val="000000"/>
                </a:solidFill>
                <a:latin typeface="Calibri" panose="020F0502020204030204" pitchFamily="34" charset="0"/>
                <a:ea typeface="Calibri" panose="020F0502020204030204" pitchFamily="34" charset="0"/>
              </a:rPr>
              <a:t>Profesor</a:t>
            </a:r>
            <a:r>
              <a:rPr lang="ro-RO" sz="1800" kern="0" dirty="0">
                <a:solidFill>
                  <a:srgbClr val="000000"/>
                </a:solidFill>
                <a:latin typeface="Calibri" panose="020F0502020204030204" pitchFamily="34" charset="0"/>
                <a:ea typeface="Calibri" panose="020F0502020204030204" pitchFamily="34" charset="0"/>
              </a:rPr>
              <a:t> pentru orice număr de </a:t>
            </a:r>
            <a:r>
              <a:rPr lang="ro-RO" sz="1800" b="1" kern="0" dirty="0">
                <a:solidFill>
                  <a:srgbClr val="000000"/>
                </a:solidFill>
                <a:latin typeface="Calibri" panose="020F0502020204030204" pitchFamily="34" charset="0"/>
                <a:ea typeface="Calibri" panose="020F0502020204030204" pitchFamily="34" charset="0"/>
              </a:rPr>
              <a:t>Examene</a:t>
            </a:r>
            <a:r>
              <a:rPr lang="ro-RO" sz="1800" kern="0" dirty="0">
                <a:solidFill>
                  <a:srgbClr val="000000"/>
                </a:solidFill>
                <a:latin typeface="Calibri" panose="020F0502020204030204" pitchFamily="34" charset="0"/>
                <a:ea typeface="Calibri" panose="020F0502020204030204" pitchFamily="34" charset="0"/>
              </a:rPr>
              <a:t>.</a:t>
            </a:r>
          </a:p>
          <a:p>
            <a:pPr marL="38100" indent="-342900" algn="just">
              <a:spcBef>
                <a:spcPts val="600"/>
              </a:spcBef>
              <a:buClr>
                <a:schemeClr val="accent5"/>
              </a:buClr>
              <a:buSzPct val="100000"/>
              <a:buFont typeface="Wingdings" panose="05000000000000000000" pitchFamily="2" charset="2"/>
              <a:buChar char="ü"/>
            </a:pPr>
            <a:r>
              <a:rPr lang="ro-RO" sz="1800" i="1" kern="0" dirty="0">
                <a:solidFill>
                  <a:srgbClr val="000000"/>
                </a:solidFill>
                <a:latin typeface="Calibri" panose="020F0502020204030204" pitchFamily="34" charset="0"/>
                <a:ea typeface="Calibri" panose="020F0502020204030204" pitchFamily="34" charset="0"/>
              </a:rPr>
              <a:t>Nu este posibil ca doi sau mai mulți </a:t>
            </a:r>
            <a:r>
              <a:rPr lang="ro-RO" sz="1800" b="1" i="1" kern="0" dirty="0">
                <a:solidFill>
                  <a:srgbClr val="000000"/>
                </a:solidFill>
                <a:latin typeface="Calibri" panose="020F0502020204030204" pitchFamily="34" charset="0"/>
                <a:ea typeface="Calibri" panose="020F0502020204030204" pitchFamily="34" charset="0"/>
              </a:rPr>
              <a:t>Profesori</a:t>
            </a:r>
            <a:r>
              <a:rPr lang="ro-RO" sz="1800" i="1" kern="0" dirty="0">
                <a:solidFill>
                  <a:srgbClr val="000000"/>
                </a:solidFill>
                <a:latin typeface="Calibri" panose="020F0502020204030204" pitchFamily="34" charset="0"/>
                <a:ea typeface="Calibri" panose="020F0502020204030204" pitchFamily="34" charset="0"/>
              </a:rPr>
              <a:t> să noteze un </a:t>
            </a:r>
            <a:r>
              <a:rPr lang="ro-RO" sz="1800" b="1" i="1" kern="0" dirty="0">
                <a:solidFill>
                  <a:srgbClr val="000000"/>
                </a:solidFill>
                <a:latin typeface="Calibri" panose="020F0502020204030204" pitchFamily="34" charset="0"/>
                <a:ea typeface="Calibri" panose="020F0502020204030204" pitchFamily="34" charset="0"/>
              </a:rPr>
              <a:t>Student </a:t>
            </a:r>
            <a:r>
              <a:rPr lang="ro-RO" sz="1800" i="1" kern="0" dirty="0">
                <a:solidFill>
                  <a:srgbClr val="000000"/>
                </a:solidFill>
                <a:latin typeface="Calibri" panose="020F0502020204030204" pitchFamily="34" charset="0"/>
                <a:ea typeface="Calibri" panose="020F0502020204030204" pitchFamily="34" charset="0"/>
              </a:rPr>
              <a:t>pentru același</a:t>
            </a:r>
            <a:r>
              <a:rPr lang="ro-RO" sz="1800" b="1" i="1" kern="0" dirty="0">
                <a:solidFill>
                  <a:srgbClr val="000000"/>
                </a:solidFill>
                <a:latin typeface="Calibri" panose="020F0502020204030204" pitchFamily="34" charset="0"/>
                <a:ea typeface="Calibri" panose="020F0502020204030204" pitchFamily="34" charset="0"/>
              </a:rPr>
              <a:t> Examen</a:t>
            </a:r>
            <a:r>
              <a:rPr lang="ro-RO" sz="1800" i="1" kern="0" dirty="0">
                <a:solidFill>
                  <a:srgbClr val="000000"/>
                </a:solidFill>
                <a:latin typeface="Calibri" panose="020F0502020204030204" pitchFamily="34" charset="0"/>
                <a:ea typeface="Calibri" panose="020F0502020204030204" pitchFamily="34" charset="0"/>
              </a:rPr>
              <a:t>.</a:t>
            </a:r>
          </a:p>
          <a:p>
            <a:pPr marL="609600" lvl="2" indent="0" algn="just">
              <a:spcBef>
                <a:spcPts val="600"/>
              </a:spcBef>
              <a:buClr>
                <a:schemeClr val="accent5"/>
              </a:buClr>
              <a:buSzPct val="120000"/>
            </a:pPr>
            <a:endParaRPr lang="ro-RO" sz="2000" kern="0"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521523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22" name="Google Shape;3957;p72">
            <a:extLst>
              <a:ext uri="{FF2B5EF4-FFF2-40B4-BE49-F238E27FC236}">
                <a16:creationId xmlns:a16="http://schemas.microsoft.com/office/drawing/2014/main" id="{64D480D5-1F57-4DC7-89EB-7195D0852CBB}"/>
              </a:ext>
            </a:extLst>
          </p:cNvPr>
          <p:cNvSpPr txBox="1">
            <a:spLocks noGrp="1"/>
          </p:cNvSpPr>
          <p:nvPr>
            <p:ph type="title"/>
          </p:nvPr>
        </p:nvSpPr>
        <p:spPr>
          <a:xfrm>
            <a:off x="558757" y="119641"/>
            <a:ext cx="10412400" cy="685200"/>
          </a:xfrm>
          <a:prstGeom prst="rect">
            <a:avLst/>
          </a:prstGeom>
        </p:spPr>
        <p:txBody>
          <a:bodyPr spcFirstLastPara="1" wrap="square" lIns="121900" tIns="121900" rIns="121900" bIns="121900" anchor="t" anchorCtr="0">
            <a:noAutofit/>
          </a:bodyPr>
          <a:lstStyle/>
          <a:p>
            <a:r>
              <a:rPr lang="ro-RO" dirty="0"/>
              <a:t>Asocieri n-are -2</a:t>
            </a:r>
            <a:endParaRPr dirty="0"/>
          </a:p>
        </p:txBody>
      </p:sp>
      <p:sp>
        <p:nvSpPr>
          <p:cNvPr id="6" name="Google Shape;3643;p60">
            <a:extLst>
              <a:ext uri="{FF2B5EF4-FFF2-40B4-BE49-F238E27FC236}">
                <a16:creationId xmlns:a16="http://schemas.microsoft.com/office/drawing/2014/main" id="{0DF01B89-9CDD-43B3-ADB2-B1728474AC95}"/>
              </a:ext>
            </a:extLst>
          </p:cNvPr>
          <p:cNvSpPr txBox="1">
            <a:spLocks/>
          </p:cNvSpPr>
          <p:nvPr/>
        </p:nvSpPr>
        <p:spPr>
          <a:xfrm>
            <a:off x="4026071" y="1014854"/>
            <a:ext cx="6945086" cy="346235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indent="0" algn="just">
              <a:spcBef>
                <a:spcPts val="600"/>
              </a:spcBef>
              <a:buClr>
                <a:schemeClr val="accent5"/>
              </a:buClr>
              <a:buSzPct val="120000"/>
            </a:pPr>
            <a:r>
              <a:rPr lang="ro-RO" sz="1800" b="1" kern="0" dirty="0">
                <a:solidFill>
                  <a:srgbClr val="000000"/>
                </a:solidFill>
                <a:latin typeface="Calibri" panose="020F0502020204030204" pitchFamily="34" charset="0"/>
                <a:ea typeface="Calibri" panose="020F0502020204030204" pitchFamily="34" charset="0"/>
              </a:rPr>
              <a:t>Varianta 2: </a:t>
            </a:r>
            <a:r>
              <a:rPr lang="ro-RO" sz="1800" kern="0" dirty="0">
                <a:solidFill>
                  <a:srgbClr val="000000"/>
                </a:solidFill>
                <a:latin typeface="Calibri" panose="020F0502020204030204" pitchFamily="34" charset="0"/>
                <a:ea typeface="Calibri" panose="020F0502020204030204" pitchFamily="34" charset="0"/>
              </a:rPr>
              <a:t>Transformarea asocierii ternare în ouă asocieri binare va conduce la un model cu o semnificație diferită.</a:t>
            </a:r>
          </a:p>
          <a:p>
            <a:pPr marL="285750" indent="-285750" algn="just">
              <a:spcBef>
                <a:spcPts val="600"/>
              </a:spcBef>
              <a:buClr>
                <a:schemeClr val="accent5"/>
              </a:buClr>
              <a:buSzPct val="120000"/>
              <a:buFont typeface="Wingdings" panose="05000000000000000000" pitchFamily="2" charset="2"/>
              <a:buChar char="ü"/>
            </a:pPr>
            <a:r>
              <a:rPr lang="ro-RO" sz="1800" kern="0" dirty="0">
                <a:solidFill>
                  <a:srgbClr val="000000"/>
                </a:solidFill>
                <a:latin typeface="Calibri" panose="020F0502020204030204" pitchFamily="34" charset="0"/>
                <a:ea typeface="Calibri" panose="020F0502020204030204" pitchFamily="34" charset="0"/>
              </a:rPr>
              <a:t>Un examen poate fi notat de mai mulți profesori. </a:t>
            </a:r>
          </a:p>
          <a:p>
            <a:pPr marL="285750" indent="-285750" algn="just">
              <a:spcBef>
                <a:spcPts val="600"/>
              </a:spcBef>
              <a:buClr>
                <a:schemeClr val="accent5"/>
              </a:buClr>
              <a:buSzPct val="120000"/>
              <a:buFont typeface="Wingdings" panose="05000000000000000000" pitchFamily="2" charset="2"/>
              <a:buChar char="ü"/>
            </a:pPr>
            <a:r>
              <a:rPr lang="ro-RO" sz="1800" kern="0" dirty="0">
                <a:solidFill>
                  <a:srgbClr val="000000"/>
                </a:solidFill>
                <a:latin typeface="Calibri" panose="020F0502020204030204" pitchFamily="34" charset="0"/>
                <a:ea typeface="Calibri" panose="020F0502020204030204" pitchFamily="34" charset="0"/>
              </a:rPr>
              <a:t>Nu se arată în mod clar ce Profesor a evaluat un anumit Student la Examen. </a:t>
            </a:r>
          </a:p>
          <a:p>
            <a:pPr marL="285750" indent="-285750" algn="just">
              <a:spcBef>
                <a:spcPts val="600"/>
              </a:spcBef>
              <a:buClr>
                <a:schemeClr val="accent5"/>
              </a:buClr>
              <a:buSzPct val="120000"/>
              <a:buFont typeface="Wingdings" panose="05000000000000000000" pitchFamily="2" charset="2"/>
              <a:buChar char="ü"/>
            </a:pPr>
            <a:r>
              <a:rPr lang="ro-RO" sz="1800" kern="0" dirty="0">
                <a:solidFill>
                  <a:srgbClr val="000000"/>
                </a:solidFill>
                <a:latin typeface="Calibri" panose="020F0502020204030204" pitchFamily="34" charset="0"/>
                <a:ea typeface="Calibri" panose="020F0502020204030204" pitchFamily="34" charset="0"/>
              </a:rPr>
              <a:t>Varianta 1:  studentul s1 a susținut examenul e1 cu profesor p1 și că studentul s2 a susținut același examen e1 cu profesor p2. </a:t>
            </a:r>
          </a:p>
          <a:p>
            <a:pPr marL="285750" indent="-285750" algn="just">
              <a:spcBef>
                <a:spcPts val="600"/>
              </a:spcBef>
              <a:buClr>
                <a:schemeClr val="accent5"/>
              </a:buClr>
              <a:buSzPct val="120000"/>
              <a:buFont typeface="Wingdings" panose="05000000000000000000" pitchFamily="2" charset="2"/>
              <a:buChar char="ü"/>
            </a:pPr>
            <a:r>
              <a:rPr lang="ro-RO" sz="1800" kern="0" dirty="0">
                <a:solidFill>
                  <a:srgbClr val="000000"/>
                </a:solidFill>
                <a:latin typeface="Calibri" panose="020F0502020204030204" pitchFamily="34" charset="0"/>
                <a:ea typeface="Calibri" panose="020F0502020204030204" pitchFamily="34" charset="0"/>
              </a:rPr>
              <a:t>Varianta 2: se poate exprima doar că  studenții s1 și s2 au susținut examenul e1 și că examenul e1 are doi examinatori p1 și p2. Cu acest model, nu puteți exprima ce profesor notează pe ce student. </a:t>
            </a:r>
          </a:p>
          <a:p>
            <a:pPr marL="609600" lvl="2" indent="0" algn="just">
              <a:spcBef>
                <a:spcPts val="600"/>
              </a:spcBef>
              <a:buClr>
                <a:schemeClr val="accent5"/>
              </a:buClr>
              <a:buSzPct val="120000"/>
            </a:pPr>
            <a:endParaRPr lang="ro-RO" sz="2000" kern="0" dirty="0">
              <a:solidFill>
                <a:srgbClr val="000000"/>
              </a:solidFill>
              <a:latin typeface="Calibri" panose="020F0502020204030204" pitchFamily="34" charset="0"/>
              <a:ea typeface="Calibri" panose="020F0502020204030204" pitchFamily="34" charset="0"/>
            </a:endParaRPr>
          </a:p>
        </p:txBody>
      </p:sp>
      <p:pic>
        <p:nvPicPr>
          <p:cNvPr id="7" name="Picture 6">
            <a:extLst>
              <a:ext uri="{FF2B5EF4-FFF2-40B4-BE49-F238E27FC236}">
                <a16:creationId xmlns:a16="http://schemas.microsoft.com/office/drawing/2014/main" id="{A8808F5E-19E2-4036-B5F6-DCFA6BD39B0E}"/>
              </a:ext>
            </a:extLst>
          </p:cNvPr>
          <p:cNvPicPr/>
          <p:nvPr/>
        </p:nvPicPr>
        <p:blipFill>
          <a:blip r:embed="rId3"/>
          <a:stretch>
            <a:fillRect/>
          </a:stretch>
        </p:blipFill>
        <p:spPr>
          <a:xfrm>
            <a:off x="650423" y="1220144"/>
            <a:ext cx="3155501" cy="1673110"/>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DAFBC07D-78AB-41C5-9B35-1FD30FF36800}"/>
              </a:ext>
            </a:extLst>
          </p:cNvPr>
          <p:cNvPicPr/>
          <p:nvPr/>
        </p:nvPicPr>
        <p:blipFill>
          <a:blip r:embed="rId4"/>
          <a:stretch>
            <a:fillRect/>
          </a:stretch>
        </p:blipFill>
        <p:spPr>
          <a:xfrm>
            <a:off x="650423" y="4801301"/>
            <a:ext cx="4629225" cy="1673110"/>
          </a:xfrm>
          <a:prstGeom prst="rect">
            <a:avLst/>
          </a:prstGeom>
          <a:ln>
            <a:noFill/>
          </a:ln>
          <a:effectLst>
            <a:outerShdw blurRad="190500" algn="tl" rotWithShape="0">
              <a:srgbClr val="000000">
                <a:alpha val="70000"/>
              </a:srgbClr>
            </a:outerShdw>
          </a:effectLst>
        </p:spPr>
      </p:pic>
      <p:sp>
        <p:nvSpPr>
          <p:cNvPr id="9" name="Google Shape;3643;p60">
            <a:extLst>
              <a:ext uri="{FF2B5EF4-FFF2-40B4-BE49-F238E27FC236}">
                <a16:creationId xmlns:a16="http://schemas.microsoft.com/office/drawing/2014/main" id="{8A4C9628-46D4-4DEB-8106-04D67F079F6E}"/>
              </a:ext>
            </a:extLst>
          </p:cNvPr>
          <p:cNvSpPr txBox="1">
            <a:spLocks/>
          </p:cNvSpPr>
          <p:nvPr/>
        </p:nvSpPr>
        <p:spPr>
          <a:xfrm>
            <a:off x="5589811" y="4790518"/>
            <a:ext cx="5951766" cy="167311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marR="0">
              <a:lnSpc>
                <a:spcPct val="107000"/>
              </a:lnSpc>
              <a:spcBef>
                <a:spcPts val="0"/>
              </a:spcBef>
              <a:spcAft>
                <a:spcPts val="0"/>
              </a:spcAft>
            </a:pPr>
            <a:r>
              <a:rPr lang="ro-RO" sz="1800" b="1" dirty="0">
                <a:effectLst/>
                <a:latin typeface="Calibri" panose="020F0502020204030204" pitchFamily="34" charset="0"/>
                <a:ea typeface="Calibri" panose="020F0502020204030204" pitchFamily="34" charset="0"/>
                <a:cs typeface="Calibri" panose="020F0502020204030204" pitchFamily="34" charset="0"/>
              </a:rPr>
              <a:t>Varianta 3: </a:t>
            </a:r>
            <a:r>
              <a:rPr lang="ro-RO" sz="1800" dirty="0">
                <a:effectLst/>
                <a:latin typeface="Calibri" panose="020F0502020204030204" pitchFamily="34" charset="0"/>
                <a:ea typeface="Calibri" panose="020F0502020204030204" pitchFamily="34" charset="0"/>
                <a:cs typeface="Calibri" panose="020F0502020204030204" pitchFamily="34" charset="0"/>
              </a:rPr>
              <a:t>Poate fi introdusă o clasă suplimentară pentru notare.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buClr>
                <a:schemeClr val="accent5"/>
              </a:buClr>
              <a:buSzPct val="100000"/>
              <a:buFont typeface="Wingdings" panose="05000000000000000000" pitchFamily="2" charset="2"/>
              <a:buChar char="ü"/>
            </a:pPr>
            <a:r>
              <a:rPr lang="ro-RO" sz="1800" kern="0" dirty="0">
                <a:solidFill>
                  <a:srgbClr val="000000"/>
                </a:solidFill>
                <a:latin typeface="Calibri" panose="020F0502020204030204" pitchFamily="34" charset="0"/>
              </a:rPr>
              <a:t>În acest model este posibil ca un student să fie notat de mai multe ori pentru același examen ceea ce nu este posibil la modelul cu asociere ternară. </a:t>
            </a:r>
            <a:endParaRPr lang="en-US" sz="1800" kern="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73019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22" name="Google Shape;3957;p72">
            <a:extLst>
              <a:ext uri="{FF2B5EF4-FFF2-40B4-BE49-F238E27FC236}">
                <a16:creationId xmlns:a16="http://schemas.microsoft.com/office/drawing/2014/main" id="{64D480D5-1F57-4DC7-89EB-7195D0852CBB}"/>
              </a:ext>
            </a:extLst>
          </p:cNvPr>
          <p:cNvSpPr txBox="1">
            <a:spLocks noGrp="1"/>
          </p:cNvSpPr>
          <p:nvPr>
            <p:ph type="title"/>
          </p:nvPr>
        </p:nvSpPr>
        <p:spPr>
          <a:xfrm>
            <a:off x="558757" y="119641"/>
            <a:ext cx="10412400" cy="685200"/>
          </a:xfrm>
          <a:prstGeom prst="rect">
            <a:avLst/>
          </a:prstGeom>
        </p:spPr>
        <p:txBody>
          <a:bodyPr spcFirstLastPara="1" wrap="square" lIns="121900" tIns="121900" rIns="121900" bIns="121900" anchor="t" anchorCtr="0">
            <a:noAutofit/>
          </a:bodyPr>
          <a:lstStyle/>
          <a:p>
            <a:r>
              <a:rPr lang="en-US" dirty="0" err="1"/>
              <a:t>Cla</a:t>
            </a:r>
            <a:r>
              <a:rPr lang="ro-RO" dirty="0"/>
              <a:t>să modelată ca asociere</a:t>
            </a:r>
            <a:endParaRPr dirty="0"/>
          </a:p>
        </p:txBody>
      </p:sp>
      <p:sp>
        <p:nvSpPr>
          <p:cNvPr id="25" name="Google Shape;3643;p60">
            <a:extLst>
              <a:ext uri="{FF2B5EF4-FFF2-40B4-BE49-F238E27FC236}">
                <a16:creationId xmlns:a16="http://schemas.microsoft.com/office/drawing/2014/main" id="{ECC67279-8007-402B-81D5-FF0012B89801}"/>
              </a:ext>
            </a:extLst>
          </p:cNvPr>
          <p:cNvSpPr txBox="1">
            <a:spLocks/>
          </p:cNvSpPr>
          <p:nvPr/>
        </p:nvSpPr>
        <p:spPr>
          <a:xfrm>
            <a:off x="658613" y="804841"/>
            <a:ext cx="10059006" cy="324616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8100" indent="-342900" algn="just">
              <a:spcBef>
                <a:spcPts val="600"/>
              </a:spcBef>
              <a:spcAft>
                <a:spcPts val="600"/>
              </a:spcAft>
              <a:buClr>
                <a:schemeClr val="accent5"/>
              </a:buClr>
              <a:buSzPct val="120000"/>
              <a:buFont typeface="Arial" panose="020B0604020202020204" pitchFamily="34" charset="0"/>
              <a:buChar char="•"/>
            </a:pPr>
            <a:r>
              <a:rPr lang="ro-RO" sz="2000" kern="0" dirty="0">
                <a:solidFill>
                  <a:srgbClr val="000000"/>
                </a:solidFill>
                <a:latin typeface="Calibri" panose="020F0502020204030204" pitchFamily="34" charset="0"/>
                <a:ea typeface="Calibri" panose="020F0502020204030204" pitchFamily="34" charset="0"/>
              </a:rPr>
              <a:t>O clasă modelată ca o asociere este utilizată pentru a surprinde anumite </a:t>
            </a:r>
            <a:r>
              <a:rPr lang="ro-RO" sz="2000" b="1" kern="0" dirty="0">
                <a:solidFill>
                  <a:srgbClr val="000000"/>
                </a:solidFill>
                <a:latin typeface="Calibri" panose="020F0502020204030204" pitchFamily="34" charset="0"/>
                <a:ea typeface="Calibri" panose="020F0502020204030204" pitchFamily="34" charset="0"/>
              </a:rPr>
              <a:t>caracteristici ale unei asocieri </a:t>
            </a:r>
            <a:r>
              <a:rPr lang="ro-RO" sz="2000" kern="0" dirty="0">
                <a:solidFill>
                  <a:srgbClr val="000000"/>
                </a:solidFill>
                <a:latin typeface="Calibri" panose="020F0502020204030204" pitchFamily="34" charset="0"/>
                <a:ea typeface="Calibri" panose="020F0502020204030204" pitchFamily="34" charset="0"/>
              </a:rPr>
              <a:t>între două clase. </a:t>
            </a:r>
          </a:p>
          <a:p>
            <a:pPr marL="38100" indent="-342900" algn="just">
              <a:spcBef>
                <a:spcPts val="600"/>
              </a:spcBef>
              <a:spcAft>
                <a:spcPts val="600"/>
              </a:spcAft>
              <a:buClr>
                <a:schemeClr val="accent5"/>
              </a:buClr>
              <a:buSzPct val="120000"/>
              <a:buFont typeface="Arial" panose="020B0604020202020204" pitchFamily="34" charset="0"/>
              <a:buChar char="•"/>
            </a:pPr>
            <a:r>
              <a:rPr lang="ro-RO" sz="2000" kern="0" dirty="0">
                <a:solidFill>
                  <a:srgbClr val="000000"/>
                </a:solidFill>
                <a:latin typeface="Calibri" panose="020F0502020204030204" pitchFamily="34" charset="0"/>
                <a:ea typeface="Calibri" panose="020F0502020204030204" pitchFamily="34" charset="0"/>
              </a:rPr>
              <a:t>Aceste caracteristici nu aparțin claselor asociate, ci </a:t>
            </a:r>
            <a:r>
              <a:rPr lang="ro-RO" sz="2000" b="1" kern="0" dirty="0">
                <a:solidFill>
                  <a:srgbClr val="000000"/>
                </a:solidFill>
                <a:latin typeface="Calibri" panose="020F0502020204030204" pitchFamily="34" charset="0"/>
                <a:ea typeface="Calibri" panose="020F0502020204030204" pitchFamily="34" charset="0"/>
              </a:rPr>
              <a:t>aparțin relației dintre clase</a:t>
            </a:r>
            <a:r>
              <a:rPr lang="ro-RO" sz="2000" kern="0" dirty="0">
                <a:solidFill>
                  <a:srgbClr val="000000"/>
                </a:solidFill>
                <a:latin typeface="Calibri" panose="020F0502020204030204" pitchFamily="34" charset="0"/>
                <a:ea typeface="Calibri" panose="020F0502020204030204" pitchFamily="34" charset="0"/>
              </a:rPr>
              <a:t>.</a:t>
            </a:r>
          </a:p>
          <a:p>
            <a:pPr marL="38100" indent="-342900" algn="just">
              <a:spcBef>
                <a:spcPts val="600"/>
              </a:spcBef>
              <a:spcAft>
                <a:spcPts val="600"/>
              </a:spcAft>
              <a:buClr>
                <a:schemeClr val="accent5"/>
              </a:buClr>
              <a:buSzPct val="120000"/>
              <a:buFont typeface="Arial" panose="020B0604020202020204" pitchFamily="34" charset="0"/>
              <a:buChar char="•"/>
            </a:pPr>
            <a:r>
              <a:rPr lang="ro-RO" sz="2000" kern="0" dirty="0">
                <a:solidFill>
                  <a:srgbClr val="000000"/>
                </a:solidFill>
                <a:latin typeface="Calibri" panose="020F0502020204030204" pitchFamily="34" charset="0"/>
                <a:ea typeface="Calibri" panose="020F0502020204030204" pitchFamily="34" charset="0"/>
              </a:rPr>
              <a:t>Clasele modelate ca asocieri au sens numai dacă reprezintă asocieri cu un anumit </a:t>
            </a:r>
            <a:r>
              <a:rPr lang="ro-RO" sz="2000" b="1" kern="0" dirty="0">
                <a:solidFill>
                  <a:srgbClr val="000000"/>
                </a:solidFill>
                <a:latin typeface="Calibri" panose="020F0502020204030204" pitchFamily="34" charset="0"/>
                <a:ea typeface="Calibri" panose="020F0502020204030204" pitchFamily="34" charset="0"/>
              </a:rPr>
              <a:t>comportament și stare</a:t>
            </a:r>
            <a:r>
              <a:rPr lang="ro-RO" sz="2000" kern="0" dirty="0">
                <a:solidFill>
                  <a:srgbClr val="000000"/>
                </a:solidFill>
                <a:latin typeface="Calibri" panose="020F0502020204030204" pitchFamily="34" charset="0"/>
                <a:ea typeface="Calibri" panose="020F0502020204030204" pitchFamily="34" charset="0"/>
              </a:rPr>
              <a:t>.</a:t>
            </a:r>
          </a:p>
          <a:p>
            <a:pPr marL="38100" indent="-342900" algn="just">
              <a:spcBef>
                <a:spcPts val="600"/>
              </a:spcBef>
              <a:spcAft>
                <a:spcPts val="600"/>
              </a:spcAft>
              <a:buClr>
                <a:schemeClr val="accent5"/>
              </a:buClr>
              <a:buSzPct val="120000"/>
              <a:buFont typeface="Arial" panose="020B0604020202020204" pitchFamily="34" charset="0"/>
              <a:buChar char="•"/>
            </a:pPr>
            <a:r>
              <a:rPr lang="ro-RO" sz="2000" kern="0" dirty="0">
                <a:solidFill>
                  <a:srgbClr val="000000"/>
                </a:solidFill>
                <a:latin typeface="Calibri" panose="020F0502020204030204" pitchFamily="34" charset="0"/>
                <a:ea typeface="Calibri" panose="020F0502020204030204" pitchFamily="34" charset="0"/>
              </a:rPr>
              <a:t>Fiecărei instanțe a unei clase modelată ca asociere ar trebui să îi corespundă o </a:t>
            </a:r>
            <a:r>
              <a:rPr lang="ro-RO" sz="2000" b="1" kern="0" dirty="0">
                <a:solidFill>
                  <a:srgbClr val="000000"/>
                </a:solidFill>
                <a:latin typeface="Calibri" panose="020F0502020204030204" pitchFamily="34" charset="0"/>
                <a:ea typeface="Calibri" panose="020F0502020204030204" pitchFamily="34" charset="0"/>
              </a:rPr>
              <a:t>pereche unică </a:t>
            </a:r>
            <a:r>
              <a:rPr lang="ro-RO" sz="2000" kern="0" dirty="0">
                <a:solidFill>
                  <a:srgbClr val="000000"/>
                </a:solidFill>
                <a:latin typeface="Calibri" panose="020F0502020204030204" pitchFamily="34" charset="0"/>
                <a:ea typeface="Calibri" panose="020F0502020204030204" pitchFamily="34" charset="0"/>
              </a:rPr>
              <a:t>de obiecte ale claselor care participă la asociere. </a:t>
            </a:r>
          </a:p>
          <a:p>
            <a:pPr marL="38100" indent="-342900" algn="just">
              <a:spcBef>
                <a:spcPts val="600"/>
              </a:spcBef>
              <a:spcAft>
                <a:spcPts val="600"/>
              </a:spcAft>
              <a:buClr>
                <a:schemeClr val="accent5"/>
              </a:buClr>
              <a:buSzPct val="120000"/>
              <a:buFont typeface="Arial" panose="020B0604020202020204" pitchFamily="34" charset="0"/>
              <a:buChar char="•"/>
            </a:pPr>
            <a:r>
              <a:rPr lang="ro-RO" sz="2000" dirty="0"/>
              <a:t>Necesară atunci când modelăm </a:t>
            </a:r>
            <a:r>
              <a:rPr lang="ro-RO" sz="2000" b="1" dirty="0"/>
              <a:t>asocieri mulți-la-mulți</a:t>
            </a:r>
            <a:r>
              <a:rPr lang="ro-RO" sz="2000" dirty="0"/>
              <a:t>. </a:t>
            </a:r>
          </a:p>
          <a:p>
            <a:pPr marL="0" indent="0" algn="just">
              <a:spcBef>
                <a:spcPts val="600"/>
              </a:spcBef>
              <a:spcAft>
                <a:spcPts val="600"/>
              </a:spcAft>
              <a:buClr>
                <a:schemeClr val="accent5"/>
              </a:buClr>
              <a:buSzPct val="120000"/>
            </a:pPr>
            <a:endParaRPr lang="ro-RO" sz="2000" kern="0" dirty="0">
              <a:solidFill>
                <a:srgbClr val="000000"/>
              </a:solidFill>
              <a:latin typeface="Calibri" panose="020F0502020204030204" pitchFamily="34" charset="0"/>
              <a:ea typeface="Calibri" panose="020F0502020204030204" pitchFamily="34" charset="0"/>
            </a:endParaRPr>
          </a:p>
        </p:txBody>
      </p:sp>
      <p:pic>
        <p:nvPicPr>
          <p:cNvPr id="3" name="Picture 2">
            <a:extLst>
              <a:ext uri="{FF2B5EF4-FFF2-40B4-BE49-F238E27FC236}">
                <a16:creationId xmlns:a16="http://schemas.microsoft.com/office/drawing/2014/main" id="{3C33B95B-313A-4945-AA7C-359BE6D2B0EB}"/>
              </a:ext>
            </a:extLst>
          </p:cNvPr>
          <p:cNvPicPr>
            <a:picLocks noChangeAspect="1"/>
          </p:cNvPicPr>
          <p:nvPr/>
        </p:nvPicPr>
        <p:blipFill>
          <a:blip r:embed="rId3"/>
          <a:stretch>
            <a:fillRect/>
          </a:stretch>
        </p:blipFill>
        <p:spPr>
          <a:xfrm>
            <a:off x="3923997" y="4150055"/>
            <a:ext cx="4126806" cy="258830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90637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 name="Google Shape;3957;p72">
            <a:extLst>
              <a:ext uri="{FF2B5EF4-FFF2-40B4-BE49-F238E27FC236}">
                <a16:creationId xmlns:a16="http://schemas.microsoft.com/office/drawing/2014/main" id="{BB5C441B-5BDF-489D-BF6F-C0EAEB9682DD}"/>
              </a:ext>
            </a:extLst>
          </p:cNvPr>
          <p:cNvSpPr txBox="1">
            <a:spLocks noGrp="1"/>
          </p:cNvSpPr>
          <p:nvPr>
            <p:ph type="title"/>
          </p:nvPr>
        </p:nvSpPr>
        <p:spPr>
          <a:xfrm>
            <a:off x="589606" y="324504"/>
            <a:ext cx="10412400" cy="685200"/>
          </a:xfrm>
          <a:prstGeom prst="rect">
            <a:avLst/>
          </a:prstGeom>
        </p:spPr>
        <p:txBody>
          <a:bodyPr spcFirstLastPara="1" wrap="square" lIns="121900" tIns="121900" rIns="121900" bIns="121900" anchor="t" anchorCtr="0">
            <a:noAutofit/>
          </a:bodyPr>
          <a:lstStyle/>
          <a:p>
            <a:r>
              <a:rPr lang="en-US" dirty="0" err="1"/>
              <a:t>Rela</a:t>
            </a:r>
            <a:r>
              <a:rPr lang="ro-RO" dirty="0" err="1"/>
              <a:t>ția</a:t>
            </a:r>
            <a:r>
              <a:rPr lang="ro-RO" dirty="0"/>
              <a:t> de agregare</a:t>
            </a:r>
            <a:endParaRPr dirty="0"/>
          </a:p>
        </p:txBody>
      </p:sp>
      <p:sp>
        <p:nvSpPr>
          <p:cNvPr id="37" name="Google Shape;3643;p60">
            <a:extLst>
              <a:ext uri="{FF2B5EF4-FFF2-40B4-BE49-F238E27FC236}">
                <a16:creationId xmlns:a16="http://schemas.microsoft.com/office/drawing/2014/main" id="{E3CC8164-A31A-4441-8525-08325776337D}"/>
              </a:ext>
            </a:extLst>
          </p:cNvPr>
          <p:cNvSpPr txBox="1">
            <a:spLocks/>
          </p:cNvSpPr>
          <p:nvPr/>
        </p:nvSpPr>
        <p:spPr>
          <a:xfrm>
            <a:off x="723169" y="1133461"/>
            <a:ext cx="10558188" cy="471316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indent="0" algn="just">
              <a:spcBef>
                <a:spcPts val="600"/>
              </a:spcBef>
              <a:spcAft>
                <a:spcPts val="600"/>
              </a:spcAft>
              <a:buClr>
                <a:schemeClr val="accent5"/>
              </a:buClr>
              <a:buSzPct val="120000"/>
            </a:pPr>
            <a:r>
              <a:rPr lang="ro-RO" sz="2200" b="1" kern="0">
                <a:solidFill>
                  <a:srgbClr val="000000"/>
                </a:solidFill>
                <a:latin typeface="Calibri" panose="020F0502020204030204" pitchFamily="34" charset="0"/>
                <a:ea typeface="Calibri" panose="020F0502020204030204" pitchFamily="34" charset="0"/>
              </a:rPr>
              <a:t>2. Agregarea</a:t>
            </a:r>
            <a:r>
              <a:rPr lang="ro-RO" sz="2200" kern="0">
                <a:solidFill>
                  <a:srgbClr val="000000"/>
                </a:solidFill>
                <a:latin typeface="Calibri" panose="020F0502020204030204" pitchFamily="34" charset="0"/>
                <a:ea typeface="Calibri" panose="020F0502020204030204" pitchFamily="34" charset="0"/>
              </a:rPr>
              <a:t> este o formă de asociere binară reprezentând o relaţie de tip </a:t>
            </a:r>
            <a:r>
              <a:rPr lang="ro-RO" sz="2200" b="1" kern="0">
                <a:solidFill>
                  <a:srgbClr val="000000"/>
                </a:solidFill>
                <a:latin typeface="Calibri" panose="020F0502020204030204" pitchFamily="34" charset="0"/>
                <a:ea typeface="Calibri" panose="020F0502020204030204" pitchFamily="34" charset="0"/>
              </a:rPr>
              <a:t>parte/întreg</a:t>
            </a:r>
            <a:r>
              <a:rPr lang="ro-RO" sz="2200" kern="0">
                <a:solidFill>
                  <a:srgbClr val="000000"/>
                </a:solidFill>
                <a:latin typeface="Calibri" panose="020F0502020204030204" pitchFamily="34" charset="0"/>
                <a:ea typeface="Calibri" panose="020F0502020204030204" pitchFamily="34" charset="0"/>
              </a:rPr>
              <a:t>.</a:t>
            </a:r>
          </a:p>
          <a:p>
            <a:pPr marL="495300" lvl="1" indent="-342900" algn="just">
              <a:spcBef>
                <a:spcPts val="600"/>
              </a:spcBef>
              <a:spcAft>
                <a:spcPts val="600"/>
              </a:spcAft>
              <a:buClr>
                <a:schemeClr val="accent5"/>
              </a:buClr>
              <a:buSzPct val="100000"/>
              <a:buFont typeface="Wingdings" panose="05000000000000000000" pitchFamily="2" charset="2"/>
              <a:buChar char="ü"/>
            </a:pPr>
            <a:r>
              <a:rPr lang="ro-RO" sz="2000" kern="0">
                <a:solidFill>
                  <a:srgbClr val="000000"/>
                </a:solidFill>
                <a:latin typeface="Calibri" panose="020F0502020204030204" pitchFamily="34" charset="0"/>
                <a:ea typeface="Calibri" panose="020F0502020204030204" pitchFamily="34" charset="0"/>
              </a:rPr>
              <a:t>Relația de asociere indică o relație relativ slabă între două clase.  Această relație “liberă” înseamnă că obiectele aparținând acestor clase asociate pot exista </a:t>
            </a:r>
            <a:r>
              <a:rPr lang="ro-RO" sz="2000" b="1" kern="0">
                <a:solidFill>
                  <a:srgbClr val="000000"/>
                </a:solidFill>
                <a:latin typeface="Calibri" panose="020F0502020204030204" pitchFamily="34" charset="0"/>
                <a:ea typeface="Calibri" panose="020F0502020204030204" pitchFamily="34" charset="0"/>
              </a:rPr>
              <a:t>independent </a:t>
            </a:r>
            <a:r>
              <a:rPr lang="ro-RO" sz="2000" kern="0">
                <a:solidFill>
                  <a:srgbClr val="000000"/>
                </a:solidFill>
                <a:latin typeface="Calibri" panose="020F0502020204030204" pitchFamily="34" charset="0"/>
                <a:ea typeface="Calibri" panose="020F0502020204030204" pitchFamily="34" charset="0"/>
              </a:rPr>
              <a:t>unul de celălalt. </a:t>
            </a:r>
          </a:p>
          <a:p>
            <a:pPr marL="495300" lvl="1" indent="-342900" algn="just">
              <a:spcBef>
                <a:spcPts val="600"/>
              </a:spcBef>
              <a:spcAft>
                <a:spcPts val="600"/>
              </a:spcAft>
              <a:buClr>
                <a:schemeClr val="accent5"/>
              </a:buClr>
              <a:buSzPct val="100000"/>
              <a:buFont typeface="Wingdings" panose="05000000000000000000" pitchFamily="2" charset="2"/>
              <a:buChar char="ü"/>
            </a:pPr>
            <a:r>
              <a:rPr lang="ro-RO" sz="2000" kern="0">
                <a:solidFill>
                  <a:srgbClr val="000000"/>
                </a:solidFill>
                <a:latin typeface="Calibri" panose="020F0502020204030204" pitchFamily="34" charset="0"/>
                <a:ea typeface="Calibri" panose="020F0502020204030204" pitchFamily="34" charset="0"/>
              </a:rPr>
              <a:t>Dacă relația dintre două clase asociate este strânsă, atunci aceasta este reprezentată de agregare. Agregarea este astfel o </a:t>
            </a:r>
            <a:r>
              <a:rPr lang="ro-RO" sz="2000" b="1" kern="0">
                <a:solidFill>
                  <a:srgbClr val="000000"/>
                </a:solidFill>
                <a:latin typeface="Calibri" panose="020F0502020204030204" pitchFamily="34" charset="0"/>
                <a:ea typeface="Calibri" panose="020F0502020204030204" pitchFamily="34" charset="0"/>
              </a:rPr>
              <a:t>formă specială de asociere</a:t>
            </a:r>
            <a:r>
              <a:rPr lang="ro-RO" sz="2000" kern="0">
                <a:solidFill>
                  <a:srgbClr val="000000"/>
                </a:solidFill>
                <a:latin typeface="Calibri" panose="020F0502020204030204" pitchFamily="34" charset="0"/>
                <a:ea typeface="Calibri" panose="020F0502020204030204" pitchFamily="34" charset="0"/>
              </a:rPr>
              <a:t>. </a:t>
            </a:r>
          </a:p>
          <a:p>
            <a:pPr marL="495300" lvl="1" indent="-342900" algn="just">
              <a:spcBef>
                <a:spcPts val="600"/>
              </a:spcBef>
              <a:spcAft>
                <a:spcPts val="600"/>
              </a:spcAft>
              <a:buClr>
                <a:schemeClr val="accent5"/>
              </a:buClr>
              <a:buSzPct val="100000"/>
              <a:buFont typeface="Wingdings" panose="05000000000000000000" pitchFamily="2" charset="2"/>
              <a:buChar char="ü"/>
            </a:pPr>
            <a:r>
              <a:rPr lang="ro-RO" sz="2000" kern="0">
                <a:solidFill>
                  <a:srgbClr val="000000"/>
                </a:solidFill>
                <a:latin typeface="Calibri" panose="020F0502020204030204" pitchFamily="34" charset="0"/>
                <a:ea typeface="Calibri" panose="020F0502020204030204" pitchFamily="34" charset="0"/>
              </a:rPr>
              <a:t>Agregarea reprezintă o clasă care </a:t>
            </a:r>
            <a:r>
              <a:rPr lang="ro-RO" sz="2000" b="1" kern="0">
                <a:solidFill>
                  <a:srgbClr val="000000"/>
                </a:solidFill>
                <a:latin typeface="Calibri" panose="020F0502020204030204" pitchFamily="34" charset="0"/>
                <a:ea typeface="Calibri" panose="020F0502020204030204" pitchFamily="34" charset="0"/>
              </a:rPr>
              <a:t>conține</a:t>
            </a:r>
            <a:r>
              <a:rPr lang="ro-RO" sz="2000" kern="0">
                <a:solidFill>
                  <a:srgbClr val="000000"/>
                </a:solidFill>
                <a:latin typeface="Calibri" panose="020F0502020204030204" pitchFamily="34" charset="0"/>
                <a:ea typeface="Calibri" panose="020F0502020204030204" pitchFamily="34" charset="0"/>
              </a:rPr>
              <a:t> o altă clasă</a:t>
            </a:r>
          </a:p>
          <a:p>
            <a:pPr marL="495300" lvl="1" indent="-342900" algn="just">
              <a:spcBef>
                <a:spcPts val="600"/>
              </a:spcBef>
              <a:spcAft>
                <a:spcPts val="600"/>
              </a:spcAft>
              <a:buClr>
                <a:schemeClr val="accent5"/>
              </a:buClr>
              <a:buSzPct val="100000"/>
              <a:buFont typeface="Wingdings" panose="05000000000000000000" pitchFamily="2" charset="2"/>
              <a:buChar char="ü"/>
            </a:pPr>
            <a:r>
              <a:rPr lang="ro-RO" sz="2000" kern="0">
                <a:solidFill>
                  <a:srgbClr val="000000"/>
                </a:solidFill>
                <a:latin typeface="Calibri" panose="020F0502020204030204" pitchFamily="34" charset="0"/>
                <a:ea typeface="Calibri" panose="020F0502020204030204" pitchFamily="34" charset="0"/>
              </a:rPr>
              <a:t>Are semnificații precum: </a:t>
            </a:r>
            <a:r>
              <a:rPr lang="ro-RO" sz="2000" b="1" kern="0">
                <a:solidFill>
                  <a:srgbClr val="000000"/>
                </a:solidFill>
                <a:latin typeface="Calibri" panose="020F0502020204030204" pitchFamily="34" charset="0"/>
                <a:ea typeface="Calibri" panose="020F0502020204030204" pitchFamily="34" charset="0"/>
              </a:rPr>
              <a:t>“Este format din”</a:t>
            </a:r>
            <a:r>
              <a:rPr lang="ro-RO" sz="2000" kern="0">
                <a:solidFill>
                  <a:srgbClr val="000000"/>
                </a:solidFill>
                <a:latin typeface="Calibri" panose="020F0502020204030204" pitchFamily="34" charset="0"/>
                <a:ea typeface="Calibri" panose="020F0502020204030204" pitchFamily="34" charset="0"/>
              </a:rPr>
              <a:t>,</a:t>
            </a:r>
            <a:r>
              <a:rPr lang="ro-RO" sz="2000" b="1" kern="0">
                <a:solidFill>
                  <a:srgbClr val="000000"/>
                </a:solidFill>
                <a:latin typeface="Calibri" panose="020F0502020204030204" pitchFamily="34" charset="0"/>
                <a:ea typeface="Calibri" panose="020F0502020204030204" pitchFamily="34" charset="0"/>
              </a:rPr>
              <a:t> “Conține” </a:t>
            </a:r>
            <a:r>
              <a:rPr lang="ro-RO" sz="2000" kern="0">
                <a:solidFill>
                  <a:srgbClr val="000000"/>
                </a:solidFill>
                <a:latin typeface="Calibri" panose="020F0502020204030204" pitchFamily="34" charset="0"/>
                <a:ea typeface="Calibri" panose="020F0502020204030204" pitchFamily="34" charset="0"/>
              </a:rPr>
              <a:t>,</a:t>
            </a:r>
            <a:r>
              <a:rPr lang="ro-RO" sz="2000" b="1" kern="0">
                <a:solidFill>
                  <a:srgbClr val="000000"/>
                </a:solidFill>
                <a:latin typeface="Calibri" panose="020F0502020204030204" pitchFamily="34" charset="0"/>
                <a:ea typeface="Calibri" panose="020F0502020204030204" pitchFamily="34" charset="0"/>
              </a:rPr>
              <a:t>“Are”</a:t>
            </a:r>
            <a:r>
              <a:rPr lang="ro-RO" sz="2000" kern="0">
                <a:solidFill>
                  <a:srgbClr val="000000"/>
                </a:solidFill>
                <a:latin typeface="Calibri" panose="020F0502020204030204" pitchFamily="34" charset="0"/>
                <a:ea typeface="Calibri" panose="020F0502020204030204" pitchFamily="34" charset="0"/>
              </a:rPr>
              <a:t>.</a:t>
            </a:r>
            <a:r>
              <a:rPr lang="ro-RO" sz="2000" b="1" kern="0">
                <a:solidFill>
                  <a:srgbClr val="000000"/>
                </a:solidFill>
                <a:latin typeface="Calibri" panose="020F0502020204030204" pitchFamily="34" charset="0"/>
                <a:ea typeface="Calibri" panose="020F0502020204030204" pitchFamily="34" charset="0"/>
              </a:rPr>
              <a:t> </a:t>
            </a:r>
          </a:p>
          <a:p>
            <a:pPr marL="495300" lvl="1" indent="-342900" algn="just">
              <a:spcBef>
                <a:spcPts val="600"/>
              </a:spcBef>
              <a:spcAft>
                <a:spcPts val="600"/>
              </a:spcAft>
              <a:buClr>
                <a:schemeClr val="accent5"/>
              </a:buClr>
              <a:buSzPct val="100000"/>
              <a:buFont typeface="Wingdings" panose="05000000000000000000" pitchFamily="2" charset="2"/>
              <a:buChar char="ü"/>
            </a:pPr>
            <a:r>
              <a:rPr lang="ro-RO" sz="2000" kern="0">
                <a:solidFill>
                  <a:srgbClr val="000000"/>
                </a:solidFill>
                <a:latin typeface="Calibri" panose="020F0502020204030204" pitchFamily="34" charset="0"/>
                <a:ea typeface="Calibri" panose="020F0502020204030204" pitchFamily="34" charset="0"/>
              </a:rPr>
              <a:t>Există două forme ale relației de agregare:</a:t>
            </a:r>
          </a:p>
          <a:p>
            <a:pPr marL="952500" lvl="2" indent="-342900" algn="just">
              <a:spcBef>
                <a:spcPts val="600"/>
              </a:spcBef>
              <a:spcAft>
                <a:spcPts val="600"/>
              </a:spcAft>
              <a:buClr>
                <a:schemeClr val="accent5"/>
              </a:buClr>
              <a:buSzPct val="100000"/>
              <a:buFont typeface="Wingdings" panose="05000000000000000000" pitchFamily="2" charset="2"/>
              <a:buChar char="§"/>
            </a:pPr>
            <a:r>
              <a:rPr lang="ro-RO" sz="2000" kern="0">
                <a:solidFill>
                  <a:srgbClr val="000000"/>
                </a:solidFill>
                <a:latin typeface="Calibri" panose="020F0502020204030204" pitchFamily="34" charset="0"/>
                <a:ea typeface="Calibri" panose="020F0502020204030204" pitchFamily="34" charset="0"/>
              </a:rPr>
              <a:t>Agregare </a:t>
            </a:r>
            <a:r>
              <a:rPr lang="ro-RO" sz="2000" b="1" kern="0">
                <a:solidFill>
                  <a:srgbClr val="000000"/>
                </a:solidFill>
                <a:latin typeface="Calibri" panose="020F0502020204030204" pitchFamily="34" charset="0"/>
                <a:ea typeface="Calibri" panose="020F0502020204030204" pitchFamily="34" charset="0"/>
              </a:rPr>
              <a:t>partajată</a:t>
            </a:r>
          </a:p>
          <a:p>
            <a:pPr marL="952500" lvl="2" indent="-342900" algn="just">
              <a:spcBef>
                <a:spcPts val="600"/>
              </a:spcBef>
              <a:spcAft>
                <a:spcPts val="600"/>
              </a:spcAft>
              <a:buClr>
                <a:schemeClr val="accent5"/>
              </a:buClr>
              <a:buSzPct val="100000"/>
              <a:buFont typeface="Wingdings" panose="05000000000000000000" pitchFamily="2" charset="2"/>
              <a:buChar char="§"/>
            </a:pPr>
            <a:r>
              <a:rPr lang="ro-RO" sz="2000" kern="0">
                <a:solidFill>
                  <a:srgbClr val="000000"/>
                </a:solidFill>
                <a:latin typeface="Calibri" panose="020F0502020204030204" pitchFamily="34" charset="0"/>
                <a:ea typeface="Calibri" panose="020F0502020204030204" pitchFamily="34" charset="0"/>
              </a:rPr>
              <a:t>Agregare </a:t>
            </a:r>
            <a:r>
              <a:rPr lang="ro-RO" sz="2000" b="1" kern="0">
                <a:solidFill>
                  <a:srgbClr val="000000"/>
                </a:solidFill>
                <a:latin typeface="Calibri" panose="020F0502020204030204" pitchFamily="34" charset="0"/>
                <a:ea typeface="Calibri" panose="020F0502020204030204" pitchFamily="34" charset="0"/>
              </a:rPr>
              <a:t>compusă </a:t>
            </a:r>
          </a:p>
          <a:p>
            <a:pPr marL="495300" lvl="1" indent="-342900" algn="just">
              <a:spcBef>
                <a:spcPts val="600"/>
              </a:spcBef>
              <a:spcAft>
                <a:spcPts val="600"/>
              </a:spcAft>
              <a:buClr>
                <a:schemeClr val="accent5"/>
              </a:buClr>
              <a:buSzPct val="100000"/>
              <a:buFont typeface="Wingdings" panose="05000000000000000000" pitchFamily="2" charset="2"/>
              <a:buChar char="ü"/>
            </a:pPr>
            <a:endParaRPr lang="ro-RO" sz="2000" kern="0">
              <a:solidFill>
                <a:srgbClr val="000000"/>
              </a:solidFill>
              <a:latin typeface="Calibri" panose="020F0502020204030204" pitchFamily="34" charset="0"/>
              <a:ea typeface="Calibri" panose="020F0502020204030204" pitchFamily="34" charset="0"/>
            </a:endParaRPr>
          </a:p>
          <a:p>
            <a:pPr marL="342900" indent="-342900" algn="just">
              <a:spcBef>
                <a:spcPts val="600"/>
              </a:spcBef>
              <a:spcAft>
                <a:spcPts val="600"/>
              </a:spcAft>
              <a:buClr>
                <a:schemeClr val="accent5"/>
              </a:buClr>
              <a:buSzPct val="120000"/>
              <a:buFont typeface="Arial" panose="020B0604020202020204" pitchFamily="34" charset="0"/>
              <a:buChar char="•"/>
            </a:pPr>
            <a:endParaRPr lang="ro-RO" sz="2200" kern="0"/>
          </a:p>
        </p:txBody>
      </p:sp>
      <p:grpSp>
        <p:nvGrpSpPr>
          <p:cNvPr id="68" name="Google Shape;4143;p74">
            <a:extLst>
              <a:ext uri="{FF2B5EF4-FFF2-40B4-BE49-F238E27FC236}">
                <a16:creationId xmlns:a16="http://schemas.microsoft.com/office/drawing/2014/main" id="{E5C2D1BE-221D-42FF-AE1E-F1220533B4A1}"/>
              </a:ext>
            </a:extLst>
          </p:cNvPr>
          <p:cNvGrpSpPr/>
          <p:nvPr/>
        </p:nvGrpSpPr>
        <p:grpSpPr>
          <a:xfrm>
            <a:off x="10365284" y="5334169"/>
            <a:ext cx="1675156" cy="1423180"/>
            <a:chOff x="2781300" y="1792900"/>
            <a:chExt cx="836825" cy="710950"/>
          </a:xfrm>
        </p:grpSpPr>
        <p:sp>
          <p:nvSpPr>
            <p:cNvPr id="69" name="Google Shape;4144;p74">
              <a:extLst>
                <a:ext uri="{FF2B5EF4-FFF2-40B4-BE49-F238E27FC236}">
                  <a16:creationId xmlns:a16="http://schemas.microsoft.com/office/drawing/2014/main" id="{75456336-ECA3-4054-9AF2-CFE9A9447971}"/>
                </a:ext>
              </a:extLst>
            </p:cNvPr>
            <p:cNvSpPr/>
            <p:nvPr/>
          </p:nvSpPr>
          <p:spPr>
            <a:xfrm>
              <a:off x="3281825" y="2384725"/>
              <a:ext cx="120450" cy="81500"/>
            </a:xfrm>
            <a:custGeom>
              <a:avLst/>
              <a:gdLst/>
              <a:ahLst/>
              <a:cxnLst/>
              <a:rect l="l" t="t" r="r" b="b"/>
              <a:pathLst>
                <a:path w="4818" h="3260" extrusionOk="0">
                  <a:moveTo>
                    <a:pt x="430" y="0"/>
                  </a:moveTo>
                  <a:cubicBezTo>
                    <a:pt x="310" y="907"/>
                    <a:pt x="167" y="1789"/>
                    <a:pt x="0" y="2695"/>
                  </a:cubicBezTo>
                  <a:lnTo>
                    <a:pt x="0" y="2839"/>
                  </a:lnTo>
                  <a:cubicBezTo>
                    <a:pt x="36" y="3020"/>
                    <a:pt x="210" y="3063"/>
                    <a:pt x="396" y="3063"/>
                  </a:cubicBezTo>
                  <a:cubicBezTo>
                    <a:pt x="455" y="3063"/>
                    <a:pt x="515" y="3059"/>
                    <a:pt x="573" y="3053"/>
                  </a:cubicBezTo>
                  <a:cubicBezTo>
                    <a:pt x="959" y="2978"/>
                    <a:pt x="1360" y="2942"/>
                    <a:pt x="1763" y="2942"/>
                  </a:cubicBezTo>
                  <a:cubicBezTo>
                    <a:pt x="2254" y="2942"/>
                    <a:pt x="2748" y="2996"/>
                    <a:pt x="3220" y="3101"/>
                  </a:cubicBezTo>
                  <a:cubicBezTo>
                    <a:pt x="3533" y="3175"/>
                    <a:pt x="3846" y="3259"/>
                    <a:pt x="4147" y="3259"/>
                  </a:cubicBezTo>
                  <a:cubicBezTo>
                    <a:pt x="4328" y="3259"/>
                    <a:pt x="4505" y="3229"/>
                    <a:pt x="4675" y="3149"/>
                  </a:cubicBezTo>
                  <a:cubicBezTo>
                    <a:pt x="4699" y="3125"/>
                    <a:pt x="4723" y="3125"/>
                    <a:pt x="4746" y="3101"/>
                  </a:cubicBezTo>
                  <a:cubicBezTo>
                    <a:pt x="4818" y="3006"/>
                    <a:pt x="4699" y="2934"/>
                    <a:pt x="4603" y="2886"/>
                  </a:cubicBezTo>
                  <a:lnTo>
                    <a:pt x="3005" y="2266"/>
                  </a:lnTo>
                  <a:cubicBezTo>
                    <a:pt x="2648" y="2123"/>
                    <a:pt x="2218" y="1956"/>
                    <a:pt x="1956" y="1670"/>
                  </a:cubicBezTo>
                  <a:cubicBezTo>
                    <a:pt x="1694" y="1360"/>
                    <a:pt x="1527" y="931"/>
                    <a:pt x="1741" y="573"/>
                  </a:cubicBezTo>
                  <a:lnTo>
                    <a:pt x="430" y="0"/>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145;p74">
              <a:extLst>
                <a:ext uri="{FF2B5EF4-FFF2-40B4-BE49-F238E27FC236}">
                  <a16:creationId xmlns:a16="http://schemas.microsoft.com/office/drawing/2014/main" id="{0BF888B6-C9F2-4FF6-B6B4-142BD5CFD970}"/>
                </a:ext>
              </a:extLst>
            </p:cNvPr>
            <p:cNvSpPr/>
            <p:nvPr/>
          </p:nvSpPr>
          <p:spPr>
            <a:xfrm>
              <a:off x="3280025" y="2429450"/>
              <a:ext cx="126425" cy="38700"/>
            </a:xfrm>
            <a:custGeom>
              <a:avLst/>
              <a:gdLst/>
              <a:ahLst/>
              <a:cxnLst/>
              <a:rect l="l" t="t" r="r" b="b"/>
              <a:pathLst>
                <a:path w="5057" h="1548" extrusionOk="0">
                  <a:moveTo>
                    <a:pt x="263" y="0"/>
                  </a:moveTo>
                  <a:cubicBezTo>
                    <a:pt x="215" y="24"/>
                    <a:pt x="168" y="96"/>
                    <a:pt x="168" y="167"/>
                  </a:cubicBezTo>
                  <a:cubicBezTo>
                    <a:pt x="120" y="406"/>
                    <a:pt x="48" y="620"/>
                    <a:pt x="25" y="859"/>
                  </a:cubicBezTo>
                  <a:cubicBezTo>
                    <a:pt x="1" y="930"/>
                    <a:pt x="1" y="1002"/>
                    <a:pt x="25" y="1073"/>
                  </a:cubicBezTo>
                  <a:cubicBezTo>
                    <a:pt x="48" y="1121"/>
                    <a:pt x="72" y="1169"/>
                    <a:pt x="120" y="1193"/>
                  </a:cubicBezTo>
                  <a:cubicBezTo>
                    <a:pt x="304" y="1346"/>
                    <a:pt x="546" y="1391"/>
                    <a:pt x="797" y="1391"/>
                  </a:cubicBezTo>
                  <a:cubicBezTo>
                    <a:pt x="938" y="1391"/>
                    <a:pt x="1080" y="1377"/>
                    <a:pt x="1217" y="1360"/>
                  </a:cubicBezTo>
                  <a:cubicBezTo>
                    <a:pt x="1459" y="1345"/>
                    <a:pt x="1703" y="1337"/>
                    <a:pt x="1948" y="1337"/>
                  </a:cubicBezTo>
                  <a:cubicBezTo>
                    <a:pt x="2479" y="1337"/>
                    <a:pt x="3017" y="1374"/>
                    <a:pt x="3554" y="1455"/>
                  </a:cubicBezTo>
                  <a:cubicBezTo>
                    <a:pt x="3786" y="1501"/>
                    <a:pt x="4028" y="1548"/>
                    <a:pt x="4260" y="1548"/>
                  </a:cubicBezTo>
                  <a:cubicBezTo>
                    <a:pt x="4507" y="1548"/>
                    <a:pt x="4741" y="1495"/>
                    <a:pt x="4938" y="1336"/>
                  </a:cubicBezTo>
                  <a:cubicBezTo>
                    <a:pt x="5009" y="1288"/>
                    <a:pt x="5057" y="1193"/>
                    <a:pt x="5033" y="1145"/>
                  </a:cubicBezTo>
                  <a:lnTo>
                    <a:pt x="4938" y="1050"/>
                  </a:lnTo>
                  <a:cubicBezTo>
                    <a:pt x="4699" y="930"/>
                    <a:pt x="4437" y="835"/>
                    <a:pt x="4174" y="740"/>
                  </a:cubicBezTo>
                  <a:cubicBezTo>
                    <a:pt x="3864" y="668"/>
                    <a:pt x="3554" y="549"/>
                    <a:pt x="3244" y="453"/>
                  </a:cubicBezTo>
                  <a:cubicBezTo>
                    <a:pt x="2958" y="382"/>
                    <a:pt x="2600" y="215"/>
                    <a:pt x="2410" y="191"/>
                  </a:cubicBezTo>
                  <a:cubicBezTo>
                    <a:pt x="2398" y="194"/>
                    <a:pt x="2378" y="195"/>
                    <a:pt x="2351" y="195"/>
                  </a:cubicBezTo>
                  <a:cubicBezTo>
                    <a:pt x="2243" y="195"/>
                    <a:pt x="2032" y="177"/>
                    <a:pt x="1853" y="177"/>
                  </a:cubicBezTo>
                  <a:cubicBezTo>
                    <a:pt x="1729" y="177"/>
                    <a:pt x="1620" y="186"/>
                    <a:pt x="1573" y="215"/>
                  </a:cubicBezTo>
                  <a:lnTo>
                    <a:pt x="1573" y="215"/>
                  </a:lnTo>
                  <a:cubicBezTo>
                    <a:pt x="1406" y="215"/>
                    <a:pt x="1193" y="167"/>
                    <a:pt x="1002" y="119"/>
                  </a:cubicBezTo>
                  <a:cubicBezTo>
                    <a:pt x="902" y="78"/>
                    <a:pt x="837" y="68"/>
                    <a:pt x="782" y="68"/>
                  </a:cubicBezTo>
                  <a:cubicBezTo>
                    <a:pt x="734" y="68"/>
                    <a:pt x="693" y="75"/>
                    <a:pt x="643" y="75"/>
                  </a:cubicBezTo>
                  <a:cubicBezTo>
                    <a:pt x="585" y="75"/>
                    <a:pt x="514" y="66"/>
                    <a:pt x="406" y="24"/>
                  </a:cubicBezTo>
                  <a:cubicBezTo>
                    <a:pt x="358" y="0"/>
                    <a:pt x="287" y="0"/>
                    <a:pt x="263"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4146;p74">
              <a:extLst>
                <a:ext uri="{FF2B5EF4-FFF2-40B4-BE49-F238E27FC236}">
                  <a16:creationId xmlns:a16="http://schemas.microsoft.com/office/drawing/2014/main" id="{5C250276-50C8-4010-B5E9-5A65059783EF}"/>
                </a:ext>
              </a:extLst>
            </p:cNvPr>
            <p:cNvSpPr/>
            <p:nvPr/>
          </p:nvSpPr>
          <p:spPr>
            <a:xfrm>
              <a:off x="3250225" y="2141450"/>
              <a:ext cx="99600" cy="267150"/>
            </a:xfrm>
            <a:custGeom>
              <a:avLst/>
              <a:gdLst/>
              <a:ahLst/>
              <a:cxnLst/>
              <a:rect l="l" t="t" r="r" b="b"/>
              <a:pathLst>
                <a:path w="3984" h="10686" extrusionOk="0">
                  <a:moveTo>
                    <a:pt x="1407" y="0"/>
                  </a:moveTo>
                  <a:lnTo>
                    <a:pt x="1837" y="334"/>
                  </a:lnTo>
                  <a:cubicBezTo>
                    <a:pt x="1288" y="764"/>
                    <a:pt x="0" y="2171"/>
                    <a:pt x="835" y="2218"/>
                  </a:cubicBezTo>
                  <a:cubicBezTo>
                    <a:pt x="1717" y="2290"/>
                    <a:pt x="1312" y="3673"/>
                    <a:pt x="1312" y="4842"/>
                  </a:cubicBezTo>
                  <a:cubicBezTo>
                    <a:pt x="1288" y="7179"/>
                    <a:pt x="1455" y="8300"/>
                    <a:pt x="1527" y="10280"/>
                  </a:cubicBezTo>
                  <a:cubicBezTo>
                    <a:pt x="1527" y="10351"/>
                    <a:pt x="1527" y="10423"/>
                    <a:pt x="1574" y="10471"/>
                  </a:cubicBezTo>
                  <a:cubicBezTo>
                    <a:pt x="1646" y="10495"/>
                    <a:pt x="1694" y="10542"/>
                    <a:pt x="1765" y="10542"/>
                  </a:cubicBezTo>
                  <a:cubicBezTo>
                    <a:pt x="2099" y="10590"/>
                    <a:pt x="2481" y="10638"/>
                    <a:pt x="2838" y="10685"/>
                  </a:cubicBezTo>
                  <a:cubicBezTo>
                    <a:pt x="2910" y="10685"/>
                    <a:pt x="3005" y="10685"/>
                    <a:pt x="3077" y="10638"/>
                  </a:cubicBezTo>
                  <a:cubicBezTo>
                    <a:pt x="3077" y="10590"/>
                    <a:pt x="3101" y="10542"/>
                    <a:pt x="3101" y="10518"/>
                  </a:cubicBezTo>
                  <a:cubicBezTo>
                    <a:pt x="3506" y="7943"/>
                    <a:pt x="3935" y="5343"/>
                    <a:pt x="3935" y="2767"/>
                  </a:cubicBezTo>
                  <a:cubicBezTo>
                    <a:pt x="3935" y="2218"/>
                    <a:pt x="3983" y="1408"/>
                    <a:pt x="3745" y="931"/>
                  </a:cubicBezTo>
                  <a:cubicBezTo>
                    <a:pt x="3506" y="454"/>
                    <a:pt x="2838" y="96"/>
                    <a:pt x="1407"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147;p74">
              <a:extLst>
                <a:ext uri="{FF2B5EF4-FFF2-40B4-BE49-F238E27FC236}">
                  <a16:creationId xmlns:a16="http://schemas.microsoft.com/office/drawing/2014/main" id="{740378B9-53CC-4FAE-AA38-5B2B459043B5}"/>
                </a:ext>
              </a:extLst>
            </p:cNvPr>
            <p:cNvSpPr/>
            <p:nvPr/>
          </p:nvSpPr>
          <p:spPr>
            <a:xfrm>
              <a:off x="3082550" y="2201150"/>
              <a:ext cx="86325" cy="253750"/>
            </a:xfrm>
            <a:custGeom>
              <a:avLst/>
              <a:gdLst/>
              <a:ahLst/>
              <a:cxnLst/>
              <a:rect l="l" t="t" r="r" b="b"/>
              <a:pathLst>
                <a:path w="3453" h="10150" extrusionOk="0">
                  <a:moveTo>
                    <a:pt x="3232" y="0"/>
                  </a:moveTo>
                  <a:cubicBezTo>
                    <a:pt x="3187" y="0"/>
                    <a:pt x="3140" y="21"/>
                    <a:pt x="3106" y="69"/>
                  </a:cubicBezTo>
                  <a:cubicBezTo>
                    <a:pt x="1245" y="3050"/>
                    <a:pt x="625" y="6532"/>
                    <a:pt x="29" y="9943"/>
                  </a:cubicBezTo>
                  <a:cubicBezTo>
                    <a:pt x="0" y="10072"/>
                    <a:pt x="101" y="10149"/>
                    <a:pt x="190" y="10149"/>
                  </a:cubicBezTo>
                  <a:cubicBezTo>
                    <a:pt x="250" y="10149"/>
                    <a:pt x="306" y="10115"/>
                    <a:pt x="315" y="10038"/>
                  </a:cubicBezTo>
                  <a:cubicBezTo>
                    <a:pt x="912" y="6652"/>
                    <a:pt x="1532" y="3193"/>
                    <a:pt x="3368" y="260"/>
                  </a:cubicBezTo>
                  <a:cubicBezTo>
                    <a:pt x="3453" y="124"/>
                    <a:pt x="3345" y="0"/>
                    <a:pt x="3232"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148;p74">
              <a:extLst>
                <a:ext uri="{FF2B5EF4-FFF2-40B4-BE49-F238E27FC236}">
                  <a16:creationId xmlns:a16="http://schemas.microsoft.com/office/drawing/2014/main" id="{94CFE40E-1A52-4B72-A43C-38A3A8287890}"/>
                </a:ext>
              </a:extLst>
            </p:cNvPr>
            <p:cNvSpPr/>
            <p:nvPr/>
          </p:nvSpPr>
          <p:spPr>
            <a:xfrm>
              <a:off x="3221275" y="2201150"/>
              <a:ext cx="85975" cy="253750"/>
            </a:xfrm>
            <a:custGeom>
              <a:avLst/>
              <a:gdLst/>
              <a:ahLst/>
              <a:cxnLst/>
              <a:rect l="l" t="t" r="r" b="b"/>
              <a:pathLst>
                <a:path w="3439" h="10150" extrusionOk="0">
                  <a:moveTo>
                    <a:pt x="231" y="0"/>
                  </a:moveTo>
                  <a:cubicBezTo>
                    <a:pt x="120" y="0"/>
                    <a:pt x="0" y="124"/>
                    <a:pt x="85" y="260"/>
                  </a:cubicBezTo>
                  <a:cubicBezTo>
                    <a:pt x="1898" y="3193"/>
                    <a:pt x="2518" y="6652"/>
                    <a:pt x="3114" y="10038"/>
                  </a:cubicBezTo>
                  <a:cubicBezTo>
                    <a:pt x="3133" y="10115"/>
                    <a:pt x="3190" y="10149"/>
                    <a:pt x="3251" y="10149"/>
                  </a:cubicBezTo>
                  <a:cubicBezTo>
                    <a:pt x="3341" y="10149"/>
                    <a:pt x="3438" y="10072"/>
                    <a:pt x="3424" y="9943"/>
                  </a:cubicBezTo>
                  <a:cubicBezTo>
                    <a:pt x="2828" y="6532"/>
                    <a:pt x="2208" y="3050"/>
                    <a:pt x="347" y="69"/>
                  </a:cubicBezTo>
                  <a:cubicBezTo>
                    <a:pt x="320" y="21"/>
                    <a:pt x="276" y="0"/>
                    <a:pt x="231"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149;p74">
              <a:extLst>
                <a:ext uri="{FF2B5EF4-FFF2-40B4-BE49-F238E27FC236}">
                  <a16:creationId xmlns:a16="http://schemas.microsoft.com/office/drawing/2014/main" id="{8503715D-4730-430F-9728-35090A771E00}"/>
                </a:ext>
              </a:extLst>
            </p:cNvPr>
            <p:cNvSpPr/>
            <p:nvPr/>
          </p:nvSpPr>
          <p:spPr>
            <a:xfrm>
              <a:off x="3106525" y="2183775"/>
              <a:ext cx="168750" cy="20300"/>
            </a:xfrm>
            <a:custGeom>
              <a:avLst/>
              <a:gdLst/>
              <a:ahLst/>
              <a:cxnLst/>
              <a:rect l="l" t="t" r="r" b="b"/>
              <a:pathLst>
                <a:path w="6750" h="812" extrusionOk="0">
                  <a:moveTo>
                    <a:pt x="0" y="1"/>
                  </a:moveTo>
                  <a:lnTo>
                    <a:pt x="0" y="812"/>
                  </a:lnTo>
                  <a:lnTo>
                    <a:pt x="6750" y="812"/>
                  </a:lnTo>
                  <a:lnTo>
                    <a:pt x="6750" y="1"/>
                  </a:ln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150;p74">
              <a:extLst>
                <a:ext uri="{FF2B5EF4-FFF2-40B4-BE49-F238E27FC236}">
                  <a16:creationId xmlns:a16="http://schemas.microsoft.com/office/drawing/2014/main" id="{5E29760A-C313-4E68-9053-A790BD483D00}"/>
                </a:ext>
              </a:extLst>
            </p:cNvPr>
            <p:cNvSpPr/>
            <p:nvPr/>
          </p:nvSpPr>
          <p:spPr>
            <a:xfrm>
              <a:off x="3167325" y="1879700"/>
              <a:ext cx="75175" cy="82300"/>
            </a:xfrm>
            <a:custGeom>
              <a:avLst/>
              <a:gdLst/>
              <a:ahLst/>
              <a:cxnLst/>
              <a:rect l="l" t="t" r="r" b="b"/>
              <a:pathLst>
                <a:path w="3007" h="3292" extrusionOk="0">
                  <a:moveTo>
                    <a:pt x="2481" y="0"/>
                  </a:moveTo>
                  <a:lnTo>
                    <a:pt x="502" y="620"/>
                  </a:lnTo>
                  <a:cubicBezTo>
                    <a:pt x="669" y="930"/>
                    <a:pt x="740" y="1312"/>
                    <a:pt x="693" y="1670"/>
                  </a:cubicBezTo>
                  <a:cubicBezTo>
                    <a:pt x="621" y="2003"/>
                    <a:pt x="359" y="2337"/>
                    <a:pt x="1" y="2409"/>
                  </a:cubicBezTo>
                  <a:cubicBezTo>
                    <a:pt x="239" y="2886"/>
                    <a:pt x="716" y="3172"/>
                    <a:pt x="1217" y="3268"/>
                  </a:cubicBezTo>
                  <a:cubicBezTo>
                    <a:pt x="1308" y="3284"/>
                    <a:pt x="1399" y="3292"/>
                    <a:pt x="1489" y="3292"/>
                  </a:cubicBezTo>
                  <a:cubicBezTo>
                    <a:pt x="1919" y="3292"/>
                    <a:pt x="2333" y="3110"/>
                    <a:pt x="2648" y="2814"/>
                  </a:cubicBezTo>
                  <a:cubicBezTo>
                    <a:pt x="2768" y="2695"/>
                    <a:pt x="2887" y="2552"/>
                    <a:pt x="3006" y="2409"/>
                  </a:cubicBezTo>
                  <a:cubicBezTo>
                    <a:pt x="2720" y="2409"/>
                    <a:pt x="2481" y="2170"/>
                    <a:pt x="2338" y="1908"/>
                  </a:cubicBezTo>
                  <a:cubicBezTo>
                    <a:pt x="2171" y="1622"/>
                    <a:pt x="2171" y="1312"/>
                    <a:pt x="2219" y="1002"/>
                  </a:cubicBezTo>
                  <a:cubicBezTo>
                    <a:pt x="2267" y="644"/>
                    <a:pt x="2338" y="310"/>
                    <a:pt x="2481"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151;p74">
              <a:extLst>
                <a:ext uri="{FF2B5EF4-FFF2-40B4-BE49-F238E27FC236}">
                  <a16:creationId xmlns:a16="http://schemas.microsoft.com/office/drawing/2014/main" id="{294C5311-4111-4404-86B2-C1ED164AC869}"/>
                </a:ext>
              </a:extLst>
            </p:cNvPr>
            <p:cNvSpPr/>
            <p:nvPr/>
          </p:nvSpPr>
          <p:spPr>
            <a:xfrm>
              <a:off x="3128575" y="1933350"/>
              <a:ext cx="146125" cy="180250"/>
            </a:xfrm>
            <a:custGeom>
              <a:avLst/>
              <a:gdLst/>
              <a:ahLst/>
              <a:cxnLst/>
              <a:rect l="l" t="t" r="r" b="b"/>
              <a:pathLst>
                <a:path w="5845" h="7210" extrusionOk="0">
                  <a:moveTo>
                    <a:pt x="2052" y="1"/>
                  </a:moveTo>
                  <a:lnTo>
                    <a:pt x="358" y="525"/>
                  </a:lnTo>
                  <a:cubicBezTo>
                    <a:pt x="311" y="549"/>
                    <a:pt x="239" y="549"/>
                    <a:pt x="192" y="621"/>
                  </a:cubicBezTo>
                  <a:cubicBezTo>
                    <a:pt x="120" y="692"/>
                    <a:pt x="96" y="788"/>
                    <a:pt x="96" y="883"/>
                  </a:cubicBezTo>
                  <a:cubicBezTo>
                    <a:pt x="1" y="1527"/>
                    <a:pt x="96" y="2219"/>
                    <a:pt x="192" y="2910"/>
                  </a:cubicBezTo>
                  <a:cubicBezTo>
                    <a:pt x="335" y="4246"/>
                    <a:pt x="382" y="5629"/>
                    <a:pt x="358" y="6965"/>
                  </a:cubicBezTo>
                  <a:cubicBezTo>
                    <a:pt x="358" y="6989"/>
                    <a:pt x="358" y="7060"/>
                    <a:pt x="382" y="7084"/>
                  </a:cubicBezTo>
                  <a:cubicBezTo>
                    <a:pt x="430" y="7132"/>
                    <a:pt x="478" y="7132"/>
                    <a:pt x="549" y="7132"/>
                  </a:cubicBezTo>
                  <a:cubicBezTo>
                    <a:pt x="835" y="7132"/>
                    <a:pt x="1098" y="7060"/>
                    <a:pt x="1384" y="7013"/>
                  </a:cubicBezTo>
                  <a:cubicBezTo>
                    <a:pt x="1552" y="6987"/>
                    <a:pt x="1721" y="6977"/>
                    <a:pt x="1889" y="6977"/>
                  </a:cubicBezTo>
                  <a:cubicBezTo>
                    <a:pt x="2675" y="6977"/>
                    <a:pt x="3460" y="7203"/>
                    <a:pt x="4246" y="7203"/>
                  </a:cubicBezTo>
                  <a:cubicBezTo>
                    <a:pt x="4312" y="7208"/>
                    <a:pt x="4377" y="7210"/>
                    <a:pt x="4443" y="7210"/>
                  </a:cubicBezTo>
                  <a:cubicBezTo>
                    <a:pt x="4735" y="7210"/>
                    <a:pt x="5027" y="7171"/>
                    <a:pt x="5319" y="7132"/>
                  </a:cubicBezTo>
                  <a:cubicBezTo>
                    <a:pt x="5391" y="7108"/>
                    <a:pt x="5510" y="7108"/>
                    <a:pt x="5582" y="7036"/>
                  </a:cubicBezTo>
                  <a:cubicBezTo>
                    <a:pt x="5606" y="6941"/>
                    <a:pt x="5606" y="6846"/>
                    <a:pt x="5606" y="6750"/>
                  </a:cubicBezTo>
                  <a:cubicBezTo>
                    <a:pt x="5439" y="4723"/>
                    <a:pt x="5844" y="2672"/>
                    <a:pt x="5844" y="645"/>
                  </a:cubicBezTo>
                  <a:cubicBezTo>
                    <a:pt x="5844" y="597"/>
                    <a:pt x="5844" y="525"/>
                    <a:pt x="5820" y="501"/>
                  </a:cubicBezTo>
                  <a:cubicBezTo>
                    <a:pt x="5796" y="478"/>
                    <a:pt x="5749" y="430"/>
                    <a:pt x="5701" y="430"/>
                  </a:cubicBezTo>
                  <a:cubicBezTo>
                    <a:pt x="5152" y="311"/>
                    <a:pt x="4652" y="168"/>
                    <a:pt x="4127" y="24"/>
                  </a:cubicBezTo>
                  <a:cubicBezTo>
                    <a:pt x="4079" y="1"/>
                    <a:pt x="4031" y="1"/>
                    <a:pt x="3960" y="1"/>
                  </a:cubicBezTo>
                  <a:cubicBezTo>
                    <a:pt x="3912" y="1"/>
                    <a:pt x="3888" y="48"/>
                    <a:pt x="3817" y="72"/>
                  </a:cubicBezTo>
                  <a:cubicBezTo>
                    <a:pt x="3582" y="254"/>
                    <a:pt x="3313" y="335"/>
                    <a:pt x="3039" y="335"/>
                  </a:cubicBezTo>
                  <a:cubicBezTo>
                    <a:pt x="2701" y="335"/>
                    <a:pt x="2355" y="211"/>
                    <a:pt x="2052"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4152;p74">
              <a:extLst>
                <a:ext uri="{FF2B5EF4-FFF2-40B4-BE49-F238E27FC236}">
                  <a16:creationId xmlns:a16="http://schemas.microsoft.com/office/drawing/2014/main" id="{792B5536-59EF-46E3-B3AD-6664542DF194}"/>
                </a:ext>
              </a:extLst>
            </p:cNvPr>
            <p:cNvSpPr/>
            <p:nvPr/>
          </p:nvSpPr>
          <p:spPr>
            <a:xfrm>
              <a:off x="3234725" y="1945275"/>
              <a:ext cx="98400" cy="168475"/>
            </a:xfrm>
            <a:custGeom>
              <a:avLst/>
              <a:gdLst/>
              <a:ahLst/>
              <a:cxnLst/>
              <a:rect l="l" t="t" r="r" b="b"/>
              <a:pathLst>
                <a:path w="3936" h="6739" extrusionOk="0">
                  <a:moveTo>
                    <a:pt x="1550" y="1"/>
                  </a:moveTo>
                  <a:cubicBezTo>
                    <a:pt x="1145" y="883"/>
                    <a:pt x="1026" y="1956"/>
                    <a:pt x="1264" y="2910"/>
                  </a:cubicBezTo>
                  <a:cubicBezTo>
                    <a:pt x="1383" y="3292"/>
                    <a:pt x="1550" y="3697"/>
                    <a:pt x="1717" y="4079"/>
                  </a:cubicBezTo>
                  <a:cubicBezTo>
                    <a:pt x="1860" y="4437"/>
                    <a:pt x="2027" y="4795"/>
                    <a:pt x="2194" y="5152"/>
                  </a:cubicBezTo>
                  <a:cubicBezTo>
                    <a:pt x="2194" y="5176"/>
                    <a:pt x="2218" y="5200"/>
                    <a:pt x="2218" y="5248"/>
                  </a:cubicBezTo>
                  <a:cubicBezTo>
                    <a:pt x="2218" y="5295"/>
                    <a:pt x="2170" y="5295"/>
                    <a:pt x="2099" y="5319"/>
                  </a:cubicBezTo>
                  <a:cubicBezTo>
                    <a:pt x="1455" y="5534"/>
                    <a:pt x="763" y="5629"/>
                    <a:pt x="119" y="5772"/>
                  </a:cubicBezTo>
                  <a:cubicBezTo>
                    <a:pt x="72" y="5772"/>
                    <a:pt x="48" y="5796"/>
                    <a:pt x="24" y="5796"/>
                  </a:cubicBezTo>
                  <a:cubicBezTo>
                    <a:pt x="0" y="5844"/>
                    <a:pt x="0" y="5892"/>
                    <a:pt x="24" y="5916"/>
                  </a:cubicBezTo>
                  <a:cubicBezTo>
                    <a:pt x="48" y="6130"/>
                    <a:pt x="119" y="6369"/>
                    <a:pt x="262" y="6488"/>
                  </a:cubicBezTo>
                  <a:cubicBezTo>
                    <a:pt x="358" y="6559"/>
                    <a:pt x="429" y="6583"/>
                    <a:pt x="525" y="6607"/>
                  </a:cubicBezTo>
                  <a:cubicBezTo>
                    <a:pt x="905" y="6700"/>
                    <a:pt x="1292" y="6739"/>
                    <a:pt x="1681" y="6739"/>
                  </a:cubicBezTo>
                  <a:cubicBezTo>
                    <a:pt x="2293" y="6739"/>
                    <a:pt x="2908" y="6643"/>
                    <a:pt x="3506" y="6512"/>
                  </a:cubicBezTo>
                  <a:cubicBezTo>
                    <a:pt x="3649" y="6488"/>
                    <a:pt x="3840" y="6416"/>
                    <a:pt x="3888" y="6273"/>
                  </a:cubicBezTo>
                  <a:cubicBezTo>
                    <a:pt x="3935" y="6178"/>
                    <a:pt x="3935" y="6059"/>
                    <a:pt x="3888" y="5987"/>
                  </a:cubicBezTo>
                  <a:cubicBezTo>
                    <a:pt x="3721" y="4914"/>
                    <a:pt x="3530" y="3841"/>
                    <a:pt x="3220" y="2815"/>
                  </a:cubicBezTo>
                  <a:cubicBezTo>
                    <a:pt x="2886" y="1813"/>
                    <a:pt x="2385" y="788"/>
                    <a:pt x="1670" y="24"/>
                  </a:cubicBezTo>
                  <a:cubicBezTo>
                    <a:pt x="1574" y="24"/>
                    <a:pt x="1574" y="1"/>
                    <a:pt x="1550"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153;p74">
              <a:extLst>
                <a:ext uri="{FF2B5EF4-FFF2-40B4-BE49-F238E27FC236}">
                  <a16:creationId xmlns:a16="http://schemas.microsoft.com/office/drawing/2014/main" id="{06FDD2F8-5B17-4869-B1B2-FE7AF4C3CDD0}"/>
                </a:ext>
              </a:extLst>
            </p:cNvPr>
            <p:cNvSpPr/>
            <p:nvPr/>
          </p:nvSpPr>
          <p:spPr>
            <a:xfrm>
              <a:off x="3075525" y="1948250"/>
              <a:ext cx="98400" cy="168475"/>
            </a:xfrm>
            <a:custGeom>
              <a:avLst/>
              <a:gdLst/>
              <a:ahLst/>
              <a:cxnLst/>
              <a:rect l="l" t="t" r="r" b="b"/>
              <a:pathLst>
                <a:path w="3936" h="6739" extrusionOk="0">
                  <a:moveTo>
                    <a:pt x="2385" y="1"/>
                  </a:moveTo>
                  <a:cubicBezTo>
                    <a:pt x="2361" y="1"/>
                    <a:pt x="2337" y="25"/>
                    <a:pt x="2266" y="25"/>
                  </a:cubicBezTo>
                  <a:cubicBezTo>
                    <a:pt x="1550" y="788"/>
                    <a:pt x="1049" y="1813"/>
                    <a:pt x="716" y="2815"/>
                  </a:cubicBezTo>
                  <a:cubicBezTo>
                    <a:pt x="382" y="3841"/>
                    <a:pt x="215" y="4914"/>
                    <a:pt x="48" y="5987"/>
                  </a:cubicBezTo>
                  <a:cubicBezTo>
                    <a:pt x="0" y="6083"/>
                    <a:pt x="0" y="6202"/>
                    <a:pt x="48" y="6274"/>
                  </a:cubicBezTo>
                  <a:cubicBezTo>
                    <a:pt x="95" y="6440"/>
                    <a:pt x="286" y="6488"/>
                    <a:pt x="429" y="6512"/>
                  </a:cubicBezTo>
                  <a:cubicBezTo>
                    <a:pt x="1027" y="6643"/>
                    <a:pt x="1643" y="6739"/>
                    <a:pt x="2254" y="6739"/>
                  </a:cubicBezTo>
                  <a:cubicBezTo>
                    <a:pt x="2643" y="6739"/>
                    <a:pt x="3030" y="6700"/>
                    <a:pt x="3411" y="6607"/>
                  </a:cubicBezTo>
                  <a:cubicBezTo>
                    <a:pt x="3506" y="6584"/>
                    <a:pt x="3578" y="6560"/>
                    <a:pt x="3673" y="6488"/>
                  </a:cubicBezTo>
                  <a:cubicBezTo>
                    <a:pt x="3816" y="6369"/>
                    <a:pt x="3888" y="6130"/>
                    <a:pt x="3911" y="5916"/>
                  </a:cubicBezTo>
                  <a:cubicBezTo>
                    <a:pt x="3935" y="5892"/>
                    <a:pt x="3935" y="5844"/>
                    <a:pt x="3911" y="5797"/>
                  </a:cubicBezTo>
                  <a:cubicBezTo>
                    <a:pt x="3888" y="5797"/>
                    <a:pt x="3864" y="5773"/>
                    <a:pt x="3816" y="5773"/>
                  </a:cubicBezTo>
                  <a:cubicBezTo>
                    <a:pt x="3172" y="5630"/>
                    <a:pt x="2480" y="5534"/>
                    <a:pt x="1836" y="5320"/>
                  </a:cubicBezTo>
                  <a:cubicBezTo>
                    <a:pt x="1765" y="5296"/>
                    <a:pt x="1717" y="5296"/>
                    <a:pt x="1717" y="5248"/>
                  </a:cubicBezTo>
                  <a:cubicBezTo>
                    <a:pt x="1717" y="5200"/>
                    <a:pt x="1741" y="5176"/>
                    <a:pt x="1741" y="5153"/>
                  </a:cubicBezTo>
                  <a:cubicBezTo>
                    <a:pt x="1908" y="4795"/>
                    <a:pt x="2075" y="4437"/>
                    <a:pt x="2218" y="4079"/>
                  </a:cubicBezTo>
                  <a:cubicBezTo>
                    <a:pt x="2385" y="3698"/>
                    <a:pt x="2552" y="3292"/>
                    <a:pt x="2671" y="2911"/>
                  </a:cubicBezTo>
                  <a:cubicBezTo>
                    <a:pt x="2910" y="1957"/>
                    <a:pt x="2791" y="883"/>
                    <a:pt x="2385" y="1"/>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4154;p74">
              <a:extLst>
                <a:ext uri="{FF2B5EF4-FFF2-40B4-BE49-F238E27FC236}">
                  <a16:creationId xmlns:a16="http://schemas.microsoft.com/office/drawing/2014/main" id="{C603F28E-A7F6-4369-A23B-580E9495431C}"/>
                </a:ext>
              </a:extLst>
            </p:cNvPr>
            <p:cNvSpPr/>
            <p:nvPr/>
          </p:nvSpPr>
          <p:spPr>
            <a:xfrm>
              <a:off x="3062400" y="2107450"/>
              <a:ext cx="262975" cy="90400"/>
            </a:xfrm>
            <a:custGeom>
              <a:avLst/>
              <a:gdLst/>
              <a:ahLst/>
              <a:cxnLst/>
              <a:rect l="l" t="t" r="r" b="b"/>
              <a:pathLst>
                <a:path w="10519" h="3616" extrusionOk="0">
                  <a:moveTo>
                    <a:pt x="6917" y="1"/>
                  </a:moveTo>
                  <a:cubicBezTo>
                    <a:pt x="6416" y="25"/>
                    <a:pt x="5867" y="25"/>
                    <a:pt x="5367" y="25"/>
                  </a:cubicBezTo>
                  <a:cubicBezTo>
                    <a:pt x="5152" y="25"/>
                    <a:pt x="4913" y="25"/>
                    <a:pt x="4699" y="96"/>
                  </a:cubicBezTo>
                  <a:cubicBezTo>
                    <a:pt x="4582" y="127"/>
                    <a:pt x="4463" y="138"/>
                    <a:pt x="4344" y="138"/>
                  </a:cubicBezTo>
                  <a:cubicBezTo>
                    <a:pt x="3977" y="138"/>
                    <a:pt x="3602" y="29"/>
                    <a:pt x="3246" y="29"/>
                  </a:cubicBezTo>
                  <a:cubicBezTo>
                    <a:pt x="3082" y="29"/>
                    <a:pt x="2921" y="52"/>
                    <a:pt x="2767" y="120"/>
                  </a:cubicBezTo>
                  <a:cubicBezTo>
                    <a:pt x="2290" y="311"/>
                    <a:pt x="3077" y="979"/>
                    <a:pt x="1455" y="1313"/>
                  </a:cubicBezTo>
                  <a:cubicBezTo>
                    <a:pt x="382" y="1551"/>
                    <a:pt x="453" y="1694"/>
                    <a:pt x="0" y="2028"/>
                  </a:cubicBezTo>
                  <a:lnTo>
                    <a:pt x="167" y="3221"/>
                  </a:lnTo>
                  <a:cubicBezTo>
                    <a:pt x="812" y="3516"/>
                    <a:pt x="1389" y="3615"/>
                    <a:pt x="1988" y="3615"/>
                  </a:cubicBezTo>
                  <a:cubicBezTo>
                    <a:pt x="2451" y="3615"/>
                    <a:pt x="2928" y="3556"/>
                    <a:pt x="3459" y="3483"/>
                  </a:cubicBezTo>
                  <a:cubicBezTo>
                    <a:pt x="3983" y="3435"/>
                    <a:pt x="4675" y="3340"/>
                    <a:pt x="5128" y="3292"/>
                  </a:cubicBezTo>
                  <a:cubicBezTo>
                    <a:pt x="5319" y="3273"/>
                    <a:pt x="5496" y="3264"/>
                    <a:pt x="5668" y="3264"/>
                  </a:cubicBezTo>
                  <a:cubicBezTo>
                    <a:pt x="6121" y="3264"/>
                    <a:pt x="6535" y="3325"/>
                    <a:pt x="7036" y="3412"/>
                  </a:cubicBezTo>
                  <a:cubicBezTo>
                    <a:pt x="7283" y="3452"/>
                    <a:pt x="7531" y="3469"/>
                    <a:pt x="7779" y="3469"/>
                  </a:cubicBezTo>
                  <a:cubicBezTo>
                    <a:pt x="8421" y="3469"/>
                    <a:pt x="9065" y="3352"/>
                    <a:pt x="9684" y="3197"/>
                  </a:cubicBezTo>
                  <a:cubicBezTo>
                    <a:pt x="9994" y="3101"/>
                    <a:pt x="10304" y="2982"/>
                    <a:pt x="10423" y="2720"/>
                  </a:cubicBezTo>
                  <a:cubicBezTo>
                    <a:pt x="10518" y="2529"/>
                    <a:pt x="10494" y="2291"/>
                    <a:pt x="10399" y="2124"/>
                  </a:cubicBezTo>
                  <a:cubicBezTo>
                    <a:pt x="10184" y="1599"/>
                    <a:pt x="9707" y="1313"/>
                    <a:pt x="9278" y="1050"/>
                  </a:cubicBezTo>
                  <a:cubicBezTo>
                    <a:pt x="8849" y="812"/>
                    <a:pt x="8467" y="573"/>
                    <a:pt x="8038" y="335"/>
                  </a:cubicBezTo>
                  <a:cubicBezTo>
                    <a:pt x="7871" y="216"/>
                    <a:pt x="7680" y="120"/>
                    <a:pt x="7513" y="72"/>
                  </a:cubicBezTo>
                  <a:cubicBezTo>
                    <a:pt x="7322" y="1"/>
                    <a:pt x="7108" y="1"/>
                    <a:pt x="6917" y="1"/>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155;p74">
              <a:extLst>
                <a:ext uri="{FF2B5EF4-FFF2-40B4-BE49-F238E27FC236}">
                  <a16:creationId xmlns:a16="http://schemas.microsoft.com/office/drawing/2014/main" id="{A8088CD2-1B07-417F-9699-05C363807101}"/>
                </a:ext>
              </a:extLst>
            </p:cNvPr>
            <p:cNvSpPr/>
            <p:nvPr/>
          </p:nvSpPr>
          <p:spPr>
            <a:xfrm>
              <a:off x="2987875" y="2384725"/>
              <a:ext cx="119850" cy="81500"/>
            </a:xfrm>
            <a:custGeom>
              <a:avLst/>
              <a:gdLst/>
              <a:ahLst/>
              <a:cxnLst/>
              <a:rect l="l" t="t" r="r" b="b"/>
              <a:pathLst>
                <a:path w="4794" h="3260" extrusionOk="0">
                  <a:moveTo>
                    <a:pt x="4388" y="0"/>
                  </a:moveTo>
                  <a:lnTo>
                    <a:pt x="3077" y="573"/>
                  </a:lnTo>
                  <a:cubicBezTo>
                    <a:pt x="3268" y="931"/>
                    <a:pt x="3124" y="1360"/>
                    <a:pt x="2862" y="1670"/>
                  </a:cubicBezTo>
                  <a:cubicBezTo>
                    <a:pt x="2600" y="1956"/>
                    <a:pt x="2170" y="2123"/>
                    <a:pt x="1813" y="2266"/>
                  </a:cubicBezTo>
                  <a:lnTo>
                    <a:pt x="215" y="2886"/>
                  </a:lnTo>
                  <a:cubicBezTo>
                    <a:pt x="119" y="2934"/>
                    <a:pt x="0" y="3006"/>
                    <a:pt x="48" y="3101"/>
                  </a:cubicBezTo>
                  <a:cubicBezTo>
                    <a:pt x="95" y="3125"/>
                    <a:pt x="119" y="3125"/>
                    <a:pt x="143" y="3149"/>
                  </a:cubicBezTo>
                  <a:cubicBezTo>
                    <a:pt x="313" y="3229"/>
                    <a:pt x="490" y="3259"/>
                    <a:pt x="669" y="3259"/>
                  </a:cubicBezTo>
                  <a:cubicBezTo>
                    <a:pt x="969" y="3259"/>
                    <a:pt x="1276" y="3175"/>
                    <a:pt x="1574" y="3101"/>
                  </a:cubicBezTo>
                  <a:cubicBezTo>
                    <a:pt x="2046" y="2996"/>
                    <a:pt x="2540" y="2942"/>
                    <a:pt x="3032" y="2942"/>
                  </a:cubicBezTo>
                  <a:cubicBezTo>
                    <a:pt x="3434" y="2942"/>
                    <a:pt x="3835" y="2978"/>
                    <a:pt x="4222" y="3053"/>
                  </a:cubicBezTo>
                  <a:cubicBezTo>
                    <a:pt x="4279" y="3059"/>
                    <a:pt x="4340" y="3063"/>
                    <a:pt x="4401" y="3063"/>
                  </a:cubicBezTo>
                  <a:cubicBezTo>
                    <a:pt x="4592" y="3063"/>
                    <a:pt x="4776" y="3020"/>
                    <a:pt x="4794" y="2839"/>
                  </a:cubicBezTo>
                  <a:lnTo>
                    <a:pt x="4794" y="2695"/>
                  </a:lnTo>
                  <a:cubicBezTo>
                    <a:pt x="4651" y="1789"/>
                    <a:pt x="4508" y="907"/>
                    <a:pt x="4388"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4156;p74">
              <a:extLst>
                <a:ext uri="{FF2B5EF4-FFF2-40B4-BE49-F238E27FC236}">
                  <a16:creationId xmlns:a16="http://schemas.microsoft.com/office/drawing/2014/main" id="{C3B307BD-2D3C-4AFF-9190-090466F517B6}"/>
                </a:ext>
              </a:extLst>
            </p:cNvPr>
            <p:cNvSpPr/>
            <p:nvPr/>
          </p:nvSpPr>
          <p:spPr>
            <a:xfrm>
              <a:off x="2983100" y="2425875"/>
              <a:ext cx="127025" cy="42275"/>
            </a:xfrm>
            <a:custGeom>
              <a:avLst/>
              <a:gdLst/>
              <a:ahLst/>
              <a:cxnLst/>
              <a:rect l="l" t="t" r="r" b="b"/>
              <a:pathLst>
                <a:path w="5081" h="1691" extrusionOk="0">
                  <a:moveTo>
                    <a:pt x="3077" y="0"/>
                  </a:moveTo>
                  <a:lnTo>
                    <a:pt x="2600" y="334"/>
                  </a:lnTo>
                  <a:cubicBezTo>
                    <a:pt x="2457" y="358"/>
                    <a:pt x="2099" y="501"/>
                    <a:pt x="1837" y="596"/>
                  </a:cubicBezTo>
                  <a:cubicBezTo>
                    <a:pt x="1527" y="692"/>
                    <a:pt x="1193" y="811"/>
                    <a:pt x="907" y="883"/>
                  </a:cubicBezTo>
                  <a:cubicBezTo>
                    <a:pt x="644" y="978"/>
                    <a:pt x="358" y="1073"/>
                    <a:pt x="119" y="1193"/>
                  </a:cubicBezTo>
                  <a:lnTo>
                    <a:pt x="48" y="1288"/>
                  </a:lnTo>
                  <a:cubicBezTo>
                    <a:pt x="0" y="1336"/>
                    <a:pt x="72" y="1431"/>
                    <a:pt x="119" y="1479"/>
                  </a:cubicBezTo>
                  <a:cubicBezTo>
                    <a:pt x="316" y="1638"/>
                    <a:pt x="557" y="1691"/>
                    <a:pt x="809" y="1691"/>
                  </a:cubicBezTo>
                  <a:cubicBezTo>
                    <a:pt x="1047" y="1691"/>
                    <a:pt x="1295" y="1644"/>
                    <a:pt x="1527" y="1598"/>
                  </a:cubicBezTo>
                  <a:cubicBezTo>
                    <a:pt x="2019" y="1524"/>
                    <a:pt x="2501" y="1486"/>
                    <a:pt x="2986" y="1486"/>
                  </a:cubicBezTo>
                  <a:cubicBezTo>
                    <a:pt x="3277" y="1486"/>
                    <a:pt x="3569" y="1500"/>
                    <a:pt x="3864" y="1526"/>
                  </a:cubicBezTo>
                  <a:cubicBezTo>
                    <a:pt x="3979" y="1534"/>
                    <a:pt x="4096" y="1541"/>
                    <a:pt x="4212" y="1541"/>
                  </a:cubicBezTo>
                  <a:cubicBezTo>
                    <a:pt x="4481" y="1541"/>
                    <a:pt x="4745" y="1502"/>
                    <a:pt x="4961" y="1336"/>
                  </a:cubicBezTo>
                  <a:cubicBezTo>
                    <a:pt x="4985" y="1312"/>
                    <a:pt x="5009" y="1288"/>
                    <a:pt x="5056" y="1216"/>
                  </a:cubicBezTo>
                  <a:cubicBezTo>
                    <a:pt x="5080" y="1169"/>
                    <a:pt x="5080" y="1073"/>
                    <a:pt x="5056" y="1002"/>
                  </a:cubicBezTo>
                  <a:cubicBezTo>
                    <a:pt x="5009" y="763"/>
                    <a:pt x="4961" y="572"/>
                    <a:pt x="4890" y="334"/>
                  </a:cubicBezTo>
                  <a:cubicBezTo>
                    <a:pt x="4890" y="239"/>
                    <a:pt x="4866" y="167"/>
                    <a:pt x="4818" y="143"/>
                  </a:cubicBezTo>
                  <a:cubicBezTo>
                    <a:pt x="4777" y="129"/>
                    <a:pt x="4608" y="116"/>
                    <a:pt x="4464" y="116"/>
                  </a:cubicBezTo>
                  <a:cubicBezTo>
                    <a:pt x="4358" y="116"/>
                    <a:pt x="4266" y="123"/>
                    <a:pt x="4246" y="143"/>
                  </a:cubicBezTo>
                  <a:cubicBezTo>
                    <a:pt x="4246" y="143"/>
                    <a:pt x="4246" y="143"/>
                    <a:pt x="4246" y="143"/>
                  </a:cubicBezTo>
                  <a:lnTo>
                    <a:pt x="4246" y="143"/>
                  </a:lnTo>
                  <a:cubicBezTo>
                    <a:pt x="4228" y="147"/>
                    <a:pt x="4205" y="155"/>
                    <a:pt x="4174" y="167"/>
                  </a:cubicBezTo>
                  <a:cubicBezTo>
                    <a:pt x="4031" y="239"/>
                    <a:pt x="3864" y="334"/>
                    <a:pt x="3673" y="334"/>
                  </a:cubicBezTo>
                  <a:cubicBezTo>
                    <a:pt x="3601" y="343"/>
                    <a:pt x="3543" y="352"/>
                    <a:pt x="3493" y="352"/>
                  </a:cubicBezTo>
                  <a:cubicBezTo>
                    <a:pt x="3410" y="352"/>
                    <a:pt x="3351" y="328"/>
                    <a:pt x="3292" y="239"/>
                  </a:cubicBezTo>
                  <a:cubicBezTo>
                    <a:pt x="3220" y="143"/>
                    <a:pt x="3172" y="24"/>
                    <a:pt x="3077"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4157;p74">
              <a:extLst>
                <a:ext uri="{FF2B5EF4-FFF2-40B4-BE49-F238E27FC236}">
                  <a16:creationId xmlns:a16="http://schemas.microsoft.com/office/drawing/2014/main" id="{1E65F067-C259-4474-BDBF-1AE947447303}"/>
                </a:ext>
              </a:extLst>
            </p:cNvPr>
            <p:cNvSpPr/>
            <p:nvPr/>
          </p:nvSpPr>
          <p:spPr>
            <a:xfrm>
              <a:off x="3040325" y="2141450"/>
              <a:ext cx="100200" cy="267150"/>
            </a:xfrm>
            <a:custGeom>
              <a:avLst/>
              <a:gdLst/>
              <a:ahLst/>
              <a:cxnLst/>
              <a:rect l="l" t="t" r="r" b="b"/>
              <a:pathLst>
                <a:path w="4008" h="10686" extrusionOk="0">
                  <a:moveTo>
                    <a:pt x="2601" y="0"/>
                  </a:moveTo>
                  <a:cubicBezTo>
                    <a:pt x="1170" y="96"/>
                    <a:pt x="502" y="454"/>
                    <a:pt x="263" y="931"/>
                  </a:cubicBezTo>
                  <a:cubicBezTo>
                    <a:pt x="1" y="1408"/>
                    <a:pt x="72" y="2218"/>
                    <a:pt x="72" y="2767"/>
                  </a:cubicBezTo>
                  <a:cubicBezTo>
                    <a:pt x="72" y="5343"/>
                    <a:pt x="502" y="7943"/>
                    <a:pt x="907" y="10518"/>
                  </a:cubicBezTo>
                  <a:cubicBezTo>
                    <a:pt x="907" y="10542"/>
                    <a:pt x="931" y="10590"/>
                    <a:pt x="931" y="10638"/>
                  </a:cubicBezTo>
                  <a:cubicBezTo>
                    <a:pt x="1003" y="10685"/>
                    <a:pt x="1098" y="10685"/>
                    <a:pt x="1170" y="10685"/>
                  </a:cubicBezTo>
                  <a:cubicBezTo>
                    <a:pt x="1527" y="10638"/>
                    <a:pt x="1885" y="10590"/>
                    <a:pt x="2243" y="10542"/>
                  </a:cubicBezTo>
                  <a:cubicBezTo>
                    <a:pt x="2314" y="10542"/>
                    <a:pt x="2362" y="10495"/>
                    <a:pt x="2434" y="10471"/>
                  </a:cubicBezTo>
                  <a:cubicBezTo>
                    <a:pt x="2481" y="10423"/>
                    <a:pt x="2481" y="10351"/>
                    <a:pt x="2481" y="10280"/>
                  </a:cubicBezTo>
                  <a:cubicBezTo>
                    <a:pt x="2553" y="8300"/>
                    <a:pt x="2720" y="7179"/>
                    <a:pt x="2696" y="4842"/>
                  </a:cubicBezTo>
                  <a:cubicBezTo>
                    <a:pt x="2696" y="3673"/>
                    <a:pt x="2267" y="2290"/>
                    <a:pt x="3173" y="2218"/>
                  </a:cubicBezTo>
                  <a:cubicBezTo>
                    <a:pt x="4008" y="2171"/>
                    <a:pt x="2720" y="764"/>
                    <a:pt x="2147" y="334"/>
                  </a:cubicBezTo>
                  <a:lnTo>
                    <a:pt x="2601" y="0"/>
                  </a:ln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158;p74">
              <a:extLst>
                <a:ext uri="{FF2B5EF4-FFF2-40B4-BE49-F238E27FC236}">
                  <a16:creationId xmlns:a16="http://schemas.microsoft.com/office/drawing/2014/main" id="{E6B7BA3F-598D-4285-B7A6-8EEFD2F6BD83}"/>
                </a:ext>
              </a:extLst>
            </p:cNvPr>
            <p:cNvSpPr/>
            <p:nvPr/>
          </p:nvSpPr>
          <p:spPr>
            <a:xfrm>
              <a:off x="3099375" y="2020400"/>
              <a:ext cx="172325" cy="103775"/>
            </a:xfrm>
            <a:custGeom>
              <a:avLst/>
              <a:gdLst/>
              <a:ahLst/>
              <a:cxnLst/>
              <a:rect l="l" t="t" r="r" b="b"/>
              <a:pathLst>
                <a:path w="6893" h="4151" extrusionOk="0">
                  <a:moveTo>
                    <a:pt x="930" y="1"/>
                  </a:moveTo>
                  <a:cubicBezTo>
                    <a:pt x="429" y="1"/>
                    <a:pt x="0" y="406"/>
                    <a:pt x="0" y="931"/>
                  </a:cubicBezTo>
                  <a:lnTo>
                    <a:pt x="0" y="3221"/>
                  </a:lnTo>
                  <a:cubicBezTo>
                    <a:pt x="0" y="3721"/>
                    <a:pt x="429" y="4151"/>
                    <a:pt x="930" y="4151"/>
                  </a:cubicBezTo>
                  <a:lnTo>
                    <a:pt x="5963" y="4151"/>
                  </a:lnTo>
                  <a:cubicBezTo>
                    <a:pt x="6487" y="4151"/>
                    <a:pt x="6893" y="3721"/>
                    <a:pt x="6893" y="3221"/>
                  </a:cubicBezTo>
                  <a:lnTo>
                    <a:pt x="6893" y="931"/>
                  </a:lnTo>
                  <a:cubicBezTo>
                    <a:pt x="6893" y="406"/>
                    <a:pt x="6487" y="1"/>
                    <a:pt x="5963" y="1"/>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4159;p74">
              <a:extLst>
                <a:ext uri="{FF2B5EF4-FFF2-40B4-BE49-F238E27FC236}">
                  <a16:creationId xmlns:a16="http://schemas.microsoft.com/office/drawing/2014/main" id="{8C7003EF-AE76-434E-875D-270CF1AD16C8}"/>
                </a:ext>
              </a:extLst>
            </p:cNvPr>
            <p:cNvSpPr/>
            <p:nvPr/>
          </p:nvSpPr>
          <p:spPr>
            <a:xfrm>
              <a:off x="3171500" y="2062150"/>
              <a:ext cx="18525" cy="17900"/>
            </a:xfrm>
            <a:custGeom>
              <a:avLst/>
              <a:gdLst/>
              <a:ahLst/>
              <a:cxnLst/>
              <a:rect l="l" t="t" r="r" b="b"/>
              <a:pathLst>
                <a:path w="741" h="716" extrusionOk="0">
                  <a:moveTo>
                    <a:pt x="383" y="0"/>
                  </a:moveTo>
                  <a:cubicBezTo>
                    <a:pt x="168" y="0"/>
                    <a:pt x="1" y="143"/>
                    <a:pt x="1" y="358"/>
                  </a:cubicBezTo>
                  <a:cubicBezTo>
                    <a:pt x="1" y="549"/>
                    <a:pt x="168" y="716"/>
                    <a:pt x="383" y="716"/>
                  </a:cubicBezTo>
                  <a:cubicBezTo>
                    <a:pt x="573" y="716"/>
                    <a:pt x="740" y="549"/>
                    <a:pt x="740" y="358"/>
                  </a:cubicBezTo>
                  <a:cubicBezTo>
                    <a:pt x="740" y="143"/>
                    <a:pt x="573" y="0"/>
                    <a:pt x="383"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4160;p74">
              <a:extLst>
                <a:ext uri="{FF2B5EF4-FFF2-40B4-BE49-F238E27FC236}">
                  <a16:creationId xmlns:a16="http://schemas.microsoft.com/office/drawing/2014/main" id="{87746A4D-E001-418B-92A8-52960C2C4045}"/>
                </a:ext>
              </a:extLst>
            </p:cNvPr>
            <p:cNvSpPr/>
            <p:nvPr/>
          </p:nvSpPr>
          <p:spPr>
            <a:xfrm>
              <a:off x="3166750" y="1812300"/>
              <a:ext cx="65600" cy="101700"/>
            </a:xfrm>
            <a:custGeom>
              <a:avLst/>
              <a:gdLst/>
              <a:ahLst/>
              <a:cxnLst/>
              <a:rect l="l" t="t" r="r" b="b"/>
              <a:pathLst>
                <a:path w="2624" h="4068" extrusionOk="0">
                  <a:moveTo>
                    <a:pt x="334" y="1"/>
                  </a:moveTo>
                  <a:cubicBezTo>
                    <a:pt x="215" y="192"/>
                    <a:pt x="119" y="430"/>
                    <a:pt x="72" y="621"/>
                  </a:cubicBezTo>
                  <a:cubicBezTo>
                    <a:pt x="48" y="860"/>
                    <a:pt x="72" y="1098"/>
                    <a:pt x="48" y="1313"/>
                  </a:cubicBezTo>
                  <a:cubicBezTo>
                    <a:pt x="48" y="1504"/>
                    <a:pt x="48" y="1742"/>
                    <a:pt x="24" y="1909"/>
                  </a:cubicBezTo>
                  <a:cubicBezTo>
                    <a:pt x="0" y="2458"/>
                    <a:pt x="167" y="2887"/>
                    <a:pt x="382" y="3412"/>
                  </a:cubicBezTo>
                  <a:cubicBezTo>
                    <a:pt x="477" y="3579"/>
                    <a:pt x="549" y="3793"/>
                    <a:pt x="668" y="3936"/>
                  </a:cubicBezTo>
                  <a:cubicBezTo>
                    <a:pt x="786" y="4038"/>
                    <a:pt x="917" y="4067"/>
                    <a:pt x="1060" y="4067"/>
                  </a:cubicBezTo>
                  <a:cubicBezTo>
                    <a:pt x="1118" y="4067"/>
                    <a:pt x="1178" y="4062"/>
                    <a:pt x="1240" y="4056"/>
                  </a:cubicBezTo>
                  <a:cubicBezTo>
                    <a:pt x="1336" y="4032"/>
                    <a:pt x="1670" y="3841"/>
                    <a:pt x="1741" y="3793"/>
                  </a:cubicBezTo>
                  <a:cubicBezTo>
                    <a:pt x="2337" y="3316"/>
                    <a:pt x="2528" y="2768"/>
                    <a:pt x="2600" y="2004"/>
                  </a:cubicBezTo>
                  <a:cubicBezTo>
                    <a:pt x="2624" y="1766"/>
                    <a:pt x="2600" y="1527"/>
                    <a:pt x="2600" y="1313"/>
                  </a:cubicBezTo>
                  <a:cubicBezTo>
                    <a:pt x="2600" y="1074"/>
                    <a:pt x="2552" y="836"/>
                    <a:pt x="2504" y="621"/>
                  </a:cubicBezTo>
                  <a:cubicBezTo>
                    <a:pt x="2433" y="406"/>
                    <a:pt x="2290" y="216"/>
                    <a:pt x="2075" y="96"/>
                  </a:cubicBezTo>
                  <a:lnTo>
                    <a:pt x="334"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161;p74">
              <a:extLst>
                <a:ext uri="{FF2B5EF4-FFF2-40B4-BE49-F238E27FC236}">
                  <a16:creationId xmlns:a16="http://schemas.microsoft.com/office/drawing/2014/main" id="{AF3B1141-558E-437D-B09F-F276670523ED}"/>
                </a:ext>
              </a:extLst>
            </p:cNvPr>
            <p:cNvSpPr/>
            <p:nvPr/>
          </p:nvSpPr>
          <p:spPr>
            <a:xfrm>
              <a:off x="3154225" y="1792900"/>
              <a:ext cx="93625" cy="100525"/>
            </a:xfrm>
            <a:custGeom>
              <a:avLst/>
              <a:gdLst/>
              <a:ahLst/>
              <a:cxnLst/>
              <a:rect l="l" t="t" r="r" b="b"/>
              <a:pathLst>
                <a:path w="3745" h="4021" extrusionOk="0">
                  <a:moveTo>
                    <a:pt x="1748" y="1"/>
                  </a:moveTo>
                  <a:cubicBezTo>
                    <a:pt x="1465" y="1"/>
                    <a:pt x="1189" y="94"/>
                    <a:pt x="978" y="252"/>
                  </a:cubicBezTo>
                  <a:cubicBezTo>
                    <a:pt x="668" y="443"/>
                    <a:pt x="430" y="753"/>
                    <a:pt x="239" y="1039"/>
                  </a:cubicBezTo>
                  <a:cubicBezTo>
                    <a:pt x="96" y="1230"/>
                    <a:pt x="0" y="1445"/>
                    <a:pt x="48" y="1636"/>
                  </a:cubicBezTo>
                  <a:cubicBezTo>
                    <a:pt x="72" y="1850"/>
                    <a:pt x="286" y="1993"/>
                    <a:pt x="501" y="2089"/>
                  </a:cubicBezTo>
                  <a:cubicBezTo>
                    <a:pt x="737" y="2206"/>
                    <a:pt x="1004" y="2292"/>
                    <a:pt x="1265" y="2292"/>
                  </a:cubicBezTo>
                  <a:cubicBezTo>
                    <a:pt x="1321" y="2292"/>
                    <a:pt x="1376" y="2288"/>
                    <a:pt x="1431" y="2280"/>
                  </a:cubicBezTo>
                  <a:cubicBezTo>
                    <a:pt x="1691" y="2200"/>
                    <a:pt x="1951" y="2019"/>
                    <a:pt x="2211" y="2019"/>
                  </a:cubicBezTo>
                  <a:cubicBezTo>
                    <a:pt x="2261" y="2019"/>
                    <a:pt x="2311" y="2026"/>
                    <a:pt x="2361" y="2041"/>
                  </a:cubicBezTo>
                  <a:cubicBezTo>
                    <a:pt x="2552" y="2089"/>
                    <a:pt x="2672" y="2232"/>
                    <a:pt x="2767" y="2399"/>
                  </a:cubicBezTo>
                  <a:cubicBezTo>
                    <a:pt x="2862" y="2542"/>
                    <a:pt x="2886" y="2709"/>
                    <a:pt x="2910" y="2900"/>
                  </a:cubicBezTo>
                  <a:cubicBezTo>
                    <a:pt x="2910" y="2947"/>
                    <a:pt x="2910" y="3019"/>
                    <a:pt x="2958" y="3043"/>
                  </a:cubicBezTo>
                  <a:cubicBezTo>
                    <a:pt x="2978" y="3058"/>
                    <a:pt x="2999" y="3064"/>
                    <a:pt x="3020" y="3064"/>
                  </a:cubicBezTo>
                  <a:cubicBezTo>
                    <a:pt x="3100" y="3064"/>
                    <a:pt x="3182" y="2970"/>
                    <a:pt x="3220" y="2876"/>
                  </a:cubicBezTo>
                  <a:lnTo>
                    <a:pt x="3220" y="2876"/>
                  </a:lnTo>
                  <a:lnTo>
                    <a:pt x="2862" y="4021"/>
                  </a:lnTo>
                  <a:cubicBezTo>
                    <a:pt x="3149" y="3949"/>
                    <a:pt x="3339" y="3639"/>
                    <a:pt x="3459" y="3353"/>
                  </a:cubicBezTo>
                  <a:cubicBezTo>
                    <a:pt x="3626" y="2947"/>
                    <a:pt x="3697" y="2518"/>
                    <a:pt x="3721" y="2065"/>
                  </a:cubicBezTo>
                  <a:cubicBezTo>
                    <a:pt x="3745" y="1755"/>
                    <a:pt x="3745" y="1445"/>
                    <a:pt x="3697" y="1135"/>
                  </a:cubicBezTo>
                  <a:cubicBezTo>
                    <a:pt x="3602" y="849"/>
                    <a:pt x="3411" y="538"/>
                    <a:pt x="3149" y="419"/>
                  </a:cubicBezTo>
                  <a:cubicBezTo>
                    <a:pt x="3029" y="372"/>
                    <a:pt x="2886" y="324"/>
                    <a:pt x="2767" y="300"/>
                  </a:cubicBezTo>
                  <a:cubicBezTo>
                    <a:pt x="2528" y="252"/>
                    <a:pt x="2290" y="85"/>
                    <a:pt x="2051" y="38"/>
                  </a:cubicBezTo>
                  <a:cubicBezTo>
                    <a:pt x="1951" y="13"/>
                    <a:pt x="1849" y="1"/>
                    <a:pt x="1748"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4162;p74">
              <a:extLst>
                <a:ext uri="{FF2B5EF4-FFF2-40B4-BE49-F238E27FC236}">
                  <a16:creationId xmlns:a16="http://schemas.microsoft.com/office/drawing/2014/main" id="{79337E3D-7AE7-49AF-B8BB-8082834E6606}"/>
                </a:ext>
              </a:extLst>
            </p:cNvPr>
            <p:cNvSpPr/>
            <p:nvPr/>
          </p:nvSpPr>
          <p:spPr>
            <a:xfrm>
              <a:off x="3227550" y="1862400"/>
              <a:ext cx="11375" cy="19850"/>
            </a:xfrm>
            <a:custGeom>
              <a:avLst/>
              <a:gdLst/>
              <a:ahLst/>
              <a:cxnLst/>
              <a:rect l="l" t="t" r="r" b="b"/>
              <a:pathLst>
                <a:path w="455" h="794" extrusionOk="0">
                  <a:moveTo>
                    <a:pt x="335" y="0"/>
                  </a:moveTo>
                  <a:cubicBezTo>
                    <a:pt x="311" y="0"/>
                    <a:pt x="311" y="0"/>
                    <a:pt x="287" y="24"/>
                  </a:cubicBezTo>
                  <a:cubicBezTo>
                    <a:pt x="216" y="96"/>
                    <a:pt x="168" y="167"/>
                    <a:pt x="120" y="263"/>
                  </a:cubicBezTo>
                  <a:lnTo>
                    <a:pt x="1" y="764"/>
                  </a:lnTo>
                  <a:cubicBezTo>
                    <a:pt x="23" y="785"/>
                    <a:pt x="49" y="794"/>
                    <a:pt x="76" y="794"/>
                  </a:cubicBezTo>
                  <a:cubicBezTo>
                    <a:pt x="138" y="794"/>
                    <a:pt x="206" y="749"/>
                    <a:pt x="239" y="716"/>
                  </a:cubicBezTo>
                  <a:cubicBezTo>
                    <a:pt x="311" y="644"/>
                    <a:pt x="335" y="573"/>
                    <a:pt x="359" y="477"/>
                  </a:cubicBezTo>
                  <a:cubicBezTo>
                    <a:pt x="382" y="358"/>
                    <a:pt x="454" y="215"/>
                    <a:pt x="382" y="48"/>
                  </a:cubicBezTo>
                  <a:cubicBezTo>
                    <a:pt x="359" y="24"/>
                    <a:pt x="359" y="0"/>
                    <a:pt x="335"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4163;p74">
              <a:extLst>
                <a:ext uri="{FF2B5EF4-FFF2-40B4-BE49-F238E27FC236}">
                  <a16:creationId xmlns:a16="http://schemas.microsoft.com/office/drawing/2014/main" id="{095C9A19-62EE-4B58-B375-54997C2AC9D5}"/>
                </a:ext>
              </a:extLst>
            </p:cNvPr>
            <p:cNvSpPr/>
            <p:nvPr/>
          </p:nvSpPr>
          <p:spPr>
            <a:xfrm>
              <a:off x="3173875" y="2028900"/>
              <a:ext cx="159850" cy="95275"/>
            </a:xfrm>
            <a:custGeom>
              <a:avLst/>
              <a:gdLst/>
              <a:ahLst/>
              <a:cxnLst/>
              <a:rect l="l" t="t" r="r" b="b"/>
              <a:pathLst>
                <a:path w="6394" h="3811" extrusionOk="0">
                  <a:moveTo>
                    <a:pt x="1962" y="3598"/>
                  </a:moveTo>
                  <a:cubicBezTo>
                    <a:pt x="1965" y="3598"/>
                    <a:pt x="1968" y="3598"/>
                    <a:pt x="1972" y="3598"/>
                  </a:cubicBezTo>
                  <a:lnTo>
                    <a:pt x="1972" y="3598"/>
                  </a:lnTo>
                  <a:cubicBezTo>
                    <a:pt x="1956" y="3602"/>
                    <a:pt x="1947" y="3603"/>
                    <a:pt x="1942" y="3603"/>
                  </a:cubicBezTo>
                  <a:cubicBezTo>
                    <a:pt x="1933" y="3603"/>
                    <a:pt x="1946" y="3598"/>
                    <a:pt x="1962" y="3598"/>
                  </a:cubicBezTo>
                  <a:close/>
                  <a:moveTo>
                    <a:pt x="2003" y="3616"/>
                  </a:moveTo>
                  <a:cubicBezTo>
                    <a:pt x="2003" y="3617"/>
                    <a:pt x="2004" y="3619"/>
                    <a:pt x="2005" y="3620"/>
                  </a:cubicBezTo>
                  <a:lnTo>
                    <a:pt x="2003" y="3616"/>
                  </a:lnTo>
                  <a:close/>
                  <a:moveTo>
                    <a:pt x="145" y="1"/>
                  </a:moveTo>
                  <a:cubicBezTo>
                    <a:pt x="72" y="1"/>
                    <a:pt x="1" y="81"/>
                    <a:pt x="49" y="162"/>
                  </a:cubicBezTo>
                  <a:lnTo>
                    <a:pt x="1838" y="3739"/>
                  </a:lnTo>
                  <a:cubicBezTo>
                    <a:pt x="1862" y="3763"/>
                    <a:pt x="1886" y="3811"/>
                    <a:pt x="1909" y="3811"/>
                  </a:cubicBezTo>
                  <a:lnTo>
                    <a:pt x="6250" y="3811"/>
                  </a:lnTo>
                  <a:cubicBezTo>
                    <a:pt x="6369" y="3811"/>
                    <a:pt x="6393" y="3596"/>
                    <a:pt x="6250" y="3596"/>
                  </a:cubicBezTo>
                  <a:lnTo>
                    <a:pt x="2625" y="3596"/>
                  </a:lnTo>
                  <a:cubicBezTo>
                    <a:pt x="2514" y="3596"/>
                    <a:pt x="2360" y="3564"/>
                    <a:pt x="2206" y="3564"/>
                  </a:cubicBezTo>
                  <a:cubicBezTo>
                    <a:pt x="2132" y="3564"/>
                    <a:pt x="2059" y="3572"/>
                    <a:pt x="1990" y="3593"/>
                  </a:cubicBezTo>
                  <a:lnTo>
                    <a:pt x="1990" y="3593"/>
                  </a:lnTo>
                  <a:lnTo>
                    <a:pt x="1909" y="3453"/>
                  </a:lnTo>
                  <a:cubicBezTo>
                    <a:pt x="1623" y="2857"/>
                    <a:pt x="1313" y="2213"/>
                    <a:pt x="1027" y="1617"/>
                  </a:cubicBezTo>
                  <a:cubicBezTo>
                    <a:pt x="765" y="1116"/>
                    <a:pt x="526" y="591"/>
                    <a:pt x="240" y="66"/>
                  </a:cubicBezTo>
                  <a:cubicBezTo>
                    <a:pt x="217" y="20"/>
                    <a:pt x="181" y="1"/>
                    <a:pt x="145"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4164;p74">
              <a:extLst>
                <a:ext uri="{FF2B5EF4-FFF2-40B4-BE49-F238E27FC236}">
                  <a16:creationId xmlns:a16="http://schemas.microsoft.com/office/drawing/2014/main" id="{54BC952B-55D1-4C72-8796-4CFFE7A4B9B5}"/>
                </a:ext>
              </a:extLst>
            </p:cNvPr>
            <p:cNvSpPr/>
            <p:nvPr/>
          </p:nvSpPr>
          <p:spPr>
            <a:xfrm>
              <a:off x="3325350" y="2351925"/>
              <a:ext cx="56075" cy="139000"/>
            </a:xfrm>
            <a:custGeom>
              <a:avLst/>
              <a:gdLst/>
              <a:ahLst/>
              <a:cxnLst/>
              <a:rect l="l" t="t" r="r" b="b"/>
              <a:pathLst>
                <a:path w="2243" h="5560" extrusionOk="0">
                  <a:moveTo>
                    <a:pt x="692" y="1"/>
                  </a:moveTo>
                  <a:lnTo>
                    <a:pt x="0" y="978"/>
                  </a:lnTo>
                  <a:cubicBezTo>
                    <a:pt x="215" y="1622"/>
                    <a:pt x="453" y="2243"/>
                    <a:pt x="620" y="2863"/>
                  </a:cubicBezTo>
                  <a:cubicBezTo>
                    <a:pt x="811" y="3483"/>
                    <a:pt x="907" y="4174"/>
                    <a:pt x="740" y="4842"/>
                  </a:cubicBezTo>
                  <a:lnTo>
                    <a:pt x="573" y="5462"/>
                  </a:lnTo>
                  <a:cubicBezTo>
                    <a:pt x="573" y="5532"/>
                    <a:pt x="595" y="5559"/>
                    <a:pt x="630" y="5559"/>
                  </a:cubicBezTo>
                  <a:cubicBezTo>
                    <a:pt x="714" y="5559"/>
                    <a:pt x="870" y="5404"/>
                    <a:pt x="954" y="5319"/>
                  </a:cubicBezTo>
                  <a:cubicBezTo>
                    <a:pt x="1193" y="5033"/>
                    <a:pt x="1384" y="4747"/>
                    <a:pt x="1503" y="4413"/>
                  </a:cubicBezTo>
                  <a:cubicBezTo>
                    <a:pt x="1694" y="3769"/>
                    <a:pt x="1622" y="3006"/>
                    <a:pt x="1932" y="2386"/>
                  </a:cubicBezTo>
                  <a:cubicBezTo>
                    <a:pt x="2028" y="2243"/>
                    <a:pt x="2123" y="2099"/>
                    <a:pt x="2171" y="1932"/>
                  </a:cubicBezTo>
                  <a:cubicBezTo>
                    <a:pt x="2242" y="1789"/>
                    <a:pt x="2218" y="1575"/>
                    <a:pt x="2051" y="1503"/>
                  </a:cubicBezTo>
                  <a:cubicBezTo>
                    <a:pt x="2004" y="1455"/>
                    <a:pt x="1932" y="1432"/>
                    <a:pt x="1884" y="1432"/>
                  </a:cubicBezTo>
                  <a:cubicBezTo>
                    <a:pt x="1264" y="1265"/>
                    <a:pt x="740" y="668"/>
                    <a:pt x="692"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4165;p74">
              <a:extLst>
                <a:ext uri="{FF2B5EF4-FFF2-40B4-BE49-F238E27FC236}">
                  <a16:creationId xmlns:a16="http://schemas.microsoft.com/office/drawing/2014/main" id="{9A4F900F-2C3B-4B04-B49B-84A667322985}"/>
                </a:ext>
              </a:extLst>
            </p:cNvPr>
            <p:cNvSpPr/>
            <p:nvPr/>
          </p:nvSpPr>
          <p:spPr>
            <a:xfrm>
              <a:off x="3252600" y="2174850"/>
              <a:ext cx="99600" cy="214000"/>
            </a:xfrm>
            <a:custGeom>
              <a:avLst/>
              <a:gdLst/>
              <a:ahLst/>
              <a:cxnLst/>
              <a:rect l="l" t="t" r="r" b="b"/>
              <a:pathLst>
                <a:path w="3984" h="8560" extrusionOk="0">
                  <a:moveTo>
                    <a:pt x="239" y="0"/>
                  </a:moveTo>
                  <a:cubicBezTo>
                    <a:pt x="144" y="668"/>
                    <a:pt x="1" y="1550"/>
                    <a:pt x="191" y="2194"/>
                  </a:cubicBezTo>
                  <a:cubicBezTo>
                    <a:pt x="978" y="4389"/>
                    <a:pt x="2028" y="6416"/>
                    <a:pt x="3030" y="8538"/>
                  </a:cubicBezTo>
                  <a:cubicBezTo>
                    <a:pt x="3411" y="8467"/>
                    <a:pt x="3745" y="8205"/>
                    <a:pt x="3984" y="8038"/>
                  </a:cubicBezTo>
                  <a:cubicBezTo>
                    <a:pt x="3530" y="6225"/>
                    <a:pt x="3387" y="4245"/>
                    <a:pt x="2409" y="2647"/>
                  </a:cubicBezTo>
                  <a:cubicBezTo>
                    <a:pt x="2219" y="2337"/>
                    <a:pt x="2004" y="2051"/>
                    <a:pt x="1909" y="1717"/>
                  </a:cubicBezTo>
                  <a:cubicBezTo>
                    <a:pt x="1813" y="1383"/>
                    <a:pt x="1837" y="978"/>
                    <a:pt x="2099" y="763"/>
                  </a:cubicBezTo>
                  <a:cubicBezTo>
                    <a:pt x="2457" y="453"/>
                    <a:pt x="3101" y="525"/>
                    <a:pt x="3292" y="143"/>
                  </a:cubicBezTo>
                  <a:lnTo>
                    <a:pt x="239" y="0"/>
                  </a:lnTo>
                  <a:close/>
                  <a:moveTo>
                    <a:pt x="3030" y="8538"/>
                  </a:moveTo>
                  <a:cubicBezTo>
                    <a:pt x="3014" y="8538"/>
                    <a:pt x="3019" y="8560"/>
                    <a:pt x="3024" y="8560"/>
                  </a:cubicBezTo>
                  <a:cubicBezTo>
                    <a:pt x="3027" y="8560"/>
                    <a:pt x="3030" y="8554"/>
                    <a:pt x="3030" y="8538"/>
                  </a:cubicBez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4166;p74">
              <a:extLst>
                <a:ext uri="{FF2B5EF4-FFF2-40B4-BE49-F238E27FC236}">
                  <a16:creationId xmlns:a16="http://schemas.microsoft.com/office/drawing/2014/main" id="{9715112F-F0BB-4323-B6A7-50CA8DBBD45A}"/>
                </a:ext>
              </a:extLst>
            </p:cNvPr>
            <p:cNvSpPr/>
            <p:nvPr/>
          </p:nvSpPr>
          <p:spPr>
            <a:xfrm>
              <a:off x="3438625" y="1877300"/>
              <a:ext cx="60250" cy="108025"/>
            </a:xfrm>
            <a:custGeom>
              <a:avLst/>
              <a:gdLst/>
              <a:ahLst/>
              <a:cxnLst/>
              <a:rect l="l" t="t" r="r" b="b"/>
              <a:pathLst>
                <a:path w="2410" h="4321" extrusionOk="0">
                  <a:moveTo>
                    <a:pt x="2004" y="1"/>
                  </a:moveTo>
                  <a:lnTo>
                    <a:pt x="502" y="1360"/>
                  </a:lnTo>
                  <a:cubicBezTo>
                    <a:pt x="740" y="1670"/>
                    <a:pt x="788" y="2076"/>
                    <a:pt x="788" y="2481"/>
                  </a:cubicBezTo>
                  <a:cubicBezTo>
                    <a:pt x="788" y="2600"/>
                    <a:pt x="788" y="2672"/>
                    <a:pt x="740" y="2791"/>
                  </a:cubicBezTo>
                  <a:cubicBezTo>
                    <a:pt x="716" y="2887"/>
                    <a:pt x="693" y="2982"/>
                    <a:pt x="621" y="3077"/>
                  </a:cubicBezTo>
                  <a:lnTo>
                    <a:pt x="1" y="4318"/>
                  </a:lnTo>
                  <a:cubicBezTo>
                    <a:pt x="20" y="4320"/>
                    <a:pt x="39" y="4321"/>
                    <a:pt x="57" y="4321"/>
                  </a:cubicBezTo>
                  <a:cubicBezTo>
                    <a:pt x="245" y="4321"/>
                    <a:pt x="399" y="4216"/>
                    <a:pt x="573" y="4151"/>
                  </a:cubicBezTo>
                  <a:cubicBezTo>
                    <a:pt x="812" y="3984"/>
                    <a:pt x="1050" y="3841"/>
                    <a:pt x="1289" y="3674"/>
                  </a:cubicBezTo>
                  <a:cubicBezTo>
                    <a:pt x="1670" y="3387"/>
                    <a:pt x="2100" y="3149"/>
                    <a:pt x="2410" y="2815"/>
                  </a:cubicBezTo>
                  <a:cubicBezTo>
                    <a:pt x="2243" y="2672"/>
                    <a:pt x="2100" y="2481"/>
                    <a:pt x="2004" y="2266"/>
                  </a:cubicBezTo>
                  <a:cubicBezTo>
                    <a:pt x="1861" y="1909"/>
                    <a:pt x="1814" y="1503"/>
                    <a:pt x="1861" y="1122"/>
                  </a:cubicBezTo>
                  <a:cubicBezTo>
                    <a:pt x="1885" y="740"/>
                    <a:pt x="1980" y="358"/>
                    <a:pt x="2004" y="1"/>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4167;p74">
              <a:extLst>
                <a:ext uri="{FF2B5EF4-FFF2-40B4-BE49-F238E27FC236}">
                  <a16:creationId xmlns:a16="http://schemas.microsoft.com/office/drawing/2014/main" id="{1BC4E542-B8C6-450F-B7B7-408F7A10D504}"/>
                </a:ext>
              </a:extLst>
            </p:cNvPr>
            <p:cNvSpPr/>
            <p:nvPr/>
          </p:nvSpPr>
          <p:spPr>
            <a:xfrm>
              <a:off x="3220650" y="2373400"/>
              <a:ext cx="74300" cy="130450"/>
            </a:xfrm>
            <a:custGeom>
              <a:avLst/>
              <a:gdLst/>
              <a:ahLst/>
              <a:cxnLst/>
              <a:rect l="l" t="t" r="r" b="b"/>
              <a:pathLst>
                <a:path w="2972" h="5218" extrusionOk="0">
                  <a:moveTo>
                    <a:pt x="2137" y="0"/>
                  </a:moveTo>
                  <a:lnTo>
                    <a:pt x="1112" y="763"/>
                  </a:lnTo>
                  <a:cubicBezTo>
                    <a:pt x="1088" y="1407"/>
                    <a:pt x="1088" y="2051"/>
                    <a:pt x="1040" y="2719"/>
                  </a:cubicBezTo>
                  <a:cubicBezTo>
                    <a:pt x="969" y="3387"/>
                    <a:pt x="778" y="4031"/>
                    <a:pt x="444" y="4603"/>
                  </a:cubicBezTo>
                  <a:cubicBezTo>
                    <a:pt x="301" y="4770"/>
                    <a:pt x="158" y="4937"/>
                    <a:pt x="38" y="5104"/>
                  </a:cubicBezTo>
                  <a:cubicBezTo>
                    <a:pt x="1" y="5188"/>
                    <a:pt x="33" y="5218"/>
                    <a:pt x="96" y="5218"/>
                  </a:cubicBezTo>
                  <a:cubicBezTo>
                    <a:pt x="194" y="5218"/>
                    <a:pt x="366" y="5148"/>
                    <a:pt x="468" y="5104"/>
                  </a:cubicBezTo>
                  <a:cubicBezTo>
                    <a:pt x="778" y="4961"/>
                    <a:pt x="1064" y="4723"/>
                    <a:pt x="1302" y="4460"/>
                  </a:cubicBezTo>
                  <a:cubicBezTo>
                    <a:pt x="1708" y="3912"/>
                    <a:pt x="1899" y="3172"/>
                    <a:pt x="2423" y="2719"/>
                  </a:cubicBezTo>
                  <a:cubicBezTo>
                    <a:pt x="2543" y="2600"/>
                    <a:pt x="2710" y="2505"/>
                    <a:pt x="2829" y="2361"/>
                  </a:cubicBezTo>
                  <a:cubicBezTo>
                    <a:pt x="2900" y="2218"/>
                    <a:pt x="2972" y="2028"/>
                    <a:pt x="2877" y="1884"/>
                  </a:cubicBezTo>
                  <a:cubicBezTo>
                    <a:pt x="2853" y="1837"/>
                    <a:pt x="2781" y="1789"/>
                    <a:pt x="2733" y="1765"/>
                  </a:cubicBezTo>
                  <a:cubicBezTo>
                    <a:pt x="2185" y="1384"/>
                    <a:pt x="1946" y="644"/>
                    <a:pt x="2137"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4168;p74">
              <a:extLst>
                <a:ext uri="{FF2B5EF4-FFF2-40B4-BE49-F238E27FC236}">
                  <a16:creationId xmlns:a16="http://schemas.microsoft.com/office/drawing/2014/main" id="{CC28AE36-FC5A-4DDA-B712-FEA58260EE6A}"/>
                </a:ext>
              </a:extLst>
            </p:cNvPr>
            <p:cNvSpPr/>
            <p:nvPr/>
          </p:nvSpPr>
          <p:spPr>
            <a:xfrm>
              <a:off x="3234725" y="2102100"/>
              <a:ext cx="308275" cy="308875"/>
            </a:xfrm>
            <a:custGeom>
              <a:avLst/>
              <a:gdLst/>
              <a:ahLst/>
              <a:cxnLst/>
              <a:rect l="l" t="t" r="r" b="b"/>
              <a:pathLst>
                <a:path w="12331" h="12355" extrusionOk="0">
                  <a:moveTo>
                    <a:pt x="9970" y="0"/>
                  </a:moveTo>
                  <a:cubicBezTo>
                    <a:pt x="9683" y="620"/>
                    <a:pt x="8944" y="859"/>
                    <a:pt x="8252" y="978"/>
                  </a:cubicBezTo>
                  <a:cubicBezTo>
                    <a:pt x="6273" y="1288"/>
                    <a:pt x="4484" y="1431"/>
                    <a:pt x="1598" y="1908"/>
                  </a:cubicBezTo>
                  <a:cubicBezTo>
                    <a:pt x="1383" y="1980"/>
                    <a:pt x="883" y="2099"/>
                    <a:pt x="668" y="2171"/>
                  </a:cubicBezTo>
                  <a:cubicBezTo>
                    <a:pt x="382" y="2338"/>
                    <a:pt x="167" y="2648"/>
                    <a:pt x="72" y="2982"/>
                  </a:cubicBezTo>
                  <a:cubicBezTo>
                    <a:pt x="0" y="3315"/>
                    <a:pt x="24" y="3673"/>
                    <a:pt x="24" y="4031"/>
                  </a:cubicBezTo>
                  <a:cubicBezTo>
                    <a:pt x="119" y="6798"/>
                    <a:pt x="286" y="9564"/>
                    <a:pt x="525" y="12355"/>
                  </a:cubicBezTo>
                  <a:cubicBezTo>
                    <a:pt x="763" y="12283"/>
                    <a:pt x="978" y="12188"/>
                    <a:pt x="1216" y="12140"/>
                  </a:cubicBezTo>
                  <a:cubicBezTo>
                    <a:pt x="1312" y="12116"/>
                    <a:pt x="1383" y="12069"/>
                    <a:pt x="1455" y="12021"/>
                  </a:cubicBezTo>
                  <a:cubicBezTo>
                    <a:pt x="1550" y="11925"/>
                    <a:pt x="1503" y="11782"/>
                    <a:pt x="1503" y="11639"/>
                  </a:cubicBezTo>
                  <a:cubicBezTo>
                    <a:pt x="1431" y="10518"/>
                    <a:pt x="1693" y="9421"/>
                    <a:pt x="1908" y="8324"/>
                  </a:cubicBezTo>
                  <a:cubicBezTo>
                    <a:pt x="2075" y="7251"/>
                    <a:pt x="2194" y="6082"/>
                    <a:pt x="1789" y="5033"/>
                  </a:cubicBezTo>
                  <a:cubicBezTo>
                    <a:pt x="1717" y="4890"/>
                    <a:pt x="1622" y="4723"/>
                    <a:pt x="1693" y="4532"/>
                  </a:cubicBezTo>
                  <a:cubicBezTo>
                    <a:pt x="1789" y="4246"/>
                    <a:pt x="2170" y="4174"/>
                    <a:pt x="2504" y="4174"/>
                  </a:cubicBezTo>
                  <a:cubicBezTo>
                    <a:pt x="4226" y="4192"/>
                    <a:pt x="5960" y="4328"/>
                    <a:pt x="7688" y="4328"/>
                  </a:cubicBezTo>
                  <a:cubicBezTo>
                    <a:pt x="8283" y="4328"/>
                    <a:pt x="8876" y="4312"/>
                    <a:pt x="9469" y="4270"/>
                  </a:cubicBezTo>
                  <a:cubicBezTo>
                    <a:pt x="10423" y="4198"/>
                    <a:pt x="11496" y="3959"/>
                    <a:pt x="11997" y="3172"/>
                  </a:cubicBezTo>
                  <a:cubicBezTo>
                    <a:pt x="12283" y="2719"/>
                    <a:pt x="12331" y="2218"/>
                    <a:pt x="12307" y="1694"/>
                  </a:cubicBezTo>
                  <a:cubicBezTo>
                    <a:pt x="12283" y="1193"/>
                    <a:pt x="12116" y="716"/>
                    <a:pt x="11973" y="239"/>
                  </a:cubicBezTo>
                  <a:lnTo>
                    <a:pt x="9970" y="0"/>
                  </a:lnTo>
                  <a:close/>
                </a:path>
              </a:pathLst>
            </a:custGeom>
            <a:solidFill>
              <a:srgbClr val="FF7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4169;p74">
              <a:extLst>
                <a:ext uri="{FF2B5EF4-FFF2-40B4-BE49-F238E27FC236}">
                  <a16:creationId xmlns:a16="http://schemas.microsoft.com/office/drawing/2014/main" id="{2C884C46-22B3-4DC8-B0D9-AAA42B856D8F}"/>
                </a:ext>
              </a:extLst>
            </p:cNvPr>
            <p:cNvSpPr/>
            <p:nvPr/>
          </p:nvSpPr>
          <p:spPr>
            <a:xfrm>
              <a:off x="3264525" y="2098525"/>
              <a:ext cx="162200" cy="30425"/>
            </a:xfrm>
            <a:custGeom>
              <a:avLst/>
              <a:gdLst/>
              <a:ahLst/>
              <a:cxnLst/>
              <a:rect l="l" t="t" r="r" b="b"/>
              <a:pathLst>
                <a:path w="6488" h="1217" extrusionOk="0">
                  <a:moveTo>
                    <a:pt x="2696" y="0"/>
                  </a:moveTo>
                  <a:cubicBezTo>
                    <a:pt x="2505" y="0"/>
                    <a:pt x="2171" y="0"/>
                    <a:pt x="1956" y="24"/>
                  </a:cubicBezTo>
                  <a:cubicBezTo>
                    <a:pt x="1408" y="72"/>
                    <a:pt x="978" y="239"/>
                    <a:pt x="430" y="382"/>
                  </a:cubicBezTo>
                  <a:cubicBezTo>
                    <a:pt x="311" y="429"/>
                    <a:pt x="191" y="501"/>
                    <a:pt x="144" y="596"/>
                  </a:cubicBezTo>
                  <a:cubicBezTo>
                    <a:pt x="72" y="692"/>
                    <a:pt x="72" y="835"/>
                    <a:pt x="1" y="906"/>
                  </a:cubicBezTo>
                  <a:cubicBezTo>
                    <a:pt x="13" y="912"/>
                    <a:pt x="26" y="915"/>
                    <a:pt x="40" y="915"/>
                  </a:cubicBezTo>
                  <a:cubicBezTo>
                    <a:pt x="81" y="915"/>
                    <a:pt x="126" y="889"/>
                    <a:pt x="144" y="835"/>
                  </a:cubicBezTo>
                  <a:cubicBezTo>
                    <a:pt x="168" y="787"/>
                    <a:pt x="191" y="716"/>
                    <a:pt x="263" y="692"/>
                  </a:cubicBezTo>
                  <a:cubicBezTo>
                    <a:pt x="311" y="668"/>
                    <a:pt x="549" y="573"/>
                    <a:pt x="597" y="573"/>
                  </a:cubicBezTo>
                  <a:cubicBezTo>
                    <a:pt x="728" y="561"/>
                    <a:pt x="811" y="561"/>
                    <a:pt x="898" y="561"/>
                  </a:cubicBezTo>
                  <a:cubicBezTo>
                    <a:pt x="984" y="561"/>
                    <a:pt x="1074" y="561"/>
                    <a:pt x="1217" y="549"/>
                  </a:cubicBezTo>
                  <a:cubicBezTo>
                    <a:pt x="1281" y="549"/>
                    <a:pt x="1334" y="528"/>
                    <a:pt x="1383" y="528"/>
                  </a:cubicBezTo>
                  <a:cubicBezTo>
                    <a:pt x="1408" y="528"/>
                    <a:pt x="1432" y="533"/>
                    <a:pt x="1455" y="549"/>
                  </a:cubicBezTo>
                  <a:cubicBezTo>
                    <a:pt x="1629" y="568"/>
                    <a:pt x="1740" y="603"/>
                    <a:pt x="1903" y="603"/>
                  </a:cubicBezTo>
                  <a:cubicBezTo>
                    <a:pt x="1941" y="603"/>
                    <a:pt x="1982" y="601"/>
                    <a:pt x="2028" y="596"/>
                  </a:cubicBezTo>
                  <a:cubicBezTo>
                    <a:pt x="2076" y="596"/>
                    <a:pt x="2195" y="549"/>
                    <a:pt x="2266" y="501"/>
                  </a:cubicBezTo>
                  <a:cubicBezTo>
                    <a:pt x="2326" y="457"/>
                    <a:pt x="2389" y="440"/>
                    <a:pt x="2456" y="440"/>
                  </a:cubicBezTo>
                  <a:cubicBezTo>
                    <a:pt x="2605" y="440"/>
                    <a:pt x="2770" y="523"/>
                    <a:pt x="2934" y="573"/>
                  </a:cubicBezTo>
                  <a:cubicBezTo>
                    <a:pt x="3149" y="620"/>
                    <a:pt x="3363" y="692"/>
                    <a:pt x="3578" y="716"/>
                  </a:cubicBezTo>
                  <a:cubicBezTo>
                    <a:pt x="3960" y="811"/>
                    <a:pt x="4341" y="859"/>
                    <a:pt x="4723" y="954"/>
                  </a:cubicBezTo>
                  <a:cubicBezTo>
                    <a:pt x="5319" y="1073"/>
                    <a:pt x="5892" y="1193"/>
                    <a:pt x="6488" y="1217"/>
                  </a:cubicBezTo>
                  <a:lnTo>
                    <a:pt x="6226" y="215"/>
                  </a:lnTo>
                  <a:cubicBezTo>
                    <a:pt x="5796" y="191"/>
                    <a:pt x="5319" y="96"/>
                    <a:pt x="4914" y="72"/>
                  </a:cubicBezTo>
                  <a:cubicBezTo>
                    <a:pt x="4127" y="0"/>
                    <a:pt x="3459" y="24"/>
                    <a:pt x="2696" y="0"/>
                  </a:cubicBez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170;p74">
              <a:extLst>
                <a:ext uri="{FF2B5EF4-FFF2-40B4-BE49-F238E27FC236}">
                  <a16:creationId xmlns:a16="http://schemas.microsoft.com/office/drawing/2014/main" id="{91349504-022F-4A4B-BA35-5DAF1834E4BD}"/>
                </a:ext>
              </a:extLst>
            </p:cNvPr>
            <p:cNvSpPr/>
            <p:nvPr/>
          </p:nvSpPr>
          <p:spPr>
            <a:xfrm>
              <a:off x="3423725" y="1939900"/>
              <a:ext cx="107950" cy="198375"/>
            </a:xfrm>
            <a:custGeom>
              <a:avLst/>
              <a:gdLst/>
              <a:ahLst/>
              <a:cxnLst/>
              <a:rect l="l" t="t" r="r" b="b"/>
              <a:pathLst>
                <a:path w="4318" h="7935" extrusionOk="0">
                  <a:moveTo>
                    <a:pt x="2863" y="1"/>
                  </a:moveTo>
                  <a:cubicBezTo>
                    <a:pt x="2481" y="645"/>
                    <a:pt x="1813" y="1122"/>
                    <a:pt x="1074" y="1289"/>
                  </a:cubicBezTo>
                  <a:cubicBezTo>
                    <a:pt x="978" y="1313"/>
                    <a:pt x="907" y="1313"/>
                    <a:pt x="835" y="1360"/>
                  </a:cubicBezTo>
                  <a:cubicBezTo>
                    <a:pt x="788" y="1408"/>
                    <a:pt x="740" y="1480"/>
                    <a:pt x="716" y="1551"/>
                  </a:cubicBezTo>
                  <a:cubicBezTo>
                    <a:pt x="597" y="1790"/>
                    <a:pt x="478" y="2052"/>
                    <a:pt x="358" y="2291"/>
                  </a:cubicBezTo>
                  <a:cubicBezTo>
                    <a:pt x="239" y="2553"/>
                    <a:pt x="96" y="2839"/>
                    <a:pt x="72" y="3125"/>
                  </a:cubicBezTo>
                  <a:cubicBezTo>
                    <a:pt x="1" y="3674"/>
                    <a:pt x="311" y="4175"/>
                    <a:pt x="478" y="4699"/>
                  </a:cubicBezTo>
                  <a:cubicBezTo>
                    <a:pt x="740" y="5487"/>
                    <a:pt x="812" y="6345"/>
                    <a:pt x="573" y="7156"/>
                  </a:cubicBezTo>
                  <a:cubicBezTo>
                    <a:pt x="549" y="7204"/>
                    <a:pt x="549" y="7275"/>
                    <a:pt x="573" y="7323"/>
                  </a:cubicBezTo>
                  <a:cubicBezTo>
                    <a:pt x="597" y="7371"/>
                    <a:pt x="597" y="7371"/>
                    <a:pt x="621" y="7371"/>
                  </a:cubicBezTo>
                  <a:cubicBezTo>
                    <a:pt x="1122" y="7609"/>
                    <a:pt x="1670" y="7681"/>
                    <a:pt x="2219" y="7800"/>
                  </a:cubicBezTo>
                  <a:cubicBezTo>
                    <a:pt x="2535" y="7875"/>
                    <a:pt x="2881" y="7934"/>
                    <a:pt x="3233" y="7934"/>
                  </a:cubicBezTo>
                  <a:cubicBezTo>
                    <a:pt x="3332" y="7934"/>
                    <a:pt x="3431" y="7930"/>
                    <a:pt x="3530" y="7919"/>
                  </a:cubicBezTo>
                  <a:cubicBezTo>
                    <a:pt x="3793" y="7895"/>
                    <a:pt x="4055" y="7848"/>
                    <a:pt x="4318" y="7728"/>
                  </a:cubicBezTo>
                  <a:cubicBezTo>
                    <a:pt x="4294" y="7538"/>
                    <a:pt x="4174" y="7418"/>
                    <a:pt x="4055" y="7275"/>
                  </a:cubicBezTo>
                  <a:cubicBezTo>
                    <a:pt x="3459" y="6441"/>
                    <a:pt x="3411" y="5296"/>
                    <a:pt x="3721" y="4318"/>
                  </a:cubicBezTo>
                  <a:cubicBezTo>
                    <a:pt x="3841" y="3960"/>
                    <a:pt x="4031" y="3602"/>
                    <a:pt x="4079" y="3221"/>
                  </a:cubicBezTo>
                  <a:cubicBezTo>
                    <a:pt x="4174" y="2625"/>
                    <a:pt x="4055" y="2028"/>
                    <a:pt x="3793" y="1480"/>
                  </a:cubicBezTo>
                  <a:cubicBezTo>
                    <a:pt x="3578" y="955"/>
                    <a:pt x="3220" y="478"/>
                    <a:pt x="2863"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4171;p74">
              <a:extLst>
                <a:ext uri="{FF2B5EF4-FFF2-40B4-BE49-F238E27FC236}">
                  <a16:creationId xmlns:a16="http://schemas.microsoft.com/office/drawing/2014/main" id="{32764440-CD02-4D14-B23E-44391E4E0F58}"/>
                </a:ext>
              </a:extLst>
            </p:cNvPr>
            <p:cNvSpPr/>
            <p:nvPr/>
          </p:nvSpPr>
          <p:spPr>
            <a:xfrm>
              <a:off x="3410600" y="2097150"/>
              <a:ext cx="18525" cy="34175"/>
            </a:xfrm>
            <a:custGeom>
              <a:avLst/>
              <a:gdLst/>
              <a:ahLst/>
              <a:cxnLst/>
              <a:rect l="l" t="t" r="r" b="b"/>
              <a:pathLst>
                <a:path w="741" h="1367" extrusionOk="0">
                  <a:moveTo>
                    <a:pt x="208" y="1"/>
                  </a:moveTo>
                  <a:cubicBezTo>
                    <a:pt x="187" y="1"/>
                    <a:pt x="166" y="3"/>
                    <a:pt x="144" y="7"/>
                  </a:cubicBezTo>
                  <a:lnTo>
                    <a:pt x="120" y="7"/>
                  </a:lnTo>
                  <a:cubicBezTo>
                    <a:pt x="72" y="7"/>
                    <a:pt x="72" y="31"/>
                    <a:pt x="72" y="55"/>
                  </a:cubicBezTo>
                  <a:cubicBezTo>
                    <a:pt x="72" y="484"/>
                    <a:pt x="49" y="866"/>
                    <a:pt x="1" y="1248"/>
                  </a:cubicBezTo>
                  <a:lnTo>
                    <a:pt x="1" y="1272"/>
                  </a:lnTo>
                  <a:cubicBezTo>
                    <a:pt x="1" y="1319"/>
                    <a:pt x="25" y="1319"/>
                    <a:pt x="25" y="1319"/>
                  </a:cubicBezTo>
                  <a:cubicBezTo>
                    <a:pt x="239" y="1343"/>
                    <a:pt x="430" y="1367"/>
                    <a:pt x="645" y="1367"/>
                  </a:cubicBezTo>
                  <a:lnTo>
                    <a:pt x="740" y="127"/>
                  </a:lnTo>
                  <a:lnTo>
                    <a:pt x="740" y="127"/>
                  </a:lnTo>
                  <a:cubicBezTo>
                    <a:pt x="719" y="132"/>
                    <a:pt x="697" y="134"/>
                    <a:pt x="677" y="134"/>
                  </a:cubicBezTo>
                  <a:cubicBezTo>
                    <a:pt x="512" y="134"/>
                    <a:pt x="372" y="1"/>
                    <a:pt x="208"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4172;p74">
              <a:extLst>
                <a:ext uri="{FF2B5EF4-FFF2-40B4-BE49-F238E27FC236}">
                  <a16:creationId xmlns:a16="http://schemas.microsoft.com/office/drawing/2014/main" id="{5D77DBAF-D62C-42FE-9160-C6C5476FCFCB}"/>
                </a:ext>
              </a:extLst>
            </p:cNvPr>
            <p:cNvSpPr/>
            <p:nvPr/>
          </p:nvSpPr>
          <p:spPr>
            <a:xfrm>
              <a:off x="3414200" y="2100900"/>
              <a:ext cx="5975" cy="4250"/>
            </a:xfrm>
            <a:custGeom>
              <a:avLst/>
              <a:gdLst/>
              <a:ahLst/>
              <a:cxnLst/>
              <a:rect l="l" t="t" r="r" b="b"/>
              <a:pathLst>
                <a:path w="239" h="170" extrusionOk="0">
                  <a:moveTo>
                    <a:pt x="119" y="1"/>
                  </a:moveTo>
                  <a:cubicBezTo>
                    <a:pt x="48" y="1"/>
                    <a:pt x="0" y="120"/>
                    <a:pt x="48" y="144"/>
                  </a:cubicBezTo>
                  <a:cubicBezTo>
                    <a:pt x="66" y="162"/>
                    <a:pt x="95" y="170"/>
                    <a:pt x="124" y="170"/>
                  </a:cubicBezTo>
                  <a:cubicBezTo>
                    <a:pt x="173" y="170"/>
                    <a:pt x="224" y="149"/>
                    <a:pt x="239" y="120"/>
                  </a:cubicBezTo>
                  <a:cubicBezTo>
                    <a:pt x="239" y="48"/>
                    <a:pt x="167" y="1"/>
                    <a:pt x="119"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4173;p74">
              <a:extLst>
                <a:ext uri="{FF2B5EF4-FFF2-40B4-BE49-F238E27FC236}">
                  <a16:creationId xmlns:a16="http://schemas.microsoft.com/office/drawing/2014/main" id="{CF6F6B61-F288-4EC5-9B6C-C0EC102FF545}"/>
                </a:ext>
              </a:extLst>
            </p:cNvPr>
            <p:cNvSpPr/>
            <p:nvPr/>
          </p:nvSpPr>
          <p:spPr>
            <a:xfrm>
              <a:off x="3421350" y="1957800"/>
              <a:ext cx="121050" cy="205150"/>
            </a:xfrm>
            <a:custGeom>
              <a:avLst/>
              <a:gdLst/>
              <a:ahLst/>
              <a:cxnLst/>
              <a:rect l="l" t="t" r="r" b="b"/>
              <a:pathLst>
                <a:path w="4842" h="8206" extrusionOk="0">
                  <a:moveTo>
                    <a:pt x="2743" y="0"/>
                  </a:moveTo>
                  <a:cubicBezTo>
                    <a:pt x="2385" y="144"/>
                    <a:pt x="2123" y="454"/>
                    <a:pt x="1980" y="788"/>
                  </a:cubicBezTo>
                  <a:cubicBezTo>
                    <a:pt x="1837" y="1145"/>
                    <a:pt x="1789" y="1551"/>
                    <a:pt x="1789" y="1932"/>
                  </a:cubicBezTo>
                  <a:cubicBezTo>
                    <a:pt x="1789" y="2409"/>
                    <a:pt x="1837" y="2910"/>
                    <a:pt x="1789" y="3387"/>
                  </a:cubicBezTo>
                  <a:cubicBezTo>
                    <a:pt x="1789" y="3745"/>
                    <a:pt x="1741" y="4103"/>
                    <a:pt x="1598" y="4437"/>
                  </a:cubicBezTo>
                  <a:cubicBezTo>
                    <a:pt x="1407" y="4866"/>
                    <a:pt x="1050" y="5176"/>
                    <a:pt x="644" y="5343"/>
                  </a:cubicBezTo>
                  <a:cubicBezTo>
                    <a:pt x="525" y="5367"/>
                    <a:pt x="430" y="5391"/>
                    <a:pt x="334" y="5486"/>
                  </a:cubicBezTo>
                  <a:cubicBezTo>
                    <a:pt x="119" y="5653"/>
                    <a:pt x="191" y="5963"/>
                    <a:pt x="191" y="6225"/>
                  </a:cubicBezTo>
                  <a:cubicBezTo>
                    <a:pt x="191" y="6464"/>
                    <a:pt x="167" y="6702"/>
                    <a:pt x="72" y="6941"/>
                  </a:cubicBezTo>
                  <a:cubicBezTo>
                    <a:pt x="48" y="7012"/>
                    <a:pt x="0" y="7084"/>
                    <a:pt x="48" y="7156"/>
                  </a:cubicBezTo>
                  <a:cubicBezTo>
                    <a:pt x="48" y="7203"/>
                    <a:pt x="96" y="7251"/>
                    <a:pt x="119" y="7275"/>
                  </a:cubicBezTo>
                  <a:cubicBezTo>
                    <a:pt x="716" y="7871"/>
                    <a:pt x="1550" y="8205"/>
                    <a:pt x="2385" y="8205"/>
                  </a:cubicBezTo>
                  <a:cubicBezTo>
                    <a:pt x="2862" y="8205"/>
                    <a:pt x="3339" y="8086"/>
                    <a:pt x="3769" y="7800"/>
                  </a:cubicBezTo>
                  <a:cubicBezTo>
                    <a:pt x="4246" y="7466"/>
                    <a:pt x="4532" y="6941"/>
                    <a:pt x="4699" y="6416"/>
                  </a:cubicBezTo>
                  <a:cubicBezTo>
                    <a:pt x="4842" y="5844"/>
                    <a:pt x="4842" y="5271"/>
                    <a:pt x="4842" y="4699"/>
                  </a:cubicBezTo>
                  <a:cubicBezTo>
                    <a:pt x="4818" y="3697"/>
                    <a:pt x="4651" y="2719"/>
                    <a:pt x="4413" y="1765"/>
                  </a:cubicBezTo>
                  <a:cubicBezTo>
                    <a:pt x="4341" y="1408"/>
                    <a:pt x="4246" y="1074"/>
                    <a:pt x="4031" y="764"/>
                  </a:cubicBezTo>
                  <a:cubicBezTo>
                    <a:pt x="3816" y="477"/>
                    <a:pt x="3530" y="239"/>
                    <a:pt x="3196" y="72"/>
                  </a:cubicBezTo>
                  <a:cubicBezTo>
                    <a:pt x="3108" y="43"/>
                    <a:pt x="3001" y="22"/>
                    <a:pt x="2899" y="22"/>
                  </a:cubicBezTo>
                  <a:cubicBezTo>
                    <a:pt x="2835" y="22"/>
                    <a:pt x="2774" y="30"/>
                    <a:pt x="2719" y="48"/>
                  </a:cubicBezTo>
                  <a:lnTo>
                    <a:pt x="2743" y="0"/>
                  </a:ln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4174;p74">
              <a:extLst>
                <a:ext uri="{FF2B5EF4-FFF2-40B4-BE49-F238E27FC236}">
                  <a16:creationId xmlns:a16="http://schemas.microsoft.com/office/drawing/2014/main" id="{48309671-2099-40AB-B873-535D45484645}"/>
                </a:ext>
              </a:extLst>
            </p:cNvPr>
            <p:cNvSpPr/>
            <p:nvPr/>
          </p:nvSpPr>
          <p:spPr>
            <a:xfrm>
              <a:off x="3417775" y="1836750"/>
              <a:ext cx="73950" cy="86650"/>
            </a:xfrm>
            <a:custGeom>
              <a:avLst/>
              <a:gdLst/>
              <a:ahLst/>
              <a:cxnLst/>
              <a:rect l="l" t="t" r="r" b="b"/>
              <a:pathLst>
                <a:path w="2958" h="3466" extrusionOk="0">
                  <a:moveTo>
                    <a:pt x="1073" y="1"/>
                  </a:moveTo>
                  <a:cubicBezTo>
                    <a:pt x="859" y="168"/>
                    <a:pt x="668" y="311"/>
                    <a:pt x="501" y="526"/>
                  </a:cubicBezTo>
                  <a:cubicBezTo>
                    <a:pt x="358" y="716"/>
                    <a:pt x="262" y="955"/>
                    <a:pt x="310" y="1241"/>
                  </a:cubicBezTo>
                  <a:cubicBezTo>
                    <a:pt x="334" y="1360"/>
                    <a:pt x="358" y="1432"/>
                    <a:pt x="358" y="1551"/>
                  </a:cubicBezTo>
                  <a:cubicBezTo>
                    <a:pt x="358" y="1742"/>
                    <a:pt x="215" y="1885"/>
                    <a:pt x="96" y="2004"/>
                  </a:cubicBezTo>
                  <a:cubicBezTo>
                    <a:pt x="24" y="2052"/>
                    <a:pt x="0" y="2124"/>
                    <a:pt x="24" y="2195"/>
                  </a:cubicBezTo>
                  <a:cubicBezTo>
                    <a:pt x="72" y="2219"/>
                    <a:pt x="143" y="2243"/>
                    <a:pt x="191" y="2267"/>
                  </a:cubicBezTo>
                  <a:cubicBezTo>
                    <a:pt x="215" y="2314"/>
                    <a:pt x="239" y="2362"/>
                    <a:pt x="239" y="2386"/>
                  </a:cubicBezTo>
                  <a:cubicBezTo>
                    <a:pt x="310" y="2672"/>
                    <a:pt x="334" y="2958"/>
                    <a:pt x="382" y="3221"/>
                  </a:cubicBezTo>
                  <a:cubicBezTo>
                    <a:pt x="382" y="3292"/>
                    <a:pt x="429" y="3340"/>
                    <a:pt x="453" y="3388"/>
                  </a:cubicBezTo>
                  <a:cubicBezTo>
                    <a:pt x="501" y="3447"/>
                    <a:pt x="573" y="3465"/>
                    <a:pt x="653" y="3465"/>
                  </a:cubicBezTo>
                  <a:cubicBezTo>
                    <a:pt x="734" y="3465"/>
                    <a:pt x="823" y="3447"/>
                    <a:pt x="906" y="3435"/>
                  </a:cubicBezTo>
                  <a:cubicBezTo>
                    <a:pt x="1073" y="3388"/>
                    <a:pt x="1240" y="3316"/>
                    <a:pt x="1455" y="3268"/>
                  </a:cubicBezTo>
                  <a:cubicBezTo>
                    <a:pt x="1741" y="3173"/>
                    <a:pt x="1956" y="3078"/>
                    <a:pt x="2218" y="2958"/>
                  </a:cubicBezTo>
                  <a:cubicBezTo>
                    <a:pt x="2457" y="2839"/>
                    <a:pt x="2648" y="2624"/>
                    <a:pt x="2767" y="2386"/>
                  </a:cubicBezTo>
                  <a:cubicBezTo>
                    <a:pt x="2838" y="2267"/>
                    <a:pt x="2862" y="2147"/>
                    <a:pt x="2862" y="2076"/>
                  </a:cubicBezTo>
                  <a:cubicBezTo>
                    <a:pt x="2934" y="1718"/>
                    <a:pt x="2958" y="1360"/>
                    <a:pt x="2862" y="1026"/>
                  </a:cubicBezTo>
                  <a:cubicBezTo>
                    <a:pt x="2767" y="692"/>
                    <a:pt x="2528" y="359"/>
                    <a:pt x="2218" y="287"/>
                  </a:cubicBezTo>
                  <a:lnTo>
                    <a:pt x="1073" y="1"/>
                  </a:lnTo>
                  <a:close/>
                </a:path>
              </a:pathLst>
            </a:custGeom>
            <a:solidFill>
              <a:srgbClr val="FFD1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4175;p74">
              <a:extLst>
                <a:ext uri="{FF2B5EF4-FFF2-40B4-BE49-F238E27FC236}">
                  <a16:creationId xmlns:a16="http://schemas.microsoft.com/office/drawing/2014/main" id="{DAE68BF2-DEFC-4500-9F72-50699E182F31}"/>
                </a:ext>
              </a:extLst>
            </p:cNvPr>
            <p:cNvSpPr/>
            <p:nvPr/>
          </p:nvSpPr>
          <p:spPr>
            <a:xfrm>
              <a:off x="3464275" y="1870150"/>
              <a:ext cx="22075" cy="89475"/>
            </a:xfrm>
            <a:custGeom>
              <a:avLst/>
              <a:gdLst/>
              <a:ahLst/>
              <a:cxnLst/>
              <a:rect l="l" t="t" r="r" b="b"/>
              <a:pathLst>
                <a:path w="883" h="3579" extrusionOk="0">
                  <a:moveTo>
                    <a:pt x="144" y="0"/>
                  </a:moveTo>
                  <a:lnTo>
                    <a:pt x="0" y="215"/>
                  </a:lnTo>
                  <a:cubicBezTo>
                    <a:pt x="144" y="263"/>
                    <a:pt x="263" y="382"/>
                    <a:pt x="310" y="525"/>
                  </a:cubicBezTo>
                  <a:cubicBezTo>
                    <a:pt x="382" y="668"/>
                    <a:pt x="382" y="811"/>
                    <a:pt x="382" y="978"/>
                  </a:cubicBezTo>
                  <a:cubicBezTo>
                    <a:pt x="382" y="1288"/>
                    <a:pt x="287" y="1598"/>
                    <a:pt x="239" y="1885"/>
                  </a:cubicBezTo>
                  <a:cubicBezTo>
                    <a:pt x="167" y="2195"/>
                    <a:pt x="144" y="2505"/>
                    <a:pt x="191" y="2815"/>
                  </a:cubicBezTo>
                  <a:cubicBezTo>
                    <a:pt x="263" y="3101"/>
                    <a:pt x="430" y="3411"/>
                    <a:pt x="692" y="3578"/>
                  </a:cubicBezTo>
                  <a:cubicBezTo>
                    <a:pt x="525" y="3387"/>
                    <a:pt x="430" y="3149"/>
                    <a:pt x="406" y="2863"/>
                  </a:cubicBezTo>
                  <a:cubicBezTo>
                    <a:pt x="382" y="2600"/>
                    <a:pt x="430" y="2338"/>
                    <a:pt x="525" y="2099"/>
                  </a:cubicBezTo>
                  <a:cubicBezTo>
                    <a:pt x="549" y="1980"/>
                    <a:pt x="621" y="1885"/>
                    <a:pt x="644" y="1765"/>
                  </a:cubicBezTo>
                  <a:cubicBezTo>
                    <a:pt x="788" y="1384"/>
                    <a:pt x="883" y="978"/>
                    <a:pt x="764" y="549"/>
                  </a:cubicBezTo>
                  <a:cubicBezTo>
                    <a:pt x="740" y="430"/>
                    <a:pt x="716" y="334"/>
                    <a:pt x="621" y="263"/>
                  </a:cubicBezTo>
                  <a:cubicBezTo>
                    <a:pt x="501" y="96"/>
                    <a:pt x="310" y="48"/>
                    <a:pt x="144" y="0"/>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4176;p74">
              <a:extLst>
                <a:ext uri="{FF2B5EF4-FFF2-40B4-BE49-F238E27FC236}">
                  <a16:creationId xmlns:a16="http://schemas.microsoft.com/office/drawing/2014/main" id="{6E83E4C0-47CB-4EF2-903F-4D95C2AD64B3}"/>
                </a:ext>
              </a:extLst>
            </p:cNvPr>
            <p:cNvSpPr/>
            <p:nvPr/>
          </p:nvSpPr>
          <p:spPr>
            <a:xfrm>
              <a:off x="3434450" y="1818425"/>
              <a:ext cx="183675" cy="210450"/>
            </a:xfrm>
            <a:custGeom>
              <a:avLst/>
              <a:gdLst/>
              <a:ahLst/>
              <a:cxnLst/>
              <a:rect l="l" t="t" r="r" b="b"/>
              <a:pathLst>
                <a:path w="7347" h="8418" extrusionOk="0">
                  <a:moveTo>
                    <a:pt x="1919" y="1"/>
                  </a:moveTo>
                  <a:cubicBezTo>
                    <a:pt x="1639" y="1"/>
                    <a:pt x="1357" y="48"/>
                    <a:pt x="1098" y="138"/>
                  </a:cubicBezTo>
                  <a:cubicBezTo>
                    <a:pt x="597" y="257"/>
                    <a:pt x="120" y="591"/>
                    <a:pt x="1" y="1139"/>
                  </a:cubicBezTo>
                  <a:cubicBezTo>
                    <a:pt x="72" y="1688"/>
                    <a:pt x="430" y="2213"/>
                    <a:pt x="955" y="2451"/>
                  </a:cubicBezTo>
                  <a:cubicBezTo>
                    <a:pt x="989" y="2468"/>
                    <a:pt x="1034" y="2485"/>
                    <a:pt x="1075" y="2485"/>
                  </a:cubicBezTo>
                  <a:cubicBezTo>
                    <a:pt x="1092" y="2485"/>
                    <a:pt x="1108" y="2482"/>
                    <a:pt x="1122" y="2475"/>
                  </a:cubicBezTo>
                  <a:cubicBezTo>
                    <a:pt x="1170" y="2475"/>
                    <a:pt x="1241" y="2451"/>
                    <a:pt x="1265" y="2451"/>
                  </a:cubicBezTo>
                  <a:cubicBezTo>
                    <a:pt x="1290" y="2446"/>
                    <a:pt x="1315" y="2444"/>
                    <a:pt x="1339" y="2444"/>
                  </a:cubicBezTo>
                  <a:cubicBezTo>
                    <a:pt x="1547" y="2444"/>
                    <a:pt x="1723" y="2617"/>
                    <a:pt x="1766" y="2809"/>
                  </a:cubicBezTo>
                  <a:cubicBezTo>
                    <a:pt x="1837" y="3000"/>
                    <a:pt x="1814" y="3238"/>
                    <a:pt x="1814" y="3477"/>
                  </a:cubicBezTo>
                  <a:cubicBezTo>
                    <a:pt x="1766" y="3834"/>
                    <a:pt x="1766" y="4192"/>
                    <a:pt x="1885" y="4550"/>
                  </a:cubicBezTo>
                  <a:cubicBezTo>
                    <a:pt x="2171" y="5218"/>
                    <a:pt x="2887" y="5599"/>
                    <a:pt x="3125" y="6267"/>
                  </a:cubicBezTo>
                  <a:cubicBezTo>
                    <a:pt x="3245" y="6553"/>
                    <a:pt x="3245" y="6863"/>
                    <a:pt x="3364" y="7150"/>
                  </a:cubicBezTo>
                  <a:cubicBezTo>
                    <a:pt x="3555" y="7841"/>
                    <a:pt x="4246" y="8342"/>
                    <a:pt x="4962" y="8414"/>
                  </a:cubicBezTo>
                  <a:cubicBezTo>
                    <a:pt x="5002" y="8416"/>
                    <a:pt x="5042" y="8418"/>
                    <a:pt x="5083" y="8418"/>
                  </a:cubicBezTo>
                  <a:cubicBezTo>
                    <a:pt x="5757" y="8418"/>
                    <a:pt x="6417" y="8046"/>
                    <a:pt x="6822" y="7484"/>
                  </a:cubicBezTo>
                  <a:cubicBezTo>
                    <a:pt x="6965" y="7245"/>
                    <a:pt x="7084" y="7006"/>
                    <a:pt x="7180" y="6744"/>
                  </a:cubicBezTo>
                  <a:cubicBezTo>
                    <a:pt x="7251" y="6458"/>
                    <a:pt x="7347" y="6196"/>
                    <a:pt x="7347" y="5933"/>
                  </a:cubicBezTo>
                  <a:cubicBezTo>
                    <a:pt x="7347" y="5122"/>
                    <a:pt x="6822" y="4383"/>
                    <a:pt x="6107" y="4001"/>
                  </a:cubicBezTo>
                  <a:cubicBezTo>
                    <a:pt x="5534" y="3667"/>
                    <a:pt x="4819" y="3524"/>
                    <a:pt x="4413" y="3047"/>
                  </a:cubicBezTo>
                  <a:cubicBezTo>
                    <a:pt x="3817" y="2356"/>
                    <a:pt x="3936" y="1282"/>
                    <a:pt x="3364" y="591"/>
                  </a:cubicBezTo>
                  <a:cubicBezTo>
                    <a:pt x="3002" y="181"/>
                    <a:pt x="2463" y="1"/>
                    <a:pt x="1919" y="1"/>
                  </a:cubicBezTo>
                  <a:close/>
                </a:path>
              </a:pathLst>
            </a:custGeom>
            <a:solidFill>
              <a:srgbClr val="3434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4177;p74">
              <a:extLst>
                <a:ext uri="{FF2B5EF4-FFF2-40B4-BE49-F238E27FC236}">
                  <a16:creationId xmlns:a16="http://schemas.microsoft.com/office/drawing/2014/main" id="{C3730449-B2CA-4779-8D90-8357AA8B00C6}"/>
                </a:ext>
              </a:extLst>
            </p:cNvPr>
            <p:cNvSpPr/>
            <p:nvPr/>
          </p:nvSpPr>
          <p:spPr>
            <a:xfrm>
              <a:off x="3357550" y="2006025"/>
              <a:ext cx="226000" cy="221125"/>
            </a:xfrm>
            <a:custGeom>
              <a:avLst/>
              <a:gdLst/>
              <a:ahLst/>
              <a:cxnLst/>
              <a:rect l="l" t="t" r="r" b="b"/>
              <a:pathLst>
                <a:path w="9040" h="8845" extrusionOk="0">
                  <a:moveTo>
                    <a:pt x="8407" y="0"/>
                  </a:moveTo>
                  <a:cubicBezTo>
                    <a:pt x="8254" y="0"/>
                    <a:pt x="8109" y="102"/>
                    <a:pt x="8109" y="313"/>
                  </a:cubicBezTo>
                  <a:cubicBezTo>
                    <a:pt x="8085" y="2365"/>
                    <a:pt x="7394" y="4511"/>
                    <a:pt x="6011" y="6085"/>
                  </a:cubicBezTo>
                  <a:cubicBezTo>
                    <a:pt x="4798" y="7476"/>
                    <a:pt x="3105" y="7924"/>
                    <a:pt x="1374" y="7924"/>
                  </a:cubicBezTo>
                  <a:cubicBezTo>
                    <a:pt x="1028" y="7924"/>
                    <a:pt x="680" y="7906"/>
                    <a:pt x="334" y="7874"/>
                  </a:cubicBezTo>
                  <a:cubicBezTo>
                    <a:pt x="318" y="7872"/>
                    <a:pt x="303" y="7871"/>
                    <a:pt x="289" y="7871"/>
                  </a:cubicBezTo>
                  <a:cubicBezTo>
                    <a:pt x="106" y="7871"/>
                    <a:pt x="24" y="8006"/>
                    <a:pt x="24" y="8160"/>
                  </a:cubicBezTo>
                  <a:cubicBezTo>
                    <a:pt x="0" y="8327"/>
                    <a:pt x="48" y="8470"/>
                    <a:pt x="263" y="8518"/>
                  </a:cubicBezTo>
                  <a:cubicBezTo>
                    <a:pt x="1242" y="8680"/>
                    <a:pt x="2331" y="8845"/>
                    <a:pt x="3394" y="8845"/>
                  </a:cubicBezTo>
                  <a:cubicBezTo>
                    <a:pt x="4998" y="8845"/>
                    <a:pt x="6542" y="8469"/>
                    <a:pt x="7561" y="7135"/>
                  </a:cubicBezTo>
                  <a:cubicBezTo>
                    <a:pt x="8944" y="5250"/>
                    <a:pt x="9040" y="2508"/>
                    <a:pt x="8753" y="313"/>
                  </a:cubicBezTo>
                  <a:cubicBezTo>
                    <a:pt x="8729" y="108"/>
                    <a:pt x="8564" y="0"/>
                    <a:pt x="8407"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4178;p74">
              <a:extLst>
                <a:ext uri="{FF2B5EF4-FFF2-40B4-BE49-F238E27FC236}">
                  <a16:creationId xmlns:a16="http://schemas.microsoft.com/office/drawing/2014/main" id="{5E41806A-991A-4271-9D95-DAC8637E883C}"/>
                </a:ext>
              </a:extLst>
            </p:cNvPr>
            <p:cNvSpPr/>
            <p:nvPr/>
          </p:nvSpPr>
          <p:spPr>
            <a:xfrm>
              <a:off x="3348250" y="2214950"/>
              <a:ext cx="88250" cy="259275"/>
            </a:xfrm>
            <a:custGeom>
              <a:avLst/>
              <a:gdLst/>
              <a:ahLst/>
              <a:cxnLst/>
              <a:rect l="l" t="t" r="r" b="b"/>
              <a:pathLst>
                <a:path w="3530" h="10371" extrusionOk="0">
                  <a:moveTo>
                    <a:pt x="3314" y="0"/>
                  </a:moveTo>
                  <a:cubicBezTo>
                    <a:pt x="3259" y="0"/>
                    <a:pt x="3202" y="27"/>
                    <a:pt x="3163" y="89"/>
                  </a:cubicBezTo>
                  <a:cubicBezTo>
                    <a:pt x="1302" y="3118"/>
                    <a:pt x="635" y="6672"/>
                    <a:pt x="14" y="10154"/>
                  </a:cubicBezTo>
                  <a:cubicBezTo>
                    <a:pt x="0" y="10284"/>
                    <a:pt x="99" y="10371"/>
                    <a:pt x="185" y="10371"/>
                  </a:cubicBezTo>
                  <a:cubicBezTo>
                    <a:pt x="241" y="10371"/>
                    <a:pt x="291" y="10334"/>
                    <a:pt x="301" y="10250"/>
                  </a:cubicBezTo>
                  <a:cubicBezTo>
                    <a:pt x="897" y="6791"/>
                    <a:pt x="1565" y="3285"/>
                    <a:pt x="3449" y="256"/>
                  </a:cubicBezTo>
                  <a:cubicBezTo>
                    <a:pt x="3529" y="112"/>
                    <a:pt x="3426" y="0"/>
                    <a:pt x="3314"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4179;p74">
              <a:extLst>
                <a:ext uri="{FF2B5EF4-FFF2-40B4-BE49-F238E27FC236}">
                  <a16:creationId xmlns:a16="http://schemas.microsoft.com/office/drawing/2014/main" id="{320B0ED6-266F-4BA9-9A76-50636FFEEF1A}"/>
                </a:ext>
              </a:extLst>
            </p:cNvPr>
            <p:cNvSpPr/>
            <p:nvPr/>
          </p:nvSpPr>
          <p:spPr>
            <a:xfrm>
              <a:off x="3490300" y="2214950"/>
              <a:ext cx="88250" cy="259275"/>
            </a:xfrm>
            <a:custGeom>
              <a:avLst/>
              <a:gdLst/>
              <a:ahLst/>
              <a:cxnLst/>
              <a:rect l="l" t="t" r="r" b="b"/>
              <a:pathLst>
                <a:path w="3530" h="10371" extrusionOk="0">
                  <a:moveTo>
                    <a:pt x="198" y="0"/>
                  </a:moveTo>
                  <a:cubicBezTo>
                    <a:pt x="92" y="0"/>
                    <a:pt x="0" y="112"/>
                    <a:pt x="80" y="256"/>
                  </a:cubicBezTo>
                  <a:cubicBezTo>
                    <a:pt x="1965" y="3285"/>
                    <a:pt x="2609" y="6791"/>
                    <a:pt x="3205" y="10250"/>
                  </a:cubicBezTo>
                  <a:cubicBezTo>
                    <a:pt x="3214" y="10334"/>
                    <a:pt x="3268" y="10371"/>
                    <a:pt x="3328" y="10371"/>
                  </a:cubicBezTo>
                  <a:cubicBezTo>
                    <a:pt x="3421" y="10371"/>
                    <a:pt x="3529" y="10284"/>
                    <a:pt x="3515" y="10154"/>
                  </a:cubicBezTo>
                  <a:cubicBezTo>
                    <a:pt x="2895" y="6672"/>
                    <a:pt x="2227" y="3118"/>
                    <a:pt x="343" y="89"/>
                  </a:cubicBezTo>
                  <a:cubicBezTo>
                    <a:pt x="304" y="27"/>
                    <a:pt x="249" y="0"/>
                    <a:pt x="198"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4180;p74">
              <a:extLst>
                <a:ext uri="{FF2B5EF4-FFF2-40B4-BE49-F238E27FC236}">
                  <a16:creationId xmlns:a16="http://schemas.microsoft.com/office/drawing/2014/main" id="{4A29F144-C712-45E9-93BE-BFD9B3B7F187}"/>
                </a:ext>
              </a:extLst>
            </p:cNvPr>
            <p:cNvSpPr/>
            <p:nvPr/>
          </p:nvSpPr>
          <p:spPr>
            <a:xfrm>
              <a:off x="3243975" y="2123950"/>
              <a:ext cx="122200" cy="366050"/>
            </a:xfrm>
            <a:custGeom>
              <a:avLst/>
              <a:gdLst/>
              <a:ahLst/>
              <a:cxnLst/>
              <a:rect l="l" t="t" r="r" b="b"/>
              <a:pathLst>
                <a:path w="4888" h="14642" extrusionOk="0">
                  <a:moveTo>
                    <a:pt x="211" y="0"/>
                  </a:moveTo>
                  <a:cubicBezTo>
                    <a:pt x="105" y="0"/>
                    <a:pt x="0" y="82"/>
                    <a:pt x="59" y="200"/>
                  </a:cubicBezTo>
                  <a:cubicBezTo>
                    <a:pt x="1371" y="4373"/>
                    <a:pt x="2683" y="8523"/>
                    <a:pt x="3971" y="12697"/>
                  </a:cubicBezTo>
                  <a:cubicBezTo>
                    <a:pt x="4138" y="13293"/>
                    <a:pt x="4352" y="13914"/>
                    <a:pt x="4543" y="14510"/>
                  </a:cubicBezTo>
                  <a:cubicBezTo>
                    <a:pt x="4562" y="14603"/>
                    <a:pt x="4624" y="14641"/>
                    <a:pt x="4687" y="14641"/>
                  </a:cubicBezTo>
                  <a:cubicBezTo>
                    <a:pt x="4786" y="14641"/>
                    <a:pt x="4888" y="14546"/>
                    <a:pt x="4829" y="14414"/>
                  </a:cubicBezTo>
                  <a:cubicBezTo>
                    <a:pt x="3518" y="10241"/>
                    <a:pt x="2206" y="6114"/>
                    <a:pt x="942" y="1941"/>
                  </a:cubicBezTo>
                  <a:cubicBezTo>
                    <a:pt x="751" y="1344"/>
                    <a:pt x="536" y="700"/>
                    <a:pt x="369" y="104"/>
                  </a:cubicBezTo>
                  <a:cubicBezTo>
                    <a:pt x="342" y="31"/>
                    <a:pt x="276" y="0"/>
                    <a:pt x="211"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4181;p74">
              <a:extLst>
                <a:ext uri="{FF2B5EF4-FFF2-40B4-BE49-F238E27FC236}">
                  <a16:creationId xmlns:a16="http://schemas.microsoft.com/office/drawing/2014/main" id="{9C5CF88C-93D5-49A6-9B1D-60820C3A1FCC}"/>
                </a:ext>
              </a:extLst>
            </p:cNvPr>
            <p:cNvSpPr/>
            <p:nvPr/>
          </p:nvSpPr>
          <p:spPr>
            <a:xfrm>
              <a:off x="2781300" y="2123425"/>
              <a:ext cx="121475" cy="366575"/>
            </a:xfrm>
            <a:custGeom>
              <a:avLst/>
              <a:gdLst/>
              <a:ahLst/>
              <a:cxnLst/>
              <a:rect l="l" t="t" r="r" b="b"/>
              <a:pathLst>
                <a:path w="4859" h="14663" extrusionOk="0">
                  <a:moveTo>
                    <a:pt x="4666" y="0"/>
                  </a:moveTo>
                  <a:cubicBezTo>
                    <a:pt x="4611" y="0"/>
                    <a:pt x="4560" y="36"/>
                    <a:pt x="4542" y="125"/>
                  </a:cubicBezTo>
                  <a:cubicBezTo>
                    <a:pt x="3207" y="4299"/>
                    <a:pt x="1919" y="8449"/>
                    <a:pt x="631" y="12623"/>
                  </a:cubicBezTo>
                  <a:cubicBezTo>
                    <a:pt x="440" y="13219"/>
                    <a:pt x="249" y="13839"/>
                    <a:pt x="58" y="14435"/>
                  </a:cubicBezTo>
                  <a:cubicBezTo>
                    <a:pt x="0" y="14567"/>
                    <a:pt x="102" y="14662"/>
                    <a:pt x="207" y="14662"/>
                  </a:cubicBezTo>
                  <a:cubicBezTo>
                    <a:pt x="273" y="14662"/>
                    <a:pt x="341" y="14624"/>
                    <a:pt x="369" y="14531"/>
                  </a:cubicBezTo>
                  <a:cubicBezTo>
                    <a:pt x="1680" y="10357"/>
                    <a:pt x="2992" y="6231"/>
                    <a:pt x="4256" y="2057"/>
                  </a:cubicBezTo>
                  <a:cubicBezTo>
                    <a:pt x="4447" y="1461"/>
                    <a:pt x="4662" y="817"/>
                    <a:pt x="4829" y="221"/>
                  </a:cubicBezTo>
                  <a:cubicBezTo>
                    <a:pt x="4858" y="101"/>
                    <a:pt x="4757" y="0"/>
                    <a:pt x="4666"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4182;p74">
              <a:extLst>
                <a:ext uri="{FF2B5EF4-FFF2-40B4-BE49-F238E27FC236}">
                  <a16:creationId xmlns:a16="http://schemas.microsoft.com/office/drawing/2014/main" id="{31D43AA8-FA72-4B73-9832-659B29042504}"/>
                </a:ext>
              </a:extLst>
            </p:cNvPr>
            <p:cNvSpPr/>
            <p:nvPr/>
          </p:nvSpPr>
          <p:spPr>
            <a:xfrm>
              <a:off x="2786325" y="2122975"/>
              <a:ext cx="571250" cy="8950"/>
            </a:xfrm>
            <a:custGeom>
              <a:avLst/>
              <a:gdLst/>
              <a:ahLst/>
              <a:cxnLst/>
              <a:rect l="l" t="t" r="r" b="b"/>
              <a:pathLst>
                <a:path w="22850" h="358" extrusionOk="0">
                  <a:moveTo>
                    <a:pt x="191" y="0"/>
                  </a:moveTo>
                  <a:cubicBezTo>
                    <a:pt x="96" y="0"/>
                    <a:pt x="1" y="95"/>
                    <a:pt x="1" y="191"/>
                  </a:cubicBezTo>
                  <a:cubicBezTo>
                    <a:pt x="1" y="286"/>
                    <a:pt x="96" y="358"/>
                    <a:pt x="191" y="358"/>
                  </a:cubicBezTo>
                  <a:lnTo>
                    <a:pt x="22658" y="358"/>
                  </a:lnTo>
                  <a:cubicBezTo>
                    <a:pt x="22754" y="358"/>
                    <a:pt x="22849" y="286"/>
                    <a:pt x="22849" y="191"/>
                  </a:cubicBezTo>
                  <a:cubicBezTo>
                    <a:pt x="22849" y="95"/>
                    <a:pt x="22754" y="0"/>
                    <a:pt x="22658" y="0"/>
                  </a:cubicBezTo>
                  <a:close/>
                </a:path>
              </a:pathLst>
            </a:custGeom>
            <a:solidFill>
              <a:srgbClr val="D0D1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02562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 name="Google Shape;3957;p72">
            <a:extLst>
              <a:ext uri="{FF2B5EF4-FFF2-40B4-BE49-F238E27FC236}">
                <a16:creationId xmlns:a16="http://schemas.microsoft.com/office/drawing/2014/main" id="{BB5C441B-5BDF-489D-BF6F-C0EAEB9682DD}"/>
              </a:ext>
            </a:extLst>
          </p:cNvPr>
          <p:cNvSpPr txBox="1">
            <a:spLocks noGrp="1"/>
          </p:cNvSpPr>
          <p:nvPr>
            <p:ph type="title"/>
          </p:nvPr>
        </p:nvSpPr>
        <p:spPr>
          <a:xfrm>
            <a:off x="589606" y="324504"/>
            <a:ext cx="10412400" cy="685200"/>
          </a:xfrm>
          <a:prstGeom prst="rect">
            <a:avLst/>
          </a:prstGeom>
        </p:spPr>
        <p:txBody>
          <a:bodyPr spcFirstLastPara="1" wrap="square" lIns="121900" tIns="121900" rIns="121900" bIns="121900" anchor="t" anchorCtr="0">
            <a:noAutofit/>
          </a:bodyPr>
          <a:lstStyle/>
          <a:p>
            <a:r>
              <a:rPr lang="ro-RO" dirty="0"/>
              <a:t>Agregarea partajată</a:t>
            </a:r>
            <a:endParaRPr dirty="0"/>
          </a:p>
        </p:txBody>
      </p:sp>
      <p:sp>
        <p:nvSpPr>
          <p:cNvPr id="37" name="Google Shape;3643;p60">
            <a:extLst>
              <a:ext uri="{FF2B5EF4-FFF2-40B4-BE49-F238E27FC236}">
                <a16:creationId xmlns:a16="http://schemas.microsoft.com/office/drawing/2014/main" id="{E3CC8164-A31A-4441-8525-08325776337D}"/>
              </a:ext>
            </a:extLst>
          </p:cNvPr>
          <p:cNvSpPr txBox="1">
            <a:spLocks/>
          </p:cNvSpPr>
          <p:nvPr/>
        </p:nvSpPr>
        <p:spPr>
          <a:xfrm>
            <a:off x="589606" y="1139295"/>
            <a:ext cx="9915108" cy="32486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42900" indent="-342900" algn="just">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Agregarea partajată este o </a:t>
            </a:r>
            <a:r>
              <a:rPr lang="pt-BR" sz="2000" b="1" kern="0" dirty="0">
                <a:solidFill>
                  <a:srgbClr val="000000"/>
                </a:solidFill>
                <a:latin typeface="Calibri" panose="020F0502020204030204" pitchFamily="34" charset="0"/>
                <a:ea typeface="Calibri" panose="020F0502020204030204" pitchFamily="34" charset="0"/>
              </a:rPr>
              <a:t>formă slabă </a:t>
            </a:r>
            <a:r>
              <a:rPr lang="pt-BR" sz="2000" kern="0" dirty="0">
                <a:solidFill>
                  <a:srgbClr val="000000"/>
                </a:solidFill>
                <a:latin typeface="Calibri" panose="020F0502020204030204" pitchFamily="34" charset="0"/>
                <a:ea typeface="Calibri" panose="020F0502020204030204" pitchFamily="34" charset="0"/>
              </a:rPr>
              <a:t>de agregare în care instanţele părţilor sunt independente de întreg, astfel:</a:t>
            </a:r>
          </a:p>
          <a:p>
            <a:pPr marL="800100" lvl="1" indent="-342900" algn="just">
              <a:spcBef>
                <a:spcPts val="600"/>
              </a:spcBef>
              <a:spcAft>
                <a:spcPts val="600"/>
              </a:spcAft>
              <a:buClr>
                <a:schemeClr val="accent5"/>
              </a:buClr>
              <a:buSzPct val="100000"/>
              <a:buFont typeface="Wingdings" panose="05000000000000000000" pitchFamily="2" charset="2"/>
              <a:buChar char="ü"/>
            </a:pPr>
            <a:r>
              <a:rPr lang="pt-BR" sz="2000" kern="0" dirty="0">
                <a:solidFill>
                  <a:srgbClr val="000000"/>
                </a:solidFill>
                <a:latin typeface="Calibri" panose="020F0502020204030204" pitchFamily="34" charset="0"/>
                <a:ea typeface="Calibri" panose="020F0502020204030204" pitchFamily="34" charset="0"/>
              </a:rPr>
              <a:t>Aceleaşi părţi partajate pot fi incluse în </a:t>
            </a:r>
            <a:r>
              <a:rPr lang="pt-BR" sz="2000" b="1" kern="0" dirty="0">
                <a:solidFill>
                  <a:srgbClr val="000000"/>
                </a:solidFill>
                <a:latin typeface="Calibri" panose="020F0502020204030204" pitchFamily="34" charset="0"/>
                <a:ea typeface="Calibri" panose="020F0502020204030204" pitchFamily="34" charset="0"/>
              </a:rPr>
              <a:t>mai multe </a:t>
            </a:r>
            <a:r>
              <a:rPr lang="pt-BR" sz="2000" kern="0" dirty="0">
                <a:solidFill>
                  <a:srgbClr val="000000"/>
                </a:solidFill>
                <a:latin typeface="Calibri" panose="020F0502020204030204" pitchFamily="34" charset="0"/>
                <a:ea typeface="Calibri" panose="020F0502020204030204" pitchFamily="34" charset="0"/>
              </a:rPr>
              <a:t>clase întreg.</a:t>
            </a:r>
          </a:p>
          <a:p>
            <a:pPr marL="800100" lvl="1" indent="-342900" algn="just">
              <a:spcBef>
                <a:spcPts val="600"/>
              </a:spcBef>
              <a:spcAft>
                <a:spcPts val="600"/>
              </a:spcAft>
              <a:buClr>
                <a:schemeClr val="accent5"/>
              </a:buClr>
              <a:buSzPct val="100000"/>
              <a:buFont typeface="Wingdings" panose="05000000000000000000" pitchFamily="2" charset="2"/>
              <a:buChar char="ü"/>
            </a:pPr>
            <a:r>
              <a:rPr lang="pt-BR" sz="2000" kern="0" dirty="0">
                <a:solidFill>
                  <a:srgbClr val="000000"/>
                </a:solidFill>
                <a:latin typeface="Calibri" panose="020F0502020204030204" pitchFamily="34" charset="0"/>
                <a:ea typeface="Calibri" panose="020F0502020204030204" pitchFamily="34" charset="0"/>
              </a:rPr>
              <a:t>Dacă clasa întreg se şterge, clasele parte </a:t>
            </a:r>
            <a:r>
              <a:rPr lang="pt-BR" sz="2000" b="1" kern="0" dirty="0">
                <a:solidFill>
                  <a:srgbClr val="000000"/>
                </a:solidFill>
                <a:latin typeface="Calibri" panose="020F0502020204030204" pitchFamily="34" charset="0"/>
                <a:ea typeface="Calibri" panose="020F0502020204030204" pitchFamily="34" charset="0"/>
              </a:rPr>
              <a:t>vor exista </a:t>
            </a:r>
            <a:r>
              <a:rPr lang="pt-BR" sz="2000" kern="0" dirty="0">
                <a:solidFill>
                  <a:srgbClr val="000000"/>
                </a:solidFill>
                <a:latin typeface="Calibri" panose="020F0502020204030204" pitchFamily="34" charset="0"/>
                <a:ea typeface="Calibri" panose="020F0502020204030204" pitchFamily="34" charset="0"/>
              </a:rPr>
              <a:t>în continuare.</a:t>
            </a:r>
          </a:p>
          <a:p>
            <a:pPr marL="800100" lvl="1" indent="-342900" algn="just">
              <a:spcBef>
                <a:spcPts val="600"/>
              </a:spcBef>
              <a:spcAft>
                <a:spcPts val="600"/>
              </a:spcAft>
              <a:buClr>
                <a:schemeClr val="accent5"/>
              </a:buClr>
              <a:buSzPct val="100000"/>
              <a:buFont typeface="Wingdings" panose="05000000000000000000" pitchFamily="2" charset="2"/>
              <a:buChar char="ü"/>
            </a:pPr>
            <a:r>
              <a:rPr lang="pt-BR" sz="2000" kern="0" dirty="0">
                <a:solidFill>
                  <a:srgbClr val="000000"/>
                </a:solidFill>
                <a:latin typeface="Calibri" panose="020F0502020204030204" pitchFamily="34" charset="0"/>
                <a:ea typeface="Calibri" panose="020F0502020204030204" pitchFamily="34" charset="0"/>
              </a:rPr>
              <a:t>Se reprezintă sub forma unui </a:t>
            </a:r>
            <a:r>
              <a:rPr lang="pt-BR" sz="2000" b="1" kern="0" dirty="0">
                <a:solidFill>
                  <a:srgbClr val="000000"/>
                </a:solidFill>
                <a:latin typeface="Calibri" panose="020F0502020204030204" pitchFamily="34" charset="0"/>
                <a:ea typeface="Calibri" panose="020F0502020204030204" pitchFamily="34" charset="0"/>
              </a:rPr>
              <a:t>romb gol </a:t>
            </a:r>
            <a:r>
              <a:rPr lang="pt-BR" sz="2000" kern="0" dirty="0">
                <a:solidFill>
                  <a:srgbClr val="000000"/>
                </a:solidFill>
                <a:latin typeface="Calibri" panose="020F0502020204030204" pitchFamily="34" charset="0"/>
                <a:ea typeface="Calibri" panose="020F0502020204030204" pitchFamily="34" charset="0"/>
              </a:rPr>
              <a:t>plasat la capătul clasei întreg. </a:t>
            </a:r>
          </a:p>
          <a:p>
            <a:pPr marL="495300" lvl="1" indent="-342900" algn="just">
              <a:spcBef>
                <a:spcPts val="600"/>
              </a:spcBef>
              <a:spcAft>
                <a:spcPts val="600"/>
              </a:spcAft>
              <a:buClr>
                <a:schemeClr val="accent5"/>
              </a:buClr>
              <a:buSzPct val="100000"/>
              <a:buFont typeface="Wingdings" panose="05000000000000000000" pitchFamily="2" charset="2"/>
              <a:buChar char="ü"/>
            </a:pPr>
            <a:endParaRPr lang="en-US" sz="2000" kern="0" dirty="0">
              <a:solidFill>
                <a:srgbClr val="000000"/>
              </a:solidFill>
              <a:latin typeface="Calibri" panose="020F0502020204030204" pitchFamily="34" charset="0"/>
              <a:ea typeface="Calibri" panose="020F0502020204030204" pitchFamily="34" charset="0"/>
            </a:endParaRPr>
          </a:p>
          <a:p>
            <a:pPr marL="342900" indent="-342900" algn="just">
              <a:spcBef>
                <a:spcPts val="600"/>
              </a:spcBef>
              <a:spcAft>
                <a:spcPts val="600"/>
              </a:spcAft>
              <a:buClr>
                <a:schemeClr val="accent5"/>
              </a:buClr>
              <a:buSzPct val="120000"/>
              <a:buFont typeface="Arial" panose="020B0604020202020204" pitchFamily="34" charset="0"/>
              <a:buChar char="•"/>
            </a:pPr>
            <a:endParaRPr lang="en-US" sz="2000" kern="0" dirty="0"/>
          </a:p>
        </p:txBody>
      </p:sp>
      <p:sp>
        <p:nvSpPr>
          <p:cNvPr id="47" name="Rectangle 46">
            <a:extLst>
              <a:ext uri="{FF2B5EF4-FFF2-40B4-BE49-F238E27FC236}">
                <a16:creationId xmlns:a16="http://schemas.microsoft.com/office/drawing/2014/main" id="{DF76E1E3-7188-4103-A248-BF79F842991D}"/>
              </a:ext>
            </a:extLst>
          </p:cNvPr>
          <p:cNvSpPr/>
          <p:nvPr/>
        </p:nvSpPr>
        <p:spPr>
          <a:xfrm>
            <a:off x="6668688" y="5913868"/>
            <a:ext cx="2845424" cy="818195"/>
          </a:xfrm>
          <a:prstGeom prst="rect">
            <a:avLst/>
          </a:prstGeom>
          <a:ln>
            <a:solidFill>
              <a:schemeClr val="tx2">
                <a:lumMod val="75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0"/>
              </a:spcAft>
            </a:pPr>
            <a:r>
              <a:rPr lang="ro-RO" sz="1100" dirty="0">
                <a:effectLst/>
                <a:ea typeface="Calibri" panose="020F0502020204030204" pitchFamily="34" charset="0"/>
                <a:cs typeface="Times New Roman" panose="02020603050405020304" pitchFamily="18" charset="0"/>
              </a:rPr>
              <a:t>Laborator </a:t>
            </a:r>
            <a:r>
              <a:rPr lang="ro-RO" sz="1100" i="1" dirty="0">
                <a:effectLst/>
                <a:ea typeface="Calibri" panose="020F0502020204030204" pitchFamily="34" charset="0"/>
                <a:cs typeface="Times New Roman" panose="02020603050405020304" pitchFamily="18" charset="0"/>
              </a:rPr>
              <a:t>conține</a:t>
            </a:r>
            <a:r>
              <a:rPr lang="en-US" sz="1100" dirty="0">
                <a:effectLst/>
                <a:ea typeface="Calibri" panose="020F0502020204030204" pitchFamily="34" charset="0"/>
                <a:cs typeface="Times New Roman" panose="02020603050405020304" pitchFamily="18" charset="0"/>
              </a:rPr>
              <a:t> </a:t>
            </a:r>
            <a:r>
              <a:rPr lang="ro-RO" sz="1100" dirty="0">
                <a:ea typeface="Calibri" panose="020F0502020204030204" pitchFamily="34" charset="0"/>
                <a:cs typeface="Times New Roman" panose="02020603050405020304" pitchFamily="18" charset="0"/>
              </a:rPr>
              <a:t>C</a:t>
            </a:r>
            <a:r>
              <a:rPr lang="ro-RO" sz="1100" dirty="0">
                <a:effectLst/>
                <a:ea typeface="Calibri" panose="020F0502020204030204" pitchFamily="34" charset="0"/>
                <a:cs typeface="Times New Roman" panose="02020603050405020304" pitchFamily="18" charset="0"/>
              </a:rPr>
              <a:t>alculator</a:t>
            </a:r>
            <a:r>
              <a:rPr lang="en-US" sz="1100" dirty="0">
                <a:effectLst/>
                <a:ea typeface="Calibri" panose="020F0502020204030204" pitchFamily="34" charset="0"/>
                <a:cs typeface="Times New Roman" panose="02020603050405020304" pitchFamily="18" charset="0"/>
              </a:rPr>
              <a:t>.</a:t>
            </a:r>
            <a:endParaRPr lang="ro-RO" sz="1100" dirty="0">
              <a:effectLst/>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ro-RO" sz="1100" dirty="0">
                <a:ea typeface="Calibri" panose="020F0502020204030204" pitchFamily="34" charset="0"/>
                <a:cs typeface="Times New Roman" panose="02020603050405020304" pitchFamily="18" charset="0"/>
              </a:rPr>
              <a:t>Biblioteca </a:t>
            </a:r>
            <a:r>
              <a:rPr lang="ro-RO" sz="1100" i="1" dirty="0">
                <a:ea typeface="Calibri" panose="020F0502020204030204" pitchFamily="34" charset="0"/>
                <a:cs typeface="Times New Roman" panose="02020603050405020304" pitchFamily="18" charset="0"/>
              </a:rPr>
              <a:t>are </a:t>
            </a:r>
            <a:r>
              <a:rPr lang="ro-RO" sz="1100" dirty="0">
                <a:ea typeface="Calibri" panose="020F0502020204030204" pitchFamily="34" charset="0"/>
                <a:cs typeface="Times New Roman" panose="02020603050405020304" pitchFamily="18" charset="0"/>
              </a:rPr>
              <a:t>Exemplar Carte</a:t>
            </a:r>
            <a:endParaRPr lang="en-US" sz="1100" dirty="0">
              <a:effectLst/>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100" dirty="0">
                <a:effectLst/>
                <a:ea typeface="Calibri" panose="020F0502020204030204" pitchFamily="34" charset="0"/>
                <a:cs typeface="Times New Roman" panose="02020603050405020304" pitchFamily="18" charset="0"/>
              </a:rPr>
              <a:t>Este o </a:t>
            </a:r>
            <a:r>
              <a:rPr lang="en-US" sz="1100" dirty="0" err="1">
                <a:effectLst/>
                <a:ea typeface="Calibri" panose="020F0502020204030204" pitchFamily="34" charset="0"/>
                <a:cs typeface="Times New Roman" panose="02020603050405020304" pitchFamily="18" charset="0"/>
              </a:rPr>
              <a:t>relație</a:t>
            </a:r>
            <a:r>
              <a:rPr lang="en-US" sz="1100" dirty="0">
                <a:effectLst/>
                <a:ea typeface="Calibri" panose="020F0502020204030204" pitchFamily="34" charset="0"/>
                <a:cs typeface="Times New Roman" panose="02020603050405020304" pitchFamily="18" charset="0"/>
              </a:rPr>
              <a:t> </a:t>
            </a:r>
            <a:r>
              <a:rPr lang="en-US" sz="1100" dirty="0" err="1">
                <a:effectLst/>
                <a:ea typeface="Calibri" panose="020F0502020204030204" pitchFamily="34" charset="0"/>
                <a:cs typeface="Times New Roman" panose="02020603050405020304" pitchFamily="18" charset="0"/>
              </a:rPr>
              <a:t>mai</a:t>
            </a:r>
            <a:r>
              <a:rPr lang="en-US" sz="1100" dirty="0">
                <a:effectLst/>
                <a:ea typeface="Calibri" panose="020F0502020204030204" pitchFamily="34" charset="0"/>
                <a:cs typeface="Times New Roman" panose="02020603050405020304" pitchFamily="18" charset="0"/>
              </a:rPr>
              <a:t> </a:t>
            </a:r>
            <a:r>
              <a:rPr lang="en-US" sz="1100" dirty="0" err="1">
                <a:effectLst/>
                <a:ea typeface="Calibri" panose="020F0502020204030204" pitchFamily="34" charset="0"/>
                <a:cs typeface="Times New Roman" panose="02020603050405020304" pitchFamily="18" charset="0"/>
              </a:rPr>
              <a:t>st</a:t>
            </a:r>
            <a:r>
              <a:rPr lang="ro-RO" sz="1100" dirty="0" err="1">
                <a:effectLst/>
                <a:ea typeface="Calibri" panose="020F0502020204030204" pitchFamily="34" charset="0"/>
                <a:cs typeface="Times New Roman" panose="02020603050405020304" pitchFamily="18" charset="0"/>
              </a:rPr>
              <a:t>rânsă</a:t>
            </a:r>
            <a:r>
              <a:rPr lang="en-US" sz="1100" dirty="0">
                <a:effectLst/>
                <a:ea typeface="Calibri" panose="020F0502020204030204" pitchFamily="34" charset="0"/>
                <a:cs typeface="Times New Roman" panose="02020603050405020304" pitchFamily="18" charset="0"/>
              </a:rPr>
              <a:t>.  </a:t>
            </a:r>
          </a:p>
        </p:txBody>
      </p:sp>
      <p:pic>
        <p:nvPicPr>
          <p:cNvPr id="7" name="Picture 6">
            <a:extLst>
              <a:ext uri="{FF2B5EF4-FFF2-40B4-BE49-F238E27FC236}">
                <a16:creationId xmlns:a16="http://schemas.microsoft.com/office/drawing/2014/main" id="{7E460A12-C0F3-4D34-9383-1C0D2A4FCF3A}"/>
              </a:ext>
            </a:extLst>
          </p:cNvPr>
          <p:cNvPicPr>
            <a:picLocks noChangeAspect="1"/>
          </p:cNvPicPr>
          <p:nvPr/>
        </p:nvPicPr>
        <p:blipFill>
          <a:blip r:embed="rId3"/>
          <a:stretch>
            <a:fillRect/>
          </a:stretch>
        </p:blipFill>
        <p:spPr>
          <a:xfrm>
            <a:off x="3799945" y="3570517"/>
            <a:ext cx="3991722" cy="21481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59291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 name="Google Shape;3957;p72">
            <a:extLst>
              <a:ext uri="{FF2B5EF4-FFF2-40B4-BE49-F238E27FC236}">
                <a16:creationId xmlns:a16="http://schemas.microsoft.com/office/drawing/2014/main" id="{BB5C441B-5BDF-489D-BF6F-C0EAEB9682DD}"/>
              </a:ext>
            </a:extLst>
          </p:cNvPr>
          <p:cNvSpPr txBox="1">
            <a:spLocks noGrp="1"/>
          </p:cNvSpPr>
          <p:nvPr>
            <p:ph type="title"/>
          </p:nvPr>
        </p:nvSpPr>
        <p:spPr>
          <a:xfrm>
            <a:off x="589606" y="324504"/>
            <a:ext cx="10412400" cy="685200"/>
          </a:xfrm>
          <a:prstGeom prst="rect">
            <a:avLst/>
          </a:prstGeom>
        </p:spPr>
        <p:txBody>
          <a:bodyPr spcFirstLastPara="1" wrap="square" lIns="121900" tIns="121900" rIns="121900" bIns="121900" anchor="t" anchorCtr="0">
            <a:noAutofit/>
          </a:bodyPr>
          <a:lstStyle/>
          <a:p>
            <a:r>
              <a:rPr lang="ro-RO" dirty="0"/>
              <a:t>Agregarea compusă</a:t>
            </a:r>
            <a:endParaRPr dirty="0"/>
          </a:p>
        </p:txBody>
      </p:sp>
      <p:sp>
        <p:nvSpPr>
          <p:cNvPr id="37" name="Google Shape;3643;p60">
            <a:extLst>
              <a:ext uri="{FF2B5EF4-FFF2-40B4-BE49-F238E27FC236}">
                <a16:creationId xmlns:a16="http://schemas.microsoft.com/office/drawing/2014/main" id="{E3CC8164-A31A-4441-8525-08325776337D}"/>
              </a:ext>
            </a:extLst>
          </p:cNvPr>
          <p:cNvSpPr txBox="1">
            <a:spLocks/>
          </p:cNvSpPr>
          <p:nvPr/>
        </p:nvSpPr>
        <p:spPr>
          <a:xfrm>
            <a:off x="589606" y="1142322"/>
            <a:ext cx="9915108" cy="32486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42900" indent="-342900" algn="just">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Agregarea compusă este o formă </a:t>
            </a:r>
            <a:r>
              <a:rPr lang="pt-BR" sz="2000" b="1" kern="0" dirty="0">
                <a:solidFill>
                  <a:srgbClr val="000000"/>
                </a:solidFill>
                <a:latin typeface="Calibri" panose="020F0502020204030204" pitchFamily="34" charset="0"/>
                <a:ea typeface="Calibri" panose="020F0502020204030204" pitchFamily="34" charset="0"/>
              </a:rPr>
              <a:t>puternică</a:t>
            </a:r>
            <a:r>
              <a:rPr lang="pt-BR" sz="2000" kern="0" dirty="0">
                <a:solidFill>
                  <a:srgbClr val="000000"/>
                </a:solidFill>
                <a:latin typeface="Calibri" panose="020F0502020204030204" pitchFamily="34" charset="0"/>
                <a:ea typeface="Calibri" panose="020F0502020204030204" pitchFamily="34" charset="0"/>
              </a:rPr>
              <a:t> de agregare în care instanţele părţilor sunt dependente de întreg, astfel:</a:t>
            </a:r>
          </a:p>
          <a:p>
            <a:pPr marL="800100" lvl="1" indent="-342900" algn="just">
              <a:spcBef>
                <a:spcPts val="600"/>
              </a:spcBef>
              <a:spcAft>
                <a:spcPts val="600"/>
              </a:spcAft>
              <a:buClr>
                <a:schemeClr val="accent5"/>
              </a:buClr>
              <a:buSzPct val="100000"/>
              <a:buFont typeface="Wingdings" panose="05000000000000000000" pitchFamily="2" charset="2"/>
              <a:buChar char="ü"/>
            </a:pPr>
            <a:r>
              <a:rPr lang="pt-BR" sz="2000" kern="0" dirty="0">
                <a:solidFill>
                  <a:srgbClr val="000000"/>
                </a:solidFill>
                <a:latin typeface="Calibri" panose="020F0502020204030204" pitchFamily="34" charset="0"/>
                <a:ea typeface="Calibri" panose="020F0502020204030204" pitchFamily="34" charset="0"/>
              </a:rPr>
              <a:t>Dacă clasa întreg se şterge, </a:t>
            </a:r>
            <a:r>
              <a:rPr lang="pt-BR" sz="2000" kern="0">
                <a:solidFill>
                  <a:srgbClr val="000000"/>
                </a:solidFill>
                <a:latin typeface="Calibri" panose="020F0502020204030204" pitchFamily="34" charset="0"/>
                <a:ea typeface="Calibri" panose="020F0502020204030204" pitchFamily="34" charset="0"/>
              </a:rPr>
              <a:t>clasele parte </a:t>
            </a:r>
            <a:r>
              <a:rPr lang="pt-BR" sz="2000" b="1" kern="0">
                <a:solidFill>
                  <a:srgbClr val="000000"/>
                </a:solidFill>
                <a:latin typeface="Calibri" panose="020F0502020204030204" pitchFamily="34" charset="0"/>
                <a:ea typeface="Calibri" panose="020F0502020204030204" pitchFamily="34" charset="0"/>
              </a:rPr>
              <a:t>vor </a:t>
            </a:r>
            <a:r>
              <a:rPr lang="pt-BR" sz="2000" b="1" kern="0" dirty="0">
                <a:solidFill>
                  <a:srgbClr val="000000"/>
                </a:solidFill>
                <a:latin typeface="Calibri" panose="020F0502020204030204" pitchFamily="34" charset="0"/>
                <a:ea typeface="Calibri" panose="020F0502020204030204" pitchFamily="34" charset="0"/>
              </a:rPr>
              <a:t>fi şterse </a:t>
            </a:r>
            <a:r>
              <a:rPr lang="pt-BR" sz="2000" kern="0" dirty="0">
                <a:solidFill>
                  <a:srgbClr val="000000"/>
                </a:solidFill>
                <a:latin typeface="Calibri" panose="020F0502020204030204" pitchFamily="34" charset="0"/>
                <a:ea typeface="Calibri" panose="020F0502020204030204" pitchFamily="34" charset="0"/>
              </a:rPr>
              <a:t>şi ele.</a:t>
            </a:r>
          </a:p>
          <a:p>
            <a:pPr marL="800100" lvl="1" indent="-342900" algn="just">
              <a:spcBef>
                <a:spcPts val="600"/>
              </a:spcBef>
              <a:spcAft>
                <a:spcPts val="600"/>
              </a:spcAft>
              <a:buClr>
                <a:schemeClr val="accent5"/>
              </a:buClr>
              <a:buSzPct val="100000"/>
              <a:buFont typeface="Wingdings" panose="05000000000000000000" pitchFamily="2" charset="2"/>
              <a:buChar char="ü"/>
            </a:pPr>
            <a:r>
              <a:rPr lang="pt-BR" sz="2000" kern="0" dirty="0">
                <a:solidFill>
                  <a:srgbClr val="000000"/>
                </a:solidFill>
                <a:latin typeface="Calibri" panose="020F0502020204030204" pitchFamily="34" charset="0"/>
                <a:ea typeface="Calibri" panose="020F0502020204030204" pitchFamily="34" charset="0"/>
              </a:rPr>
              <a:t>Se reprezintă sub forma unui </a:t>
            </a:r>
            <a:r>
              <a:rPr lang="pt-BR" sz="2000" b="1" kern="0" dirty="0">
                <a:solidFill>
                  <a:srgbClr val="000000"/>
                </a:solidFill>
                <a:latin typeface="Calibri" panose="020F0502020204030204" pitchFamily="34" charset="0"/>
                <a:ea typeface="Calibri" panose="020F0502020204030204" pitchFamily="34" charset="0"/>
              </a:rPr>
              <a:t>romb plin </a:t>
            </a:r>
            <a:r>
              <a:rPr lang="pt-BR" sz="2000" kern="0" dirty="0">
                <a:solidFill>
                  <a:srgbClr val="000000"/>
                </a:solidFill>
                <a:latin typeface="Calibri" panose="020F0502020204030204" pitchFamily="34" charset="0"/>
                <a:ea typeface="Calibri" panose="020F0502020204030204" pitchFamily="34" charset="0"/>
              </a:rPr>
              <a:t>plasat la capătul clasei întreg. </a:t>
            </a:r>
          </a:p>
          <a:p>
            <a:pPr marL="800100" lvl="1" indent="-342900" algn="just">
              <a:spcBef>
                <a:spcPts val="600"/>
              </a:spcBef>
              <a:spcAft>
                <a:spcPts val="600"/>
              </a:spcAft>
              <a:buClr>
                <a:schemeClr val="accent5"/>
              </a:buClr>
              <a:buSzPct val="100000"/>
              <a:buFont typeface="Wingdings" panose="05000000000000000000" pitchFamily="2" charset="2"/>
              <a:buChar char="ü"/>
            </a:pPr>
            <a:r>
              <a:rPr lang="pt-BR" sz="2000" kern="0" dirty="0">
                <a:solidFill>
                  <a:srgbClr val="000000"/>
                </a:solidFill>
                <a:latin typeface="Calibri" panose="020F0502020204030204" pitchFamily="34" charset="0"/>
                <a:ea typeface="Calibri" panose="020F0502020204030204" pitchFamily="34" charset="0"/>
              </a:rPr>
              <a:t>Atunci când se foloseşte pentru modelarea obiectelor dintr-un anumit domeniu, ştergerea poate fi </a:t>
            </a:r>
            <a:r>
              <a:rPr lang="pt-BR" sz="2000" b="1" kern="0" dirty="0">
                <a:solidFill>
                  <a:srgbClr val="000000"/>
                </a:solidFill>
                <a:latin typeface="Calibri" panose="020F0502020204030204" pitchFamily="34" charset="0"/>
                <a:ea typeface="Calibri" panose="020F0502020204030204" pitchFamily="34" charset="0"/>
              </a:rPr>
              <a:t>interpretată la figurativ</a:t>
            </a:r>
            <a:r>
              <a:rPr lang="pt-BR" sz="2000" kern="0" dirty="0">
                <a:solidFill>
                  <a:srgbClr val="000000"/>
                </a:solidFill>
                <a:latin typeface="Calibri" panose="020F0502020204030204" pitchFamily="34" charset="0"/>
                <a:ea typeface="Calibri" panose="020F0502020204030204" pitchFamily="34" charset="0"/>
              </a:rPr>
              <a:t>, ca “terminare”, şi nu ca o distrugere fizică.</a:t>
            </a:r>
          </a:p>
          <a:p>
            <a:pPr marL="342900" indent="-342900" algn="just">
              <a:spcBef>
                <a:spcPts val="600"/>
              </a:spcBef>
              <a:spcAft>
                <a:spcPts val="600"/>
              </a:spcAft>
              <a:buClr>
                <a:schemeClr val="accent5"/>
              </a:buClr>
              <a:buSzPct val="120000"/>
              <a:buFont typeface="Arial" panose="020B0604020202020204" pitchFamily="34" charset="0"/>
              <a:buChar char="•"/>
            </a:pPr>
            <a:endParaRPr lang="pt-BR" sz="2000" kern="0" dirty="0">
              <a:solidFill>
                <a:srgbClr val="000000"/>
              </a:solidFill>
              <a:latin typeface="Calibri" panose="020F0502020204030204" pitchFamily="34" charset="0"/>
              <a:ea typeface="Calibri" panose="020F0502020204030204" pitchFamily="34" charset="0"/>
            </a:endParaRPr>
          </a:p>
          <a:p>
            <a:pPr marL="495300" lvl="1" indent="-342900" algn="just">
              <a:spcBef>
                <a:spcPts val="600"/>
              </a:spcBef>
              <a:spcAft>
                <a:spcPts val="600"/>
              </a:spcAft>
              <a:buClr>
                <a:schemeClr val="accent5"/>
              </a:buClr>
              <a:buSzPct val="100000"/>
              <a:buFont typeface="Wingdings" panose="05000000000000000000" pitchFamily="2" charset="2"/>
              <a:buChar char="ü"/>
            </a:pPr>
            <a:endParaRPr lang="en-US" sz="2000" kern="0" dirty="0">
              <a:solidFill>
                <a:srgbClr val="000000"/>
              </a:solidFill>
              <a:latin typeface="Calibri" panose="020F0502020204030204" pitchFamily="34" charset="0"/>
              <a:ea typeface="Calibri" panose="020F0502020204030204" pitchFamily="34" charset="0"/>
            </a:endParaRPr>
          </a:p>
          <a:p>
            <a:pPr marL="342900" indent="-342900" algn="just">
              <a:spcBef>
                <a:spcPts val="600"/>
              </a:spcBef>
              <a:spcAft>
                <a:spcPts val="600"/>
              </a:spcAft>
              <a:buClr>
                <a:schemeClr val="accent5"/>
              </a:buClr>
              <a:buSzPct val="120000"/>
              <a:buFont typeface="Arial" panose="020B0604020202020204" pitchFamily="34" charset="0"/>
              <a:buChar char="•"/>
            </a:pPr>
            <a:endParaRPr lang="en-US" sz="2000" kern="0" dirty="0"/>
          </a:p>
        </p:txBody>
      </p:sp>
      <p:pic>
        <p:nvPicPr>
          <p:cNvPr id="4" name="Picture 3">
            <a:extLst>
              <a:ext uri="{FF2B5EF4-FFF2-40B4-BE49-F238E27FC236}">
                <a16:creationId xmlns:a16="http://schemas.microsoft.com/office/drawing/2014/main" id="{202A714D-478D-4AA2-BEE5-1013251D69BA}"/>
              </a:ext>
            </a:extLst>
          </p:cNvPr>
          <p:cNvPicPr>
            <a:picLocks noChangeAspect="1"/>
          </p:cNvPicPr>
          <p:nvPr/>
        </p:nvPicPr>
        <p:blipFill>
          <a:blip r:embed="rId3"/>
          <a:stretch>
            <a:fillRect/>
          </a:stretch>
        </p:blipFill>
        <p:spPr>
          <a:xfrm>
            <a:off x="4338392" y="4015291"/>
            <a:ext cx="3515216" cy="231489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762884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 name="Google Shape;3957;p72">
            <a:extLst>
              <a:ext uri="{FF2B5EF4-FFF2-40B4-BE49-F238E27FC236}">
                <a16:creationId xmlns:a16="http://schemas.microsoft.com/office/drawing/2014/main" id="{BB5C441B-5BDF-489D-BF6F-C0EAEB9682DD}"/>
              </a:ext>
            </a:extLst>
          </p:cNvPr>
          <p:cNvSpPr txBox="1">
            <a:spLocks noGrp="1"/>
          </p:cNvSpPr>
          <p:nvPr>
            <p:ph type="title"/>
          </p:nvPr>
        </p:nvSpPr>
        <p:spPr>
          <a:xfrm>
            <a:off x="97977" y="517371"/>
            <a:ext cx="10694070" cy="685200"/>
          </a:xfrm>
          <a:prstGeom prst="rect">
            <a:avLst/>
          </a:prstGeom>
        </p:spPr>
        <p:txBody>
          <a:bodyPr spcFirstLastPara="1" wrap="square" lIns="121900" tIns="121900" rIns="121900" bIns="121900" anchor="t" anchorCtr="0">
            <a:noAutofit/>
          </a:bodyPr>
          <a:lstStyle/>
          <a:p>
            <a:r>
              <a:rPr lang="it-IT" dirty="0"/>
              <a:t>Leg</a:t>
            </a:r>
            <a:r>
              <a:rPr lang="ro-RO" dirty="0" err="1"/>
              <a:t>ătura</a:t>
            </a:r>
            <a:r>
              <a:rPr lang="it-IT" dirty="0"/>
              <a:t> între asociere, agregare şi compunere</a:t>
            </a:r>
          </a:p>
        </p:txBody>
      </p:sp>
      <p:grpSp>
        <p:nvGrpSpPr>
          <p:cNvPr id="7" name="Group 6">
            <a:extLst>
              <a:ext uri="{FF2B5EF4-FFF2-40B4-BE49-F238E27FC236}">
                <a16:creationId xmlns:a16="http://schemas.microsoft.com/office/drawing/2014/main" id="{3E328738-6BF0-413E-AB68-FDB457C38FB5}"/>
              </a:ext>
            </a:extLst>
          </p:cNvPr>
          <p:cNvGrpSpPr/>
          <p:nvPr/>
        </p:nvGrpSpPr>
        <p:grpSpPr>
          <a:xfrm>
            <a:off x="2688771" y="1910443"/>
            <a:ext cx="7565571" cy="4087586"/>
            <a:chOff x="1371600" y="1524000"/>
            <a:chExt cx="7010400" cy="3733800"/>
          </a:xfrm>
        </p:grpSpPr>
        <p:sp>
          <p:nvSpPr>
            <p:cNvPr id="8" name="Rectangle 7">
              <a:extLst>
                <a:ext uri="{FF2B5EF4-FFF2-40B4-BE49-F238E27FC236}">
                  <a16:creationId xmlns:a16="http://schemas.microsoft.com/office/drawing/2014/main" id="{73DA20EA-7487-4B77-B9D3-AED69B6E8EEB}"/>
                </a:ext>
              </a:extLst>
            </p:cNvPr>
            <p:cNvSpPr/>
            <p:nvPr/>
          </p:nvSpPr>
          <p:spPr>
            <a:xfrm>
              <a:off x="1371600" y="1524000"/>
              <a:ext cx="7010400" cy="3733800"/>
            </a:xfrm>
            <a:prstGeom prst="rect">
              <a:avLst/>
            </a:prstGeom>
            <a:solidFill>
              <a:sysClr val="window" lastClr="FFFFFF"/>
            </a:solidFill>
            <a:ln w="12700" cap="flat" cmpd="sng" algn="ctr">
              <a:solidFill>
                <a:srgbClr val="855D5D"/>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o-RO" sz="1800" b="1"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ro-RO" sz="1800" b="1"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rPr>
                <a:t>Asociere</a:t>
              </a:r>
            </a:p>
            <a:p>
              <a:pPr marL="0" marR="0" lvl="0" indent="0" defTabSz="914400" eaLnBrk="1" fontAlgn="auto" latinLnBrk="0" hangingPunct="1">
                <a:lnSpc>
                  <a:spcPct val="100000"/>
                </a:lnSpc>
                <a:spcBef>
                  <a:spcPts val="0"/>
                </a:spcBef>
                <a:spcAft>
                  <a:spcPts val="0"/>
                </a:spcAft>
                <a:buClrTx/>
                <a:buSzTx/>
                <a:buFontTx/>
                <a:buNone/>
                <a:tabLst/>
                <a:defRPr/>
              </a:pPr>
              <a:r>
                <a:rPr kumimoji="0" lang="ro-RO" sz="1800" b="1"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rPr>
                <a:t>   </a:t>
              </a:r>
              <a:r>
                <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rPr>
                <a:t>Obiectele ştiu unele de existaţa celorlalte şi pot lucra împreună.</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p:txBody>
        </p:sp>
        <p:sp>
          <p:nvSpPr>
            <p:cNvPr id="9" name="Rectangle 8">
              <a:extLst>
                <a:ext uri="{FF2B5EF4-FFF2-40B4-BE49-F238E27FC236}">
                  <a16:creationId xmlns:a16="http://schemas.microsoft.com/office/drawing/2014/main" id="{D72D2DF3-DF98-403A-8B5F-77704BBB7FA3}"/>
                </a:ext>
              </a:extLst>
            </p:cNvPr>
            <p:cNvSpPr/>
            <p:nvPr/>
          </p:nvSpPr>
          <p:spPr>
            <a:xfrm>
              <a:off x="1752600" y="2438400"/>
              <a:ext cx="6248400" cy="2438400"/>
            </a:xfrm>
            <a:prstGeom prst="rect">
              <a:avLst/>
            </a:prstGeom>
            <a:blipFill>
              <a:blip r:embed="rId3">
                <a:duotone>
                  <a:srgbClr val="918485">
                    <a:tint val="30000"/>
                    <a:satMod val="300000"/>
                  </a:srgbClr>
                  <a:srgbClr val="918485">
                    <a:tint val="40000"/>
                    <a:satMod val="200000"/>
                  </a:srgbClr>
                </a:duotone>
              </a:blip>
              <a:tile tx="0" ty="0" sx="70000" sy="70000" flip="none" algn="ctr"/>
            </a:blipFill>
            <a:ln w="9525" cap="flat" cmpd="sng" algn="ctr">
              <a:solidFill>
                <a:srgbClr val="918485">
                  <a:shade val="60000"/>
                  <a:satMod val="110000"/>
                </a:srgbClr>
              </a:solidFill>
              <a:prstDash val="solid"/>
            </a:ln>
            <a:effectLst>
              <a:outerShdw blurRad="38100" dist="25400" dir="5400000" algn="t" rotWithShape="0">
                <a:srgbClr val="000000">
                  <a:alpha val="50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o-RO" sz="1800" b="1"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ro-RO" sz="1800" b="1"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ro-RO" sz="1800" b="1"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rPr>
                <a:t>Agregare</a:t>
              </a:r>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rPr>
                <a:t>Protejează integritatea configuraţiei.</a:t>
              </a:r>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rPr>
                <a:t>Funcţionează ca un tot unitar.</a:t>
              </a:r>
            </a:p>
            <a:p>
              <a:pPr marL="342900" marR="0" lvl="0" indent="-342900" defTabSz="914400" eaLnBrk="1" fontAlgn="auto" latinLnBrk="0" hangingPunct="1">
                <a:lnSpc>
                  <a:spcPct val="100000"/>
                </a:lnSpc>
                <a:spcBef>
                  <a:spcPts val="0"/>
                </a:spcBef>
                <a:spcAft>
                  <a:spcPts val="0"/>
                </a:spcAft>
                <a:buClrTx/>
                <a:buSzTx/>
                <a:buFontTx/>
                <a:buAutoNum type="arabicPeriod"/>
                <a:tabLst/>
                <a:defRPr/>
              </a:pPr>
              <a:r>
                <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rPr>
                <a:t>Control prin intermediul unui singur obiect.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ro-RO"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p:txBody>
        </p:sp>
        <p:sp>
          <p:nvSpPr>
            <p:cNvPr id="10" name="Rectangle 9">
              <a:extLst>
                <a:ext uri="{FF2B5EF4-FFF2-40B4-BE49-F238E27FC236}">
                  <a16:creationId xmlns:a16="http://schemas.microsoft.com/office/drawing/2014/main" id="{33974A9F-E23E-4AEC-BEBC-4B365FB11787}"/>
                </a:ext>
              </a:extLst>
            </p:cNvPr>
            <p:cNvSpPr/>
            <p:nvPr/>
          </p:nvSpPr>
          <p:spPr>
            <a:xfrm>
              <a:off x="1879600" y="3886200"/>
              <a:ext cx="6019800" cy="762000"/>
            </a:xfrm>
            <a:prstGeom prst="rect">
              <a:avLst/>
            </a:prstGeom>
            <a:blipFill>
              <a:blip r:embed="rId3">
                <a:duotone>
                  <a:sysClr val="windowText" lastClr="000000">
                    <a:tint val="30000"/>
                    <a:satMod val="300000"/>
                  </a:sysClr>
                  <a:sysClr val="windowText" lastClr="000000">
                    <a:tint val="40000"/>
                    <a:satMod val="200000"/>
                  </a:sysClr>
                </a:duotone>
              </a:blip>
              <a:tile tx="0" ty="0" sx="70000" sy="70000" flip="none" algn="ctr"/>
            </a:blipFill>
            <a:ln w="9525" cap="flat" cmpd="sng" algn="ctr">
              <a:solidFill>
                <a:sysClr val="windowText" lastClr="000000">
                  <a:shade val="60000"/>
                  <a:satMod val="110000"/>
                </a:sysClr>
              </a:solidFill>
              <a:prstDash val="solid"/>
            </a:ln>
            <a:effectLst>
              <a:outerShdw blurRad="38100" dist="25400" dir="5400000" algn="t" rotWithShape="0">
                <a:srgbClr val="000000">
                  <a:alpha val="50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ro-RO" sz="1800" b="1"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ro-RO" sz="1800" b="1"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rPr>
                <a:t>Compunere</a:t>
              </a:r>
            </a:p>
            <a:p>
              <a:pPr marL="0" marR="0" lvl="0" indent="0" defTabSz="914400" eaLnBrk="1" fontAlgn="auto" latinLnBrk="0" hangingPunct="1">
                <a:lnSpc>
                  <a:spcPct val="100000"/>
                </a:lnSpc>
                <a:spcBef>
                  <a:spcPts val="0"/>
                </a:spcBef>
                <a:spcAft>
                  <a:spcPts val="0"/>
                </a:spcAft>
                <a:buClrTx/>
                <a:buSzTx/>
                <a:buFontTx/>
                <a:buNone/>
                <a:tabLst/>
                <a:defRPr/>
              </a:pPr>
              <a:r>
                <a:rPr kumimoji="0" lang="ro-RO" sz="17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rPr>
                <a:t>  Fiecare parte poate fi membră a unui singur obiect agregat.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Gadugi" panose="020B0502040204020203" pitchFamily="34" charset="0"/>
                <a:ea typeface="Gadugi" panose="020B0502040204020203" pitchFamily="34" charset="0"/>
              </a:endParaRPr>
            </a:p>
          </p:txBody>
        </p:sp>
      </p:grpSp>
    </p:spTree>
    <p:extLst>
      <p:ext uri="{BB962C8B-B14F-4D97-AF65-F5344CB8AC3E}">
        <p14:creationId xmlns:p14="http://schemas.microsoft.com/office/powerpoint/2010/main" val="1178597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 name="Google Shape;3957;p72">
            <a:extLst>
              <a:ext uri="{FF2B5EF4-FFF2-40B4-BE49-F238E27FC236}">
                <a16:creationId xmlns:a16="http://schemas.microsoft.com/office/drawing/2014/main" id="{BB5C441B-5BDF-489D-BF6F-C0EAEB9682DD}"/>
              </a:ext>
            </a:extLst>
          </p:cNvPr>
          <p:cNvSpPr txBox="1">
            <a:spLocks noGrp="1"/>
          </p:cNvSpPr>
          <p:nvPr>
            <p:ph type="title"/>
          </p:nvPr>
        </p:nvSpPr>
        <p:spPr>
          <a:xfrm>
            <a:off x="589606" y="324504"/>
            <a:ext cx="10412400" cy="685200"/>
          </a:xfrm>
          <a:prstGeom prst="rect">
            <a:avLst/>
          </a:prstGeom>
        </p:spPr>
        <p:txBody>
          <a:bodyPr spcFirstLastPara="1" wrap="square" lIns="121900" tIns="121900" rIns="121900" bIns="121900" anchor="t" anchorCtr="0">
            <a:noAutofit/>
          </a:bodyPr>
          <a:lstStyle/>
          <a:p>
            <a:r>
              <a:rPr lang="en-US" dirty="0" err="1"/>
              <a:t>Rela</a:t>
            </a:r>
            <a:r>
              <a:rPr lang="ro-RO" dirty="0" err="1"/>
              <a:t>ția</a:t>
            </a:r>
            <a:r>
              <a:rPr lang="ro-RO" dirty="0"/>
              <a:t> de generalizare -1</a:t>
            </a:r>
            <a:endParaRPr dirty="0"/>
          </a:p>
        </p:txBody>
      </p:sp>
      <p:sp>
        <p:nvSpPr>
          <p:cNvPr id="37" name="Google Shape;3643;p60">
            <a:extLst>
              <a:ext uri="{FF2B5EF4-FFF2-40B4-BE49-F238E27FC236}">
                <a16:creationId xmlns:a16="http://schemas.microsoft.com/office/drawing/2014/main" id="{E3CC8164-A31A-4441-8525-08325776337D}"/>
              </a:ext>
            </a:extLst>
          </p:cNvPr>
          <p:cNvSpPr txBox="1">
            <a:spLocks/>
          </p:cNvSpPr>
          <p:nvPr/>
        </p:nvSpPr>
        <p:spPr>
          <a:xfrm>
            <a:off x="589606" y="1110231"/>
            <a:ext cx="10002195" cy="32486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42900" indent="-342900" algn="just">
              <a:lnSpc>
                <a:spcPct val="114000"/>
              </a:lnSpc>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Căutarea </a:t>
            </a:r>
            <a:r>
              <a:rPr lang="pt-BR" sz="2000" b="1" kern="0" dirty="0">
                <a:solidFill>
                  <a:srgbClr val="000000"/>
                </a:solidFill>
                <a:latin typeface="Calibri" panose="020F0502020204030204" pitchFamily="34" charset="0"/>
                <a:ea typeface="Calibri" panose="020F0502020204030204" pitchFamily="34" charset="0"/>
              </a:rPr>
              <a:t>elementelor comune </a:t>
            </a:r>
            <a:r>
              <a:rPr lang="pt-BR" sz="2000" kern="0" dirty="0">
                <a:solidFill>
                  <a:srgbClr val="000000"/>
                </a:solidFill>
                <a:latin typeface="Calibri" panose="020F0502020204030204" pitchFamily="34" charset="0"/>
                <a:ea typeface="Calibri" panose="020F0502020204030204" pitchFamily="34" charset="0"/>
              </a:rPr>
              <a:t>în cadrul atributelor și operațiilor unui grup de clase și plasarea acestora într-o clasă comună sau generică se numește</a:t>
            </a:r>
            <a:r>
              <a:rPr lang="pt-BR" sz="2000" b="1" kern="0" dirty="0">
                <a:solidFill>
                  <a:srgbClr val="000000"/>
                </a:solidFill>
                <a:latin typeface="Calibri" panose="020F0502020204030204" pitchFamily="34" charset="0"/>
                <a:ea typeface="Calibri" panose="020F0502020204030204" pitchFamily="34" charset="0"/>
              </a:rPr>
              <a:t> generalizare</a:t>
            </a:r>
            <a:r>
              <a:rPr lang="pt-BR" sz="2000" kern="0" dirty="0">
                <a:solidFill>
                  <a:srgbClr val="000000"/>
                </a:solidFill>
                <a:latin typeface="Calibri" panose="020F0502020204030204" pitchFamily="34" charset="0"/>
                <a:ea typeface="Calibri" panose="020F0502020204030204" pitchFamily="34" charset="0"/>
              </a:rPr>
              <a:t>. </a:t>
            </a:r>
            <a:endParaRPr lang="ro-RO" sz="2000" kern="0" dirty="0">
              <a:solidFill>
                <a:srgbClr val="000000"/>
              </a:solidFill>
              <a:latin typeface="Calibri" panose="020F0502020204030204" pitchFamily="34" charset="0"/>
              <a:ea typeface="Calibri" panose="020F0502020204030204" pitchFamily="34" charset="0"/>
            </a:endParaRPr>
          </a:p>
          <a:p>
            <a:pPr marL="342900" indent="-342900" algn="just">
              <a:lnSpc>
                <a:spcPct val="114000"/>
              </a:lnSpc>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Deplasarea în sus a ierarhiei moștenirii necesită </a:t>
            </a:r>
            <a:r>
              <a:rPr lang="pt-BR" sz="2000" b="1" kern="0" dirty="0">
                <a:solidFill>
                  <a:srgbClr val="000000"/>
                </a:solidFill>
                <a:latin typeface="Calibri" panose="020F0502020204030204" pitchFamily="34" charset="0"/>
                <a:ea typeface="Calibri" panose="020F0502020204030204" pitchFamily="34" charset="0"/>
              </a:rPr>
              <a:t>cunoașterea domeniului </a:t>
            </a:r>
            <a:r>
              <a:rPr lang="pt-BR" sz="2000" kern="0" dirty="0">
                <a:solidFill>
                  <a:srgbClr val="000000"/>
                </a:solidFill>
                <a:latin typeface="Calibri" panose="020F0502020204030204" pitchFamily="34" charset="0"/>
                <a:ea typeface="Calibri" panose="020F0502020204030204" pitchFamily="34" charset="0"/>
              </a:rPr>
              <a:t>și gândirea </a:t>
            </a:r>
            <a:r>
              <a:rPr lang="pt-BR" sz="2000" b="1" kern="0" dirty="0">
                <a:solidFill>
                  <a:srgbClr val="000000"/>
                </a:solidFill>
                <a:latin typeface="Calibri" panose="020F0502020204030204" pitchFamily="34" charset="0"/>
                <a:ea typeface="Calibri" panose="020F0502020204030204" pitchFamily="34" charset="0"/>
              </a:rPr>
              <a:t>abstractă</a:t>
            </a:r>
            <a:r>
              <a:rPr lang="pt-BR" sz="2000" kern="0" dirty="0">
                <a:solidFill>
                  <a:srgbClr val="000000"/>
                </a:solidFill>
                <a:latin typeface="Calibri" panose="020F0502020204030204" pitchFamily="34" charset="0"/>
                <a:ea typeface="Calibri" panose="020F0502020204030204" pitchFamily="34" charset="0"/>
              </a:rPr>
              <a:t>. </a:t>
            </a:r>
          </a:p>
          <a:p>
            <a:pPr marL="342900" indent="-342900" algn="just">
              <a:lnSpc>
                <a:spcPct val="114000"/>
              </a:lnSpc>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Când clasele sunt </a:t>
            </a:r>
            <a:r>
              <a:rPr lang="pt-BR" sz="2000" b="1" kern="0" dirty="0">
                <a:solidFill>
                  <a:srgbClr val="000000"/>
                </a:solidFill>
                <a:latin typeface="Calibri" panose="020F0502020204030204" pitchFamily="34" charset="0"/>
                <a:ea typeface="Calibri" panose="020F0502020204030204" pitchFamily="34" charset="0"/>
              </a:rPr>
              <a:t>derivate</a:t>
            </a:r>
            <a:r>
              <a:rPr lang="pt-BR" sz="2000" kern="0" dirty="0">
                <a:solidFill>
                  <a:srgbClr val="000000"/>
                </a:solidFill>
                <a:latin typeface="Calibri" panose="020F0502020204030204" pitchFamily="34" charset="0"/>
                <a:ea typeface="Calibri" panose="020F0502020204030204" pitchFamily="34" charset="0"/>
              </a:rPr>
              <a:t> pe baza claselor existente în clase specializate, se numește </a:t>
            </a:r>
            <a:r>
              <a:rPr lang="pt-BR" sz="2000" b="1" kern="0" dirty="0">
                <a:solidFill>
                  <a:srgbClr val="000000"/>
                </a:solidFill>
                <a:latin typeface="Calibri" panose="020F0502020204030204" pitchFamily="34" charset="0"/>
                <a:ea typeface="Calibri" panose="020F0502020204030204" pitchFamily="34" charset="0"/>
              </a:rPr>
              <a:t>specializare</a:t>
            </a:r>
            <a:r>
              <a:rPr lang="pt-BR" sz="2000" kern="0" dirty="0">
                <a:solidFill>
                  <a:srgbClr val="000000"/>
                </a:solidFill>
                <a:latin typeface="Calibri" panose="020F0502020204030204" pitchFamily="34" charset="0"/>
                <a:ea typeface="Calibri" panose="020F0502020204030204" pitchFamily="34" charset="0"/>
              </a:rPr>
              <a:t>. </a:t>
            </a:r>
            <a:endParaRPr lang="ro-RO" sz="2000" kern="0" dirty="0">
              <a:solidFill>
                <a:srgbClr val="000000"/>
              </a:solidFill>
              <a:latin typeface="Calibri" panose="020F0502020204030204" pitchFamily="34" charset="0"/>
              <a:ea typeface="Calibri" panose="020F0502020204030204" pitchFamily="34" charset="0"/>
            </a:endParaRPr>
          </a:p>
          <a:p>
            <a:pPr marL="342900" indent="-342900" algn="just">
              <a:lnSpc>
                <a:spcPct val="114000"/>
              </a:lnSpc>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Specializarea necesită o gândire </a:t>
            </a:r>
            <a:r>
              <a:rPr lang="pt-BR" sz="2000" b="1" kern="0" dirty="0">
                <a:solidFill>
                  <a:srgbClr val="000000"/>
                </a:solidFill>
                <a:latin typeface="Calibri" panose="020F0502020204030204" pitchFamily="34" charset="0"/>
                <a:ea typeface="Calibri" panose="020F0502020204030204" pitchFamily="34" charset="0"/>
              </a:rPr>
              <a:t>concretă</a:t>
            </a:r>
            <a:r>
              <a:rPr lang="pt-BR" sz="2000" kern="0" dirty="0">
                <a:solidFill>
                  <a:srgbClr val="000000"/>
                </a:solidFill>
                <a:latin typeface="Calibri" panose="020F0502020204030204" pitchFamily="34" charset="0"/>
                <a:ea typeface="Calibri" panose="020F0502020204030204" pitchFamily="34" charset="0"/>
              </a:rPr>
              <a:t> - deplasarea spre implementare. </a:t>
            </a:r>
          </a:p>
          <a:p>
            <a:pPr marL="342900" indent="-342900" algn="just">
              <a:spcBef>
                <a:spcPts val="300"/>
              </a:spcBef>
              <a:spcAft>
                <a:spcPts val="600"/>
              </a:spcAft>
              <a:buClr>
                <a:schemeClr val="accent5"/>
              </a:buClr>
              <a:buSzPct val="120000"/>
              <a:buFont typeface="Arial" panose="020B0604020202020204" pitchFamily="34" charset="0"/>
              <a:buChar char="•"/>
            </a:pPr>
            <a:endParaRPr lang="en-US" sz="2200" kern="0" dirty="0"/>
          </a:p>
        </p:txBody>
      </p:sp>
      <p:pic>
        <p:nvPicPr>
          <p:cNvPr id="6" name="Picture 5">
            <a:extLst>
              <a:ext uri="{FF2B5EF4-FFF2-40B4-BE49-F238E27FC236}">
                <a16:creationId xmlns:a16="http://schemas.microsoft.com/office/drawing/2014/main" id="{2DE858B4-3D1F-4AC4-AA15-78316EEFCF7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162374" y="4358864"/>
            <a:ext cx="5632826" cy="2174632"/>
          </a:xfrm>
          <a:prstGeom prst="rect">
            <a:avLst/>
          </a:prstGeom>
          <a:noFill/>
        </p:spPr>
      </p:pic>
    </p:spTree>
    <p:extLst>
      <p:ext uri="{BB962C8B-B14F-4D97-AF65-F5344CB8AC3E}">
        <p14:creationId xmlns:p14="http://schemas.microsoft.com/office/powerpoint/2010/main" val="1285246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 name="Google Shape;3957;p72">
            <a:extLst>
              <a:ext uri="{FF2B5EF4-FFF2-40B4-BE49-F238E27FC236}">
                <a16:creationId xmlns:a16="http://schemas.microsoft.com/office/drawing/2014/main" id="{BB5C441B-5BDF-489D-BF6F-C0EAEB9682DD}"/>
              </a:ext>
            </a:extLst>
          </p:cNvPr>
          <p:cNvSpPr txBox="1">
            <a:spLocks noGrp="1"/>
          </p:cNvSpPr>
          <p:nvPr>
            <p:ph type="title"/>
          </p:nvPr>
        </p:nvSpPr>
        <p:spPr>
          <a:xfrm>
            <a:off x="589606" y="324504"/>
            <a:ext cx="10412400" cy="685200"/>
          </a:xfrm>
          <a:prstGeom prst="rect">
            <a:avLst/>
          </a:prstGeom>
        </p:spPr>
        <p:txBody>
          <a:bodyPr spcFirstLastPara="1" wrap="square" lIns="121900" tIns="121900" rIns="121900" bIns="121900" anchor="t" anchorCtr="0">
            <a:noAutofit/>
          </a:bodyPr>
          <a:lstStyle/>
          <a:p>
            <a:r>
              <a:rPr lang="en-US" dirty="0" err="1"/>
              <a:t>Rela</a:t>
            </a:r>
            <a:r>
              <a:rPr lang="ro-RO" dirty="0" err="1"/>
              <a:t>ția</a:t>
            </a:r>
            <a:r>
              <a:rPr lang="ro-RO" dirty="0"/>
              <a:t> de generalizare -2</a:t>
            </a:r>
            <a:endParaRPr dirty="0"/>
          </a:p>
        </p:txBody>
      </p:sp>
      <p:sp>
        <p:nvSpPr>
          <p:cNvPr id="37" name="Google Shape;3643;p60">
            <a:extLst>
              <a:ext uri="{FF2B5EF4-FFF2-40B4-BE49-F238E27FC236}">
                <a16:creationId xmlns:a16="http://schemas.microsoft.com/office/drawing/2014/main" id="{E3CC8164-A31A-4441-8525-08325776337D}"/>
              </a:ext>
            </a:extLst>
          </p:cNvPr>
          <p:cNvSpPr txBox="1">
            <a:spLocks/>
          </p:cNvSpPr>
          <p:nvPr/>
        </p:nvSpPr>
        <p:spPr>
          <a:xfrm>
            <a:off x="589606" y="1111154"/>
            <a:ext cx="10002195" cy="32486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342900" indent="-342900" algn="just">
              <a:lnSpc>
                <a:spcPct val="114000"/>
              </a:lnSpc>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Aceste clase de nivel </a:t>
            </a:r>
            <a:r>
              <a:rPr lang="pt-BR" sz="2000" b="1" kern="0" dirty="0">
                <a:solidFill>
                  <a:srgbClr val="000000"/>
                </a:solidFill>
                <a:latin typeface="Calibri" panose="020F0502020204030204" pitchFamily="34" charset="0"/>
                <a:ea typeface="Calibri" panose="020F0502020204030204" pitchFamily="34" charset="0"/>
              </a:rPr>
              <a:t>superior-inferior</a:t>
            </a:r>
            <a:r>
              <a:rPr lang="pt-BR" sz="2000" kern="0" dirty="0">
                <a:solidFill>
                  <a:srgbClr val="000000"/>
                </a:solidFill>
                <a:latin typeface="Calibri" panose="020F0502020204030204" pitchFamily="34" charset="0"/>
                <a:ea typeface="Calibri" panose="020F0502020204030204" pitchFamily="34" charset="0"/>
              </a:rPr>
              <a:t> sunt, de asemenea, cunoscute sub numele de super-sub, părinte-copil sau clase derivate- de bază. Frecvent, super-clasele sunt clase </a:t>
            </a:r>
            <a:r>
              <a:rPr lang="pt-BR" sz="2000" b="1" kern="0" dirty="0">
                <a:solidFill>
                  <a:srgbClr val="000000"/>
                </a:solidFill>
                <a:latin typeface="Calibri" panose="020F0502020204030204" pitchFamily="34" charset="0"/>
                <a:ea typeface="Calibri" panose="020F0502020204030204" pitchFamily="34" charset="0"/>
              </a:rPr>
              <a:t>abstracte</a:t>
            </a:r>
            <a:r>
              <a:rPr lang="pt-BR" sz="2200" kern="0" dirty="0">
                <a:solidFill>
                  <a:srgbClr val="000000"/>
                </a:solidFill>
                <a:latin typeface="Calibri" panose="020F0502020204030204" pitchFamily="34" charset="0"/>
                <a:ea typeface="Calibri" panose="020F0502020204030204" pitchFamily="34" charset="0"/>
              </a:rPr>
              <a:t>. </a:t>
            </a:r>
            <a:endParaRPr lang="ro-RO" sz="2200" kern="0" dirty="0">
              <a:solidFill>
                <a:srgbClr val="000000"/>
              </a:solidFill>
              <a:latin typeface="Calibri" panose="020F0502020204030204" pitchFamily="34" charset="0"/>
              <a:ea typeface="Calibri" panose="020F0502020204030204" pitchFamily="34" charset="0"/>
            </a:endParaRPr>
          </a:p>
          <a:p>
            <a:pPr marL="342900" indent="-342900" algn="just">
              <a:lnSpc>
                <a:spcPct val="114000"/>
              </a:lnSpc>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Se mai numeşte informal şi relaţie de genul </a:t>
            </a:r>
            <a:r>
              <a:rPr lang="pt-BR" sz="2000" b="1" kern="0" dirty="0">
                <a:solidFill>
                  <a:srgbClr val="000000"/>
                </a:solidFill>
                <a:latin typeface="Calibri" panose="020F0502020204030204" pitchFamily="34" charset="0"/>
                <a:ea typeface="Calibri" panose="020F0502020204030204" pitchFamily="34" charset="0"/>
              </a:rPr>
              <a:t>“este un tip de”</a:t>
            </a:r>
            <a:r>
              <a:rPr lang="ro-RO" sz="2000" b="1" kern="0" dirty="0">
                <a:solidFill>
                  <a:srgbClr val="000000"/>
                </a:solidFill>
                <a:latin typeface="Calibri" panose="020F0502020204030204" pitchFamily="34" charset="0"/>
                <a:ea typeface="Calibri" panose="020F0502020204030204" pitchFamily="34" charset="0"/>
              </a:rPr>
              <a:t> </a:t>
            </a:r>
            <a:r>
              <a:rPr lang="ro-RO" sz="2000" kern="0" dirty="0">
                <a:solidFill>
                  <a:srgbClr val="000000"/>
                </a:solidFill>
                <a:latin typeface="Calibri" panose="020F0502020204030204" pitchFamily="34" charset="0"/>
                <a:ea typeface="Calibri" panose="020F0502020204030204" pitchFamily="34" charset="0"/>
              </a:rPr>
              <a:t>sau </a:t>
            </a:r>
            <a:r>
              <a:rPr lang="en-US" sz="2000" b="1" kern="0" dirty="0">
                <a:solidFill>
                  <a:srgbClr val="000000"/>
                </a:solidFill>
                <a:latin typeface="Calibri" panose="020F0502020204030204" pitchFamily="34" charset="0"/>
                <a:ea typeface="Calibri" panose="020F0502020204030204" pitchFamily="34" charset="0"/>
              </a:rPr>
              <a:t>“</a:t>
            </a:r>
            <a:r>
              <a:rPr lang="en-US" sz="2000" b="1" kern="0" dirty="0" err="1">
                <a:solidFill>
                  <a:srgbClr val="000000"/>
                </a:solidFill>
                <a:latin typeface="Calibri" panose="020F0502020204030204" pitchFamily="34" charset="0"/>
                <a:ea typeface="Calibri" panose="020F0502020204030204" pitchFamily="34" charset="0"/>
              </a:rPr>
              <a:t>este</a:t>
            </a:r>
            <a:r>
              <a:rPr lang="en-US" sz="2000" b="1" kern="0" dirty="0">
                <a:solidFill>
                  <a:srgbClr val="000000"/>
                </a:solidFill>
                <a:latin typeface="Calibri" panose="020F0502020204030204" pitchFamily="34" charset="0"/>
                <a:ea typeface="Calibri" panose="020F0502020204030204" pitchFamily="34" charset="0"/>
              </a:rPr>
              <a:t> un”</a:t>
            </a:r>
            <a:r>
              <a:rPr lang="pt-BR" sz="2000" kern="0" dirty="0">
                <a:solidFill>
                  <a:srgbClr val="000000"/>
                </a:solidFill>
                <a:latin typeface="Calibri" panose="020F0502020204030204" pitchFamily="34" charset="0"/>
                <a:ea typeface="Calibri" panose="020F0502020204030204" pitchFamily="34" charset="0"/>
              </a:rPr>
              <a:t>.</a:t>
            </a:r>
          </a:p>
          <a:p>
            <a:pPr marL="342900" indent="-342900" algn="just">
              <a:lnSpc>
                <a:spcPct val="114000"/>
              </a:lnSpc>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Se reprezintă sub forma unui </a:t>
            </a:r>
            <a:r>
              <a:rPr lang="pt-BR" sz="2000" b="1" kern="0" dirty="0">
                <a:solidFill>
                  <a:srgbClr val="000000"/>
                </a:solidFill>
                <a:latin typeface="Calibri" panose="020F0502020204030204" pitchFamily="34" charset="0"/>
                <a:ea typeface="Calibri" panose="020F0502020204030204" pitchFamily="34" charset="0"/>
              </a:rPr>
              <a:t>triunghi gol </a:t>
            </a:r>
            <a:r>
              <a:rPr lang="pt-BR" sz="2000" kern="0" dirty="0">
                <a:solidFill>
                  <a:srgbClr val="000000"/>
                </a:solidFill>
                <a:latin typeface="Calibri" panose="020F0502020204030204" pitchFamily="34" charset="0"/>
                <a:ea typeface="Calibri" panose="020F0502020204030204" pitchFamily="34" charset="0"/>
              </a:rPr>
              <a:t>plasat la capătul superclasei. </a:t>
            </a:r>
          </a:p>
          <a:p>
            <a:pPr marL="342900" indent="-342900" algn="just">
              <a:lnSpc>
                <a:spcPct val="114000"/>
              </a:lnSpc>
              <a:spcBef>
                <a:spcPts val="600"/>
              </a:spcBef>
              <a:spcAft>
                <a:spcPts val="600"/>
              </a:spcAft>
              <a:buClr>
                <a:schemeClr val="accent5"/>
              </a:buClr>
              <a:buSzPct val="120000"/>
              <a:buFont typeface="Arial" panose="020B0604020202020204" pitchFamily="34" charset="0"/>
              <a:buChar char="•"/>
            </a:pPr>
            <a:r>
              <a:rPr lang="pt-BR" sz="2000" kern="0" dirty="0">
                <a:solidFill>
                  <a:srgbClr val="000000"/>
                </a:solidFill>
                <a:latin typeface="Calibri" panose="020F0502020204030204" pitchFamily="34" charset="0"/>
                <a:ea typeface="Calibri" panose="020F0502020204030204" pitchFamily="34" charset="0"/>
              </a:rPr>
              <a:t>Este permis</a:t>
            </a:r>
            <a:r>
              <a:rPr lang="ro-RO" sz="2000" kern="0" dirty="0">
                <a:solidFill>
                  <a:srgbClr val="000000"/>
                </a:solidFill>
                <a:latin typeface="Calibri" panose="020F0502020204030204" pitchFamily="34" charset="0"/>
                <a:ea typeface="Calibri" panose="020F0502020204030204" pitchFamily="34" charset="0"/>
              </a:rPr>
              <a:t>ă </a:t>
            </a:r>
            <a:r>
              <a:rPr lang="ro-RO" sz="2000" b="1" kern="0" dirty="0">
                <a:solidFill>
                  <a:srgbClr val="000000"/>
                </a:solidFill>
                <a:latin typeface="Calibri" panose="020F0502020204030204" pitchFamily="34" charset="0"/>
                <a:ea typeface="Calibri" panose="020F0502020204030204" pitchFamily="34" charset="0"/>
              </a:rPr>
              <a:t>moștenirea multiplă</a:t>
            </a:r>
            <a:r>
              <a:rPr lang="ro-RO" sz="2000" kern="0" dirty="0">
                <a:solidFill>
                  <a:srgbClr val="000000"/>
                </a:solidFill>
                <a:latin typeface="Calibri" panose="020F0502020204030204" pitchFamily="34" charset="0"/>
                <a:ea typeface="Calibri" panose="020F0502020204030204" pitchFamily="34" charset="0"/>
              </a:rPr>
              <a:t>.</a:t>
            </a:r>
            <a:endParaRPr lang="pt-BR" sz="2000" kern="0" dirty="0">
              <a:solidFill>
                <a:srgbClr val="000000"/>
              </a:solidFill>
              <a:latin typeface="Calibri" panose="020F0502020204030204" pitchFamily="34" charset="0"/>
              <a:ea typeface="Calibri" panose="020F0502020204030204" pitchFamily="34" charset="0"/>
            </a:endParaRPr>
          </a:p>
          <a:p>
            <a:pPr marL="342900" indent="-342900" algn="just">
              <a:lnSpc>
                <a:spcPct val="114000"/>
              </a:lnSpc>
              <a:spcBef>
                <a:spcPts val="600"/>
              </a:spcBef>
              <a:spcAft>
                <a:spcPts val="600"/>
              </a:spcAft>
              <a:buClr>
                <a:schemeClr val="accent5"/>
              </a:buClr>
              <a:buSzPct val="120000"/>
              <a:buFont typeface="Arial" panose="020B0604020202020204" pitchFamily="34" charset="0"/>
              <a:buChar char="•"/>
            </a:pPr>
            <a:endParaRPr lang="pt-BR" sz="2200" kern="0" dirty="0">
              <a:solidFill>
                <a:srgbClr val="000000"/>
              </a:solidFill>
              <a:latin typeface="Calibri" panose="020F0502020204030204" pitchFamily="34" charset="0"/>
              <a:ea typeface="Calibri" panose="020F0502020204030204" pitchFamily="34" charset="0"/>
            </a:endParaRPr>
          </a:p>
          <a:p>
            <a:pPr marL="495300" lvl="1" indent="-342900" algn="just">
              <a:spcBef>
                <a:spcPts val="300"/>
              </a:spcBef>
              <a:spcAft>
                <a:spcPts val="600"/>
              </a:spcAft>
              <a:buClr>
                <a:schemeClr val="accent5"/>
              </a:buClr>
              <a:buSzPct val="100000"/>
              <a:buFont typeface="Wingdings" panose="05000000000000000000" pitchFamily="2" charset="2"/>
              <a:buChar char="ü"/>
            </a:pPr>
            <a:endParaRPr lang="en-US" sz="2000" kern="0" dirty="0">
              <a:solidFill>
                <a:srgbClr val="000000"/>
              </a:solidFill>
              <a:latin typeface="Calibri" panose="020F0502020204030204" pitchFamily="34" charset="0"/>
              <a:ea typeface="Calibri" panose="020F0502020204030204" pitchFamily="34" charset="0"/>
            </a:endParaRPr>
          </a:p>
          <a:p>
            <a:pPr marL="342900" indent="-342900" algn="just">
              <a:spcBef>
                <a:spcPts val="300"/>
              </a:spcBef>
              <a:spcAft>
                <a:spcPts val="600"/>
              </a:spcAft>
              <a:buClr>
                <a:schemeClr val="accent5"/>
              </a:buClr>
              <a:buSzPct val="120000"/>
              <a:buFont typeface="Arial" panose="020B0604020202020204" pitchFamily="34" charset="0"/>
              <a:buChar char="•"/>
            </a:pPr>
            <a:endParaRPr lang="en-US" sz="2200" kern="0" dirty="0"/>
          </a:p>
        </p:txBody>
      </p:sp>
      <p:pic>
        <p:nvPicPr>
          <p:cNvPr id="3" name="Picture 2">
            <a:extLst>
              <a:ext uri="{FF2B5EF4-FFF2-40B4-BE49-F238E27FC236}">
                <a16:creationId xmlns:a16="http://schemas.microsoft.com/office/drawing/2014/main" id="{FD9D707C-01A3-43F7-A8B4-A9BECFE75149}"/>
              </a:ext>
            </a:extLst>
          </p:cNvPr>
          <p:cNvPicPr>
            <a:picLocks noChangeAspect="1"/>
          </p:cNvPicPr>
          <p:nvPr/>
        </p:nvPicPr>
        <p:blipFill rotWithShape="1">
          <a:blip r:embed="rId3"/>
          <a:srcRect l="2484"/>
          <a:stretch/>
        </p:blipFill>
        <p:spPr>
          <a:xfrm>
            <a:off x="2677388" y="4359787"/>
            <a:ext cx="6837224" cy="187668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49700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421160" y="1473826"/>
            <a:ext cx="9369554" cy="5064513"/>
          </a:xfrm>
          <a:prstGeom prst="rect">
            <a:avLst/>
          </a:prstGeom>
        </p:spPr>
        <p:txBody>
          <a:bodyPr spcFirstLastPara="1" wrap="square" lIns="121900" tIns="121900" rIns="121900" bIns="121900" anchor="t" anchorCtr="0">
            <a:noAutofit/>
          </a:bodyPr>
          <a:lstStyle/>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Numele clasei este reprezentat de un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substantiv la singular</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Numele claselor încep cu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literă mare</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Numele claselor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abstracte</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este scris cu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italic</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Pot exista și clase al căror nume este</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compus </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din două sau mai multe cuvinte (exemplu: </a:t>
            </a:r>
            <a:r>
              <a:rPr lang="ro-RO" sz="2000" dirty="0" err="1">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PacientPrivat</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Stereotipu</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l unei clase apare ori sub formă de pictogramă specifică, ori având denumirea scrisă deasupra numelui clasei între simbolurile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&lt;&lt;   &gt;&gt;</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Sugestii pentru denumirea claselor</a:t>
            </a:r>
          </a:p>
        </p:txBody>
      </p:sp>
      <p:grpSp>
        <p:nvGrpSpPr>
          <p:cNvPr id="4" name="Google Shape;4208;p74">
            <a:extLst>
              <a:ext uri="{FF2B5EF4-FFF2-40B4-BE49-F238E27FC236}">
                <a16:creationId xmlns:a16="http://schemas.microsoft.com/office/drawing/2014/main" id="{D454F707-5612-4FB3-963D-252D14180F19}"/>
              </a:ext>
            </a:extLst>
          </p:cNvPr>
          <p:cNvGrpSpPr/>
          <p:nvPr/>
        </p:nvGrpSpPr>
        <p:grpSpPr>
          <a:xfrm>
            <a:off x="10731811" y="5801710"/>
            <a:ext cx="1102838" cy="1056290"/>
            <a:chOff x="3829880" y="5032542"/>
            <a:chExt cx="1532994" cy="1532994"/>
          </a:xfrm>
        </p:grpSpPr>
        <p:sp>
          <p:nvSpPr>
            <p:cNvPr id="5" name="Google Shape;4209;p74">
              <a:extLst>
                <a:ext uri="{FF2B5EF4-FFF2-40B4-BE49-F238E27FC236}">
                  <a16:creationId xmlns:a16="http://schemas.microsoft.com/office/drawing/2014/main" id="{F53B1DA1-613B-41E3-A77C-B653B72C05C7}"/>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10;p74">
              <a:extLst>
                <a:ext uri="{FF2B5EF4-FFF2-40B4-BE49-F238E27FC236}">
                  <a16:creationId xmlns:a16="http://schemas.microsoft.com/office/drawing/2014/main" id="{9BD45476-3CE5-43DE-8846-9E48E9710521}"/>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11;p74">
              <a:extLst>
                <a:ext uri="{FF2B5EF4-FFF2-40B4-BE49-F238E27FC236}">
                  <a16:creationId xmlns:a16="http://schemas.microsoft.com/office/drawing/2014/main" id="{E46ADEDF-BD88-466B-8E16-E0E286DED5B8}"/>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12;p74">
              <a:extLst>
                <a:ext uri="{FF2B5EF4-FFF2-40B4-BE49-F238E27FC236}">
                  <a16:creationId xmlns:a16="http://schemas.microsoft.com/office/drawing/2014/main" id="{9F0016B7-DC46-4C56-8625-7AB5DD887667}"/>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213;p74">
              <a:extLst>
                <a:ext uri="{FF2B5EF4-FFF2-40B4-BE49-F238E27FC236}">
                  <a16:creationId xmlns:a16="http://schemas.microsoft.com/office/drawing/2014/main" id="{CB946E61-259A-4763-99FC-66DC941ED9F9}"/>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214;p74">
              <a:extLst>
                <a:ext uri="{FF2B5EF4-FFF2-40B4-BE49-F238E27FC236}">
                  <a16:creationId xmlns:a16="http://schemas.microsoft.com/office/drawing/2014/main" id="{25F60D09-B2C9-4B05-ABFC-0840CE4D2F47}"/>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215;p74">
              <a:extLst>
                <a:ext uri="{FF2B5EF4-FFF2-40B4-BE49-F238E27FC236}">
                  <a16:creationId xmlns:a16="http://schemas.microsoft.com/office/drawing/2014/main" id="{35ECADDE-13FF-42CB-8861-DF93E90BDF05}"/>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56238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536090" y="1281420"/>
            <a:ext cx="9369554" cy="5064513"/>
          </a:xfrm>
          <a:prstGeom prst="rect">
            <a:avLst/>
          </a:prstGeom>
        </p:spPr>
        <p:txBody>
          <a:bodyPr spcFirstLastPara="1" wrap="square" lIns="121900" tIns="121900" rIns="121900" bIns="121900" anchor="t" anchorCtr="0">
            <a:noAutofit/>
          </a:bodyPr>
          <a:lstStyle/>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dirty="0" err="1">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Multiplicitățile</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indică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numărul de obiecte </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ale unei clase legate de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un obiect </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al altei clase. </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dirty="0" err="1">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Multiplicitățile</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au se</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ns atunci când două clase sunt în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asociere sau agregare</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dirty="0" err="1">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Multiplicitățile</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indică, de asemenea,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reguli ale afacerii</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Rețineți că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NU</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pot exista multiplicități între două clase care au o relație de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moștenire</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a:t>
            </a:r>
          </a:p>
          <a:p>
            <a:pPr marL="0" marR="0">
              <a:lnSpc>
                <a:spcPct val="114000"/>
              </a:lnSpc>
              <a:spcBef>
                <a:spcPts val="600"/>
              </a:spcBef>
              <a:spcAft>
                <a:spcPts val="800"/>
              </a:spcAft>
              <a:buClr>
                <a:schemeClr val="accent1"/>
              </a:buClr>
              <a:buSzPct val="90000"/>
              <a:buFont typeface="Wingdings" panose="05000000000000000000" pitchFamily="2" charset="2"/>
              <a:buChar char="ü"/>
            </a:pP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În cazul </a:t>
            </a:r>
            <a:r>
              <a:rPr lang="en-US" sz="2000" dirty="0" err="1">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compunerii</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o multiplicitate în clasa de nivel superior (clasa întreg), deși nu este greșită din punct de vedere sintactic, are o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semnificație semantică limitată</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Multiplicitatea corespunzătoare clasei întregi este </a:t>
            </a:r>
            <a:r>
              <a:rPr lang="ro-RO" sz="2000" b="1"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unu</a:t>
            </a:r>
            <a:r>
              <a:rPr lang="ro-RO" sz="2000" dirty="0">
                <a:solidFill>
                  <a:srgbClr val="3F3F3F"/>
                </a:solidFill>
                <a:effectLst/>
                <a:latin typeface="Calibri" panose="020F0502020204030204" pitchFamily="34" charset="0"/>
                <a:ea typeface="Times New Roman" panose="02020603050405020304" pitchFamily="18" charset="0"/>
                <a:cs typeface="Calibri" panose="020F0502020204030204" pitchFamily="34" charset="0"/>
              </a:rPr>
              <a:t>. </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Bune practici – Multiplicități</a:t>
            </a:r>
          </a:p>
        </p:txBody>
      </p:sp>
      <p:grpSp>
        <p:nvGrpSpPr>
          <p:cNvPr id="13" name="Google Shape;4208;p74">
            <a:extLst>
              <a:ext uri="{FF2B5EF4-FFF2-40B4-BE49-F238E27FC236}">
                <a16:creationId xmlns:a16="http://schemas.microsoft.com/office/drawing/2014/main" id="{B0CD4981-EA52-45EE-8AAB-F0864D0F9E17}"/>
              </a:ext>
            </a:extLst>
          </p:cNvPr>
          <p:cNvGrpSpPr/>
          <p:nvPr/>
        </p:nvGrpSpPr>
        <p:grpSpPr>
          <a:xfrm>
            <a:off x="10731811" y="5801710"/>
            <a:ext cx="1102838" cy="1056290"/>
            <a:chOff x="3829880" y="5032542"/>
            <a:chExt cx="1532994" cy="1532994"/>
          </a:xfrm>
        </p:grpSpPr>
        <p:sp>
          <p:nvSpPr>
            <p:cNvPr id="14" name="Google Shape;4209;p74">
              <a:extLst>
                <a:ext uri="{FF2B5EF4-FFF2-40B4-BE49-F238E27FC236}">
                  <a16:creationId xmlns:a16="http://schemas.microsoft.com/office/drawing/2014/main" id="{297861FD-8571-497D-8DBA-F6F0ABB7401F}"/>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210;p74">
              <a:extLst>
                <a:ext uri="{FF2B5EF4-FFF2-40B4-BE49-F238E27FC236}">
                  <a16:creationId xmlns:a16="http://schemas.microsoft.com/office/drawing/2014/main" id="{FBEB23C8-B46F-49C0-8D66-854CB473A792}"/>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211;p74">
              <a:extLst>
                <a:ext uri="{FF2B5EF4-FFF2-40B4-BE49-F238E27FC236}">
                  <a16:creationId xmlns:a16="http://schemas.microsoft.com/office/drawing/2014/main" id="{10B11152-E4FB-4D36-9989-BDEE556EE556}"/>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212;p74">
              <a:extLst>
                <a:ext uri="{FF2B5EF4-FFF2-40B4-BE49-F238E27FC236}">
                  <a16:creationId xmlns:a16="http://schemas.microsoft.com/office/drawing/2014/main" id="{6B3592B6-26FD-49F6-9E0D-E89D571FE504}"/>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213;p74">
              <a:extLst>
                <a:ext uri="{FF2B5EF4-FFF2-40B4-BE49-F238E27FC236}">
                  <a16:creationId xmlns:a16="http://schemas.microsoft.com/office/drawing/2014/main" id="{CE18A05D-7AF5-42CE-97FE-35E702B5E8E4}"/>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214;p74">
              <a:extLst>
                <a:ext uri="{FF2B5EF4-FFF2-40B4-BE49-F238E27FC236}">
                  <a16:creationId xmlns:a16="http://schemas.microsoft.com/office/drawing/2014/main" id="{B729E20B-C1C9-47EB-9F36-DA148D69DB01}"/>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215;p74">
              <a:extLst>
                <a:ext uri="{FF2B5EF4-FFF2-40B4-BE49-F238E27FC236}">
                  <a16:creationId xmlns:a16="http://schemas.microsoft.com/office/drawing/2014/main" id="{E2412BE2-24E3-49EF-AEFC-07DC683DAD9B}"/>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88962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189837" y="1110653"/>
            <a:ext cx="9806824" cy="1056290"/>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Cum modelați următoarea situație într-o diagramă de clase UML:</a:t>
            </a:r>
          </a:p>
          <a:p>
            <a:pPr marL="0" marR="0">
              <a:lnSpc>
                <a:spcPct val="107000"/>
              </a:lnSpc>
              <a:spcBef>
                <a:spcPts val="0"/>
              </a:spcBef>
              <a:spcAft>
                <a:spcPts val="800"/>
              </a:spcAft>
            </a:pPr>
            <a:r>
              <a:rPr lang="ro-RO" sz="2000" i="1" dirty="0">
                <a:effectLst/>
                <a:latin typeface="Calibri" panose="020F0502020204030204" pitchFamily="34" charset="0"/>
                <a:ea typeface="Calibri" panose="020F0502020204030204" pitchFamily="34" charset="0"/>
                <a:cs typeface="Times New Roman" panose="02020603050405020304" pitchFamily="18" charset="0"/>
              </a:rPr>
              <a:t>O comandă este plasată cu ajutorul unui chelner, un chelner se ocupă de mai multe comenzi.</a:t>
            </a: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988782" y="283105"/>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Aprofund</a:t>
            </a:r>
            <a:r>
              <a:rPr lang="ro-RO" kern="0" dirty="0"/>
              <a:t>ă</a:t>
            </a:r>
            <a:r>
              <a:rPr lang="en-US" kern="0" dirty="0"/>
              <a:t>m- 1</a:t>
            </a:r>
            <a:endParaRPr lang="ro-RO" kern="0" dirty="0"/>
          </a:p>
        </p:txBody>
      </p:sp>
      <p:grpSp>
        <p:nvGrpSpPr>
          <p:cNvPr id="6" name="Google Shape;4208;p74">
            <a:extLst>
              <a:ext uri="{FF2B5EF4-FFF2-40B4-BE49-F238E27FC236}">
                <a16:creationId xmlns:a16="http://schemas.microsoft.com/office/drawing/2014/main" id="{5117BC93-2B10-4FBA-8F3A-610CFBDA2622}"/>
              </a:ext>
            </a:extLst>
          </p:cNvPr>
          <p:cNvGrpSpPr/>
          <p:nvPr/>
        </p:nvGrpSpPr>
        <p:grpSpPr>
          <a:xfrm>
            <a:off x="10731811" y="5801710"/>
            <a:ext cx="1102838" cy="1056290"/>
            <a:chOff x="3829880" y="5032542"/>
            <a:chExt cx="1532994" cy="1532994"/>
          </a:xfrm>
        </p:grpSpPr>
        <p:sp>
          <p:nvSpPr>
            <p:cNvPr id="8" name="Google Shape;4209;p74">
              <a:extLst>
                <a:ext uri="{FF2B5EF4-FFF2-40B4-BE49-F238E27FC236}">
                  <a16:creationId xmlns:a16="http://schemas.microsoft.com/office/drawing/2014/main" id="{E33E660B-E09F-42E1-9BD5-B368BDFE7B8C}"/>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10;p74">
              <a:extLst>
                <a:ext uri="{FF2B5EF4-FFF2-40B4-BE49-F238E27FC236}">
                  <a16:creationId xmlns:a16="http://schemas.microsoft.com/office/drawing/2014/main" id="{7701A3AE-DF11-45A0-8897-E2E8222AA61D}"/>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211;p74">
              <a:extLst>
                <a:ext uri="{FF2B5EF4-FFF2-40B4-BE49-F238E27FC236}">
                  <a16:creationId xmlns:a16="http://schemas.microsoft.com/office/drawing/2014/main" id="{D476443F-C55C-444E-8E50-191E7DF29FFA}"/>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212;p74">
              <a:extLst>
                <a:ext uri="{FF2B5EF4-FFF2-40B4-BE49-F238E27FC236}">
                  <a16:creationId xmlns:a16="http://schemas.microsoft.com/office/drawing/2014/main" id="{4ABF9C8C-0209-4F3A-99CB-304D14CC1594}"/>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213;p74">
              <a:extLst>
                <a:ext uri="{FF2B5EF4-FFF2-40B4-BE49-F238E27FC236}">
                  <a16:creationId xmlns:a16="http://schemas.microsoft.com/office/drawing/2014/main" id="{3492D97E-4604-47A5-AD25-2EB6C715C451}"/>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214;p74">
              <a:extLst>
                <a:ext uri="{FF2B5EF4-FFF2-40B4-BE49-F238E27FC236}">
                  <a16:creationId xmlns:a16="http://schemas.microsoft.com/office/drawing/2014/main" id="{030F13F4-CF1A-4D64-BAA2-C2E7DA3BA6E4}"/>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215;p74">
              <a:extLst>
                <a:ext uri="{FF2B5EF4-FFF2-40B4-BE49-F238E27FC236}">
                  <a16:creationId xmlns:a16="http://schemas.microsoft.com/office/drawing/2014/main" id="{80D59024-8D12-4468-BBF6-038027690BDE}"/>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 name="Picture 21">
            <a:extLst>
              <a:ext uri="{FF2B5EF4-FFF2-40B4-BE49-F238E27FC236}">
                <a16:creationId xmlns:a16="http://schemas.microsoft.com/office/drawing/2014/main" id="{A8B44C03-698D-4A93-8BFD-70C5D4FC93AB}"/>
              </a:ext>
            </a:extLst>
          </p:cNvPr>
          <p:cNvPicPr/>
          <p:nvPr/>
        </p:nvPicPr>
        <p:blipFill>
          <a:blip r:embed="rId3"/>
          <a:stretch>
            <a:fillRect/>
          </a:stretch>
        </p:blipFill>
        <p:spPr>
          <a:xfrm>
            <a:off x="4595919" y="2062843"/>
            <a:ext cx="2994660" cy="2971800"/>
          </a:xfrm>
          <a:prstGeom prst="rect">
            <a:avLst/>
          </a:prstGeom>
          <a:ln>
            <a:noFill/>
          </a:ln>
          <a:effectLst>
            <a:outerShdw blurRad="190500" algn="tl" rotWithShape="0">
              <a:srgbClr val="000000">
                <a:alpha val="70000"/>
              </a:srgbClr>
            </a:outerShdw>
          </a:effectLst>
        </p:spPr>
      </p:pic>
      <p:sp>
        <p:nvSpPr>
          <p:cNvPr id="24" name="Google Shape;3643;p60">
            <a:extLst>
              <a:ext uri="{FF2B5EF4-FFF2-40B4-BE49-F238E27FC236}">
                <a16:creationId xmlns:a16="http://schemas.microsoft.com/office/drawing/2014/main" id="{5C37E41D-1207-45E1-86C9-6D2F62EFDE4E}"/>
              </a:ext>
            </a:extLst>
          </p:cNvPr>
          <p:cNvSpPr txBox="1">
            <a:spLocks/>
          </p:cNvSpPr>
          <p:nvPr/>
        </p:nvSpPr>
        <p:spPr>
          <a:xfrm>
            <a:off x="1974815" y="4745420"/>
            <a:ext cx="5615764" cy="105629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343434"/>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2pPr>
            <a:lvl3pPr marL="1371600" marR="0" lvl="2"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3pPr>
            <a:lvl4pPr marL="1828800" marR="0" lvl="3"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4pPr>
            <a:lvl5pPr marL="2286000" marR="0" lvl="4"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5pPr>
            <a:lvl6pPr marL="2743200" marR="0" lvl="5"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6pPr>
            <a:lvl7pPr marL="3200400" marR="0" lvl="6"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7pPr>
            <a:lvl8pPr marL="3657600" marR="0" lvl="7"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8pPr>
            <a:lvl9pPr marL="4114800" marR="0" lvl="8" indent="-304800" algn="ctr" rtl="0">
              <a:lnSpc>
                <a:spcPct val="100000"/>
              </a:lnSpc>
              <a:spcBef>
                <a:spcPts val="0"/>
              </a:spcBef>
              <a:spcAft>
                <a:spcPts val="0"/>
              </a:spcAft>
              <a:buClr>
                <a:srgbClr val="343434"/>
              </a:buClr>
              <a:buSzPts val="1200"/>
              <a:buFont typeface="Muli"/>
              <a:buNone/>
              <a:defRPr sz="1200" b="0" i="0" u="none" strike="noStrike" cap="none">
                <a:solidFill>
                  <a:srgbClr val="343434"/>
                </a:solidFill>
                <a:latin typeface="Muli"/>
                <a:ea typeface="Muli"/>
                <a:cs typeface="Muli"/>
                <a:sym typeface="Muli"/>
              </a:defRPr>
            </a:lvl9pPr>
          </a:lstStyle>
          <a:p>
            <a:pPr marL="0" marR="0">
              <a:lnSpc>
                <a:spcPct val="107000"/>
              </a:lnSpc>
              <a:spcBef>
                <a:spcPts val="0"/>
              </a:spcBef>
              <a:spcAft>
                <a:spcPts val="800"/>
              </a:spcAft>
            </a:pPr>
            <a:r>
              <a:rPr lang="ro-RO" sz="1800" dirty="0">
                <a:effectLst/>
                <a:latin typeface="Calibri" panose="020F0502020204030204" pitchFamily="34" charset="0"/>
                <a:ea typeface="Calibri" panose="020F0502020204030204" pitchFamily="34" charset="0"/>
                <a:cs typeface="Times New Roman" panose="02020603050405020304" pitchFamily="18" charset="0"/>
              </a:rPr>
              <a:t>Variante: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ct val="100000"/>
              <a:buFont typeface="+mj-lt"/>
              <a:buAutoNum type="alphaLcParenR"/>
            </a:pPr>
            <a:r>
              <a:rPr lang="ro-RO" sz="1800" dirty="0">
                <a:effectLst/>
                <a:latin typeface="Calibri" panose="020F0502020204030204" pitchFamily="34" charset="0"/>
                <a:ea typeface="Calibri" panose="020F0502020204030204" pitchFamily="34" charset="0"/>
                <a:cs typeface="Times New Roman" panose="02020603050405020304" pitchFamily="18" charset="0"/>
              </a:rPr>
              <a:t>1+2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ct val="100000"/>
              <a:buFont typeface="+mj-lt"/>
              <a:buAutoNum type="alphaLcParenR"/>
            </a:pPr>
            <a:r>
              <a:rPr lang="ro-RO" sz="1800" dirty="0">
                <a:effectLst/>
                <a:latin typeface="Calibri" panose="020F0502020204030204" pitchFamily="34" charset="0"/>
                <a:ea typeface="Calibri" panose="020F0502020204030204" pitchFamily="34" charset="0"/>
                <a:cs typeface="Times New Roman" panose="02020603050405020304" pitchFamily="18" charset="0"/>
              </a:rPr>
              <a:t>1+3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SzPct val="100000"/>
              <a:buFont typeface="+mj-lt"/>
              <a:buAutoNum type="alphaLcParenR"/>
            </a:pPr>
            <a:r>
              <a:rPr lang="ro-RO" sz="1800" dirty="0">
                <a:effectLst/>
                <a:latin typeface="Calibri" panose="020F0502020204030204" pitchFamily="34" charset="0"/>
                <a:ea typeface="Calibri" panose="020F0502020204030204" pitchFamily="34" charset="0"/>
                <a:cs typeface="Times New Roman" panose="02020603050405020304" pitchFamily="18" charset="0"/>
              </a:rPr>
              <a:t>1+4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ct val="100000"/>
              <a:buFont typeface="+mj-lt"/>
              <a:buAutoNum type="alphaLcParenR"/>
            </a:pPr>
            <a:r>
              <a:rPr lang="ro-RO" sz="1800" dirty="0">
                <a:effectLst/>
                <a:latin typeface="Calibri" panose="020F0502020204030204" pitchFamily="34" charset="0"/>
                <a:ea typeface="Calibri" panose="020F0502020204030204" pitchFamily="34" charset="0"/>
                <a:cs typeface="Times New Roman" panose="02020603050405020304" pitchFamily="18" charset="0"/>
              </a:rPr>
              <a:t>2+3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a:lnSpc>
                <a:spcPct val="107000"/>
              </a:lnSpc>
              <a:spcAft>
                <a:spcPts val="800"/>
              </a:spcAft>
            </a:pPr>
            <a:endParaRPr lang="ro-RO" sz="2000" i="1" kern="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0510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824819" y="1415660"/>
            <a:ext cx="9369554" cy="1293614"/>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Pornind de la diagrama din imagine, care dintre următoarele afirmații este adevărată?</a:t>
            </a:r>
          </a:p>
          <a:p>
            <a:pPr marL="0" marR="0">
              <a:lnSpc>
                <a:spcPct val="107000"/>
              </a:lnSpc>
              <a:spcBef>
                <a:spcPts val="0"/>
              </a:spcBef>
              <a:spcAft>
                <a:spcPts val="800"/>
              </a:spcAft>
            </a:pPr>
            <a:endParaRPr lang="ro-RO" sz="20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ro-RO"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1.	Un obiect al clasei A poate avea asociat un obiect al clasei B</a:t>
            </a:r>
          </a:p>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2.	Dacă o instanță a lui B este ștearsă, atunci sunt șterse și toate instanțele lui A</a:t>
            </a:r>
          </a:p>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3.	Rombul de lângă A poartă numele de compunere</a:t>
            </a:r>
          </a:p>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4.	Un obiect al lui B este inclus într-un sigur un obiect al lui A</a:t>
            </a:r>
          </a:p>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 Variante:</a:t>
            </a:r>
          </a:p>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a)	1+4</a:t>
            </a:r>
          </a:p>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b)	1+3</a:t>
            </a:r>
          </a:p>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c)	2+3</a:t>
            </a:r>
          </a:p>
          <a:p>
            <a:pPr marL="0" marR="0">
              <a:lnSpc>
                <a:spcPct val="107000"/>
              </a:lnSpc>
              <a:spcBef>
                <a:spcPts val="0"/>
              </a:spcBef>
              <a:spcAft>
                <a:spcPts val="800"/>
              </a:spcAft>
            </a:pPr>
            <a:r>
              <a:rPr lang="ro-RO" sz="2000" dirty="0">
                <a:latin typeface="Calibri" panose="020F0502020204030204" pitchFamily="34" charset="0"/>
                <a:ea typeface="Calibri" panose="020F0502020204030204" pitchFamily="34" charset="0"/>
                <a:cs typeface="Times New Roman" panose="02020603050405020304" pitchFamily="18" charset="0"/>
              </a:rPr>
              <a:t>d)	3+4</a:t>
            </a:r>
          </a:p>
          <a:p>
            <a:pPr marL="0" marR="0">
              <a:lnSpc>
                <a:spcPct val="107000"/>
              </a:lnSpc>
              <a:spcBef>
                <a:spcPts val="0"/>
              </a:spcBef>
              <a:spcAft>
                <a:spcPts val="800"/>
              </a:spcAft>
            </a:pPr>
            <a:endParaRPr lang="ro-RO" sz="20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ro-RO"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Aprofund</a:t>
            </a:r>
            <a:r>
              <a:rPr lang="ro-RO" kern="0" dirty="0"/>
              <a:t>ă</a:t>
            </a:r>
            <a:r>
              <a:rPr lang="en-US" kern="0" dirty="0"/>
              <a:t>m- </a:t>
            </a:r>
            <a:r>
              <a:rPr lang="ro-RO" kern="0" dirty="0"/>
              <a:t>2</a:t>
            </a:r>
          </a:p>
        </p:txBody>
      </p:sp>
      <p:grpSp>
        <p:nvGrpSpPr>
          <p:cNvPr id="6" name="Google Shape;4208;p74">
            <a:extLst>
              <a:ext uri="{FF2B5EF4-FFF2-40B4-BE49-F238E27FC236}">
                <a16:creationId xmlns:a16="http://schemas.microsoft.com/office/drawing/2014/main" id="{5117BC93-2B10-4FBA-8F3A-610CFBDA2622}"/>
              </a:ext>
            </a:extLst>
          </p:cNvPr>
          <p:cNvGrpSpPr/>
          <p:nvPr/>
        </p:nvGrpSpPr>
        <p:grpSpPr>
          <a:xfrm>
            <a:off x="10731811" y="5801710"/>
            <a:ext cx="1102838" cy="1056290"/>
            <a:chOff x="3829880" y="5032542"/>
            <a:chExt cx="1532994" cy="1532994"/>
          </a:xfrm>
        </p:grpSpPr>
        <p:sp>
          <p:nvSpPr>
            <p:cNvPr id="8" name="Google Shape;4209;p74">
              <a:extLst>
                <a:ext uri="{FF2B5EF4-FFF2-40B4-BE49-F238E27FC236}">
                  <a16:creationId xmlns:a16="http://schemas.microsoft.com/office/drawing/2014/main" id="{E33E660B-E09F-42E1-9BD5-B368BDFE7B8C}"/>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10;p74">
              <a:extLst>
                <a:ext uri="{FF2B5EF4-FFF2-40B4-BE49-F238E27FC236}">
                  <a16:creationId xmlns:a16="http://schemas.microsoft.com/office/drawing/2014/main" id="{7701A3AE-DF11-45A0-8897-E2E8222AA61D}"/>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211;p74">
              <a:extLst>
                <a:ext uri="{FF2B5EF4-FFF2-40B4-BE49-F238E27FC236}">
                  <a16:creationId xmlns:a16="http://schemas.microsoft.com/office/drawing/2014/main" id="{D476443F-C55C-444E-8E50-191E7DF29FFA}"/>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212;p74">
              <a:extLst>
                <a:ext uri="{FF2B5EF4-FFF2-40B4-BE49-F238E27FC236}">
                  <a16:creationId xmlns:a16="http://schemas.microsoft.com/office/drawing/2014/main" id="{4ABF9C8C-0209-4F3A-99CB-304D14CC1594}"/>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213;p74">
              <a:extLst>
                <a:ext uri="{FF2B5EF4-FFF2-40B4-BE49-F238E27FC236}">
                  <a16:creationId xmlns:a16="http://schemas.microsoft.com/office/drawing/2014/main" id="{3492D97E-4604-47A5-AD25-2EB6C715C451}"/>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214;p74">
              <a:extLst>
                <a:ext uri="{FF2B5EF4-FFF2-40B4-BE49-F238E27FC236}">
                  <a16:creationId xmlns:a16="http://schemas.microsoft.com/office/drawing/2014/main" id="{030F13F4-CF1A-4D64-BAA2-C2E7DA3BA6E4}"/>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215;p74">
              <a:extLst>
                <a:ext uri="{FF2B5EF4-FFF2-40B4-BE49-F238E27FC236}">
                  <a16:creationId xmlns:a16="http://schemas.microsoft.com/office/drawing/2014/main" id="{80D59024-8D12-4468-BBF6-038027690BDE}"/>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 name="Picture 21">
            <a:extLst>
              <a:ext uri="{FF2B5EF4-FFF2-40B4-BE49-F238E27FC236}">
                <a16:creationId xmlns:a16="http://schemas.microsoft.com/office/drawing/2014/main" id="{5807F150-C79B-4F2C-A8EB-423EB1BBD8FB}"/>
              </a:ext>
            </a:extLst>
          </p:cNvPr>
          <p:cNvPicPr/>
          <p:nvPr/>
        </p:nvPicPr>
        <p:blipFill>
          <a:blip r:embed="rId3"/>
          <a:stretch>
            <a:fillRect/>
          </a:stretch>
        </p:blipFill>
        <p:spPr>
          <a:xfrm>
            <a:off x="5276898" y="1922969"/>
            <a:ext cx="2799907" cy="82051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19582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34"/>
        <p:cNvGrpSpPr/>
        <p:nvPr/>
      </p:nvGrpSpPr>
      <p:grpSpPr>
        <a:xfrm>
          <a:off x="0" y="0"/>
          <a:ext cx="0" cy="0"/>
          <a:chOff x="0" y="0"/>
          <a:chExt cx="0" cy="0"/>
        </a:xfrm>
      </p:grpSpPr>
      <p:sp>
        <p:nvSpPr>
          <p:cNvPr id="3643" name="Google Shape;3643;p60"/>
          <p:cNvSpPr txBox="1">
            <a:spLocks noGrp="1"/>
          </p:cNvSpPr>
          <p:nvPr>
            <p:ph type="subTitle" idx="4"/>
          </p:nvPr>
        </p:nvSpPr>
        <p:spPr>
          <a:xfrm>
            <a:off x="1666718" y="1460096"/>
            <a:ext cx="9369554" cy="4885837"/>
          </a:xfrm>
          <a:prstGeom prst="rect">
            <a:avLst/>
          </a:prstGeom>
        </p:spPr>
        <p:txBody>
          <a:bodyPr spcFirstLastPara="1" wrap="square" lIns="121900" tIns="121900" rIns="121900" bIns="121900" anchor="t" anchorCtr="0">
            <a:noAutofit/>
          </a:bodyPr>
          <a:lstStyle/>
          <a:p>
            <a:pPr marL="0" marR="0">
              <a:lnSpc>
                <a:spcPct val="107000"/>
              </a:lnSpc>
              <a:spcBef>
                <a:spcPts val="0"/>
              </a:spcBef>
              <a:spcAft>
                <a:spcPts val="800"/>
              </a:spcAft>
            </a:pPr>
            <a:r>
              <a:rPr lang="ro-RO" sz="2000" i="1" dirty="0">
                <a:effectLst/>
                <a:latin typeface="Calibri" panose="020F0502020204030204" pitchFamily="34" charset="0"/>
                <a:ea typeface="Calibri" panose="020F0502020204030204" pitchFamily="34" charset="0"/>
                <a:cs typeface="Times New Roman" panose="02020603050405020304" pitchFamily="18" charset="0"/>
              </a:rPr>
              <a:t>O relație de generalizare între o subclasă și o superclasă are următoarele proprietăți:</a:t>
            </a:r>
          </a:p>
          <a:p>
            <a:pPr marL="152400" indent="-457200">
              <a:lnSpc>
                <a:spcPct val="107000"/>
              </a:lnSpc>
              <a:spcAft>
                <a:spcPts val="800"/>
              </a:spcAft>
              <a:buSzPct val="100000"/>
              <a:buFont typeface="+mj-lt"/>
              <a:buAutoNum type="arabicPeriod"/>
            </a:pPr>
            <a:r>
              <a:rPr lang="ro-RO" sz="2000" dirty="0">
                <a:effectLst/>
                <a:latin typeface="Calibri" panose="020F0502020204030204" pitchFamily="34" charset="0"/>
                <a:ea typeface="Calibri" panose="020F0502020204030204" pitchFamily="34" charset="0"/>
                <a:cs typeface="Times New Roman" panose="02020603050405020304" pitchFamily="18" charset="0"/>
              </a:rPr>
              <a:t>subclasa moștenește proprietățile superclasei</a:t>
            </a:r>
          </a:p>
          <a:p>
            <a:pPr marL="152400" indent="-457200">
              <a:lnSpc>
                <a:spcPct val="107000"/>
              </a:lnSpc>
              <a:spcAft>
                <a:spcPts val="800"/>
              </a:spcAft>
              <a:buSzPct val="100000"/>
              <a:buFont typeface="+mj-lt"/>
              <a:buAutoNum type="arabicPeriod"/>
            </a:pPr>
            <a:r>
              <a:rPr lang="ro-RO" sz="2000" dirty="0">
                <a:effectLst/>
                <a:latin typeface="Calibri" panose="020F0502020204030204" pitchFamily="34" charset="0"/>
                <a:ea typeface="Calibri" panose="020F0502020204030204" pitchFamily="34" charset="0"/>
                <a:cs typeface="Times New Roman" panose="02020603050405020304" pitchFamily="18" charset="0"/>
              </a:rPr>
              <a:t>subclasă poate moșteni de la o singură superclasă</a:t>
            </a:r>
          </a:p>
          <a:p>
            <a:pPr marL="152400" indent="-457200">
              <a:lnSpc>
                <a:spcPct val="107000"/>
              </a:lnSpc>
              <a:spcAft>
                <a:spcPts val="800"/>
              </a:spcAft>
              <a:buSzPct val="100000"/>
              <a:buFont typeface="+mj-lt"/>
              <a:buAutoNum type="arabicPeriod"/>
            </a:pPr>
            <a:r>
              <a:rPr lang="ro-RO" sz="2000" dirty="0">
                <a:effectLst/>
                <a:latin typeface="Calibri" panose="020F0502020204030204" pitchFamily="34" charset="0"/>
                <a:ea typeface="Calibri" panose="020F0502020204030204" pitchFamily="34" charset="0"/>
                <a:cs typeface="Times New Roman" panose="02020603050405020304" pitchFamily="18" charset="0"/>
              </a:rPr>
              <a:t>subclasa nu poate avea mai multe atribute și operații decât superclasa</a:t>
            </a:r>
          </a:p>
          <a:p>
            <a:pPr marL="152400" indent="-457200">
              <a:lnSpc>
                <a:spcPct val="107000"/>
              </a:lnSpc>
              <a:spcAft>
                <a:spcPts val="800"/>
              </a:spcAft>
              <a:buSzPct val="100000"/>
              <a:buFont typeface="+mj-lt"/>
              <a:buAutoNum type="arabicPeriod"/>
            </a:pPr>
            <a:r>
              <a:rPr lang="ro-RO" sz="2000" dirty="0">
                <a:effectLst/>
                <a:latin typeface="Calibri" panose="020F0502020204030204" pitchFamily="34" charset="0"/>
                <a:ea typeface="Calibri" panose="020F0502020204030204" pitchFamily="34" charset="0"/>
                <a:cs typeface="Times New Roman" panose="02020603050405020304" pitchFamily="18" charset="0"/>
              </a:rPr>
              <a:t>superclasa nu poate să fie abstractă</a:t>
            </a:r>
          </a:p>
          <a:p>
            <a:pPr marL="0" marR="0">
              <a:lnSpc>
                <a:spcPct val="107000"/>
              </a:lnSpc>
              <a:spcBef>
                <a:spcPts val="120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Variante:</a:t>
            </a:r>
          </a:p>
          <a:p>
            <a:pPr marL="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a) 1</a:t>
            </a:r>
          </a:p>
          <a:p>
            <a:pPr marL="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b) 1+2</a:t>
            </a:r>
          </a:p>
          <a:p>
            <a:pPr marL="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c) 1+2+3</a:t>
            </a:r>
          </a:p>
          <a:p>
            <a:pPr marL="0" marR="0">
              <a:lnSpc>
                <a:spcPct val="107000"/>
              </a:lnSpc>
              <a:spcBef>
                <a:spcPts val="0"/>
              </a:spcBef>
              <a:spcAft>
                <a:spcPts val="800"/>
              </a:spcAft>
            </a:pPr>
            <a:r>
              <a:rPr lang="ro-RO" sz="2000" dirty="0">
                <a:effectLst/>
                <a:latin typeface="Calibri" panose="020F0502020204030204" pitchFamily="34" charset="0"/>
                <a:ea typeface="Calibri" panose="020F0502020204030204" pitchFamily="34" charset="0"/>
                <a:cs typeface="Times New Roman" panose="02020603050405020304" pitchFamily="18" charset="0"/>
              </a:rPr>
              <a:t>d) 1+2+3+4</a:t>
            </a:r>
          </a:p>
          <a:p>
            <a:pPr marL="457200" lvl="1" algn="l">
              <a:lnSpc>
                <a:spcPct val="107000"/>
              </a:lnSpc>
              <a:spcAft>
                <a:spcPts val="800"/>
              </a:spcAft>
            </a:pPr>
            <a:endParaRPr lang="ro-RO"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Google Shape;3957;p72">
            <a:extLst>
              <a:ext uri="{FF2B5EF4-FFF2-40B4-BE49-F238E27FC236}">
                <a16:creationId xmlns:a16="http://schemas.microsoft.com/office/drawing/2014/main" id="{73FFAB81-F0BD-408A-90E7-1083A66D2E90}"/>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Aprofund</a:t>
            </a:r>
            <a:r>
              <a:rPr lang="ro-RO" kern="0" dirty="0"/>
              <a:t>ă</a:t>
            </a:r>
            <a:r>
              <a:rPr lang="en-US" kern="0" dirty="0"/>
              <a:t>m- </a:t>
            </a:r>
            <a:r>
              <a:rPr lang="ro-RO" kern="0" dirty="0"/>
              <a:t>3</a:t>
            </a:r>
          </a:p>
        </p:txBody>
      </p:sp>
      <p:grpSp>
        <p:nvGrpSpPr>
          <p:cNvPr id="4" name="Google Shape;4208;p74">
            <a:extLst>
              <a:ext uri="{FF2B5EF4-FFF2-40B4-BE49-F238E27FC236}">
                <a16:creationId xmlns:a16="http://schemas.microsoft.com/office/drawing/2014/main" id="{9507E4DA-DF41-4ABB-82BC-F36A14136D6A}"/>
              </a:ext>
            </a:extLst>
          </p:cNvPr>
          <p:cNvGrpSpPr/>
          <p:nvPr/>
        </p:nvGrpSpPr>
        <p:grpSpPr>
          <a:xfrm>
            <a:off x="10731811" y="5801710"/>
            <a:ext cx="1102838" cy="1056290"/>
            <a:chOff x="3829880" y="5032542"/>
            <a:chExt cx="1532994" cy="1532994"/>
          </a:xfrm>
        </p:grpSpPr>
        <p:sp>
          <p:nvSpPr>
            <p:cNvPr id="5" name="Google Shape;4209;p74">
              <a:extLst>
                <a:ext uri="{FF2B5EF4-FFF2-40B4-BE49-F238E27FC236}">
                  <a16:creationId xmlns:a16="http://schemas.microsoft.com/office/drawing/2014/main" id="{B655F5B1-A0F7-4974-9025-70A5CB142653}"/>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210;p74">
              <a:extLst>
                <a:ext uri="{FF2B5EF4-FFF2-40B4-BE49-F238E27FC236}">
                  <a16:creationId xmlns:a16="http://schemas.microsoft.com/office/drawing/2014/main" id="{A4BF1A04-F166-4022-9D74-955DAC0E553C}"/>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211;p74">
              <a:extLst>
                <a:ext uri="{FF2B5EF4-FFF2-40B4-BE49-F238E27FC236}">
                  <a16:creationId xmlns:a16="http://schemas.microsoft.com/office/drawing/2014/main" id="{B743E0C3-8333-4EDF-BE88-2BA2E986CC41}"/>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12;p74">
              <a:extLst>
                <a:ext uri="{FF2B5EF4-FFF2-40B4-BE49-F238E27FC236}">
                  <a16:creationId xmlns:a16="http://schemas.microsoft.com/office/drawing/2014/main" id="{0F42EAEB-68D3-4F8E-807D-85D39A518DB6}"/>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213;p74">
              <a:extLst>
                <a:ext uri="{FF2B5EF4-FFF2-40B4-BE49-F238E27FC236}">
                  <a16:creationId xmlns:a16="http://schemas.microsoft.com/office/drawing/2014/main" id="{96246E42-AFFF-4911-AB6A-272043A22276}"/>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214;p74">
              <a:extLst>
                <a:ext uri="{FF2B5EF4-FFF2-40B4-BE49-F238E27FC236}">
                  <a16:creationId xmlns:a16="http://schemas.microsoft.com/office/drawing/2014/main" id="{8E503B9A-EA1E-42B4-BE89-D2603C9254DA}"/>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215;p74">
              <a:extLst>
                <a:ext uri="{FF2B5EF4-FFF2-40B4-BE49-F238E27FC236}">
                  <a16:creationId xmlns:a16="http://schemas.microsoft.com/office/drawing/2014/main" id="{F076BCFA-ED3C-4794-BCDA-7D2E9845C5CA}"/>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38866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23" name="Google Shape;3643;p60">
            <a:extLst>
              <a:ext uri="{FF2B5EF4-FFF2-40B4-BE49-F238E27FC236}">
                <a16:creationId xmlns:a16="http://schemas.microsoft.com/office/drawing/2014/main" id="{808B9841-B43F-4A96-8BDD-B64E3A517E44}"/>
              </a:ext>
            </a:extLst>
          </p:cNvPr>
          <p:cNvSpPr txBox="1">
            <a:spLocks/>
          </p:cNvSpPr>
          <p:nvPr/>
        </p:nvSpPr>
        <p:spPr>
          <a:xfrm>
            <a:off x="5966164" y="1200294"/>
            <a:ext cx="4793636" cy="506451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1pPr>
            <a:lvl2pPr marL="914400" marR="0" lvl="1"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2pPr>
            <a:lvl3pPr marL="1371600" marR="0" lvl="2"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3pPr>
            <a:lvl4pPr marL="1828800" marR="0" lvl="3"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4pPr>
            <a:lvl5pPr marL="2286000" marR="0" lvl="4"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5pPr>
            <a:lvl6pPr marL="2743200" marR="0" lvl="5"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6pPr>
            <a:lvl7pPr marL="3200400" marR="0" lvl="6"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7pPr>
            <a:lvl8pPr marL="3657600" marR="0" lvl="7"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8pPr>
            <a:lvl9pPr marL="4114800" marR="0" lvl="8"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9pPr>
          </a:lstStyle>
          <a:p>
            <a:pPr marL="0" indent="0" algn="l">
              <a:lnSpc>
                <a:spcPct val="114000"/>
              </a:lnSpc>
              <a:spcBef>
                <a:spcPts val="600"/>
              </a:spcBef>
              <a:spcAft>
                <a:spcPts val="600"/>
              </a:spcAft>
              <a:buClr>
                <a:schemeClr val="accent1"/>
              </a:buClr>
              <a:buSzPct val="90000"/>
            </a:pPr>
            <a:r>
              <a:rPr lang="ro-RO" sz="1800" i="1"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În această reprezentare a unei clase identificați:</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Numele clasei</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Stereotipul</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Atributele</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Valoarea inițială</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Vizibilitatea atributelor</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Tipul atributelor</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Operațiile</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Semnătura operațiilor</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Vizibilitatea operațiilor</a:t>
            </a:r>
          </a:p>
          <a:p>
            <a:pPr marL="285750" indent="-285750" algn="l">
              <a:lnSpc>
                <a:spcPct val="114000"/>
              </a:lnSpc>
              <a:spcAft>
                <a:spcPts val="600"/>
              </a:spcAft>
              <a:buClr>
                <a:schemeClr val="accent1"/>
              </a:buClr>
              <a:buSzPct val="90000"/>
              <a:buFont typeface="Arial" panose="020B0604020202020204" pitchFamily="34" charset="0"/>
              <a:buChar char="•"/>
            </a:pPr>
            <a:r>
              <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Valoarea returnată </a:t>
            </a:r>
          </a:p>
          <a:p>
            <a:pPr indent="-457200" algn="l">
              <a:lnSpc>
                <a:spcPct val="114000"/>
              </a:lnSpc>
              <a:spcBef>
                <a:spcPts val="600"/>
              </a:spcBef>
              <a:spcAft>
                <a:spcPts val="600"/>
              </a:spcAft>
              <a:buClr>
                <a:schemeClr val="accent1"/>
              </a:buClr>
              <a:buSzPct val="90000"/>
              <a:buAutoNum type="arabicPeriod"/>
            </a:pPr>
            <a:endPar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endParaRPr>
          </a:p>
          <a:p>
            <a:pPr marL="0" indent="0" algn="l">
              <a:lnSpc>
                <a:spcPct val="114000"/>
              </a:lnSpc>
              <a:spcBef>
                <a:spcPts val="600"/>
              </a:spcBef>
              <a:spcAft>
                <a:spcPts val="600"/>
              </a:spcAft>
              <a:buClr>
                <a:schemeClr val="accent1"/>
              </a:buClr>
              <a:buSzPct val="90000"/>
            </a:pPr>
            <a:endParaRPr lang="ro-RO" sz="18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endParaRPr>
          </a:p>
        </p:txBody>
      </p:sp>
      <p:pic>
        <p:nvPicPr>
          <p:cNvPr id="2" name="Picture 1">
            <a:extLst>
              <a:ext uri="{FF2B5EF4-FFF2-40B4-BE49-F238E27FC236}">
                <a16:creationId xmlns:a16="http://schemas.microsoft.com/office/drawing/2014/main" id="{D1EF6416-3C1C-4625-8CAE-DFF81A9FC676}"/>
              </a:ext>
            </a:extLst>
          </p:cNvPr>
          <p:cNvPicPr>
            <a:picLocks noChangeAspect="1"/>
          </p:cNvPicPr>
          <p:nvPr/>
        </p:nvPicPr>
        <p:blipFill>
          <a:blip r:embed="rId3"/>
          <a:stretch>
            <a:fillRect/>
          </a:stretch>
        </p:blipFill>
        <p:spPr>
          <a:xfrm>
            <a:off x="1567542" y="1718584"/>
            <a:ext cx="3342888" cy="3420832"/>
          </a:xfrm>
          <a:prstGeom prst="rect">
            <a:avLst/>
          </a:prstGeom>
        </p:spPr>
      </p:pic>
      <p:sp>
        <p:nvSpPr>
          <p:cNvPr id="47" name="Google Shape;3957;p72">
            <a:extLst>
              <a:ext uri="{FF2B5EF4-FFF2-40B4-BE49-F238E27FC236}">
                <a16:creationId xmlns:a16="http://schemas.microsoft.com/office/drawing/2014/main" id="{0E67C41D-DA9E-4D38-8E2A-59E5C78F8A27}"/>
              </a:ext>
            </a:extLst>
          </p:cNvPr>
          <p:cNvSpPr txBox="1">
            <a:spLocks/>
          </p:cNvSpPr>
          <p:nvPr/>
        </p:nvSpPr>
        <p:spPr>
          <a:xfrm>
            <a:off x="1014667" y="512067"/>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en-US" kern="0" dirty="0" err="1"/>
              <a:t>Aprofund</a:t>
            </a:r>
            <a:r>
              <a:rPr lang="ro-RO" kern="0" dirty="0"/>
              <a:t>ă</a:t>
            </a:r>
            <a:r>
              <a:rPr lang="en-US" kern="0" dirty="0"/>
              <a:t>m- </a:t>
            </a:r>
            <a:r>
              <a:rPr lang="ro-RO" kern="0" dirty="0"/>
              <a:t>4</a:t>
            </a:r>
          </a:p>
        </p:txBody>
      </p:sp>
      <p:grpSp>
        <p:nvGrpSpPr>
          <p:cNvPr id="48" name="Google Shape;4208;p74">
            <a:extLst>
              <a:ext uri="{FF2B5EF4-FFF2-40B4-BE49-F238E27FC236}">
                <a16:creationId xmlns:a16="http://schemas.microsoft.com/office/drawing/2014/main" id="{EB3F4D3E-19F3-4C79-A58E-39013B011CAE}"/>
              </a:ext>
            </a:extLst>
          </p:cNvPr>
          <p:cNvGrpSpPr/>
          <p:nvPr/>
        </p:nvGrpSpPr>
        <p:grpSpPr>
          <a:xfrm>
            <a:off x="10731811" y="5801710"/>
            <a:ext cx="1102838" cy="1056290"/>
            <a:chOff x="3829880" y="5032542"/>
            <a:chExt cx="1532994" cy="1532994"/>
          </a:xfrm>
        </p:grpSpPr>
        <p:sp>
          <p:nvSpPr>
            <p:cNvPr id="49" name="Google Shape;4209;p74">
              <a:extLst>
                <a:ext uri="{FF2B5EF4-FFF2-40B4-BE49-F238E27FC236}">
                  <a16:creationId xmlns:a16="http://schemas.microsoft.com/office/drawing/2014/main" id="{B58BD275-DA49-4BAD-964E-9255F5E41EF4}"/>
                </a:ext>
              </a:extLst>
            </p:cNvPr>
            <p:cNvSpPr/>
            <p:nvPr/>
          </p:nvSpPr>
          <p:spPr>
            <a:xfrm>
              <a:off x="3829880" y="5032542"/>
              <a:ext cx="1532994" cy="1532994"/>
            </a:xfrm>
            <a:custGeom>
              <a:avLst/>
              <a:gdLst/>
              <a:ahLst/>
              <a:cxnLst/>
              <a:rect l="l" t="t" r="r" b="b"/>
              <a:pathLst>
                <a:path w="90871" h="90871" extrusionOk="0">
                  <a:moveTo>
                    <a:pt x="45435" y="0"/>
                  </a:moveTo>
                  <a:cubicBezTo>
                    <a:pt x="20321" y="0"/>
                    <a:pt x="1" y="20345"/>
                    <a:pt x="1" y="45435"/>
                  </a:cubicBezTo>
                  <a:cubicBezTo>
                    <a:pt x="1" y="70526"/>
                    <a:pt x="20321" y="90871"/>
                    <a:pt x="45435" y="90871"/>
                  </a:cubicBezTo>
                  <a:cubicBezTo>
                    <a:pt x="70526" y="90871"/>
                    <a:pt x="90870" y="70526"/>
                    <a:pt x="90870" y="45435"/>
                  </a:cubicBezTo>
                  <a:cubicBezTo>
                    <a:pt x="90870" y="20345"/>
                    <a:pt x="70526" y="0"/>
                    <a:pt x="45435" y="0"/>
                  </a:cubicBezTo>
                  <a:close/>
                </a:path>
              </a:pathLst>
            </a:custGeom>
            <a:solidFill>
              <a:srgbClr val="0089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210;p74">
              <a:extLst>
                <a:ext uri="{FF2B5EF4-FFF2-40B4-BE49-F238E27FC236}">
                  <a16:creationId xmlns:a16="http://schemas.microsoft.com/office/drawing/2014/main" id="{25C5F23B-EC84-4EF1-9B1A-5F242C66780E}"/>
                </a:ext>
              </a:extLst>
            </p:cNvPr>
            <p:cNvSpPr/>
            <p:nvPr/>
          </p:nvSpPr>
          <p:spPr>
            <a:xfrm>
              <a:off x="4402431" y="5314693"/>
              <a:ext cx="715811" cy="786918"/>
            </a:xfrm>
            <a:custGeom>
              <a:avLst/>
              <a:gdLst/>
              <a:ahLst/>
              <a:cxnLst/>
              <a:rect l="l" t="t" r="r" b="b"/>
              <a:pathLst>
                <a:path w="42431" h="46646" extrusionOk="0">
                  <a:moveTo>
                    <a:pt x="12142" y="0"/>
                  </a:moveTo>
                  <a:cubicBezTo>
                    <a:pt x="11716" y="0"/>
                    <a:pt x="11285" y="37"/>
                    <a:pt x="10852" y="114"/>
                  </a:cubicBezTo>
                  <a:cubicBezTo>
                    <a:pt x="9898" y="281"/>
                    <a:pt x="9231" y="1163"/>
                    <a:pt x="9350" y="2141"/>
                  </a:cubicBezTo>
                  <a:lnTo>
                    <a:pt x="9779" y="6148"/>
                  </a:lnTo>
                  <a:cubicBezTo>
                    <a:pt x="10471" y="12087"/>
                    <a:pt x="7680" y="17858"/>
                    <a:pt x="2600" y="20983"/>
                  </a:cubicBezTo>
                  <a:lnTo>
                    <a:pt x="1" y="22605"/>
                  </a:lnTo>
                  <a:lnTo>
                    <a:pt x="573" y="43999"/>
                  </a:lnTo>
                  <a:lnTo>
                    <a:pt x="4151" y="43855"/>
                  </a:lnTo>
                  <a:cubicBezTo>
                    <a:pt x="4413" y="45453"/>
                    <a:pt x="5844" y="46646"/>
                    <a:pt x="7490" y="46646"/>
                  </a:cubicBezTo>
                  <a:lnTo>
                    <a:pt x="34440" y="46646"/>
                  </a:lnTo>
                  <a:cubicBezTo>
                    <a:pt x="35800" y="46646"/>
                    <a:pt x="36921" y="45549"/>
                    <a:pt x="36921" y="44189"/>
                  </a:cubicBezTo>
                  <a:lnTo>
                    <a:pt x="36921" y="43140"/>
                  </a:lnTo>
                  <a:cubicBezTo>
                    <a:pt x="36921" y="42424"/>
                    <a:pt x="36349" y="41828"/>
                    <a:pt x="35633" y="41804"/>
                  </a:cubicBezTo>
                  <a:lnTo>
                    <a:pt x="35991" y="41804"/>
                  </a:lnTo>
                  <a:cubicBezTo>
                    <a:pt x="36005" y="41805"/>
                    <a:pt x="36019" y="41805"/>
                    <a:pt x="36034" y="41805"/>
                  </a:cubicBezTo>
                  <a:cubicBezTo>
                    <a:pt x="37589" y="41805"/>
                    <a:pt x="38877" y="40526"/>
                    <a:pt x="38877" y="38942"/>
                  </a:cubicBezTo>
                  <a:lnTo>
                    <a:pt x="38877" y="36772"/>
                  </a:lnTo>
                  <a:cubicBezTo>
                    <a:pt x="38877" y="35532"/>
                    <a:pt x="37899" y="34530"/>
                    <a:pt x="36659" y="34530"/>
                  </a:cubicBezTo>
                  <a:lnTo>
                    <a:pt x="37732" y="34530"/>
                  </a:lnTo>
                  <a:cubicBezTo>
                    <a:pt x="39354" y="34530"/>
                    <a:pt x="40665" y="33218"/>
                    <a:pt x="40665" y="31572"/>
                  </a:cubicBezTo>
                  <a:lnTo>
                    <a:pt x="40665" y="28591"/>
                  </a:lnTo>
                  <a:cubicBezTo>
                    <a:pt x="40665" y="27303"/>
                    <a:pt x="39640" y="26278"/>
                    <a:pt x="38352" y="26278"/>
                  </a:cubicBezTo>
                  <a:lnTo>
                    <a:pt x="38948" y="26278"/>
                  </a:lnTo>
                  <a:cubicBezTo>
                    <a:pt x="40856" y="26278"/>
                    <a:pt x="42430" y="24727"/>
                    <a:pt x="42430" y="22772"/>
                  </a:cubicBezTo>
                  <a:lnTo>
                    <a:pt x="42430" y="21531"/>
                  </a:lnTo>
                  <a:cubicBezTo>
                    <a:pt x="42430" y="19552"/>
                    <a:pt x="40832" y="17954"/>
                    <a:pt x="38853" y="17954"/>
                  </a:cubicBezTo>
                  <a:lnTo>
                    <a:pt x="19415" y="17954"/>
                  </a:lnTo>
                  <a:cubicBezTo>
                    <a:pt x="20607" y="14853"/>
                    <a:pt x="20798" y="11490"/>
                    <a:pt x="19963" y="8271"/>
                  </a:cubicBezTo>
                  <a:lnTo>
                    <a:pt x="19248" y="5480"/>
                  </a:lnTo>
                  <a:cubicBezTo>
                    <a:pt x="18403" y="2207"/>
                    <a:pt x="15428" y="0"/>
                    <a:pt x="12142" y="0"/>
                  </a:cubicBezTo>
                  <a:close/>
                </a:path>
              </a:pathLst>
            </a:custGeom>
            <a:solidFill>
              <a:srgbClr val="F0F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211;p74">
              <a:extLst>
                <a:ext uri="{FF2B5EF4-FFF2-40B4-BE49-F238E27FC236}">
                  <a16:creationId xmlns:a16="http://schemas.microsoft.com/office/drawing/2014/main" id="{8438FBFD-C628-44EC-BE92-612576941D12}"/>
                </a:ext>
              </a:extLst>
            </p:cNvPr>
            <p:cNvSpPr/>
            <p:nvPr/>
          </p:nvSpPr>
          <p:spPr>
            <a:xfrm>
              <a:off x="4198034" y="5631647"/>
              <a:ext cx="274829" cy="470369"/>
            </a:xfrm>
            <a:custGeom>
              <a:avLst/>
              <a:gdLst/>
              <a:ahLst/>
              <a:cxnLst/>
              <a:rect l="l" t="t" r="r" b="b"/>
              <a:pathLst>
                <a:path w="16291" h="27882" extrusionOk="0">
                  <a:moveTo>
                    <a:pt x="501" y="1"/>
                  </a:moveTo>
                  <a:cubicBezTo>
                    <a:pt x="239" y="1"/>
                    <a:pt x="1" y="239"/>
                    <a:pt x="1" y="501"/>
                  </a:cubicBezTo>
                  <a:lnTo>
                    <a:pt x="1" y="27357"/>
                  </a:lnTo>
                  <a:cubicBezTo>
                    <a:pt x="1" y="27643"/>
                    <a:pt x="239" y="27882"/>
                    <a:pt x="501" y="27882"/>
                  </a:cubicBezTo>
                  <a:lnTo>
                    <a:pt x="15790" y="27882"/>
                  </a:lnTo>
                  <a:cubicBezTo>
                    <a:pt x="16100" y="27882"/>
                    <a:pt x="16290" y="27667"/>
                    <a:pt x="16290" y="27357"/>
                  </a:cubicBezTo>
                  <a:lnTo>
                    <a:pt x="16290" y="501"/>
                  </a:lnTo>
                  <a:cubicBezTo>
                    <a:pt x="16290" y="239"/>
                    <a:pt x="16052" y="1"/>
                    <a:pt x="1579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212;p74">
              <a:extLst>
                <a:ext uri="{FF2B5EF4-FFF2-40B4-BE49-F238E27FC236}">
                  <a16:creationId xmlns:a16="http://schemas.microsoft.com/office/drawing/2014/main" id="{7DEFDDC3-43E1-43DA-88BC-C4112A11C02B}"/>
                </a:ext>
              </a:extLst>
            </p:cNvPr>
            <p:cNvSpPr/>
            <p:nvPr/>
          </p:nvSpPr>
          <p:spPr>
            <a:xfrm>
              <a:off x="4313509" y="5679929"/>
              <a:ext cx="56346" cy="56346"/>
            </a:xfrm>
            <a:custGeom>
              <a:avLst/>
              <a:gdLst/>
              <a:ahLst/>
              <a:cxnLst/>
              <a:rect l="l" t="t" r="r" b="b"/>
              <a:pathLst>
                <a:path w="3340" h="3340" extrusionOk="0">
                  <a:moveTo>
                    <a:pt x="1670" y="382"/>
                  </a:moveTo>
                  <a:cubicBezTo>
                    <a:pt x="2386" y="382"/>
                    <a:pt x="2958" y="955"/>
                    <a:pt x="2958" y="1670"/>
                  </a:cubicBezTo>
                  <a:cubicBezTo>
                    <a:pt x="2958" y="2386"/>
                    <a:pt x="2386" y="2958"/>
                    <a:pt x="1670" y="2958"/>
                  </a:cubicBezTo>
                  <a:cubicBezTo>
                    <a:pt x="955" y="2958"/>
                    <a:pt x="382" y="2386"/>
                    <a:pt x="382" y="1670"/>
                  </a:cubicBezTo>
                  <a:cubicBezTo>
                    <a:pt x="382" y="979"/>
                    <a:pt x="955" y="382"/>
                    <a:pt x="1670" y="382"/>
                  </a:cubicBezTo>
                  <a:close/>
                  <a:moveTo>
                    <a:pt x="1670" y="1"/>
                  </a:moveTo>
                  <a:cubicBezTo>
                    <a:pt x="740" y="1"/>
                    <a:pt x="1" y="740"/>
                    <a:pt x="1" y="1670"/>
                  </a:cubicBezTo>
                  <a:cubicBezTo>
                    <a:pt x="1" y="2600"/>
                    <a:pt x="740" y="3340"/>
                    <a:pt x="1670" y="3340"/>
                  </a:cubicBezTo>
                  <a:cubicBezTo>
                    <a:pt x="2600" y="3340"/>
                    <a:pt x="3340" y="2600"/>
                    <a:pt x="3340" y="1670"/>
                  </a:cubicBezTo>
                  <a:cubicBezTo>
                    <a:pt x="3340" y="740"/>
                    <a:pt x="2600"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213;p74">
              <a:extLst>
                <a:ext uri="{FF2B5EF4-FFF2-40B4-BE49-F238E27FC236}">
                  <a16:creationId xmlns:a16="http://schemas.microsoft.com/office/drawing/2014/main" id="{969FB658-BBA5-4402-BFFD-83421877FB0E}"/>
                </a:ext>
              </a:extLst>
            </p:cNvPr>
            <p:cNvSpPr/>
            <p:nvPr/>
          </p:nvSpPr>
          <p:spPr>
            <a:xfrm>
              <a:off x="4936349" y="6015895"/>
              <a:ext cx="76472" cy="8064"/>
            </a:xfrm>
            <a:custGeom>
              <a:avLst/>
              <a:gdLst/>
              <a:ahLst/>
              <a:cxnLst/>
              <a:rect l="l" t="t" r="r" b="b"/>
              <a:pathLst>
                <a:path w="4533" h="478" extrusionOk="0">
                  <a:moveTo>
                    <a:pt x="120" y="1"/>
                  </a:moveTo>
                  <a:cubicBezTo>
                    <a:pt x="49" y="1"/>
                    <a:pt x="1" y="48"/>
                    <a:pt x="1" y="120"/>
                  </a:cubicBezTo>
                  <a:cubicBezTo>
                    <a:pt x="1" y="168"/>
                    <a:pt x="49" y="239"/>
                    <a:pt x="120" y="239"/>
                  </a:cubicBezTo>
                  <a:cubicBezTo>
                    <a:pt x="836" y="287"/>
                    <a:pt x="1504" y="382"/>
                    <a:pt x="2219" y="406"/>
                  </a:cubicBezTo>
                  <a:cubicBezTo>
                    <a:pt x="2553" y="454"/>
                    <a:pt x="2911" y="478"/>
                    <a:pt x="3268" y="478"/>
                  </a:cubicBezTo>
                  <a:lnTo>
                    <a:pt x="4079" y="478"/>
                  </a:lnTo>
                  <a:cubicBezTo>
                    <a:pt x="4151" y="454"/>
                    <a:pt x="4223" y="454"/>
                    <a:pt x="4366" y="406"/>
                  </a:cubicBezTo>
                  <a:cubicBezTo>
                    <a:pt x="4461" y="382"/>
                    <a:pt x="4533" y="263"/>
                    <a:pt x="4461" y="144"/>
                  </a:cubicBezTo>
                  <a:cubicBezTo>
                    <a:pt x="4441" y="65"/>
                    <a:pt x="4356" y="19"/>
                    <a:pt x="4273" y="19"/>
                  </a:cubicBezTo>
                  <a:cubicBezTo>
                    <a:pt x="4256" y="19"/>
                    <a:pt x="4239" y="21"/>
                    <a:pt x="4223" y="25"/>
                  </a:cubicBezTo>
                  <a:lnTo>
                    <a:pt x="4199" y="25"/>
                  </a:lnTo>
                  <a:cubicBezTo>
                    <a:pt x="4175" y="25"/>
                    <a:pt x="4056" y="48"/>
                    <a:pt x="3984" y="48"/>
                  </a:cubicBezTo>
                  <a:lnTo>
                    <a:pt x="3746" y="72"/>
                  </a:lnTo>
                  <a:cubicBezTo>
                    <a:pt x="3602" y="120"/>
                    <a:pt x="3412" y="120"/>
                    <a:pt x="3245" y="120"/>
                  </a:cubicBezTo>
                  <a:cubicBezTo>
                    <a:pt x="3125" y="128"/>
                    <a:pt x="3009" y="131"/>
                    <a:pt x="2893" y="131"/>
                  </a:cubicBezTo>
                  <a:cubicBezTo>
                    <a:pt x="2662" y="131"/>
                    <a:pt x="2434" y="120"/>
                    <a:pt x="2195" y="120"/>
                  </a:cubicBezTo>
                  <a:cubicBezTo>
                    <a:pt x="1504" y="72"/>
                    <a:pt x="788" y="48"/>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214;p74">
              <a:extLst>
                <a:ext uri="{FF2B5EF4-FFF2-40B4-BE49-F238E27FC236}">
                  <a16:creationId xmlns:a16="http://schemas.microsoft.com/office/drawing/2014/main" id="{C7E6E90B-65FA-40F1-AEB8-3DBBCEB0E625}"/>
                </a:ext>
              </a:extLst>
            </p:cNvPr>
            <p:cNvSpPr/>
            <p:nvPr/>
          </p:nvSpPr>
          <p:spPr>
            <a:xfrm>
              <a:off x="4961300" y="5893992"/>
              <a:ext cx="76472" cy="8064"/>
            </a:xfrm>
            <a:custGeom>
              <a:avLst/>
              <a:gdLst/>
              <a:ahLst/>
              <a:cxnLst/>
              <a:rect l="l" t="t" r="r" b="b"/>
              <a:pathLst>
                <a:path w="4533" h="478" extrusionOk="0">
                  <a:moveTo>
                    <a:pt x="120" y="0"/>
                  </a:moveTo>
                  <a:cubicBezTo>
                    <a:pt x="72" y="0"/>
                    <a:pt x="1" y="72"/>
                    <a:pt x="1" y="119"/>
                  </a:cubicBezTo>
                  <a:cubicBezTo>
                    <a:pt x="1" y="191"/>
                    <a:pt x="72" y="239"/>
                    <a:pt x="120" y="239"/>
                  </a:cubicBezTo>
                  <a:cubicBezTo>
                    <a:pt x="835" y="310"/>
                    <a:pt x="1527" y="406"/>
                    <a:pt x="2243" y="429"/>
                  </a:cubicBezTo>
                  <a:cubicBezTo>
                    <a:pt x="2577" y="453"/>
                    <a:pt x="2934" y="477"/>
                    <a:pt x="3292" y="477"/>
                  </a:cubicBezTo>
                  <a:lnTo>
                    <a:pt x="4079" y="477"/>
                  </a:lnTo>
                  <a:cubicBezTo>
                    <a:pt x="4175" y="453"/>
                    <a:pt x="4246" y="453"/>
                    <a:pt x="4389" y="429"/>
                  </a:cubicBezTo>
                  <a:cubicBezTo>
                    <a:pt x="4461" y="406"/>
                    <a:pt x="4532" y="310"/>
                    <a:pt x="4485" y="143"/>
                  </a:cubicBezTo>
                  <a:cubicBezTo>
                    <a:pt x="4448" y="88"/>
                    <a:pt x="4368" y="32"/>
                    <a:pt x="4300" y="32"/>
                  </a:cubicBezTo>
                  <a:cubicBezTo>
                    <a:pt x="4281" y="32"/>
                    <a:pt x="4262" y="37"/>
                    <a:pt x="4246" y="48"/>
                  </a:cubicBezTo>
                  <a:lnTo>
                    <a:pt x="4198" y="48"/>
                  </a:lnTo>
                  <a:cubicBezTo>
                    <a:pt x="4175" y="48"/>
                    <a:pt x="4055" y="72"/>
                    <a:pt x="4008" y="72"/>
                  </a:cubicBezTo>
                  <a:lnTo>
                    <a:pt x="3769" y="96"/>
                  </a:lnTo>
                  <a:cubicBezTo>
                    <a:pt x="3602" y="119"/>
                    <a:pt x="3435" y="119"/>
                    <a:pt x="3244" y="119"/>
                  </a:cubicBezTo>
                  <a:cubicBezTo>
                    <a:pt x="3125" y="135"/>
                    <a:pt x="3011" y="141"/>
                    <a:pt x="2899" y="141"/>
                  </a:cubicBezTo>
                  <a:cubicBezTo>
                    <a:pt x="2675" y="141"/>
                    <a:pt x="2457" y="119"/>
                    <a:pt x="2219" y="119"/>
                  </a:cubicBezTo>
                  <a:cubicBezTo>
                    <a:pt x="1527" y="96"/>
                    <a:pt x="812" y="72"/>
                    <a:pt x="120" y="0"/>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215;p74">
              <a:extLst>
                <a:ext uri="{FF2B5EF4-FFF2-40B4-BE49-F238E27FC236}">
                  <a16:creationId xmlns:a16="http://schemas.microsoft.com/office/drawing/2014/main" id="{B9E745F8-A2B0-459B-84BB-D5B3796FAE87}"/>
                </a:ext>
              </a:extLst>
            </p:cNvPr>
            <p:cNvSpPr/>
            <p:nvPr/>
          </p:nvSpPr>
          <p:spPr>
            <a:xfrm>
              <a:off x="5001535" y="5754764"/>
              <a:ext cx="76472" cy="8064"/>
            </a:xfrm>
            <a:custGeom>
              <a:avLst/>
              <a:gdLst/>
              <a:ahLst/>
              <a:cxnLst/>
              <a:rect l="l" t="t" r="r" b="b"/>
              <a:pathLst>
                <a:path w="4533" h="478" extrusionOk="0">
                  <a:moveTo>
                    <a:pt x="120" y="1"/>
                  </a:moveTo>
                  <a:cubicBezTo>
                    <a:pt x="72" y="1"/>
                    <a:pt x="1" y="49"/>
                    <a:pt x="1" y="120"/>
                  </a:cubicBezTo>
                  <a:cubicBezTo>
                    <a:pt x="1" y="168"/>
                    <a:pt x="72" y="239"/>
                    <a:pt x="120" y="239"/>
                  </a:cubicBezTo>
                  <a:cubicBezTo>
                    <a:pt x="836" y="311"/>
                    <a:pt x="1527" y="382"/>
                    <a:pt x="2243" y="430"/>
                  </a:cubicBezTo>
                  <a:cubicBezTo>
                    <a:pt x="2577" y="454"/>
                    <a:pt x="2934" y="478"/>
                    <a:pt x="3292" y="478"/>
                  </a:cubicBezTo>
                  <a:lnTo>
                    <a:pt x="4079" y="478"/>
                  </a:lnTo>
                  <a:cubicBezTo>
                    <a:pt x="4175" y="454"/>
                    <a:pt x="4246" y="454"/>
                    <a:pt x="4389" y="430"/>
                  </a:cubicBezTo>
                  <a:cubicBezTo>
                    <a:pt x="4508" y="382"/>
                    <a:pt x="4532" y="263"/>
                    <a:pt x="4485" y="144"/>
                  </a:cubicBezTo>
                  <a:cubicBezTo>
                    <a:pt x="4445" y="65"/>
                    <a:pt x="4356" y="19"/>
                    <a:pt x="4287" y="19"/>
                  </a:cubicBezTo>
                  <a:cubicBezTo>
                    <a:pt x="4272" y="19"/>
                    <a:pt x="4258" y="21"/>
                    <a:pt x="4246" y="25"/>
                  </a:cubicBezTo>
                  <a:lnTo>
                    <a:pt x="4198" y="25"/>
                  </a:lnTo>
                  <a:cubicBezTo>
                    <a:pt x="4175" y="25"/>
                    <a:pt x="4055" y="49"/>
                    <a:pt x="4008" y="49"/>
                  </a:cubicBezTo>
                  <a:lnTo>
                    <a:pt x="3769" y="96"/>
                  </a:lnTo>
                  <a:cubicBezTo>
                    <a:pt x="3602" y="120"/>
                    <a:pt x="3435" y="120"/>
                    <a:pt x="3244" y="120"/>
                  </a:cubicBezTo>
                  <a:cubicBezTo>
                    <a:pt x="3125" y="128"/>
                    <a:pt x="3011" y="131"/>
                    <a:pt x="2899" y="131"/>
                  </a:cubicBezTo>
                  <a:cubicBezTo>
                    <a:pt x="2675" y="131"/>
                    <a:pt x="2457" y="120"/>
                    <a:pt x="2219" y="120"/>
                  </a:cubicBezTo>
                  <a:cubicBezTo>
                    <a:pt x="1527" y="96"/>
                    <a:pt x="812" y="72"/>
                    <a:pt x="120" y="1"/>
                  </a:cubicBezTo>
                  <a:close/>
                </a:path>
              </a:pathLst>
            </a:custGeom>
            <a:solidFill>
              <a:srgbClr val="00BB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63792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50" name="Google Shape;3643;p60">
            <a:extLst>
              <a:ext uri="{FF2B5EF4-FFF2-40B4-BE49-F238E27FC236}">
                <a16:creationId xmlns:a16="http://schemas.microsoft.com/office/drawing/2014/main" id="{9FC69FC8-2FD6-41B2-BC27-EE016A4BD45E}"/>
              </a:ext>
            </a:extLst>
          </p:cNvPr>
          <p:cNvSpPr txBox="1">
            <a:spLocks/>
          </p:cNvSpPr>
          <p:nvPr/>
        </p:nvSpPr>
        <p:spPr>
          <a:xfrm>
            <a:off x="779318" y="613064"/>
            <a:ext cx="9705462" cy="610754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1pPr>
            <a:lvl2pPr marL="914400" marR="0" lvl="1"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2pPr>
            <a:lvl3pPr marL="1371600" marR="0" lvl="2"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3pPr>
            <a:lvl4pPr marL="1828800" marR="0" lvl="3"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4pPr>
            <a:lvl5pPr marL="2286000" marR="0" lvl="4"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5pPr>
            <a:lvl6pPr marL="2743200" marR="0" lvl="5"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6pPr>
            <a:lvl7pPr marL="3200400" marR="0" lvl="6"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7pPr>
            <a:lvl8pPr marL="3657600" marR="0" lvl="7"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8pPr>
            <a:lvl9pPr marL="4114800" marR="0" lvl="8" indent="-304800" algn="r" rtl="0">
              <a:lnSpc>
                <a:spcPct val="100000"/>
              </a:lnSpc>
              <a:spcBef>
                <a:spcPts val="0"/>
              </a:spcBef>
              <a:spcAft>
                <a:spcPts val="0"/>
              </a:spcAft>
              <a:buClr>
                <a:schemeClr val="dk2"/>
              </a:buClr>
              <a:buSzPts val="1200"/>
              <a:buFont typeface="Muli"/>
              <a:buNone/>
              <a:defRPr sz="1867" b="0" i="0" u="none" strike="noStrike" cap="none">
                <a:solidFill>
                  <a:schemeClr val="dk2"/>
                </a:solidFill>
                <a:latin typeface="Muli"/>
                <a:ea typeface="Muli"/>
                <a:cs typeface="Muli"/>
                <a:sym typeface="Muli"/>
              </a:defRPr>
            </a:lvl9pPr>
          </a:lstStyle>
          <a:p>
            <a:pPr marL="0" algn="just">
              <a:lnSpc>
                <a:spcPct val="107000"/>
              </a:lnSpc>
              <a:spcAft>
                <a:spcPts val="800"/>
              </a:spcAft>
            </a:pPr>
            <a:r>
              <a:rPr lang="ro-RO" sz="1700" kern="0" dirty="0">
                <a:latin typeface="Calibri" panose="020F0502020204030204" pitchFamily="34" charset="0"/>
                <a:ea typeface="Calibri" panose="020F0502020204030204" pitchFamily="34" charset="0"/>
                <a:cs typeface="Times New Roman" panose="02020603050405020304" pitchFamily="18" charset="0"/>
              </a:rPr>
              <a:t>Scopul proiectului este realizarea unui sistem informatic pentru gestiunea activităților de rezervare și cazare ale unei unități hoteliere. În vederea cazării, un client poate solicita rezervarea uneia sau mai multor camere prin e-mail, telefonic sau folosind site-uri specializate în rezervări hoteliere. Pentru rezervările prin email sau telefonic, clientul furnizează recepționerului informații privind perioada de cazare și tipurile de camere solicitate. Clienții vor beneficia de reduceri implicite dacă rezervă cel un număr minim de camere sau dacă perioada de cazare depășește patru zile. Recepționerul verifică disponibilitatea camerelor și îl înștiințează pe client de acest lucru precum și de costul estimat al cazării. Dacă nu există camere disponibile conform solicitării, recepționerul poate oferi clientului alternative. De asemenea, clientul poate solicita un discount suplimentar, iar recepționerul va decide fezabilitatea </a:t>
            </a:r>
            <a:r>
              <a:rPr lang="ro-RO" sz="1700" kern="0" dirty="0" err="1">
                <a:latin typeface="Calibri" panose="020F0502020204030204" pitchFamily="34" charset="0"/>
                <a:ea typeface="Calibri" panose="020F0502020204030204" pitchFamily="34" charset="0"/>
                <a:cs typeface="Times New Roman" panose="02020603050405020304" pitchFamily="18" charset="0"/>
              </a:rPr>
              <a:t>discountului</a:t>
            </a:r>
            <a:r>
              <a:rPr lang="ro-RO" sz="1700" kern="0" dirty="0">
                <a:latin typeface="Calibri" panose="020F0502020204030204" pitchFamily="34" charset="0"/>
                <a:ea typeface="Calibri" panose="020F0502020204030204" pitchFamily="34" charset="0"/>
                <a:cs typeface="Times New Roman" panose="02020603050405020304" pitchFamily="18" charset="0"/>
              </a:rPr>
              <a:t>, fiind asistat obligatoriu de managerul hotelului. În situația în care clientul este de acord cu prețul propus, se va proceda la realizarea rezervării. Pentru clienții noi, recepționerul solicită datele de identificare, pe care le introduce în aplicație. Nu se poate acorda discount suplimentar pentru rezervările făcute prin intermediul site-urilor specializate.</a:t>
            </a:r>
          </a:p>
          <a:p>
            <a:pPr marL="0" algn="just">
              <a:lnSpc>
                <a:spcPct val="107000"/>
              </a:lnSpc>
              <a:spcAft>
                <a:spcPts val="800"/>
              </a:spcAft>
            </a:pPr>
            <a:r>
              <a:rPr lang="ro-RO" sz="1700" kern="0" dirty="0">
                <a:latin typeface="Calibri" panose="020F0502020204030204" pitchFamily="34" charset="0"/>
                <a:ea typeface="Calibri" panose="020F0502020204030204" pitchFamily="34" charset="0"/>
                <a:cs typeface="Times New Roman" panose="02020603050405020304" pitchFamily="18" charset="0"/>
              </a:rPr>
              <a:t>Odată ajuns la hotel, și dacă a făcut în prealabil o rezervare, clientul va furniza datele de identificare ale sale și/sau ale rezervării și se face cazarea.  Dacă nu există o rezervare, se va verifica disponibilitatea camerelor pentru perioada cerută. Atunci când se găsește o astfel de cameră, se face cazarea. La finalul sejurului, recepționerul întocmește o listă cu toate serviciile solicitate de client, precum și prețul acestora. Lista trebuie validată de client, după care se întocmește factura finală. Factura poate fi plătită parțial sau integral, prin transfer bancar, numerar sau folosind un card bancar.  Totodată, înainte de a părăsi hotelul, clientul este rugat să completeze un formular prin care să evalueze serviciile oferite de unitatea hotelieră. După eliberarea camerei, camerista verifică starea acesteia și informează recepția. </a:t>
            </a:r>
          </a:p>
          <a:p>
            <a:pPr marL="0" algn="just">
              <a:lnSpc>
                <a:spcPct val="107000"/>
              </a:lnSpc>
              <a:spcAft>
                <a:spcPts val="800"/>
              </a:spcAft>
              <a:buFont typeface="Wingdings" panose="05000000000000000000" pitchFamily="2" charset="2"/>
              <a:buChar char="Ø"/>
            </a:pPr>
            <a:r>
              <a:rPr lang="ro-RO" sz="1700" b="1" i="1" kern="0" dirty="0">
                <a:latin typeface="Calibri" panose="020F0502020204030204" pitchFamily="34" charset="0"/>
                <a:ea typeface="Calibri" panose="020F0502020204030204" pitchFamily="34" charset="0"/>
                <a:cs typeface="Times New Roman" panose="02020603050405020304" pitchFamily="18" charset="0"/>
              </a:rPr>
              <a:t>Să se reprezinte în Visual </a:t>
            </a:r>
            <a:r>
              <a:rPr lang="ro-RO" sz="1700" b="1" i="1" kern="0" dirty="0" err="1">
                <a:latin typeface="Calibri" panose="020F0502020204030204" pitchFamily="34" charset="0"/>
                <a:ea typeface="Calibri" panose="020F0502020204030204" pitchFamily="34" charset="0"/>
                <a:cs typeface="Times New Roman" panose="02020603050405020304" pitchFamily="18" charset="0"/>
              </a:rPr>
              <a:t>Paradigm</a:t>
            </a:r>
            <a:r>
              <a:rPr lang="ro-RO" sz="1700" b="1" i="1" kern="0" dirty="0">
                <a:latin typeface="Calibri" panose="020F0502020204030204" pitchFamily="34" charset="0"/>
                <a:ea typeface="Calibri" panose="020F0502020204030204" pitchFamily="34" charset="0"/>
                <a:cs typeface="Times New Roman" panose="02020603050405020304" pitchFamily="18" charset="0"/>
              </a:rPr>
              <a:t> diagrama de clase pentru scenariul de mai sus. </a:t>
            </a:r>
          </a:p>
          <a:p>
            <a:pPr marL="457200" lvl="1" algn="just">
              <a:lnSpc>
                <a:spcPct val="107000"/>
              </a:lnSpc>
              <a:spcAft>
                <a:spcPts val="800"/>
              </a:spcAft>
            </a:pPr>
            <a:endParaRPr lang="ro-RO" sz="1700" kern="0" dirty="0">
              <a:latin typeface="Calibri" panose="020F0502020204030204" pitchFamily="34" charset="0"/>
              <a:ea typeface="Calibri" panose="020F0502020204030204" pitchFamily="34" charset="0"/>
              <a:cs typeface="Times New Roman" panose="02020603050405020304" pitchFamily="18" charset="0"/>
            </a:endParaRPr>
          </a:p>
        </p:txBody>
      </p:sp>
      <p:sp>
        <p:nvSpPr>
          <p:cNvPr id="51" name="Google Shape;3957;p72">
            <a:extLst>
              <a:ext uri="{FF2B5EF4-FFF2-40B4-BE49-F238E27FC236}">
                <a16:creationId xmlns:a16="http://schemas.microsoft.com/office/drawing/2014/main" id="{6B8BF19C-27B6-42DD-AE36-4DAE18BB7DB2}"/>
              </a:ext>
            </a:extLst>
          </p:cNvPr>
          <p:cNvSpPr txBox="1">
            <a:spLocks/>
          </p:cNvSpPr>
          <p:nvPr/>
        </p:nvSpPr>
        <p:spPr>
          <a:xfrm>
            <a:off x="682158" y="0"/>
            <a:ext cx="10412400" cy="685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BBC1"/>
              </a:buClr>
              <a:buSzPts val="2700"/>
              <a:buFont typeface="Roboto"/>
              <a:buNone/>
              <a:defRPr sz="3600" b="1" i="0" u="none" strike="noStrike" cap="none">
                <a:solidFill>
                  <a:schemeClr val="accent5"/>
                </a:solidFill>
                <a:latin typeface="Roboto"/>
                <a:ea typeface="Roboto"/>
                <a:cs typeface="Roboto"/>
                <a:sym typeface="Roboto"/>
              </a:defRPr>
            </a:lvl1pPr>
            <a:lvl2pPr marR="0" lvl="1"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1400"/>
              <a:buFont typeface="Roboto"/>
              <a:buNone/>
              <a:defRPr sz="1867" b="1" i="0" u="none" strike="noStrike" cap="none">
                <a:solidFill>
                  <a:schemeClr val="dk2"/>
                </a:solidFill>
                <a:latin typeface="Roboto"/>
                <a:ea typeface="Roboto"/>
                <a:cs typeface="Roboto"/>
                <a:sym typeface="Roboto"/>
              </a:defRPr>
            </a:lvl9pPr>
          </a:lstStyle>
          <a:p>
            <a:r>
              <a:rPr lang="ro-RO" kern="0" dirty="0"/>
              <a:t>Studiu de caz</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49"/>
          <p:cNvSpPr txBox="1">
            <a:spLocks noGrp="1"/>
          </p:cNvSpPr>
          <p:nvPr>
            <p:ph type="title"/>
          </p:nvPr>
        </p:nvSpPr>
        <p:spPr>
          <a:xfrm>
            <a:off x="1432200" y="261694"/>
            <a:ext cx="9327600" cy="862400"/>
          </a:xfrm>
          <a:prstGeom prst="rect">
            <a:avLst/>
          </a:prstGeom>
        </p:spPr>
        <p:txBody>
          <a:bodyPr spcFirstLastPara="1" wrap="square" lIns="121900" tIns="121900" rIns="121900" bIns="121900" anchor="t" anchorCtr="0">
            <a:noAutofit/>
          </a:bodyPr>
          <a:lstStyle/>
          <a:p>
            <a:pPr algn="l"/>
            <a:r>
              <a:rPr lang="ro-RO" dirty="0"/>
              <a:t>De lucru</a:t>
            </a:r>
            <a:endParaRPr dirty="0"/>
          </a:p>
        </p:txBody>
      </p:sp>
      <p:sp>
        <p:nvSpPr>
          <p:cNvPr id="23" name="Google Shape;3643;p60">
            <a:extLst>
              <a:ext uri="{FF2B5EF4-FFF2-40B4-BE49-F238E27FC236}">
                <a16:creationId xmlns:a16="http://schemas.microsoft.com/office/drawing/2014/main" id="{808B9841-B43F-4A96-8BDD-B64E3A517E44}"/>
              </a:ext>
            </a:extLst>
          </p:cNvPr>
          <p:cNvSpPr txBox="1">
            <a:spLocks/>
          </p:cNvSpPr>
          <p:nvPr/>
        </p:nvSpPr>
        <p:spPr>
          <a:xfrm>
            <a:off x="1574507" y="993466"/>
            <a:ext cx="10388893" cy="571213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1pPr>
            <a:lvl2pPr marL="914400" marR="0" lvl="1"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2pPr>
            <a:lvl3pPr marL="1371600" marR="0" lvl="2"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3pPr>
            <a:lvl4pPr marL="1828800" marR="0" lvl="3"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4pPr>
            <a:lvl5pPr marL="2286000" marR="0" lvl="4"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5pPr>
            <a:lvl6pPr marL="2743200" marR="0" lvl="5"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6pPr>
            <a:lvl7pPr marL="3200400" marR="0" lvl="6"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7pPr>
            <a:lvl8pPr marL="3657600" marR="0" lvl="7"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8pPr>
            <a:lvl9pPr marL="4114800" marR="0" lvl="8" indent="-304800" algn="l" rtl="0">
              <a:lnSpc>
                <a:spcPct val="100000"/>
              </a:lnSpc>
              <a:spcBef>
                <a:spcPts val="0"/>
              </a:spcBef>
              <a:spcAft>
                <a:spcPts val="0"/>
              </a:spcAft>
              <a:buClr>
                <a:schemeClr val="dk2"/>
              </a:buClr>
              <a:buSzPts val="1200"/>
              <a:buFont typeface="Muli"/>
              <a:buNone/>
              <a:defRPr sz="2267" b="1" i="0" u="none" strike="noStrike" cap="none">
                <a:solidFill>
                  <a:schemeClr val="dk2"/>
                </a:solidFill>
                <a:latin typeface="Roboto"/>
                <a:ea typeface="Roboto"/>
                <a:cs typeface="Roboto"/>
                <a:sym typeface="Roboto"/>
              </a:defRPr>
            </a:lvl9pPr>
          </a:lstStyle>
          <a:p>
            <a:pPr marL="0" indent="0" algn="l">
              <a:lnSpc>
                <a:spcPct val="114000"/>
              </a:lnSpc>
              <a:spcBef>
                <a:spcPts val="600"/>
              </a:spcBef>
              <a:spcAft>
                <a:spcPts val="600"/>
              </a:spcAft>
              <a:buClr>
                <a:schemeClr val="accent1"/>
              </a:buClr>
              <a:buSzPct val="90000"/>
            </a:pPr>
            <a:r>
              <a:rPr lang="ro-RO" sz="2000" i="1"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Realizați diagrame de clase pentru situațiile de mai jos:</a:t>
            </a:r>
          </a:p>
          <a:p>
            <a:pPr indent="-457200" algn="l">
              <a:lnSpc>
                <a:spcPct val="114000"/>
              </a:lnSpc>
              <a:spcBef>
                <a:spcPts val="600"/>
              </a:spcBef>
              <a:spcAft>
                <a:spcPts val="600"/>
              </a:spcAft>
              <a:buClr>
                <a:schemeClr val="accent1"/>
              </a:buClr>
              <a:buSzPct val="90000"/>
              <a:buAutoNum type="arabicPeriod"/>
            </a:pPr>
            <a:r>
              <a:rPr lang="ro-RO"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O echipă este  formată din 11 jucători, dintre care unul este căpitan.</a:t>
            </a:r>
          </a:p>
          <a:p>
            <a:pPr indent="-457200" algn="l">
              <a:lnSpc>
                <a:spcPct val="114000"/>
              </a:lnSpc>
              <a:spcBef>
                <a:spcPts val="600"/>
              </a:spcBef>
              <a:spcAft>
                <a:spcPts val="600"/>
              </a:spcAft>
              <a:buClr>
                <a:schemeClr val="accent1"/>
              </a:buClr>
              <a:buSzPct val="90000"/>
              <a:buAutoNum type="arabicPeriod"/>
            </a:pPr>
            <a:r>
              <a:rPr lang="ro-RO"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O companie este formată din departamente. Departamentele sunt localizate în una sau mai multe clădiri de birouri. Unul dintre birouri funcționează ca sediu central. Fiecare departament care un manager care este recrutat din  rândul angajaților săi.</a:t>
            </a:r>
          </a:p>
          <a:p>
            <a:pPr indent="-457200" algn="l">
              <a:lnSpc>
                <a:spcPct val="114000"/>
              </a:lnSpc>
              <a:spcBef>
                <a:spcPts val="600"/>
              </a:spcBef>
              <a:spcAft>
                <a:spcPts val="600"/>
              </a:spcAft>
              <a:buClr>
                <a:schemeClr val="accent1"/>
              </a:buClr>
              <a:buSzPct val="90000"/>
              <a:buAutoNum type="arabicPeriod"/>
            </a:pPr>
            <a:r>
              <a:rPr lang="ro-RO"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Un student poate participa la mai multe cursuri susținute de un profesor. De asemenea, profesorul poate fi îndrumător studentului pentru lucrarea de disertație. </a:t>
            </a:r>
          </a:p>
          <a:p>
            <a:pPr indent="-457200" algn="l">
              <a:lnSpc>
                <a:spcPct val="114000"/>
              </a:lnSpc>
              <a:spcBef>
                <a:spcPts val="600"/>
              </a:spcBef>
              <a:spcAft>
                <a:spcPts val="600"/>
              </a:spcAft>
              <a:buClr>
                <a:schemeClr val="accent1"/>
              </a:buClr>
              <a:buSzPct val="90000"/>
              <a:buAutoNum type="arabicPeriod"/>
            </a:pPr>
            <a:r>
              <a:rPr lang="ro-RO"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Un client poate obține un credit de la bancă numai dacă oferă o garanție imobiliară în acest sens. Creditul este considerat un serviciu oferit de bancă.  </a:t>
            </a:r>
          </a:p>
          <a:p>
            <a:pPr indent="-457200" algn="l">
              <a:lnSpc>
                <a:spcPct val="114000"/>
              </a:lnSpc>
              <a:spcBef>
                <a:spcPts val="600"/>
              </a:spcBef>
              <a:spcAft>
                <a:spcPts val="600"/>
              </a:spcAft>
              <a:buClr>
                <a:schemeClr val="accent1"/>
              </a:buClr>
              <a:buSzPct val="90000"/>
              <a:buAutoNum type="arabicPeriod"/>
            </a:pPr>
            <a:r>
              <a:rPr lang="ro-RO"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Un  colecționar deține una sau mai multe colecții. Pentru a se constitui o colecție sunt necesare cel puțin 2 obiecte. </a:t>
            </a:r>
          </a:p>
          <a:p>
            <a:pPr indent="-457200" algn="l">
              <a:lnSpc>
                <a:spcPct val="114000"/>
              </a:lnSpc>
              <a:spcBef>
                <a:spcPts val="600"/>
              </a:spcBef>
              <a:spcAft>
                <a:spcPts val="600"/>
              </a:spcAft>
              <a:buClr>
                <a:schemeClr val="accent1"/>
              </a:buClr>
              <a:buSzPct val="90000"/>
              <a:buAutoNum type="arabicPeriod"/>
            </a:pPr>
            <a:r>
              <a:rPr lang="ro-RO"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Într-o clinică medicală, un pacient care prezintă anumite simptome</a:t>
            </a:r>
            <a:r>
              <a:rPr lang="en-US"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a:t>
            </a:r>
            <a:r>
              <a:rPr lang="ro-RO"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rPr>
              <a:t> poate realiza programări la medicii clinicii. Atât medicii cât și pacienții trebuie să fie utilizatori ai sistemului. </a:t>
            </a:r>
          </a:p>
          <a:p>
            <a:pPr indent="-457200" algn="l">
              <a:lnSpc>
                <a:spcPct val="114000"/>
              </a:lnSpc>
              <a:spcBef>
                <a:spcPts val="600"/>
              </a:spcBef>
              <a:spcAft>
                <a:spcPts val="600"/>
              </a:spcAft>
              <a:buClr>
                <a:schemeClr val="accent1"/>
              </a:buClr>
              <a:buSzPct val="90000"/>
              <a:buAutoNum type="arabicPeriod"/>
            </a:pPr>
            <a:endParaRPr lang="ro-RO"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endParaRPr>
          </a:p>
          <a:p>
            <a:pPr marL="0" indent="0" algn="l">
              <a:lnSpc>
                <a:spcPct val="114000"/>
              </a:lnSpc>
              <a:spcBef>
                <a:spcPts val="600"/>
              </a:spcBef>
              <a:spcAft>
                <a:spcPts val="600"/>
              </a:spcAft>
              <a:buClr>
                <a:schemeClr val="accent1"/>
              </a:buClr>
              <a:buSzPct val="90000"/>
            </a:pPr>
            <a:endParaRPr lang="ro-RO" sz="2000" b="0" kern="0" dirty="0">
              <a:solidFill>
                <a:srgbClr val="3F3F3F"/>
              </a:solidFill>
              <a:latin typeface="Calibri" panose="020F0502020204030204" pitchFamily="34" charset="0"/>
              <a:ea typeface="Times New Roman" panose="02020603050405020304" pitchFamily="18"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T Services by Slidesgo">
  <a:themeElements>
    <a:clrScheme name="Simple Light">
      <a:dk1>
        <a:srgbClr val="343434"/>
      </a:dk1>
      <a:lt1>
        <a:srgbClr val="FFFFFF"/>
      </a:lt1>
      <a:dk2>
        <a:srgbClr val="343434"/>
      </a:dk2>
      <a:lt2>
        <a:srgbClr val="F0F7ED"/>
      </a:lt2>
      <a:accent1>
        <a:srgbClr val="00899D"/>
      </a:accent1>
      <a:accent2>
        <a:srgbClr val="FF7210"/>
      </a:accent2>
      <a:accent3>
        <a:srgbClr val="343434"/>
      </a:accent3>
      <a:accent4>
        <a:srgbClr val="CECECE"/>
      </a:accent4>
      <a:accent5>
        <a:srgbClr val="00BBC1"/>
      </a:accent5>
      <a:accent6>
        <a:srgbClr val="D5DEE4"/>
      </a:accent6>
      <a:hlink>
        <a:srgbClr val="F0F7E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2676</TotalTime>
  <Words>2776</Words>
  <Application>Microsoft Office PowerPoint</Application>
  <PresentationFormat>Widescreen</PresentationFormat>
  <Paragraphs>274</Paragraphs>
  <Slides>27</Slides>
  <Notes>27</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27</vt:i4>
      </vt:variant>
    </vt:vector>
  </HeadingPairs>
  <TitlesOfParts>
    <vt:vector size="39" baseType="lpstr">
      <vt:lpstr>Arial</vt:lpstr>
      <vt:lpstr>Barlow</vt:lpstr>
      <vt:lpstr>Calibri</vt:lpstr>
      <vt:lpstr>Calibri Light</vt:lpstr>
      <vt:lpstr>Gadugi</vt:lpstr>
      <vt:lpstr>Lato</vt:lpstr>
      <vt:lpstr>Muli</vt:lpstr>
      <vt:lpstr>Roboto</vt:lpstr>
      <vt:lpstr>Wingdings</vt:lpstr>
      <vt:lpstr>Wingdings 2</vt:lpstr>
      <vt:lpstr>Office Theme</vt:lpstr>
      <vt:lpstr>IT Services by Slidesgo</vt:lpstr>
      <vt:lpstr>Analiza și proiectarea sistemelor informatice</vt:lpstr>
      <vt:lpstr>Definirea unei clase</vt:lpstr>
      <vt:lpstr>Exemple de clase stereotipe uzuale</vt:lpstr>
      <vt:lpstr>Atribute -1</vt:lpstr>
      <vt:lpstr>Atribute -2</vt:lpstr>
      <vt:lpstr>Operații</vt:lpstr>
      <vt:lpstr>Constrângeri</vt:lpstr>
      <vt:lpstr>Relația de asociere -1</vt:lpstr>
      <vt:lpstr>Relația de asociere -2</vt:lpstr>
      <vt:lpstr>Tipuri de asocieri</vt:lpstr>
      <vt:lpstr>Asocieri n-are -1</vt:lpstr>
      <vt:lpstr>Asocieri n-are -2</vt:lpstr>
      <vt:lpstr>Clasă modelată ca asociere</vt:lpstr>
      <vt:lpstr>Relația de agregare</vt:lpstr>
      <vt:lpstr>Agregarea partajată</vt:lpstr>
      <vt:lpstr>Agregarea compusă</vt:lpstr>
      <vt:lpstr>Legătura între asociere, agregare şi compunere</vt:lpstr>
      <vt:lpstr>Relația de generalizare -1</vt:lpstr>
      <vt:lpstr>Relația de generalizare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 lucru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Proiectarea sistemelor informatice</dc:title>
  <dc:creator>Anca Andreescu</dc:creator>
  <cp:lastModifiedBy>Anca Andreescu</cp:lastModifiedBy>
  <cp:revision>360</cp:revision>
  <dcterms:created xsi:type="dcterms:W3CDTF">2020-11-04T08:12:41Z</dcterms:created>
  <dcterms:modified xsi:type="dcterms:W3CDTF">2026-09-16T06:47:34Z</dcterms:modified>
</cp:coreProperties>
</file>